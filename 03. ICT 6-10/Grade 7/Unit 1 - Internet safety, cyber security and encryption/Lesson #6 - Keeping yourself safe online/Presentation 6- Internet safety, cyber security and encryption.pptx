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Shape, rectangl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69561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1646583" y="2929767"/>
            <a:ext cx="9920500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Internet safety, cyber security</a:t>
            </a:r>
            <a:br>
              <a:rPr b="1" lang="en-GB"/>
            </a:br>
            <a:r>
              <a:rPr b="1" lang="en-GB"/>
              <a:t>and encryption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4278882" y="3845617"/>
            <a:ext cx="42704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Lesson 6: Keeping yourself safe online </a:t>
            </a:r>
            <a:endParaRPr b="1" sz="2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29671" y="3429000"/>
            <a:ext cx="2937412" cy="244392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45483" y="824947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45483" y="2066398"/>
            <a:ext cx="8950239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 your prior learning about internet safety, cyber security and encryption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key vocabulary relating to internet safety, cyber security and encryption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the important things you need to do to keep yourself safe online.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70382" y="834887"/>
            <a:ext cx="9783417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6.1: Knowledge organisers </a:t>
            </a:r>
            <a:endParaRPr/>
          </a:p>
        </p:txBody>
      </p:sp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186" y="2009506"/>
            <a:ext cx="4115628" cy="404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1570382" y="834887"/>
            <a:ext cx="9783417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6.2: What do you know? </a:t>
            </a:r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6462" y="1979689"/>
            <a:ext cx="4115628" cy="404342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/>
          <p:nvPr/>
        </p:nvSpPr>
        <p:spPr>
          <a:xfrm>
            <a:off x="6592340" y="5093012"/>
            <a:ext cx="519065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complete Interactive 6.2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1570382" y="834887"/>
            <a:ext cx="9783417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6.3: Mnemonic</a:t>
            </a:r>
            <a:endParaRPr/>
          </a:p>
        </p:txBody>
      </p:sp>
      <p:pic>
        <p:nvPicPr>
          <p:cNvPr id="107" name="Google Shape;1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0382" y="2059202"/>
            <a:ext cx="4115628" cy="404342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6096000" y="2270947"/>
            <a:ext cx="515509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mnemonic to help you recall some of the key aspects of this unit.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