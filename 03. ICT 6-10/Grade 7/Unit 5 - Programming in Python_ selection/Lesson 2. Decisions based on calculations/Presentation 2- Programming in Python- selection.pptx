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545DBD-03AB-4500-80D8-E8FBD957FA14}">
  <a:tblStyle styleId="{99545DBD-03AB-4500-80D8-E8FBD957FA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24917" y="2325757"/>
            <a:ext cx="10308126" cy="8964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selection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618830" y="3438971"/>
            <a:ext cx="557569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05900"/>
                </a:solidFill>
                <a:latin typeface="Calibri"/>
                <a:ea typeface="Calibri"/>
                <a:cs typeface="Calibri"/>
                <a:sym typeface="Calibri"/>
              </a:rPr>
              <a:t>Lesson 2: Decisions based on calculations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05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169" y="3438955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139" y="824948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139" y="2215485"/>
            <a:ext cx="83687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make a decision based on a calculation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write a program in Python that makes a decision based on the outcome of a calculation.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20078" y="775253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if statements 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1636643" y="2044285"/>
            <a:ext cx="9104244" cy="25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3600"/>
              <a:t>The if statement can make a decision about what to do next based on the outcome of a condition.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3600"/>
              <a:t>The condition must be a question that returns a True or False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3600"/>
              <a:t>It is important to understand the structure of an if statement: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3600"/>
              <a:t>An if statement must end with a colon.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3600"/>
              <a:t>The lines of code telling the computer what to do if the condition in the if statement returns True must follow the if statement and be indented.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Text&#10;&#10;Description automatically generated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6860" y="4555433"/>
            <a:ext cx="4863810" cy="174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610139" y="815008"/>
            <a:ext cx="977347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Boolean operators 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537252" y="1845789"/>
            <a:ext cx="88855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the Boolean operators we use to create a comparison in an if statement. </a:t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1610139" y="28516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{99545DBD-03AB-4500-80D8-E8FBD957FA14}</a:tableStyleId>
              </a:tblPr>
              <a:tblGrid>
                <a:gridCol w="2325750"/>
                <a:gridCol w="2703450"/>
              </a:tblGrid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 operator</a:t>
                      </a:r>
                      <a:r>
                        <a:rPr lang="en-GB" sz="1800" u="none" cap="none" strike="noStrike"/>
                        <a:t> 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6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 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Greater than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Greater than or equal to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 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 or equal to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 to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equal to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16"/>
          <p:cNvSpPr/>
          <p:nvPr/>
        </p:nvSpPr>
        <p:spPr>
          <a:xfrm>
            <a:off x="1537252" y="5581327"/>
            <a:ext cx="90697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 be used to compare numeric values to perform calculations.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897190" y="2851609"/>
            <a:ext cx="44864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returned by the following?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 5  &lt;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 7 ==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8 !=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 9 &gt;=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  5 &lt;=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570381" y="805071"/>
            <a:ext cx="10764079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b="1" lang="en-GB" sz="4200">
                <a:solidFill>
                  <a:schemeClr val="lt1"/>
                </a:solidFill>
              </a:rPr>
              <a:t>2.1: Programming in Python: selection, Section 2 </a:t>
            </a:r>
            <a:endParaRPr/>
          </a:p>
        </p:txBody>
      </p:sp>
      <p:pic>
        <p:nvPicPr>
          <p:cNvPr descr="A picture containing athletic game, basketball, sport&#10;&#10;Description automatically generated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91647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1 and 2 </a:t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1570382" y="2305615"/>
            <a:ext cx="813352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tell a program what to do if the condition in the if statement returns True?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tell a program what to do if the condition in the if statement returns False?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570382" y="805071"/>
            <a:ext cx="10621618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 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570382" y="2180847"/>
            <a:ext cx="328121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this program: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599" y="2704067"/>
            <a:ext cx="6404004" cy="160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1656595" y="4305275"/>
            <a:ext cx="6096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 What is output if we input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 What is output if we input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4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 What is output if we input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1590260" y="805070"/>
            <a:ext cx="9763539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2</a:t>
            </a:r>
            <a:endParaRPr/>
          </a:p>
        </p:txBody>
      </p:sp>
      <p:pic>
        <p:nvPicPr>
          <p:cNvPr descr="A picture containing athletic game, basketball, sport&#10;&#10;Description automatically generated"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91647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