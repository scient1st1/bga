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24917" y="2325757"/>
            <a:ext cx="10308126" cy="8964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selection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739717" y="3429032"/>
            <a:ext cx="18245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05900"/>
                </a:solidFill>
                <a:latin typeface="Calibri"/>
                <a:ea typeface="Calibri"/>
                <a:cs typeface="Calibri"/>
                <a:sym typeface="Calibri"/>
              </a:rPr>
              <a:t>Lesson 5: Elif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05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169" y="3438955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139" y="824948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139" y="2215485"/>
            <a:ext cx="836874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elif statements with if else to check multiple conditions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in Python that uses an elif statement.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0139" y="815008"/>
            <a:ext cx="977347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Remainder after whole number division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10139" y="2044292"/>
            <a:ext cx="977347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want to find out if one number is divisible by another number, we can use the remainder after whole number division operator: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25 % 5 = 0 because 5 divides into 25 with no remainder; it is a multiple of 5.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32 % 2 = 0 because 2 divides into 32 with no remainder; it is an even number.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check if a number is a multiple of 3?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 % 3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check if a number is a multiple of 10?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 % 10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check if a number is an odd number?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 % 2 = 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620078" y="775253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if else statements: a reminder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1620078" y="2425147"/>
            <a:ext cx="8736496" cy="100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If-else statements are used to decide what to do if a condition is true and what to do if a condition is false:</a:t>
            </a:r>
            <a:endParaRPr/>
          </a:p>
        </p:txBody>
      </p:sp>
      <p:pic>
        <p:nvPicPr>
          <p:cNvPr descr="Text&#10;&#10;Description automatically generated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452" y="3723449"/>
            <a:ext cx="5373095" cy="1932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1620078" y="775253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Are if else statements quite enough? 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1620078" y="2030583"/>
            <a:ext cx="8736496" cy="66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What do these programs output?</a:t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349" y="2816979"/>
            <a:ext cx="3727174" cy="13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1620078" y="4821081"/>
            <a:ext cx="41260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spot the problem?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3113" y="2816979"/>
            <a:ext cx="3871243" cy="13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570382" y="805071"/>
            <a:ext cx="10621618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Activity 5.1: Programming in Python: selection, Section 5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18" y="1956812"/>
            <a:ext cx="4480563" cy="43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570382" y="805071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Questions 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570382" y="1600201"/>
            <a:ext cx="9783416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the program by filling in the gaps. It selects a random number between 1 and 10, asks the user to enter a number and compares the random number with the number entered by the user.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number entered by the user is bigger than the random number, the output is 'My number is smaller.'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number entered by the user is smaller than the random number, the output is 'My number is bigger.'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number is guessed correctly, the program outputs 'Well done!’.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import 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 = random.randint(1, 10)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guess = 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(input('What number am I thinking of? '))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&gt; num: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print('My number is smaller.')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guess 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 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print('My number is 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______________________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2677253" y="3741290"/>
            <a:ext cx="1149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random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860760" y="4317760"/>
            <a:ext cx="736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2269128" y="4598501"/>
            <a:ext cx="1149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guess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004472" y="5130676"/>
            <a:ext cx="8739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elif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650436" y="5111048"/>
            <a:ext cx="4603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&lt;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096295" y="5378896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bigger.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709663" y="5683597"/>
            <a:ext cx="8739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else: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596859" y="5951086"/>
            <a:ext cx="1976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'Well done!'</a:t>
            </a: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1590260" y="805070"/>
            <a:ext cx="9763539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5</a:t>
            </a:r>
            <a:endParaRPr/>
          </a:p>
        </p:txBody>
      </p:sp>
      <p:pic>
        <p:nvPicPr>
          <p:cNvPr descr="A picture containing athletic game, basketball, sport&#10;&#10;Description automatically generated"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18" y="1956812"/>
            <a:ext cx="4480563" cy="43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