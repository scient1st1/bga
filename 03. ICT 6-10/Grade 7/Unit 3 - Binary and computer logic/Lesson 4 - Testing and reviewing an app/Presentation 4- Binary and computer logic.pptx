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794"/>
            <a:ext cx="12192000" cy="1616288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1006679" y="2816695"/>
            <a:ext cx="5595456" cy="152815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Binary and computer logic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2310576" y="4344850"/>
            <a:ext cx="429155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Lesson 4: Testing and reviewing an app</a:t>
            </a:r>
            <a:endParaRPr b="1" i="0" sz="2000" u="none" cap="none" strike="noStrike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text, electronics, display, screenshot&#10;&#10;Description automatically generated"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14532" y="2816695"/>
            <a:ext cx="2937410" cy="2420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20079" y="795130"/>
            <a:ext cx="9634330" cy="81500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20079" y="2397948"/>
            <a:ext cx="8666921" cy="2062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finish coding your app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review at least one other student’s app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evaluate your own app in light of the review feedback you receive.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Design brief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50505" y="2228671"/>
            <a:ext cx="9495183" cy="31085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an app that will teach students your age or slightly younger about </a:t>
            </a:r>
            <a:r>
              <a:rPr b="1" lang="en-GB" sz="2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logic gates 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 the</a:t>
            </a:r>
            <a:r>
              <a:rPr b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GB" sz="2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binary system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 must be programmed in </a:t>
            </a:r>
            <a:r>
              <a:rPr b="1" lang="en-GB" sz="28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Scratch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take the form of a game, an animation, a quiz or a combination of all three.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620079" y="787237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Debugging and testing </a:t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1620078" y="2169129"/>
            <a:ext cx="4772333" cy="37507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error in a computer program is known as a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bug</a:t>
            </a:r>
            <a:r>
              <a:rPr b="1" lang="en-GB" sz="240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b="1" lang="en-GB" sz="2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debugging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activity of finding and correcting errors.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you have fixed the bugs in a program, you should test it to make sure it does exactly what you want it to do.</a:t>
            </a:r>
            <a:endParaRPr/>
          </a:p>
        </p:txBody>
      </p:sp>
      <p:pic>
        <p:nvPicPr>
          <p:cNvPr descr="A picture containing text, electronics, display, computer&#10;&#10;Description automatically generated" id="101" name="Google Shape;10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64271" y="2169128"/>
            <a:ext cx="4319700" cy="37507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4.1: Debugging and testing 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6019800" y="1804997"/>
            <a:ext cx="5241235" cy="42347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Debug and test your app.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Consider the following questions when you are testing your app: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 you provide instructions for the user and do you give them enough time to read the instructions?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the game play correctly sequenced? Do things happen in the right order?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you planned a quiz app with five questions, does your app ask the user five questions?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the app increment the user’s score correctly?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1" y="1979688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4.2: Peer review </a:t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5957679" y="2296489"/>
            <a:ext cx="5396120" cy="34413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Make sure your app is open on your computer.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Make sure Activity 4.2 worksheet is open on your computer.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Move around the room and look at other students’ apps, leaving feedback on Worksheet 4.2. Try to review at least one app.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athletic game, basketball, sport&#10;&#10;Description automatically generated" id="115" name="Google Shape;1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1" y="1979688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570382" y="834888"/>
            <a:ext cx="9783417" cy="7752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4.3: Evaluation </a:t>
            </a:r>
            <a:endParaRPr/>
          </a:p>
        </p:txBody>
      </p:sp>
      <p:sp>
        <p:nvSpPr>
          <p:cNvPr id="121" name="Google Shape;121;p19"/>
          <p:cNvSpPr/>
          <p:nvPr/>
        </p:nvSpPr>
        <p:spPr>
          <a:xfrm>
            <a:off x="5957679" y="2600473"/>
            <a:ext cx="5396120" cy="21532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Return to your computer and look at the feedback your peers have given you.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 on your app in light of the review feedback and complete Activity 4.3 worksheet.</a:t>
            </a:r>
            <a:endParaRPr/>
          </a:p>
        </p:txBody>
      </p:sp>
      <p:pic>
        <p:nvPicPr>
          <p:cNvPr descr="A picture containing athletic game, basketball, sport&#10;&#10;Description automatically generated" id="122" name="Google Shape;12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1" y="1979688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/>
        </p:nvSpPr>
        <p:spPr>
          <a:xfrm>
            <a:off x="1620078" y="805071"/>
            <a:ext cx="9743660" cy="8150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Quiz 4 </a:t>
            </a:r>
            <a:endParaRPr/>
          </a:p>
        </p:txBody>
      </p:sp>
      <p:pic>
        <p:nvPicPr>
          <p:cNvPr descr="A picture containing athletic game, basketball, sport&#10;&#10;Description automatically generated" id="128" name="Google Shape;12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68169" y="1898933"/>
            <a:ext cx="4655661" cy="4561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