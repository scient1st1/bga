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0" Type="http://schemas.openxmlformats.org/officeDocument/2006/relationships/slide" Target="slides/slide6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" name="Google Shape;78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1" name="Google Shape;21;p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2" name="Google Shape;22;p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" name="Google Shape;26;p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7" name="Google Shape;27;p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8" name="Google Shape;28;p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6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6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" name="Google Shape;33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4" name="Google Shape;34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5" name="Google Shape;35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7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7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7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1" name="Google Shape;41;p7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3" name="Google Shape;43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4" name="Google Shape;44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8" name="Google Shape;48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9" name="Google Shape;49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9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3" name="Google Shape;53;p9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4" name="Google Shape;54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5" name="Google Shape;55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6" name="Google Shape;56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0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0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0" name="Google Shape;60;p10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1" name="Google Shape;61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2" name="Google Shape;62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3" name="Google Shape;63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1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7" name="Google Shape;67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8" name="Google Shape;68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9" name="Google Shape;69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2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2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3" name="Google Shape;73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4" name="Google Shape;74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5" name="Google Shape;75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9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1.xml"/><Relationship Id="rId1" Type="http://schemas.openxmlformats.org/officeDocument/2006/relationships/image" Target="../media/image2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9" Type="http://schemas.openxmlformats.org/officeDocument/2006/relationships/slideLayout" Target="../slideLayouts/slideLayout8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hape, rectangle&#10;&#10;Description automatically generated" id="6" name="Google Shape;6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0" y="-794"/>
            <a:ext cx="12192000" cy="1616288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7;p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8" name="Google Shape;8;p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/>
        </p:nvSpPr>
        <p:spPr>
          <a:xfrm>
            <a:off x="7547114" y="6380197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© Hodder &amp; Stoughton Limited 2021</a:t>
            </a:r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scratch.mit.edu/" TargetMode="External"/><Relationship Id="rId4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3"/>
          <p:cNvSpPr txBox="1"/>
          <p:nvPr>
            <p:ph type="ctrTitle"/>
          </p:nvPr>
        </p:nvSpPr>
        <p:spPr>
          <a:xfrm>
            <a:off x="1006679" y="2816695"/>
            <a:ext cx="5595456" cy="152815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 fontScale="90000"/>
          </a:bodyPr>
          <a:lstStyle/>
          <a:p>
            <a:pPr indent="0" lvl="0" marL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r>
              <a:rPr b="1" lang="en-GB"/>
              <a:t>Binary and computer logic</a:t>
            </a:r>
            <a:endParaRPr/>
          </a:p>
        </p:txBody>
      </p:sp>
      <p:sp>
        <p:nvSpPr>
          <p:cNvPr id="81" name="Google Shape;81;p13"/>
          <p:cNvSpPr/>
          <p:nvPr/>
        </p:nvSpPr>
        <p:spPr>
          <a:xfrm>
            <a:off x="3710445" y="4344850"/>
            <a:ext cx="289169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Lesson 3: Creating an app</a:t>
            </a:r>
            <a:endParaRPr b="1" i="0" sz="2000" u="none" cap="none" strike="noStrike">
              <a:solidFill>
                <a:srgbClr val="0070C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text, electronics, display, screenshot&#10;&#10;Description automatically generated" id="82" name="Google Shape;82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14532" y="2816695"/>
            <a:ext cx="2937410" cy="24204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4"/>
          <p:cNvSpPr txBox="1"/>
          <p:nvPr>
            <p:ph type="title"/>
          </p:nvPr>
        </p:nvSpPr>
        <p:spPr>
          <a:xfrm>
            <a:off x="1620079" y="795130"/>
            <a:ext cx="9634330" cy="81500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Objectives</a:t>
            </a:r>
            <a:endParaRPr/>
          </a:p>
        </p:txBody>
      </p:sp>
      <p:sp>
        <p:nvSpPr>
          <p:cNvPr id="88" name="Google Shape;88;p14"/>
          <p:cNvSpPr/>
          <p:nvPr/>
        </p:nvSpPr>
        <p:spPr>
          <a:xfrm>
            <a:off x="1620079" y="2582614"/>
            <a:ext cx="8666921" cy="16927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 this lesson, you will: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consolidate your understanding of logic gates or binary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write an algorithm for an app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begin to code your app.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 txBox="1"/>
          <p:nvPr>
            <p:ph type="title"/>
          </p:nvPr>
        </p:nvSpPr>
        <p:spPr>
          <a:xfrm>
            <a:off x="1620079" y="787237"/>
            <a:ext cx="9773478" cy="84586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Planning an app (Part 1) </a:t>
            </a:r>
            <a:endParaRPr/>
          </a:p>
        </p:txBody>
      </p:sp>
      <p:sp>
        <p:nvSpPr>
          <p:cNvPr id="94" name="Google Shape;94;p15"/>
          <p:cNvSpPr/>
          <p:nvPr/>
        </p:nvSpPr>
        <p:spPr>
          <a:xfrm>
            <a:off x="1620080" y="2206027"/>
            <a:ext cx="8994912" cy="355212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Code an </a:t>
            </a:r>
            <a:r>
              <a:rPr b="1" lang="en-GB" sz="240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app</a:t>
            </a: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that will teach students your age or slightly younger about logic gates or the binary system.</a:t>
            </a:r>
            <a:endParaRPr/>
          </a:p>
          <a:p>
            <a:pPr indent="0" lvl="0" marL="0" marR="0" rtl="0" algn="l">
              <a:lnSpc>
                <a:spcPct val="107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app must be programmed in Scratch.</a:t>
            </a:r>
            <a:endParaRPr/>
          </a:p>
          <a:p>
            <a:pPr indent="0" lvl="0" marL="0" marR="0" rtl="0" algn="l">
              <a:lnSpc>
                <a:spcPct val="107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can take the form of a game, an animation, a quiz or a combination of all three.</a:t>
            </a:r>
            <a:endParaRPr/>
          </a:p>
          <a:p>
            <a:pPr indent="0" lvl="0" marL="0" marR="0" rtl="0" algn="l">
              <a:lnSpc>
                <a:spcPct val="107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You only have about an hour to code your app so don’t be over ambitious!</a:t>
            </a:r>
            <a:endParaRPr/>
          </a:p>
          <a:p>
            <a:pPr indent="0" lvl="0" marL="0" marR="0" rtl="0" algn="l">
              <a:lnSpc>
                <a:spcPct val="107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6"/>
          <p:cNvSpPr txBox="1"/>
          <p:nvPr>
            <p:ph type="title"/>
          </p:nvPr>
        </p:nvSpPr>
        <p:spPr>
          <a:xfrm>
            <a:off x="1620078" y="805071"/>
            <a:ext cx="9743660" cy="8150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Activity 3.1: Planning an app (Part 2)</a:t>
            </a:r>
            <a:endParaRPr/>
          </a:p>
        </p:txBody>
      </p:sp>
      <p:pic>
        <p:nvPicPr>
          <p:cNvPr descr="A picture containing athletic game, basketball, sport&#10;&#10;Description automatically generated" id="100" name="Google Shape;100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768169" y="1898933"/>
            <a:ext cx="4655661" cy="456155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7"/>
          <p:cNvSpPr txBox="1"/>
          <p:nvPr>
            <p:ph type="title"/>
          </p:nvPr>
        </p:nvSpPr>
        <p:spPr>
          <a:xfrm>
            <a:off x="1620078" y="805071"/>
            <a:ext cx="9743660" cy="8150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Activity 3.2: Coding your app </a:t>
            </a:r>
            <a:endParaRPr/>
          </a:p>
        </p:txBody>
      </p:sp>
      <p:sp>
        <p:nvSpPr>
          <p:cNvPr id="106" name="Google Shape;106;p17"/>
          <p:cNvSpPr/>
          <p:nvPr/>
        </p:nvSpPr>
        <p:spPr>
          <a:xfrm>
            <a:off x="6456296" y="2009505"/>
            <a:ext cx="4434506" cy="41784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 to </a:t>
            </a:r>
            <a:r>
              <a:rPr lang="en-GB" sz="2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https://scratch.mit.edu/</a:t>
            </a:r>
            <a:r>
              <a:rPr lang="en-GB" sz="2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select ‘Create’ and code the app you have planned in Scratch.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GB" sz="2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Remember to save your app to your computer at the end of the lesson, by selecting ‘File’ and choosing ‘Save to your computer’.</a:t>
            </a:r>
            <a:endParaRPr sz="2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picture containing athletic game, basketball, sport&#10;&#10;Description automatically generated" id="107" name="Google Shape;107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80044" y="1817952"/>
            <a:ext cx="4655661" cy="456155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8"/>
          <p:cNvSpPr txBox="1"/>
          <p:nvPr/>
        </p:nvSpPr>
        <p:spPr>
          <a:xfrm>
            <a:off x="1620078" y="805071"/>
            <a:ext cx="9743660" cy="8150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 sz="4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Quiz 3</a:t>
            </a:r>
            <a:endParaRPr/>
          </a:p>
        </p:txBody>
      </p:sp>
      <p:pic>
        <p:nvPicPr>
          <p:cNvPr descr="A picture containing athletic game, basketball, sport&#10;&#10;Description automatically generated" id="113" name="Google Shape;113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768169" y="1898933"/>
            <a:ext cx="4655661" cy="456155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