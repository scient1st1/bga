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1F609E-A439-4897-9283-B6A4C2C103EF}">
  <a:tblStyle styleId="{C31F609E-A439-4897-9283-B6A4C2C103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, rectangle&#10;&#10;Description automatically generated"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794"/>
            <a:ext cx="12192000" cy="161628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006679" y="2816695"/>
            <a:ext cx="5595456" cy="152815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/>
              <a:t>Binary and computer logic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3170362" y="4344850"/>
            <a:ext cx="3431773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Lesson 6: Representing images</a:t>
            </a:r>
            <a:endParaRPr b="1" i="0" sz="2000" u="none" cap="none" strike="noStrike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text, electronics, display, screenshot&#10;&#10;Description automatically generated"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532" y="2816695"/>
            <a:ext cx="2937410" cy="2420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620079" y="795130"/>
            <a:ext cx="9634330" cy="815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620079" y="1917311"/>
            <a:ext cx="8666921" cy="3330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learn: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meaning of the term ‘data representation’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produce an algorithm for encoding an image into a binary string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decode binary strings to create black and white and colour images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importance of metadata.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620079" y="787237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Processing images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620079" y="1896415"/>
            <a:ext cx="4351398" cy="41743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you know, all the processing that takes place inside a computer is done using binary code, using 1s and 0s.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Photographs are no exception. This bitmap photograph is stored in the computer’s memory and processed by the CPU as binary code.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flower&#10;&#10;Description automatically generated" id="95" name="Google Shape;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17028" y="2026147"/>
            <a:ext cx="4876529" cy="3914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/>
          <p:nvPr>
            <p:ph type="title"/>
          </p:nvPr>
        </p:nvSpPr>
        <p:spPr>
          <a:xfrm>
            <a:off x="1620079" y="787237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Zooming in on a bitmap graphic </a:t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1620079" y="1999868"/>
            <a:ext cx="5734033" cy="39154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Bitmap graphics</a:t>
            </a:r>
            <a:r>
              <a:rPr lang="en-GB" sz="2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store an image as a matrix of dots.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dot is called a </a:t>
            </a:r>
            <a:r>
              <a:rPr b="1" lang="en-GB" sz="2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pixel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short for ‘picture element’. This photograph contains about 100,000 pixels. When we can see the pixels in an image, it is </a:t>
            </a:r>
            <a:r>
              <a:rPr b="1" lang="en-GB" sz="2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pixelated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colour of every pixel is stored, and every different colour in the picture has its own unique binary code.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plant, flower, blur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33488" y="2401560"/>
            <a:ext cx="3420168" cy="3112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type="title"/>
          </p:nvPr>
        </p:nvSpPr>
        <p:spPr>
          <a:xfrm>
            <a:off x="1620079" y="787237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Zooming in on a bitmap graphic </a:t>
            </a:r>
            <a:endParaRPr/>
          </a:p>
        </p:txBody>
      </p:sp>
      <p:sp>
        <p:nvSpPr>
          <p:cNvPr id="108" name="Google Shape;108;p17"/>
          <p:cNvSpPr/>
          <p:nvPr/>
        </p:nvSpPr>
        <p:spPr>
          <a:xfrm>
            <a:off x="1644999" y="2018881"/>
            <a:ext cx="5627027" cy="42317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quality of a bitmap image depends on its </a:t>
            </a:r>
            <a:r>
              <a:rPr b="1" lang="en-GB" sz="2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resolution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This is the number of pixels the image contains.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size of a bitmap graphic file depends on the resolution of the image, and also the size of the image and how many unique colours it contains.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Bigger images contain more pixels and unusual colours have longer numbers, so there is more data to store.</a:t>
            </a:r>
            <a:endParaRPr/>
          </a:p>
        </p:txBody>
      </p:sp>
      <p:pic>
        <p:nvPicPr>
          <p:cNvPr id="109" name="Google Shape;10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56013" y="2018881"/>
            <a:ext cx="3351262" cy="4231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/>
          <p:nvPr>
            <p:ph type="title"/>
          </p:nvPr>
        </p:nvSpPr>
        <p:spPr>
          <a:xfrm>
            <a:off x="1620078" y="805071"/>
            <a:ext cx="10571922" cy="8150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r>
              <a:rPr b="1" lang="en-GB" sz="4000">
                <a:solidFill>
                  <a:schemeClr val="lt1"/>
                </a:solidFill>
              </a:rPr>
              <a:t>Activity 6.1: Writing an algorithm to encode an image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115" name="Google Shape;11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68169" y="1988077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>
            <p:ph type="title"/>
          </p:nvPr>
        </p:nvSpPr>
        <p:spPr>
          <a:xfrm>
            <a:off x="1620078" y="805071"/>
            <a:ext cx="10571922" cy="8150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r>
              <a:rPr b="1" lang="en-GB" sz="4000">
                <a:solidFill>
                  <a:schemeClr val="lt1"/>
                </a:solidFill>
              </a:rPr>
              <a:t>Activity 6.1: Writing an algorithm to encode an image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21" name="Google Shape;121;p19"/>
          <p:cNvSpPr/>
          <p:nvPr/>
        </p:nvSpPr>
        <p:spPr>
          <a:xfrm>
            <a:off x="1620077" y="1828553"/>
            <a:ext cx="8060817" cy="43086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one possible solution: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with top left pixel.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pixel is white print 0, if pixel is black print 1.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Move to the next pixel on the right. If pixel is white print 0, if pixel is black print 1.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for the remaining pixels on that line.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Move to the next line and repeat for each pixel.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Move to the next line and repeat for each pixel.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Move to the next line and repeat for each pixel.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gives the answer: 0000000110100100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Converting text, images and sound into binary, so they can be processed by a computer, is known as </a:t>
            </a:r>
            <a:r>
              <a:rPr b="1" lang="en-GB" sz="20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data representation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pic>
        <p:nvPicPr>
          <p:cNvPr descr="A picture containing shoji, crossword puzzle, building&#10;&#10;Description automatically generated" id="122" name="Google Shape;12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3091" y="2905020"/>
            <a:ext cx="1397663" cy="1394739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9"/>
          <p:cNvSpPr/>
          <p:nvPr/>
        </p:nvSpPr>
        <p:spPr>
          <a:xfrm>
            <a:off x="3048000" y="2122168"/>
            <a:ext cx="6096000" cy="3838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1620078" y="805071"/>
            <a:ext cx="10571922" cy="8150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Decoding our binary string </a:t>
            </a:r>
            <a:endParaRPr/>
          </a:p>
        </p:txBody>
      </p:sp>
      <p:sp>
        <p:nvSpPr>
          <p:cNvPr id="129" name="Google Shape;129;p20"/>
          <p:cNvSpPr/>
          <p:nvPr/>
        </p:nvSpPr>
        <p:spPr>
          <a:xfrm>
            <a:off x="1620078" y="2264916"/>
            <a:ext cx="7504044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white is encoded as 0 and black is encoded as 1, decoding the string of binary code would not give us the tick sprite, it would give us this: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is some information missing from our binary code …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53053" y="3788410"/>
            <a:ext cx="5464810" cy="359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/>
          <p:nvPr>
            <p:ph type="title"/>
          </p:nvPr>
        </p:nvSpPr>
        <p:spPr>
          <a:xfrm>
            <a:off x="1620078" y="805071"/>
            <a:ext cx="10571922" cy="8150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Metadata </a:t>
            </a:r>
            <a:endParaRPr/>
          </a:p>
        </p:txBody>
      </p:sp>
      <p:sp>
        <p:nvSpPr>
          <p:cNvPr id="136" name="Google Shape;136;p21"/>
          <p:cNvSpPr/>
          <p:nvPr/>
        </p:nvSpPr>
        <p:spPr>
          <a:xfrm>
            <a:off x="1620078" y="2238748"/>
            <a:ext cx="6992699" cy="26510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Extra data is required to specify the dimensions of the image (the width and height of the image).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about data is called </a:t>
            </a:r>
            <a:r>
              <a:rPr b="1" lang="en-GB" sz="2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metadata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metadata for the dimensions of the tick sprite image is 4 x 4. This tells the computer that the image is 4 pixels wide and 4 pixels high.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shoji, crossword puzzle, building&#10;&#10;Description automatically generated" id="137" name="Google Shape;13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24870" y="2772391"/>
            <a:ext cx="2121843" cy="2117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/>
          <p:nvPr>
            <p:ph type="title"/>
          </p:nvPr>
        </p:nvSpPr>
        <p:spPr>
          <a:xfrm>
            <a:off x="1620078" y="805071"/>
            <a:ext cx="10571922" cy="8150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Metadata </a:t>
            </a:r>
            <a:endParaRPr/>
          </a:p>
        </p:txBody>
      </p:sp>
      <p:sp>
        <p:nvSpPr>
          <p:cNvPr id="143" name="Google Shape;143;p22"/>
          <p:cNvSpPr/>
          <p:nvPr/>
        </p:nvSpPr>
        <p:spPr>
          <a:xfrm>
            <a:off x="1620078" y="2123940"/>
            <a:ext cx="6760247" cy="37339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metadata for the image of the flower we looked at earlier, tells us that: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a 4.62 MB big JPG file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was taken on 4</a:t>
            </a:r>
            <a:r>
              <a:rPr baseline="30000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January 2015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copyright belongs to gicku91 – stock.adobe.com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3641 pixels wide and 2923 pixels high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resolution is 300 dpi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 and much more.</a:t>
            </a:r>
            <a:endParaRPr/>
          </a:p>
        </p:txBody>
      </p:sp>
      <p:pic>
        <p:nvPicPr>
          <p:cNvPr descr="Graphical user interface, text, application&#10;&#10;Description automatically generated" id="144" name="Google Shape;144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1003" y="2123940"/>
            <a:ext cx="3046766" cy="41774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3"/>
          <p:cNvSpPr txBox="1"/>
          <p:nvPr>
            <p:ph type="title"/>
          </p:nvPr>
        </p:nvSpPr>
        <p:spPr>
          <a:xfrm>
            <a:off x="1620078" y="805071"/>
            <a:ext cx="10571922" cy="8150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6.2: Encoding and decoding a colour image </a:t>
            </a:r>
            <a:endParaRPr/>
          </a:p>
        </p:txBody>
      </p:sp>
      <p:pic>
        <p:nvPicPr>
          <p:cNvPr descr="A picture containing athletic game, basketball, sport&#10;&#10;Description automatically generated" id="150" name="Google Shape;15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68169" y="1988077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/>
          <p:nvPr>
            <p:ph type="title"/>
          </p:nvPr>
        </p:nvSpPr>
        <p:spPr>
          <a:xfrm>
            <a:off x="1610139" y="775253"/>
            <a:ext cx="10694504" cy="8249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6.2: Encoding and decoding a colour image </a:t>
            </a:r>
            <a:endParaRPr/>
          </a:p>
        </p:txBody>
      </p:sp>
      <p:sp>
        <p:nvSpPr>
          <p:cNvPr id="156" name="Google Shape;156;p24"/>
          <p:cNvSpPr txBox="1"/>
          <p:nvPr>
            <p:ph idx="1" type="body"/>
          </p:nvPr>
        </p:nvSpPr>
        <p:spPr>
          <a:xfrm>
            <a:off x="1610139" y="2112914"/>
            <a:ext cx="5564384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</a:pPr>
            <a:r>
              <a:rPr lang="en-GB" sz="2600"/>
              <a:t>Here is the answer to question 2.</a:t>
            </a:r>
            <a:endParaRPr/>
          </a:p>
          <a:p>
            <a:pPr indent="0" lvl="0" marL="0" rtl="0" algn="l">
              <a:lnSpc>
                <a:spcPct val="107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</a:pPr>
            <a:r>
              <a:rPr lang="en-GB" sz="2600"/>
              <a:t>The binary string and metadata for the smiley face is:</a:t>
            </a:r>
            <a:endParaRPr sz="2600"/>
          </a:p>
          <a:p>
            <a:pPr indent="0" lvl="0" marL="0" rtl="0" algn="l">
              <a:lnSpc>
                <a:spcPct val="107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</a:pPr>
            <a:r>
              <a:rPr lang="en-GB" sz="2600"/>
              <a:t>00001111111100000011111111111100111101111101111111111111111111111111101111101111111111101011111100111111111111000000111111110000</a:t>
            </a:r>
            <a:endParaRPr sz="2600"/>
          </a:p>
          <a:p>
            <a:pPr indent="0" lvl="0" marL="0" rtl="0" algn="l">
              <a:lnSpc>
                <a:spcPct val="107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</a:pPr>
            <a:r>
              <a:rPr lang="en-GB" sz="2600"/>
              <a:t>Dimensions: 8 x 8</a:t>
            </a:r>
            <a:endParaRPr sz="2600"/>
          </a:p>
        </p:txBody>
      </p:sp>
      <p:graphicFrame>
        <p:nvGraphicFramePr>
          <p:cNvPr id="157" name="Google Shape;157;p24"/>
          <p:cNvGraphicFramePr/>
          <p:nvPr/>
        </p:nvGraphicFramePr>
        <p:xfrm>
          <a:off x="7701861" y="257129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{C31F609E-A439-4897-9283-B6A4C2C103EF}</a:tableStyleId>
              </a:tblPr>
              <a:tblGrid>
                <a:gridCol w="360000"/>
                <a:gridCol w="360000"/>
                <a:gridCol w="360000"/>
                <a:gridCol w="360000"/>
                <a:gridCol w="360000"/>
                <a:gridCol w="360000"/>
                <a:gridCol w="360000"/>
                <a:gridCol w="360000"/>
              </a:tblGrid>
              <a:tr h="36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Chart, bar chart&#10;&#10;Description automatically generated" id="158" name="Google Shape;15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01862" y="2571299"/>
            <a:ext cx="2879999" cy="287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type="title"/>
          </p:nvPr>
        </p:nvSpPr>
        <p:spPr>
          <a:xfrm>
            <a:off x="1580322" y="805070"/>
            <a:ext cx="9773478" cy="8249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6.3: What do you know? </a:t>
            </a:r>
            <a:endParaRPr/>
          </a:p>
        </p:txBody>
      </p:sp>
      <p:sp>
        <p:nvSpPr>
          <p:cNvPr id="164" name="Google Shape;164;p25"/>
          <p:cNvSpPr/>
          <p:nvPr/>
        </p:nvSpPr>
        <p:spPr>
          <a:xfrm>
            <a:off x="7034687" y="3946955"/>
            <a:ext cx="456150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complete Interactive 6.3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athletic game, basketball, sport&#10;&#10;Description automatically generated" id="165" name="Google Shape;16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0322" y="1927787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