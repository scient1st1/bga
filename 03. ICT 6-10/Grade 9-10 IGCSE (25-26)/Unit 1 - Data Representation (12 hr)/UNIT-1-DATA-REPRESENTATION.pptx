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F8FB01-88BD-435B-A80C-729EC23E9F57}">
  <a:tblStyle styleId="{64F8FB01-88BD-435B-A80C-729EC23E9F5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0A46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4655"/>
            <a:ext cx="18288000" cy="10265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14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90" name="Google Shape;90;p14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91" name="Google Shape;91;p14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4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1371600" y="4253459"/>
            <a:ext cx="12573000" cy="914400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1524000" y="6515099"/>
            <a:ext cx="10515600" cy="718943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1524000" y="7452382"/>
            <a:ext cx="10515600" cy="718943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50634" y="1371787"/>
            <a:ext cx="16916400" cy="72635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user enters text into a computer system, using a keyboard.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American standard code for information interchange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(ASCII)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character set is used to convert the text to binary.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Identify one other character set that could be used to convert the text to binary.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character ‘A’ is represented by the denary ASCII number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-38100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5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03" name="Google Shape;103;p1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04" name="Google Shape;104;p15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15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106" name="Google Shape;106;p15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07" name="Google Shape;107;p15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15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1475379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two denary ASCII numbers to hexadecimal. 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837265" y="2407115"/>
            <a:ext cx="10095874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2751665" y="2299494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2751665" y="3235565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1066796" y="4802000"/>
            <a:ext cx="172212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The character ‘y’ is represented by the binary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ASCII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number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01111001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1837265" y="5486454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(i) Convert the binary ASCII number to denary. 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1837265" y="7391074"/>
            <a:ext cx="10095874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(ii) Convert the binary ASCII number to hexadecimal.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2731415" y="6202928"/>
            <a:ext cx="9753600" cy="985698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2731415" y="8075957"/>
            <a:ext cx="9753600" cy="985698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6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24" name="Google Shape;124;p16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25" name="Google Shape;125;p16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" name="Google Shape;126;p16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127" name="Google Shape;127;p16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28" name="Google Shape;128;p16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9" name="Google Shape;129;p16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457200" y="1266517"/>
            <a:ext cx="17297398" cy="13051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logical right shift of two places is performed on the binary ASCII number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01111001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binary number after the logical right shift of two places is performed. 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402223" y="4910560"/>
            <a:ext cx="1727617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The character ‘T’ is represented by the binary ASCII number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01010100. </a:t>
            </a:r>
            <a:endParaRPr/>
          </a:p>
        </p:txBody>
      </p:sp>
      <p:sp>
        <p:nvSpPr>
          <p:cNvPr id="132" name="Google Shape;132;p16"/>
          <p:cNvSpPr/>
          <p:nvPr/>
        </p:nvSpPr>
        <p:spPr>
          <a:xfrm>
            <a:off x="1564960" y="2770420"/>
            <a:ext cx="13258800" cy="1517506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845070" y="5550891"/>
            <a:ext cx="1530933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character ‘t’ is represented by the binary ASCII number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01110100. 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45070" y="6074111"/>
            <a:ext cx="10128104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the two binary numbers using binary addition. Give your answer in binary. Show all your working. 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1531093" y="7269213"/>
            <a:ext cx="14513240" cy="242521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136" name="Google Shape;13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7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42" name="Google Shape;142;p17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43" name="Google Shape;143;p17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4" name="Google Shape;144;p17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46" name="Google Shape;146;p17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17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685798" y="1511736"/>
            <a:ext cx="16916400" cy="61247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user enters data that is hexadecimal into a computer system. The data is converted to binary to be processed by the computer.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one similarity between hexadecimal and binary. </a:t>
            </a:r>
            <a:endParaRPr/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Give two differences between hexadecimal and binary.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564960" y="3467100"/>
            <a:ext cx="13258800" cy="1517506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1564960" y="6141573"/>
            <a:ext cx="13258800" cy="163957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-342900" lvl="0" marL="342900" marR="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pic>
        <p:nvPicPr>
          <p:cNvPr id="151" name="Google Shape;15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18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57" name="Google Shape;157;p18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58" name="Google Shape;158;p18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18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160" name="Google Shape;160;p18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61" name="Google Shape;161;p18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2" name="Google Shape;162;p18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762000" y="124025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that is denary can also be converted to binary. 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762000" y="1834699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binary number for each of the three denary numbers. 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2941449" y="2696659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2941449" y="3446732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2941449" y="4196805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3855849" y="2696659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3830449" y="3471409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3830449" y="4252716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762000" y="4975098"/>
            <a:ext cx="1010073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Denary numbers can also be converted to hexadecimal. 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774012" y="5642978"/>
            <a:ext cx="12337246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hexadecimal number for each of the three denary numbers. 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2924516" y="6565927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2924516" y="731600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924516" y="8066073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838916" y="6565927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3813516" y="7340677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3813516" y="8121984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179" name="Google Shape;1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19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85" name="Google Shape;185;p19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86" name="Google Shape;186;p19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9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188" name="Google Shape;188;p19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189" name="Google Shape;189;p19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0" name="Google Shape;190;p19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685798" y="1511736"/>
            <a:ext cx="16916400" cy="4832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binary integer that is stored in a register in the computer has a logical left shift performed on it.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(i)  Describe the process of the logical left shift that is performed on the binary integer. </a:t>
            </a:r>
            <a:endParaRPr/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(ii)  State what effect this will have on the binary integer.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1548027" y="3084503"/>
            <a:ext cx="13258800" cy="109652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1548027" y="5249912"/>
            <a:ext cx="13258800" cy="1093916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685798" y="6873431"/>
            <a:ext cx="1501140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A negative binary integer needs to be stored in a register in the computer.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660398" y="7470249"/>
            <a:ext cx="1501140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name of the number system that can be used to represent negative binary integers. </a:t>
            </a:r>
            <a:endParaRPr/>
          </a:p>
        </p:txBody>
      </p:sp>
      <p:sp>
        <p:nvSpPr>
          <p:cNvPr id="196" name="Google Shape;196;p19"/>
          <p:cNvSpPr/>
          <p:nvPr/>
        </p:nvSpPr>
        <p:spPr>
          <a:xfrm>
            <a:off x="1536699" y="8138128"/>
            <a:ext cx="13270128" cy="1554695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197" name="Google Shape;19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0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03" name="Google Shape;203;p20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04" name="Google Shape;204;p20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5" name="Google Shape;205;p20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206" name="Google Shape;206;p20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07" name="Google Shape;207;p20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8" name="Google Shape;208;p20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457200" y="1266517"/>
            <a:ext cx="163068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data is converted to binary to be processed by a computer. 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457200" y="1860966"/>
            <a:ext cx="163068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Calculate the binary number for the denary number 175. Show all your working. 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" y="2540872"/>
            <a:ext cx="11734800" cy="1689521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452342" y="4991430"/>
            <a:ext cx="1010073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Give the binary number for the given hexadecimal number. 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914400" y="5988142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914400" y="6738215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2D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914400" y="7488288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091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0"/>
          <p:cNvSpPr/>
          <p:nvPr/>
        </p:nvSpPr>
        <p:spPr>
          <a:xfrm>
            <a:off x="1828800" y="5988142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17" name="Google Shape;217;p20"/>
          <p:cNvSpPr/>
          <p:nvPr/>
        </p:nvSpPr>
        <p:spPr>
          <a:xfrm>
            <a:off x="1803400" y="6762892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18" name="Google Shape;218;p20"/>
          <p:cNvSpPr/>
          <p:nvPr/>
        </p:nvSpPr>
        <p:spPr>
          <a:xfrm>
            <a:off x="1803400" y="7544199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219" name="Google Shape;2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oogle Shape;224;p21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25" name="Google Shape;225;p21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26" name="Google Shape;226;p21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7" name="Google Shape;227;p21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228" name="Google Shape;228;p21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29" name="Google Shape;229;p21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0" name="Google Shape;230;p21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51931" y="1342548"/>
            <a:ext cx="2723924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integers can be added together.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1"/>
          <p:cNvSpPr txBox="1"/>
          <p:nvPr/>
        </p:nvSpPr>
        <p:spPr>
          <a:xfrm>
            <a:off x="651930" y="2025728"/>
            <a:ext cx="1626446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the two binary integers using binary addition. Show all your working. Give your answer in binary. </a:t>
            </a:r>
            <a:endParaRPr/>
          </a:p>
        </p:txBody>
      </p:sp>
      <p:pic>
        <p:nvPicPr>
          <p:cNvPr id="233" name="Google Shape;2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9600" y="2670862"/>
            <a:ext cx="3609468" cy="1470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/>
          <p:nvPr/>
        </p:nvSpPr>
        <p:spPr>
          <a:xfrm>
            <a:off x="4958801" y="4213716"/>
            <a:ext cx="2813599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2000" y="5737959"/>
            <a:ext cx="1490472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Calculate the denary number for the two’s complement binary integer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10001110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Show all your working. </a:t>
            </a:r>
            <a:endParaRPr/>
          </a:p>
        </p:txBody>
      </p:sp>
      <p:sp>
        <p:nvSpPr>
          <p:cNvPr id="236" name="Google Shape;236;p21"/>
          <p:cNvSpPr/>
          <p:nvPr/>
        </p:nvSpPr>
        <p:spPr>
          <a:xfrm>
            <a:off x="1600200" y="7166235"/>
            <a:ext cx="11734800" cy="1689521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237" name="Google Shape;23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oogle Shape;242;p22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43" name="Google Shape;243;p22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44" name="Google Shape;244;p22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5" name="Google Shape;245;p22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246" name="Google Shape;246;p22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47" name="Google Shape;247;p22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8" name="Google Shape;248;p22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685798" y="1511736"/>
            <a:ext cx="169164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Hypertext markup language (HTML) color codes can be represented as hexadecimal.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Tick (3)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box to show which statement about the hexadecimal number system is incorrect.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2"/>
          <p:cNvSpPr txBox="1"/>
          <p:nvPr/>
        </p:nvSpPr>
        <p:spPr>
          <a:xfrm>
            <a:off x="2209800" y="3324457"/>
            <a:ext cx="10099962" cy="29546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uses the values 0 to 9 and A to F.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can be used as a shorter representation of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It is a base 10 system.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can be used to represent error codes.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2"/>
          <p:cNvSpPr/>
          <p:nvPr/>
        </p:nvSpPr>
        <p:spPr>
          <a:xfrm>
            <a:off x="1295400" y="6279112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252" name="Google Shape;25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Google Shape;257;p23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58" name="Google Shape;258;p23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59" name="Google Shape;259;p23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23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261" name="Google Shape;261;p23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62" name="Google Shape;262;p23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" name="Google Shape;263;p23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1255553"/>
            <a:ext cx="1010073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Denary numbers can be converted to hexadecimal.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3"/>
          <p:cNvSpPr txBox="1"/>
          <p:nvPr/>
        </p:nvSpPr>
        <p:spPr>
          <a:xfrm>
            <a:off x="1219200" y="2632104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/>
          </a:p>
        </p:txBody>
      </p:sp>
      <p:sp>
        <p:nvSpPr>
          <p:cNvPr id="266" name="Google Shape;266;p23"/>
          <p:cNvSpPr txBox="1"/>
          <p:nvPr/>
        </p:nvSpPr>
        <p:spPr>
          <a:xfrm>
            <a:off x="1219200" y="3382177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1219200" y="413225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3"/>
          <p:cNvSpPr/>
          <p:nvPr/>
        </p:nvSpPr>
        <p:spPr>
          <a:xfrm>
            <a:off x="2133600" y="263210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69" name="Google Shape;269;p23"/>
          <p:cNvSpPr/>
          <p:nvPr/>
        </p:nvSpPr>
        <p:spPr>
          <a:xfrm>
            <a:off x="2108200" y="340685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70" name="Google Shape;270;p23"/>
          <p:cNvSpPr/>
          <p:nvPr/>
        </p:nvSpPr>
        <p:spPr>
          <a:xfrm>
            <a:off x="2108200" y="4188161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71" name="Google Shape;271;p23"/>
          <p:cNvSpPr txBox="1"/>
          <p:nvPr/>
        </p:nvSpPr>
        <p:spPr>
          <a:xfrm>
            <a:off x="444731" y="1867784"/>
            <a:ext cx="1009996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denary numbers to hexadecimal.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3"/>
          <p:cNvSpPr txBox="1"/>
          <p:nvPr/>
        </p:nvSpPr>
        <p:spPr>
          <a:xfrm>
            <a:off x="444269" y="5469662"/>
            <a:ext cx="1539163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The binary number 10100011 is stored in random access memory (RAM).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3"/>
          <p:cNvSpPr txBox="1"/>
          <p:nvPr/>
        </p:nvSpPr>
        <p:spPr>
          <a:xfrm>
            <a:off x="457970" y="6019268"/>
            <a:ext cx="1539163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logical left shift of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places is performed on the binary number.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762000" y="6769341"/>
            <a:ext cx="1539163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(a)  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8-bit binary number that will be stored after the shift has taken place.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/>
          <p:nvPr/>
        </p:nvSpPr>
        <p:spPr>
          <a:xfrm>
            <a:off x="1676400" y="7478140"/>
            <a:ext cx="11734800" cy="1517765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276" name="Google Shape;27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4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82" name="Google Shape;282;p24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83" name="Google Shape;283;p24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4" name="Google Shape;284;p24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285" name="Google Shape;285;p24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286" name="Google Shape;286;p24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7" name="Google Shape;287;p24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Tick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box to show which statement about a logical left shift of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places is correct.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4"/>
          <p:cNvSpPr txBox="1"/>
          <p:nvPr/>
        </p:nvSpPr>
        <p:spPr>
          <a:xfrm>
            <a:off x="1981200" y="2135107"/>
            <a:ext cx="10099962" cy="31085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would divide the binary number by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would multiply the binary number by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would divide the binary number by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would multiply the binary number by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1985356" y="5189286"/>
            <a:ext cx="44196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291" name="Google Shape;291;p24"/>
          <p:cNvSpPr txBox="1"/>
          <p:nvPr/>
        </p:nvSpPr>
        <p:spPr>
          <a:xfrm>
            <a:off x="838200" y="6413187"/>
            <a:ext cx="1009996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10100011 can be stored as a two’s complement integer.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4"/>
          <p:cNvSpPr txBox="1"/>
          <p:nvPr/>
        </p:nvSpPr>
        <p:spPr>
          <a:xfrm>
            <a:off x="838200" y="7019512"/>
            <a:ext cx="1469720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two’s complement integer 10100011 to denary. 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1371600" y="7888288"/>
            <a:ext cx="11734800" cy="1517765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294" name="Google Shape;29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299;p25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00" name="Google Shape;300;p2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01" name="Google Shape;301;p25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2" name="Google Shape;302;p25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03" name="Google Shape;303;p25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04" name="Google Shape;304;p25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5" name="Google Shape;305;p25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06" name="Google Shape;306;p25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is a base 2 number system. </a:t>
            </a:r>
            <a:endParaRPr/>
          </a:p>
        </p:txBody>
      </p:sp>
      <p:sp>
        <p:nvSpPr>
          <p:cNvPr id="307" name="Google Shape;307;p25"/>
          <p:cNvSpPr txBox="1"/>
          <p:nvPr/>
        </p:nvSpPr>
        <p:spPr>
          <a:xfrm>
            <a:off x="685798" y="2087283"/>
            <a:ext cx="1009996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name of the number system that is base 16.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/>
          <p:nvPr/>
        </p:nvSpPr>
        <p:spPr>
          <a:xfrm>
            <a:off x="2373672" y="2906858"/>
            <a:ext cx="9718962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09" name="Google Shape;309;p25"/>
          <p:cNvSpPr txBox="1"/>
          <p:nvPr/>
        </p:nvSpPr>
        <p:spPr>
          <a:xfrm>
            <a:off x="666402" y="4337886"/>
            <a:ext cx="1516380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Three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denary numbers are entered into a computer. The computer converts the numbers and stores them as binary. </a:t>
            </a:r>
            <a:endParaRPr/>
          </a:p>
        </p:txBody>
      </p:sp>
      <p:sp>
        <p:nvSpPr>
          <p:cNvPr id="310" name="Google Shape;310;p25"/>
          <p:cNvSpPr txBox="1"/>
          <p:nvPr/>
        </p:nvSpPr>
        <p:spPr>
          <a:xfrm>
            <a:off x="1996760" y="5480494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311" name="Google Shape;311;p25"/>
          <p:cNvSpPr txBox="1"/>
          <p:nvPr/>
        </p:nvSpPr>
        <p:spPr>
          <a:xfrm>
            <a:off x="1996760" y="6230567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12" name="Google Shape;312;p25"/>
          <p:cNvSpPr txBox="1"/>
          <p:nvPr/>
        </p:nvSpPr>
        <p:spPr>
          <a:xfrm>
            <a:off x="1996760" y="698064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5"/>
          <p:cNvSpPr/>
          <p:nvPr/>
        </p:nvSpPr>
        <p:spPr>
          <a:xfrm>
            <a:off x="2911160" y="548049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2885760" y="625524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15" name="Google Shape;315;p25"/>
          <p:cNvSpPr/>
          <p:nvPr/>
        </p:nvSpPr>
        <p:spPr>
          <a:xfrm>
            <a:off x="2885760" y="7036551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316" name="Google Shape;31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p26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22" name="Google Shape;322;p26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23" name="Google Shape;323;p26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" name="Google Shape;324;p26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25" name="Google Shape;325;p26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26" name="Google Shape;326;p26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" name="Google Shape;327;p26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28" name="Google Shape;328;p26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 why the data is converted to binary by the computer.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6"/>
          <p:cNvSpPr/>
          <p:nvPr/>
        </p:nvSpPr>
        <p:spPr>
          <a:xfrm>
            <a:off x="1618210" y="2389807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30" name="Google Shape;330;p26"/>
          <p:cNvSpPr/>
          <p:nvPr/>
        </p:nvSpPr>
        <p:spPr>
          <a:xfrm>
            <a:off x="1654232" y="6225743"/>
            <a:ext cx="13204767" cy="318495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31" name="Google Shape;331;p26"/>
          <p:cNvSpPr txBox="1"/>
          <p:nvPr/>
        </p:nvSpPr>
        <p:spPr>
          <a:xfrm>
            <a:off x="685797" y="4503674"/>
            <a:ext cx="1621397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two binary integers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00110000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01100110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are added together.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6"/>
          <p:cNvSpPr txBox="1"/>
          <p:nvPr/>
        </p:nvSpPr>
        <p:spPr>
          <a:xfrm>
            <a:off x="680255" y="5099152"/>
            <a:ext cx="12578546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the binary integers using binary addition and show your answer in binary. 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3" name="Google Shape;33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8" name="Google Shape;338;p27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39" name="Google Shape;339;p27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40" name="Google Shape;340;p27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1" name="Google Shape;341;p27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42" name="Google Shape;342;p27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43" name="Google Shape;343;p27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4" name="Google Shape;344;p27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45" name="Google Shape;345;p27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denary integer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–32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stored as a two’s complement integer.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7"/>
          <p:cNvSpPr/>
          <p:nvPr/>
        </p:nvSpPr>
        <p:spPr>
          <a:xfrm>
            <a:off x="1591976" y="3649094"/>
            <a:ext cx="13204767" cy="318495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47" name="Google Shape;347;p27"/>
          <p:cNvSpPr txBox="1"/>
          <p:nvPr/>
        </p:nvSpPr>
        <p:spPr>
          <a:xfrm>
            <a:off x="685798" y="2191392"/>
            <a:ext cx="1621397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Calculate the two’s complement integer that would be stored.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7"/>
          <p:cNvSpPr txBox="1"/>
          <p:nvPr/>
        </p:nvSpPr>
        <p:spPr>
          <a:xfrm>
            <a:off x="680256" y="2786870"/>
            <a:ext cx="12578546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9" name="Google Shape;34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28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55" name="Google Shape;355;p28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56" name="Google Shape;356;p28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28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58" name="Google Shape;358;p28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59" name="Google Shape;359;p28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0" name="Google Shape;360;p28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61" name="Google Shape;361;p28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binary number stored for another address is 000110011011.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8"/>
          <p:cNvSpPr txBox="1"/>
          <p:nvPr/>
        </p:nvSpPr>
        <p:spPr>
          <a:xfrm>
            <a:off x="1219200" y="2257001"/>
            <a:ext cx="10099962" cy="353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000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roman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binary number to hexadecimal.</a:t>
            </a:r>
            <a:endParaRPr/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00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roman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binary number to denary.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363" name="Google Shape;363;p28"/>
          <p:cNvSpPr/>
          <p:nvPr/>
        </p:nvSpPr>
        <p:spPr>
          <a:xfrm>
            <a:off x="1641160" y="5769415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64" name="Google Shape;364;p28"/>
          <p:cNvSpPr/>
          <p:nvPr/>
        </p:nvSpPr>
        <p:spPr>
          <a:xfrm>
            <a:off x="1641160" y="2934617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65" name="Google Shape;365;p28"/>
          <p:cNvSpPr txBox="1"/>
          <p:nvPr/>
        </p:nvSpPr>
        <p:spPr>
          <a:xfrm>
            <a:off x="685798" y="7622786"/>
            <a:ext cx="1386840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reason why the addresses are displayed in hexadecimal instead of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8"/>
          <p:cNvSpPr/>
          <p:nvPr/>
        </p:nvSpPr>
        <p:spPr>
          <a:xfrm>
            <a:off x="1678567" y="8405058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367" name="Google Shape;36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29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73" name="Google Shape;373;p29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74" name="Google Shape;374;p29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29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76" name="Google Shape;376;p29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77" name="Google Shape;377;p29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8" name="Google Shape;378;p29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programmer is creating a computer game. One character is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moving correctly.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29"/>
          <p:cNvSpPr txBox="1"/>
          <p:nvPr/>
        </p:nvSpPr>
        <p:spPr>
          <a:xfrm>
            <a:off x="680256" y="2149303"/>
            <a:ext cx="16213977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programmer needs to debug the program. To do this they need to look at addresses that are locations in memory.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9"/>
          <p:cNvSpPr txBox="1"/>
          <p:nvPr/>
        </p:nvSpPr>
        <p:spPr>
          <a:xfrm>
            <a:off x="671943" y="3053544"/>
            <a:ext cx="12578546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addresses are displayed as hexadecimal numbers.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9"/>
          <p:cNvSpPr txBox="1"/>
          <p:nvPr/>
        </p:nvSpPr>
        <p:spPr>
          <a:xfrm>
            <a:off x="1143000" y="3931250"/>
            <a:ext cx="15468600" cy="44012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arenR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One address is A2F. </a:t>
            </a:r>
            <a:endParaRPr/>
          </a:p>
          <a:p>
            <a:pPr indent="-1651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00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roman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Convert the address to binary. </a:t>
            </a:r>
            <a:endParaRPr/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00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roman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address to denary. </a:t>
            </a:r>
            <a:endParaRPr/>
          </a:p>
          <a:p>
            <a:pPr indent="-222250" lvl="0" marL="4000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9"/>
          <p:cNvSpPr/>
          <p:nvPr/>
        </p:nvSpPr>
        <p:spPr>
          <a:xfrm>
            <a:off x="1701338" y="5481392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384" name="Google Shape;384;p29"/>
          <p:cNvSpPr/>
          <p:nvPr/>
        </p:nvSpPr>
        <p:spPr>
          <a:xfrm>
            <a:off x="1701338" y="8106148"/>
            <a:ext cx="13106400" cy="159431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385" name="Google Shape;38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oogle Shape;390;p30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91" name="Google Shape;391;p30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92" name="Google Shape;392;p30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30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394" name="Google Shape;394;p30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395" name="Google Shape;395;p30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6" name="Google Shape;396;p30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397" name="Google Shape;397;p30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ways that hexadecimal is used in computer science.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0"/>
          <p:cNvSpPr/>
          <p:nvPr/>
        </p:nvSpPr>
        <p:spPr>
          <a:xfrm>
            <a:off x="1219200" y="7639322"/>
            <a:ext cx="13578149" cy="183039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…….c</a:t>
            </a:r>
            <a:endParaRPr/>
          </a:p>
        </p:txBody>
      </p:sp>
      <p:sp>
        <p:nvSpPr>
          <p:cNvPr id="399" name="Google Shape;399;p30"/>
          <p:cNvSpPr/>
          <p:nvPr/>
        </p:nvSpPr>
        <p:spPr>
          <a:xfrm>
            <a:off x="1219200" y="2261536"/>
            <a:ext cx="13258800" cy="2427686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-342900" lvl="0" marL="342900" marR="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sp>
        <p:nvSpPr>
          <p:cNvPr id="400" name="Google Shape;400;p30"/>
          <p:cNvSpPr txBox="1"/>
          <p:nvPr/>
        </p:nvSpPr>
        <p:spPr>
          <a:xfrm>
            <a:off x="685798" y="5288908"/>
            <a:ext cx="1554480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health value for a character in the computer game can sometimes be a negative value. The negative values are stored as two’s complement 8-bit integers.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 txBox="1"/>
          <p:nvPr/>
        </p:nvSpPr>
        <p:spPr>
          <a:xfrm>
            <a:off x="670558" y="6273381"/>
            <a:ext cx="1009996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character has a health value of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–25.</a:t>
            </a:r>
            <a:b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0"/>
          <p:cNvSpPr txBox="1"/>
          <p:nvPr/>
        </p:nvSpPr>
        <p:spPr>
          <a:xfrm>
            <a:off x="656702" y="6895928"/>
            <a:ext cx="140498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Calculate the two’s complement 8-bit integer for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–25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3" name="Google Shape;40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31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09" name="Google Shape;409;p31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10" name="Google Shape;410;p31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1" name="Google Shape;411;p31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12" name="Google Shape;412;p31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13" name="Google Shape;413;p31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4" name="Google Shape;414;p31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15" name="Google Shape;415;p31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Computers represent different types of data in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1"/>
          <p:cNvSpPr txBox="1"/>
          <p:nvPr/>
        </p:nvSpPr>
        <p:spPr>
          <a:xfrm>
            <a:off x="653933" y="2087194"/>
            <a:ext cx="1009996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Tick (✓)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box to show the reason why computers use binary to represent data.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1"/>
          <p:cNvSpPr txBox="1"/>
          <p:nvPr/>
        </p:nvSpPr>
        <p:spPr>
          <a:xfrm>
            <a:off x="2590800" y="3093539"/>
            <a:ext cx="13563600" cy="26080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Computers only allow 1s and 0s to be entered.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Computers are made of switches and gates that can only be on or off.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does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 to be converted into other forms of data to be displayed.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computers and humans can quickly process binary data.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1"/>
          <p:cNvSpPr/>
          <p:nvPr/>
        </p:nvSpPr>
        <p:spPr>
          <a:xfrm>
            <a:off x="3860798" y="5878843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419" name="Google Shape;419;p31"/>
          <p:cNvSpPr txBox="1"/>
          <p:nvPr/>
        </p:nvSpPr>
        <p:spPr>
          <a:xfrm>
            <a:off x="685798" y="6742252"/>
            <a:ext cx="15087602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binary number for the ASCII denary number for ‘N’.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Working space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1"/>
          <p:cNvSpPr/>
          <p:nvPr/>
        </p:nvSpPr>
        <p:spPr>
          <a:xfrm>
            <a:off x="1219200" y="7440390"/>
            <a:ext cx="13578149" cy="1281380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421" name="Google Shape;42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32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27" name="Google Shape;427;p32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28" name="Google Shape;428;p32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9" name="Google Shape;429;p32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30" name="Google Shape;430;p32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31" name="Google Shape;431;p32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p32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33" name="Google Shape;433;p32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 how the word ‘RED’ is represented using a character set.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32"/>
          <p:cNvSpPr/>
          <p:nvPr/>
        </p:nvSpPr>
        <p:spPr>
          <a:xfrm>
            <a:off x="1219200" y="2034956"/>
            <a:ext cx="13258800" cy="1889344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sp>
        <p:nvSpPr>
          <p:cNvPr id="435" name="Google Shape;435;p32"/>
          <p:cNvSpPr txBox="1"/>
          <p:nvPr/>
        </p:nvSpPr>
        <p:spPr>
          <a:xfrm>
            <a:off x="685798" y="4159137"/>
            <a:ext cx="17297402" cy="42805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parking cost of $14.98 is displayed on the payment machine.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8-bit binary numbers that are stored in the registers to display the parking cost. 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Register 1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Register 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2"/>
          <p:cNvSpPr/>
          <p:nvPr/>
        </p:nvSpPr>
        <p:spPr>
          <a:xfrm>
            <a:off x="2743200" y="6131731"/>
            <a:ext cx="117348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437" name="Google Shape;437;p32"/>
          <p:cNvSpPr/>
          <p:nvPr/>
        </p:nvSpPr>
        <p:spPr>
          <a:xfrm>
            <a:off x="2743200" y="7046131"/>
            <a:ext cx="117348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438" name="Google Shape;43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3" name="Google Shape;443;p33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44" name="Google Shape;444;p33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45" name="Google Shape;445;p33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6" name="Google Shape;446;p33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47" name="Google Shape;447;p33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48" name="Google Shape;448;p33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9" name="Google Shape;449;p33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50" name="Google Shape;450;p33"/>
          <p:cNvSpPr txBox="1"/>
          <p:nvPr/>
        </p:nvSpPr>
        <p:spPr>
          <a:xfrm>
            <a:off x="495299" y="1190678"/>
            <a:ext cx="17297402" cy="64860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car park has a payment machine that allows a customer to pay for their parking.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cost of parking is displayed as a denary number on a screen on the payment machine. The cost of parking is stored in two 8-bit binary registers.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the parking cost of $10.50: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• register 1 stores the denary value 10 as binary 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• register 2 stores the denary value 50 as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(a)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parking cost that would be displayed on the payment machine when the registers store: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• register 1: 00010001 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• register 2: 01000110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Parking cost displayed $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3"/>
          <p:cNvSpPr/>
          <p:nvPr/>
        </p:nvSpPr>
        <p:spPr>
          <a:xfrm>
            <a:off x="4648200" y="7064780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452" name="Google Shape;45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7" name="Google Shape;457;p34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58" name="Google Shape;458;p34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59" name="Google Shape;459;p34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" name="Google Shape;460;p34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61" name="Google Shape;461;p34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62" name="Google Shape;462;p34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34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64" name="Google Shape;464;p34"/>
          <p:cNvSpPr txBox="1"/>
          <p:nvPr/>
        </p:nvSpPr>
        <p:spPr>
          <a:xfrm>
            <a:off x="495299" y="1190678"/>
            <a:ext cx="17297402" cy="5139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payment machine gives the customer a ticket when they have paid their parking cost. Each ticket has a 4-digit hexadecimal ticket number that is stored as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binary number 1010000000111101 is stored for a customer’s ticket number.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hexadecimal ticket number that would be displayed on this customer’s ticket. 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Hexadecimal ticket number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Working space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34"/>
          <p:cNvSpPr/>
          <p:nvPr/>
        </p:nvSpPr>
        <p:spPr>
          <a:xfrm>
            <a:off x="5257800" y="4937666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466" name="Google Shape;466;p34"/>
          <p:cNvSpPr/>
          <p:nvPr/>
        </p:nvSpPr>
        <p:spPr>
          <a:xfrm>
            <a:off x="1405285" y="6708763"/>
            <a:ext cx="13578149" cy="282173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pic>
        <p:nvPicPr>
          <p:cNvPr id="467" name="Google Shape;467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" y="16475"/>
            <a:ext cx="18288000" cy="102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" name="Google Shape;472;p35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73" name="Google Shape;473;p3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74" name="Google Shape;474;p35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5" name="Google Shape;475;p35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76" name="Google Shape;476;p35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77" name="Google Shape;477;p35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8" name="Google Shape;478;p35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79" name="Google Shape;479;p35"/>
          <p:cNvSpPr txBox="1"/>
          <p:nvPr/>
        </p:nvSpPr>
        <p:spPr>
          <a:xfrm>
            <a:off x="685798" y="1511736"/>
            <a:ext cx="16916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 why data input into the payment machine needs to be converted to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35"/>
          <p:cNvSpPr/>
          <p:nvPr/>
        </p:nvSpPr>
        <p:spPr>
          <a:xfrm>
            <a:off x="1591976" y="2353976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481" name="Google Shape;481;p35"/>
          <p:cNvSpPr txBox="1"/>
          <p:nvPr/>
        </p:nvSpPr>
        <p:spPr>
          <a:xfrm>
            <a:off x="685798" y="4453836"/>
            <a:ext cx="1009996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register stores the binary number: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2" name="Google Shape;48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47899" y="5283690"/>
            <a:ext cx="9645614" cy="838748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5"/>
          <p:cNvSpPr txBox="1"/>
          <p:nvPr/>
        </p:nvSpPr>
        <p:spPr>
          <a:xfrm>
            <a:off x="694110" y="6405017"/>
            <a:ext cx="1142168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denary number for the binary number stored in the register.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5"/>
          <p:cNvSpPr/>
          <p:nvPr/>
        </p:nvSpPr>
        <p:spPr>
          <a:xfrm>
            <a:off x="3647899" y="7193672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485" name="Google Shape;485;p35"/>
          <p:cNvSpPr txBox="1"/>
          <p:nvPr/>
        </p:nvSpPr>
        <p:spPr>
          <a:xfrm>
            <a:off x="692725" y="8207058"/>
            <a:ext cx="1239982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hexadecimal number for the binary number stored in the register.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5"/>
          <p:cNvSpPr/>
          <p:nvPr/>
        </p:nvSpPr>
        <p:spPr>
          <a:xfrm>
            <a:off x="3763354" y="9029988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1" name="Google Shape;491;p36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92" name="Google Shape;492;p36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93" name="Google Shape;493;p36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4" name="Google Shape;494;p36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495" name="Google Shape;495;p36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496" name="Google Shape;496;p36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7" name="Google Shape;497;p36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498" name="Google Shape;498;p36"/>
          <p:cNvSpPr txBox="1"/>
          <p:nvPr/>
        </p:nvSpPr>
        <p:spPr>
          <a:xfrm>
            <a:off x="685798" y="1206449"/>
            <a:ext cx="16916400" cy="16924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logical left shift of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places is performed on the binary number stored in the register.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 the binary register to show its contents after this logical left shift.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6"/>
          <p:cNvSpPr txBox="1"/>
          <p:nvPr/>
        </p:nvSpPr>
        <p:spPr>
          <a:xfrm>
            <a:off x="685798" y="4453836"/>
            <a:ext cx="1089660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negative denary number −99 needs to be stored in the register.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6"/>
          <p:cNvSpPr/>
          <p:nvPr/>
        </p:nvSpPr>
        <p:spPr>
          <a:xfrm>
            <a:off x="850898" y="6244256"/>
            <a:ext cx="12865101" cy="1604635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01" name="Google Shape;501;p36"/>
          <p:cNvSpPr txBox="1"/>
          <p:nvPr/>
        </p:nvSpPr>
        <p:spPr>
          <a:xfrm>
            <a:off x="874451" y="8468668"/>
            <a:ext cx="186874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Register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2" name="Google Shape;502;p36"/>
          <p:cNvGraphicFramePr/>
          <p:nvPr/>
        </p:nvGraphicFramePr>
        <p:xfrm>
          <a:off x="2098360" y="309521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{64F8FB01-88BD-435B-A80C-729EC23E9F57}</a:tableStyleId>
              </a:tblPr>
              <a:tblGrid>
                <a:gridCol w="1328375"/>
                <a:gridCol w="1328375"/>
                <a:gridCol w="1328375"/>
                <a:gridCol w="1328375"/>
                <a:gridCol w="1328375"/>
                <a:gridCol w="1328375"/>
                <a:gridCol w="1328375"/>
                <a:gridCol w="1328375"/>
              </a:tblGrid>
              <a:tr h="909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03" name="Google Shape;503;p36"/>
          <p:cNvSpPr txBox="1"/>
          <p:nvPr/>
        </p:nvSpPr>
        <p:spPr>
          <a:xfrm>
            <a:off x="685798" y="5049792"/>
            <a:ext cx="15537875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 the register to show the binary number that would be stored, using two’s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complement. Show all your working.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4" name="Google Shape;504;p36"/>
          <p:cNvGraphicFramePr/>
          <p:nvPr/>
        </p:nvGraphicFramePr>
        <p:xfrm>
          <a:off x="2743200" y="827545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{64F8FB01-88BD-435B-A80C-729EC23E9F57}</a:tableStyleId>
              </a:tblPr>
              <a:tblGrid>
                <a:gridCol w="1328375"/>
                <a:gridCol w="1328375"/>
                <a:gridCol w="1328375"/>
                <a:gridCol w="1328375"/>
                <a:gridCol w="1328375"/>
                <a:gridCol w="1328375"/>
                <a:gridCol w="1328375"/>
                <a:gridCol w="1328375"/>
              </a:tblGrid>
              <a:tr h="909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37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510" name="Google Shape;510;p37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11" name="Google Shape;511;p37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2" name="Google Shape;512;p37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513" name="Google Shape;513;p37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14" name="Google Shape;514;p37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5" name="Google Shape;515;p37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516" name="Google Shape;516;p37"/>
          <p:cNvSpPr txBox="1"/>
          <p:nvPr/>
        </p:nvSpPr>
        <p:spPr>
          <a:xfrm>
            <a:off x="685798" y="1244591"/>
            <a:ext cx="16916400" cy="19617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01001100 is added to 11100011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the two 8-bit binary numbers, using binary addition.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your answer in binary. 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7"/>
          <p:cNvSpPr/>
          <p:nvPr/>
        </p:nvSpPr>
        <p:spPr>
          <a:xfrm>
            <a:off x="1591976" y="3525380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18" name="Google Shape;518;p37"/>
          <p:cNvSpPr txBox="1"/>
          <p:nvPr/>
        </p:nvSpPr>
        <p:spPr>
          <a:xfrm>
            <a:off x="838200" y="5470194"/>
            <a:ext cx="14173200" cy="1315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Humans use a denary number system and computers use a binary number system. 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(a)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 what is meant by a binary number system.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7"/>
          <p:cNvSpPr/>
          <p:nvPr/>
        </p:nvSpPr>
        <p:spPr>
          <a:xfrm>
            <a:off x="1591976" y="6930279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4" name="Google Shape;524;p38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525" name="Google Shape;525;p38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26" name="Google Shape;526;p38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" name="Google Shape;527;p38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528" name="Google Shape;528;p38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29" name="Google Shape;529;p38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0" name="Google Shape;530;p38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531" name="Google Shape;531;p38"/>
          <p:cNvSpPr txBox="1"/>
          <p:nvPr/>
        </p:nvSpPr>
        <p:spPr>
          <a:xfrm>
            <a:off x="612460" y="1383133"/>
            <a:ext cx="151638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denary numbers 14, 59 and 234 to binary.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38"/>
          <p:cNvSpPr txBox="1"/>
          <p:nvPr/>
        </p:nvSpPr>
        <p:spPr>
          <a:xfrm>
            <a:off x="1447800" y="2187734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8"/>
          <p:cNvSpPr txBox="1"/>
          <p:nvPr/>
        </p:nvSpPr>
        <p:spPr>
          <a:xfrm>
            <a:off x="1447800" y="2937807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  <a:endParaRPr/>
          </a:p>
        </p:txBody>
      </p:sp>
      <p:sp>
        <p:nvSpPr>
          <p:cNvPr id="534" name="Google Shape;534;p38"/>
          <p:cNvSpPr txBox="1"/>
          <p:nvPr/>
        </p:nvSpPr>
        <p:spPr>
          <a:xfrm>
            <a:off x="1447800" y="368788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38"/>
          <p:cNvSpPr/>
          <p:nvPr/>
        </p:nvSpPr>
        <p:spPr>
          <a:xfrm>
            <a:off x="2362200" y="218773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36" name="Google Shape;536;p38"/>
          <p:cNvSpPr/>
          <p:nvPr/>
        </p:nvSpPr>
        <p:spPr>
          <a:xfrm>
            <a:off x="2336800" y="2962484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37" name="Google Shape;537;p38"/>
          <p:cNvSpPr/>
          <p:nvPr/>
        </p:nvSpPr>
        <p:spPr>
          <a:xfrm>
            <a:off x="2336800" y="3743791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38" name="Google Shape;538;p38"/>
          <p:cNvSpPr txBox="1"/>
          <p:nvPr/>
        </p:nvSpPr>
        <p:spPr>
          <a:xfrm>
            <a:off x="612460" y="4688180"/>
            <a:ext cx="1009996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denary numbers 9, 26 and 65 to hexadecimal.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38"/>
          <p:cNvSpPr txBox="1"/>
          <p:nvPr/>
        </p:nvSpPr>
        <p:spPr>
          <a:xfrm>
            <a:off x="1447800" y="5438869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38"/>
          <p:cNvSpPr txBox="1"/>
          <p:nvPr/>
        </p:nvSpPr>
        <p:spPr>
          <a:xfrm>
            <a:off x="1447800" y="6188942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/>
          </a:p>
        </p:txBody>
      </p:sp>
      <p:sp>
        <p:nvSpPr>
          <p:cNvPr id="541" name="Google Shape;541;p38"/>
          <p:cNvSpPr txBox="1"/>
          <p:nvPr/>
        </p:nvSpPr>
        <p:spPr>
          <a:xfrm>
            <a:off x="1447800" y="6939015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38"/>
          <p:cNvSpPr/>
          <p:nvPr/>
        </p:nvSpPr>
        <p:spPr>
          <a:xfrm>
            <a:off x="2362200" y="5438869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43" name="Google Shape;543;p38"/>
          <p:cNvSpPr/>
          <p:nvPr/>
        </p:nvSpPr>
        <p:spPr>
          <a:xfrm>
            <a:off x="2336800" y="6213619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44" name="Google Shape;544;p38"/>
          <p:cNvSpPr/>
          <p:nvPr/>
        </p:nvSpPr>
        <p:spPr>
          <a:xfrm>
            <a:off x="2336800" y="6994926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45" name="Google Shape;545;p38"/>
          <p:cNvSpPr txBox="1"/>
          <p:nvPr/>
        </p:nvSpPr>
        <p:spPr>
          <a:xfrm>
            <a:off x="612460" y="7783933"/>
            <a:ext cx="1363694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positive denary number 123 to 8-bit binary using two’s complement.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8"/>
          <p:cNvSpPr/>
          <p:nvPr/>
        </p:nvSpPr>
        <p:spPr>
          <a:xfrm>
            <a:off x="2362200" y="8738040"/>
            <a:ext cx="12865101" cy="1253760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1" name="Google Shape;551;p39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552" name="Google Shape;552;p39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53" name="Google Shape;553;p39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4" name="Google Shape;554;p39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555" name="Google Shape;555;p39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56" name="Google Shape;556;p39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7" name="Google Shape;557;p39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558" name="Google Shape;558;p39"/>
          <p:cNvSpPr txBox="1"/>
          <p:nvPr/>
        </p:nvSpPr>
        <p:spPr>
          <a:xfrm>
            <a:off x="457200" y="1102284"/>
            <a:ext cx="16916400" cy="1315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the binary values 00110011 and 01111000 using binary addition.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your answer in binary. Show all your working.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39"/>
          <p:cNvSpPr/>
          <p:nvPr/>
        </p:nvSpPr>
        <p:spPr>
          <a:xfrm>
            <a:off x="1295400" y="2805550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60" name="Google Shape;560;p39"/>
          <p:cNvSpPr txBox="1"/>
          <p:nvPr/>
        </p:nvSpPr>
        <p:spPr>
          <a:xfrm>
            <a:off x="623543" y="4660716"/>
            <a:ext cx="14173200" cy="1315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is a number system used by computers.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(a)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Tick 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box to show which statement about the binary number system is correct.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39"/>
          <p:cNvSpPr txBox="1"/>
          <p:nvPr/>
        </p:nvSpPr>
        <p:spPr>
          <a:xfrm>
            <a:off x="3121127" y="5787975"/>
            <a:ext cx="10099962" cy="3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a base 1 system</a:t>
            </a:r>
            <a:endParaRPr/>
          </a:p>
          <a:p>
            <a:pPr indent="-34290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a base 2 system </a:t>
            </a:r>
            <a:endParaRPr/>
          </a:p>
          <a:p>
            <a:pPr indent="-34290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a base 10 system </a:t>
            </a:r>
            <a:endParaRPr/>
          </a:p>
          <a:p>
            <a:pPr indent="-34290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lphaLcPeriod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a base 16 system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39"/>
          <p:cNvSpPr/>
          <p:nvPr/>
        </p:nvSpPr>
        <p:spPr>
          <a:xfrm>
            <a:off x="10058400" y="9259526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" name="Google Shape;567;p40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568" name="Google Shape;568;p40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69" name="Google Shape;569;p40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0" name="Google Shape;570;p40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571" name="Google Shape;571;p40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72" name="Google Shape;572;p40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73" name="Google Shape;573;p40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574" name="Google Shape;574;p40"/>
          <p:cNvSpPr txBox="1"/>
          <p:nvPr/>
        </p:nvSpPr>
        <p:spPr>
          <a:xfrm>
            <a:off x="1473200" y="2962360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575" name="Google Shape;575;p40"/>
          <p:cNvSpPr txBox="1"/>
          <p:nvPr/>
        </p:nvSpPr>
        <p:spPr>
          <a:xfrm>
            <a:off x="1473200" y="3712433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  <a:endParaRPr/>
          </a:p>
        </p:txBody>
      </p:sp>
      <p:sp>
        <p:nvSpPr>
          <p:cNvPr id="576" name="Google Shape;576;p40"/>
          <p:cNvSpPr txBox="1"/>
          <p:nvPr/>
        </p:nvSpPr>
        <p:spPr>
          <a:xfrm>
            <a:off x="1473200" y="4462506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0"/>
          <p:cNvSpPr/>
          <p:nvPr/>
        </p:nvSpPr>
        <p:spPr>
          <a:xfrm>
            <a:off x="2387600" y="2962360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78" name="Google Shape;578;p40"/>
          <p:cNvSpPr/>
          <p:nvPr/>
        </p:nvSpPr>
        <p:spPr>
          <a:xfrm>
            <a:off x="2362200" y="3737110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79" name="Google Shape;579;p40"/>
          <p:cNvSpPr/>
          <p:nvPr/>
        </p:nvSpPr>
        <p:spPr>
          <a:xfrm>
            <a:off x="2362200" y="4518417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80" name="Google Shape;580;p40"/>
          <p:cNvSpPr txBox="1"/>
          <p:nvPr/>
        </p:nvSpPr>
        <p:spPr>
          <a:xfrm>
            <a:off x="666402" y="1221445"/>
            <a:ext cx="14421198" cy="19645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Denary numbers are converted to binary numbers to be processed by a computer.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these </a:t>
            </a: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denary numbers to 8‐bit binary numbers.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0"/>
          <p:cNvSpPr txBox="1"/>
          <p:nvPr/>
        </p:nvSpPr>
        <p:spPr>
          <a:xfrm>
            <a:off x="670558" y="5452763"/>
            <a:ext cx="15183198" cy="3257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numbers are stored in registers.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Negative denary numbers can be represented as binary using two’s complement.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 the binary register for the denary number –78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must show all your working.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40"/>
          <p:cNvSpPr/>
          <p:nvPr/>
        </p:nvSpPr>
        <p:spPr>
          <a:xfrm>
            <a:off x="1473200" y="8213810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7" name="Google Shape;587;p41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588" name="Google Shape;588;p41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89" name="Google Shape;589;p41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90" name="Google Shape;590;p41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591" name="Google Shape;591;p41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592" name="Google Shape;592;p41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3" name="Google Shape;593;p41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594" name="Google Shape;594;p41"/>
          <p:cNvSpPr txBox="1"/>
          <p:nvPr/>
        </p:nvSpPr>
        <p:spPr>
          <a:xfrm>
            <a:off x="666402" y="1221445"/>
            <a:ext cx="15411798" cy="1315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Error codes for a computer are often displayed as hexadecimal values. Each error code is stored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a 12-bit binary register.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41"/>
          <p:cNvSpPr txBox="1"/>
          <p:nvPr/>
        </p:nvSpPr>
        <p:spPr>
          <a:xfrm>
            <a:off x="666402" y="6229893"/>
            <a:ext cx="15183198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error code 12B means ‘hardware fault’.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41"/>
          <p:cNvSpPr/>
          <p:nvPr/>
        </p:nvSpPr>
        <p:spPr>
          <a:xfrm>
            <a:off x="1197033" y="7706072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597" name="Google Shape;597;p41"/>
          <p:cNvSpPr txBox="1"/>
          <p:nvPr/>
        </p:nvSpPr>
        <p:spPr>
          <a:xfrm>
            <a:off x="1473200" y="2670076"/>
            <a:ext cx="142240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(a)  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error code 404 means ‘file not found’.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41"/>
          <p:cNvSpPr txBox="1"/>
          <p:nvPr/>
        </p:nvSpPr>
        <p:spPr>
          <a:xfrm>
            <a:off x="1473200" y="3341038"/>
            <a:ext cx="142240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12-bit binary value that would be stored for the hexadecimal error code 404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/>
          <p:cNvSpPr/>
          <p:nvPr/>
        </p:nvSpPr>
        <p:spPr>
          <a:xfrm>
            <a:off x="1752600" y="4137482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600" name="Google Shape;600;p41"/>
          <p:cNvSpPr txBox="1"/>
          <p:nvPr/>
        </p:nvSpPr>
        <p:spPr>
          <a:xfrm>
            <a:off x="666402" y="6856011"/>
            <a:ext cx="13735398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12-bit binary value that would be stored for the hexadecimal error code 12B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oogle Shape;605;p42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606" name="Google Shape;606;p42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607" name="Google Shape;607;p42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" name="Google Shape;608;p42"/>
          <p:cNvGrpSpPr/>
          <p:nvPr/>
        </p:nvGrpSpPr>
        <p:grpSpPr>
          <a:xfrm>
            <a:off x="0" y="9927047"/>
            <a:ext cx="18288000" cy="359953"/>
            <a:chOff x="0" y="-38100"/>
            <a:chExt cx="4816593" cy="94803"/>
          </a:xfrm>
        </p:grpSpPr>
        <p:sp>
          <p:nvSpPr>
            <p:cNvPr id="609" name="Google Shape;609;p42"/>
            <p:cNvSpPr/>
            <p:nvPr/>
          </p:nvSpPr>
          <p:spPr>
            <a:xfrm>
              <a:off x="0" y="0"/>
              <a:ext cx="4816592" cy="56703"/>
            </a:xfrm>
            <a:custGeom>
              <a:rect b="b" l="l" r="r" t="t"/>
              <a:pathLst>
                <a:path extrusionOk="0" h="5670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56703"/>
                  </a:lnTo>
                  <a:lnTo>
                    <a:pt x="0" y="56703"/>
                  </a:lnTo>
                  <a:close/>
                </a:path>
              </a:pathLst>
            </a:custGeom>
            <a:solidFill>
              <a:srgbClr val="08AB5C"/>
            </a:solidFill>
            <a:ln>
              <a:noFill/>
            </a:ln>
          </p:spPr>
        </p:sp>
        <p:sp>
          <p:nvSpPr>
            <p:cNvPr id="610" name="Google Shape;610;p42"/>
            <p:cNvSpPr txBox="1"/>
            <p:nvPr/>
          </p:nvSpPr>
          <p:spPr>
            <a:xfrm>
              <a:off x="0" y="-38100"/>
              <a:ext cx="4816593" cy="948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1" name="Google Shape;611;p42"/>
          <p:cNvSpPr txBox="1"/>
          <p:nvPr/>
        </p:nvSpPr>
        <p:spPr>
          <a:xfrm>
            <a:off x="-1905000" y="-495300"/>
            <a:ext cx="10099360" cy="1289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370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Unit 1: Data Representation</a:t>
            </a:r>
            <a:endParaRPr/>
          </a:p>
        </p:txBody>
      </p:sp>
      <p:sp>
        <p:nvSpPr>
          <p:cNvPr id="612" name="Google Shape;612;p42"/>
          <p:cNvSpPr txBox="1"/>
          <p:nvPr/>
        </p:nvSpPr>
        <p:spPr>
          <a:xfrm>
            <a:off x="666402" y="1221445"/>
            <a:ext cx="15411798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Hexadecimal values can also be represented as denary values.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42"/>
          <p:cNvSpPr txBox="1"/>
          <p:nvPr/>
        </p:nvSpPr>
        <p:spPr>
          <a:xfrm>
            <a:off x="666402" y="6229893"/>
            <a:ext cx="15183198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error code 12B means ‘hardware fault’.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42"/>
          <p:cNvSpPr/>
          <p:nvPr/>
        </p:nvSpPr>
        <p:spPr>
          <a:xfrm>
            <a:off x="1197033" y="7706072"/>
            <a:ext cx="13204767" cy="1637007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615" name="Google Shape;615;p42"/>
          <p:cNvSpPr txBox="1"/>
          <p:nvPr/>
        </p:nvSpPr>
        <p:spPr>
          <a:xfrm>
            <a:off x="666402" y="1808416"/>
            <a:ext cx="15411798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hexadecimal error code 022 means ‘file system error’. The hexadecimal error code 0AC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means ‘insufficient memory’.</a:t>
            </a:r>
            <a:b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42"/>
          <p:cNvSpPr txBox="1"/>
          <p:nvPr/>
        </p:nvSpPr>
        <p:spPr>
          <a:xfrm>
            <a:off x="666402" y="2841075"/>
            <a:ext cx="142240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Convert the hexadecimal error codes 022 and 0AC to denary values.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42"/>
          <p:cNvSpPr txBox="1"/>
          <p:nvPr/>
        </p:nvSpPr>
        <p:spPr>
          <a:xfrm>
            <a:off x="666402" y="6856011"/>
            <a:ext cx="13735398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the 12-bit binary value that would be stored for the hexadecimal error code 12B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42"/>
          <p:cNvSpPr txBox="1"/>
          <p:nvPr/>
        </p:nvSpPr>
        <p:spPr>
          <a:xfrm>
            <a:off x="1230900" y="3926176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022</a:t>
            </a:r>
            <a:endParaRPr/>
          </a:p>
        </p:txBody>
      </p:sp>
      <p:sp>
        <p:nvSpPr>
          <p:cNvPr id="619" name="Google Shape;619;p42"/>
          <p:cNvSpPr txBox="1"/>
          <p:nvPr/>
        </p:nvSpPr>
        <p:spPr>
          <a:xfrm>
            <a:off x="1197033" y="4688814"/>
            <a:ext cx="1009587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0AC</a:t>
            </a:r>
            <a:endParaRPr/>
          </a:p>
        </p:txBody>
      </p:sp>
      <p:sp>
        <p:nvSpPr>
          <p:cNvPr id="620" name="Google Shape;620;p42"/>
          <p:cNvSpPr/>
          <p:nvPr/>
        </p:nvSpPr>
        <p:spPr>
          <a:xfrm>
            <a:off x="2362200" y="3923676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  <p:sp>
        <p:nvSpPr>
          <p:cNvPr id="621" name="Google Shape;621;p42"/>
          <p:cNvSpPr/>
          <p:nvPr/>
        </p:nvSpPr>
        <p:spPr>
          <a:xfrm>
            <a:off x="2302933" y="4698426"/>
            <a:ext cx="5283200" cy="611969"/>
          </a:xfrm>
          <a:prstGeom prst="roundRect">
            <a:avLst>
              <a:gd fmla="val 16667" name="adj"/>
            </a:avLst>
          </a:prstGeom>
          <a:solidFill>
            <a:srgbClr val="EAF1DD"/>
          </a:solidFill>
          <a:ln cap="flat" cmpd="sng" w="25400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your answer here …….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