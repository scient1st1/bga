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125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117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133.xml"/>
  <Override ContentType="application/vnd.openxmlformats-officedocument.presentationml.notesSlide+xml" PartName="/ppt/notesSlides/notesSlide109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07.xml"/>
  <Override ContentType="application/vnd.openxmlformats-officedocument.presentationml.notesSlide+xml" PartName="/ppt/notesSlides/notesSlide143.xml"/>
  <Override ContentType="application/vnd.openxmlformats-officedocument.presentationml.notesSlide+xml" PartName="/ppt/notesSlides/notesSlide151.xml"/>
  <Override ContentType="application/vnd.openxmlformats-officedocument.presentationml.notesSlide+xml" PartName="/ppt/notesSlides/notesSlide100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119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10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148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135.xml"/>
  <Override ContentType="application/vnd.openxmlformats-officedocument.presentationml.notesSlide+xml" PartName="/ppt/notesSlides/notesSlide137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141.xml"/>
  <Override ContentType="application/vnd.openxmlformats-officedocument.presentationml.notesSlide+xml" PartName="/ppt/notesSlides/notesSlide123.xml"/>
  <Override ContentType="application/vnd.openxmlformats-officedocument.presentationml.notesSlide+xml" PartName="/ppt/notesSlides/notesSlide11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138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112.xml"/>
  <Override ContentType="application/vnd.openxmlformats-officedocument.presentationml.notesSlide+xml" PartName="/ppt/notesSlides/notesSlide103.xml"/>
  <Override ContentType="application/vnd.openxmlformats-officedocument.presentationml.notesSlide+xml" PartName="/ppt/notesSlides/notesSlide97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46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120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29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44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131.xml"/>
  <Override ContentType="application/vnd.openxmlformats-officedocument.presentationml.notesSlide+xml" PartName="/ppt/notesSlides/notesSlide127.xml"/>
  <Override ContentType="application/vnd.openxmlformats-officedocument.presentationml.notesSlide+xml" PartName="/ppt/notesSlides/notesSlide114.xml"/>
  <Override ContentType="application/vnd.openxmlformats-officedocument.presentationml.notesSlide+xml" PartName="/ppt/notesSlides/notesSlide101.xml"/>
  <Override ContentType="application/vnd.openxmlformats-officedocument.presentationml.notesSlide+xml" PartName="/ppt/notesSlides/notesSlide95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150.xml"/>
  <Override ContentType="application/vnd.openxmlformats-officedocument.presentationml.notesSlide+xml" PartName="/ppt/notesSlides/notesSlide14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116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24.xml"/>
  <Override ContentType="application/vnd.openxmlformats-officedocument.presentationml.notesSlide+xml" PartName="/ppt/notesSlides/notesSlide126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9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108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1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06.xml"/>
  <Override ContentType="application/vnd.openxmlformats-officedocument.presentationml.notesSlide+xml" PartName="/ppt/notesSlides/notesSlide99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122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118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140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36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49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1.xml"/>
  <Override ContentType="application/vnd.openxmlformats-officedocument.presentationml.notesSlide+xml" PartName="/ppt/notesSlides/notesSlide139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13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98.xml"/>
  <Override ContentType="application/vnd.openxmlformats-officedocument.presentationml.notesSlide+xml" PartName="/ppt/notesSlides/notesSlide104.xml"/>
  <Override ContentType="application/vnd.openxmlformats-officedocument.presentationml.notesSlide+xml" PartName="/ppt/notesSlides/notesSlide1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3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2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132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45.xml"/>
  <Override ContentType="application/vnd.openxmlformats-officedocument.presentationml.notesSlide+xml" PartName="/ppt/notesSlides/notesSlide96.xml"/>
  <Override ContentType="application/vnd.openxmlformats-officedocument.presentationml.notesSlide+xml" PartName="/ppt/notesSlides/notesSlide102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115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1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105.xml"/>
  <Override ContentType="application/vnd.openxmlformats-officedocument.presentationml.slide+xml" PartName="/ppt/slides/slide148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138.xml"/>
  <Override ContentType="application/vnd.openxmlformats-officedocument.presentationml.slide+xml" PartName="/ppt/slides/slide25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13.xml"/>
  <Override ContentType="application/vnd.openxmlformats-officedocument.presentationml.slide+xml" PartName="/ppt/slides/slide68.xml"/>
  <Override ContentType="application/vnd.openxmlformats-officedocument.presentationml.slide+xml" PartName="/ppt/slides/slide94.xml"/>
  <Override ContentType="application/vnd.openxmlformats-officedocument.presentationml.slide+xml" PartName="/ppt/slides/slide84.xml"/>
  <Override ContentType="application/vnd.openxmlformats-officedocument.presentationml.slide+xml" PartName="/ppt/slides/slide107.xml"/>
  <Override ContentType="application/vnd.openxmlformats-officedocument.presentationml.slide+xml" PartName="/ppt/slides/slide37.xml"/>
  <Override ContentType="application/vnd.openxmlformats-officedocument.presentationml.slide+xml" PartName="/ppt/slides/slide123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136.xml"/>
  <Override ContentType="application/vnd.openxmlformats-officedocument.presentationml.slide+xml" PartName="/ppt/slides/slide10.xml"/>
  <Override ContentType="application/vnd.openxmlformats-officedocument.presentationml.slide+xml" PartName="/ppt/slides/slide111.xml"/>
  <Override ContentType="application/vnd.openxmlformats-officedocument.presentationml.slide+xml" PartName="/ppt/slides/slide53.xml"/>
  <Override ContentType="application/vnd.openxmlformats-officedocument.presentationml.slide+xml" PartName="/ppt/slides/slide141.xml"/>
  <Override ContentType="application/vnd.openxmlformats-officedocument.presentationml.slide+xml" PartName="/ppt/slides/slide96.xml"/>
  <Override ContentType="application/vnd.openxmlformats-officedocument.presentationml.slide+xml" PartName="/ppt/slides/slide48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18.xml"/>
  <Override ContentType="application/vnd.openxmlformats-officedocument.presentationml.slide+xml" PartName="/ppt/slides/slide142.xml"/>
  <Override ContentType="application/vnd.openxmlformats-officedocument.presentationml.slide+xml" PartName="/ppt/slides/slide12.xml"/>
  <Override ContentType="application/vnd.openxmlformats-officedocument.presentationml.slide+xml" PartName="/ppt/slides/slide108.xml"/>
  <Override ContentType="application/vnd.openxmlformats-officedocument.presentationml.slide+xml" PartName="/ppt/slides/slide98.xml"/>
  <Override ContentType="application/vnd.openxmlformats-officedocument.presentationml.slide+xml" PartName="/ppt/slides/slide125.xml"/>
  <Override ContentType="application/vnd.openxmlformats-officedocument.presentationml.slide+xml" PartName="/ppt/slides/slide72.xml"/>
  <Override ContentType="application/vnd.openxmlformats-officedocument.presentationml.slide+xml" PartName="/ppt/slides/slide135.xml"/>
  <Override ContentType="application/vnd.openxmlformats-officedocument.presentationml.slide+xml" PartName="/ppt/slides/slide20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76.xml"/>
  <Override ContentType="application/vnd.openxmlformats-officedocument.presentationml.slide+xml" PartName="/ppt/slides/slide129.xml"/>
  <Override ContentType="application/vnd.openxmlformats-officedocument.presentationml.slide+xml" PartName="/ppt/slides/slide63.xml"/>
  <Override ContentType="application/vnd.openxmlformats-officedocument.presentationml.slide+xml" PartName="/ppt/slides/slide131.xml"/>
  <Override ContentType="application/vnd.openxmlformats-officedocument.presentationml.slide+xml" PartName="/ppt/slides/slide93.xml"/>
  <Override ContentType="application/vnd.openxmlformats-officedocument.presentationml.slide+xml" PartName="/ppt/slides/slide101.xml"/>
  <Override ContentType="application/vnd.openxmlformats-officedocument.presentationml.slide+xml" PartName="/ppt/slides/slide116.xml"/>
  <Override ContentType="application/vnd.openxmlformats-officedocument.presentationml.slide+xml" PartName="/ppt/slides/slide144.xml"/>
  <Override ContentType="application/vnd.openxmlformats-officedocument.presentationml.slide+xml" PartName="/ppt/slides/slide80.xml"/>
  <Override ContentType="application/vnd.openxmlformats-officedocument.presentationml.slide+xml" PartName="/ppt/slides/slide103.xml"/>
  <Override ContentType="application/vnd.openxmlformats-officedocument.presentationml.slide+xml" PartName="/ppt/slides/slide61.xml"/>
  <Override ContentType="application/vnd.openxmlformats-officedocument.presentationml.slide+xml" PartName="/ppt/slides/slide133.xml"/>
  <Override ContentType="application/vnd.openxmlformats-officedocument.presentationml.slide+xml" PartName="/ppt/slides/slide91.xml"/>
  <Override ContentType="application/vnd.openxmlformats-officedocument.presentationml.slide+xml" PartName="/ppt/slides/slide114.xml"/>
  <Override ContentType="application/vnd.openxmlformats-officedocument.presentationml.slide+xml" PartName="/ppt/slides/slide31.xml"/>
  <Override ContentType="application/vnd.openxmlformats-officedocument.presentationml.slide+xml" PartName="/ppt/slides/slide127.xml"/>
  <Override ContentType="application/vnd.openxmlformats-officedocument.presentationml.slide+xml" PartName="/ppt/slides/slide146.xml"/>
  <Override ContentType="application/vnd.openxmlformats-officedocument.presentationml.slide+xml" PartName="/ppt/slides/slide150.xml"/>
  <Override ContentType="application/vnd.openxmlformats-officedocument.presentationml.slide+xml" PartName="/ppt/slides/slide120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39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12.xml"/>
  <Override ContentType="application/vnd.openxmlformats-officedocument.presentationml.slide+xml" PartName="/ppt/slides/slide9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42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122.xml"/>
  <Override ContentType="application/vnd.openxmlformats-officedocument.presentationml.slide+xml" PartName="/ppt/slides/slide130.xml"/>
  <Override ContentType="application/vnd.openxmlformats-officedocument.presentationml.slide+xml" PartName="/ppt/slides/slide147.xml"/>
  <Override ContentType="application/vnd.openxmlformats-officedocument.presentationml.slide+xml" PartName="/ppt/slides/slide16.xml"/>
  <Override ContentType="application/vnd.openxmlformats-officedocument.presentationml.slide+xml" PartName="/ppt/slides/slide104.xml"/>
  <Override ContentType="application/vnd.openxmlformats-officedocument.presentationml.slide+xml" PartName="/ppt/slides/slide24.xml"/>
  <Override ContentType="application/vnd.openxmlformats-officedocument.presentationml.slide+xml" PartName="/ppt/slides/slide97.xml"/>
  <Override ContentType="application/vnd.openxmlformats-officedocument.presentationml.slide+xml" PartName="/ppt/slides/slide140.xml"/>
  <Override ContentType="application/vnd.openxmlformats-officedocument.presentationml.slide+xml" PartName="/ppt/slides/slide11.xml"/>
  <Override ContentType="application/vnd.openxmlformats-officedocument.presentationml.slide+xml" PartName="/ppt/slides/slide137.xml"/>
  <Override ContentType="application/vnd.openxmlformats-officedocument.presentationml.slide+xml" PartName="/ppt/slides/slide110.xml"/>
  <Override ContentType="application/vnd.openxmlformats-officedocument.presentationml.slide+xml" PartName="/ppt/slides/slide6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79.xml"/>
  <Override ContentType="application/vnd.openxmlformats-officedocument.presentationml.slide+xml" PartName="/ppt/slides/slide149.xml"/>
  <Override ContentType="application/vnd.openxmlformats-officedocument.presentationml.slide+xml" PartName="/ppt/slides/slide49.xml"/>
  <Override ContentType="application/vnd.openxmlformats-officedocument.presentationml.slide+xml" PartName="/ppt/slides/slide124.xml"/>
  <Override ContentType="application/vnd.openxmlformats-officedocument.presentationml.slide+xml" PartName="/ppt/slides/slide83.xml"/>
  <Override ContentType="application/vnd.openxmlformats-officedocument.presentationml.slide+xml" PartName="/ppt/slides/slide106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119.xml"/>
  <Override ContentType="application/vnd.openxmlformats-officedocument.presentationml.slide+xml" PartName="/ppt/slides/slide40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126.xml"/>
  <Override ContentType="application/vnd.openxmlformats-officedocument.presentationml.slide+xml" PartName="/ppt/slides/slide151.xml"/>
  <Override ContentType="application/vnd.openxmlformats-officedocument.presentationml.slide+xml" PartName="/ppt/slides/slide109.xml"/>
  <Override ContentType="application/vnd.openxmlformats-officedocument.presentationml.slide+xml" PartName="/ppt/slides/slide134.xml"/>
  <Override ContentType="application/vnd.openxmlformats-officedocument.presentationml.slide+xml" PartName="/ppt/slides/slide99.xml"/>
  <Override ContentType="application/vnd.openxmlformats-officedocument.presentationml.slide+xml" PartName="/ppt/slides/slide3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47.xml"/>
  <Override ContentType="application/vnd.openxmlformats-officedocument.presentationml.slide+xml" PartName="/ppt/slides/slide21.xml"/>
  <Override ContentType="application/vnd.openxmlformats-officedocument.presentationml.slide+xml" PartName="/ppt/slides/slide100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143.xml"/>
  <Override ContentType="application/vnd.openxmlformats-officedocument.presentationml.slide+xml" PartName="/ppt/slides/slide117.xml"/>
  <Override ContentType="application/vnd.openxmlformats-officedocument.presentationml.slide+xml" PartName="/ppt/slides/slide145.xml"/>
  <Override ContentType="application/vnd.openxmlformats-officedocument.presentationml.slide+xml" PartName="/ppt/slides/slide132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88.xml"/>
  <Override ContentType="application/vnd.openxmlformats-officedocument.presentationml.slide+xml" PartName="/ppt/slides/slide128.xml"/>
  <Override ContentType="application/vnd.openxmlformats-officedocument.presentationml.slide+xml" PartName="/ppt/slides/slide92.xml"/>
  <Override ContentType="application/vnd.openxmlformats-officedocument.presentationml.slide+xml" PartName="/ppt/slides/slide115.xml"/>
  <Override ContentType="application/vnd.openxmlformats-officedocument.presentationml.slide+xml" PartName="/ppt/slides/slide10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</p:sldIdLst>
  <p:sldSz cy="10287000" cx="18288000"/>
  <p:notesSz cx="6858000" cy="9144000"/>
  <p:embeddedFontLst>
    <p:embeddedFont>
      <p:font typeface="League Spartan"/>
      <p:regular r:id="rId159"/>
      <p:bold r:id="rId160"/>
    </p:embeddedFont>
    <p:embeddedFont>
      <p:font typeface="Gaegu Light"/>
      <p:regular r:id="rId161"/>
      <p:bold r:id="rId162"/>
    </p:embeddedFont>
    <p:embeddedFont>
      <p:font typeface="Poppins Light"/>
      <p:regular r:id="rId163"/>
      <p:bold r:id="rId164"/>
      <p:italic r:id="rId165"/>
      <p:boldItalic r:id="rId166"/>
    </p:embeddedFont>
    <p:embeddedFont>
      <p:font typeface="Cutive"/>
      <p:regular r:id="rId167"/>
    </p:embeddedFont>
    <p:embeddedFont>
      <p:font typeface="Gaegu"/>
      <p:regular r:id="rId168"/>
      <p:bold r:id="rId169"/>
    </p:embeddedFont>
    <p:embeddedFont>
      <p:font typeface="Poppins"/>
      <p:bold r:id="rId170"/>
      <p:boldItalic r:id="rId171"/>
    </p:embeddedFont>
    <p:embeddedFont>
      <p:font typeface="Jua"/>
      <p:regular r:id="rId172"/>
    </p:embeddedFont>
    <p:embeddedFont>
      <p:font typeface="Poppins Medium"/>
      <p:regular r:id="rId173"/>
      <p:bold r:id="rId174"/>
      <p:italic r:id="rId175"/>
      <p:boldItalic r:id="rId176"/>
    </p:embeddedFont>
    <p:embeddedFont>
      <p:font typeface="Londrina Solid"/>
      <p:regular r:id="rId177"/>
    </p:embeddedFont>
    <p:embeddedFont>
      <p:font typeface="Open Sans ExtraBold"/>
      <p:bold r:id="rId178"/>
      <p:boldItalic r:id="rId179"/>
    </p:embeddedFont>
    <p:embeddedFont>
      <p:font typeface="Open Sans"/>
      <p:regular r:id="rId180"/>
      <p:bold r:id="rId181"/>
      <p:italic r:id="rId182"/>
      <p:boldItalic r:id="rId18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222D65A-BFAB-478E-8F4F-CCD75DDC8EAC}">
  <a:tblStyle styleId="{B222D65A-BFAB-478E-8F4F-CCD75DDC8E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07" Type="http://schemas.openxmlformats.org/officeDocument/2006/relationships/slide" Target="slides/slide100.xml"/><Relationship Id="rId106" Type="http://schemas.openxmlformats.org/officeDocument/2006/relationships/slide" Target="slides/slide99.xml"/><Relationship Id="rId105" Type="http://schemas.openxmlformats.org/officeDocument/2006/relationships/slide" Target="slides/slide98.xml"/><Relationship Id="rId104" Type="http://schemas.openxmlformats.org/officeDocument/2006/relationships/slide" Target="slides/slide97.xml"/><Relationship Id="rId109" Type="http://schemas.openxmlformats.org/officeDocument/2006/relationships/slide" Target="slides/slide102.xml"/><Relationship Id="rId108" Type="http://schemas.openxmlformats.org/officeDocument/2006/relationships/slide" Target="slides/slide101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103" Type="http://schemas.openxmlformats.org/officeDocument/2006/relationships/slide" Target="slides/slide96.xml"/><Relationship Id="rId102" Type="http://schemas.openxmlformats.org/officeDocument/2006/relationships/slide" Target="slides/slide95.xml"/><Relationship Id="rId101" Type="http://schemas.openxmlformats.org/officeDocument/2006/relationships/slide" Target="slides/slide94.xml"/><Relationship Id="rId100" Type="http://schemas.openxmlformats.org/officeDocument/2006/relationships/slide" Target="slides/slide93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183" Type="http://schemas.openxmlformats.org/officeDocument/2006/relationships/font" Target="fonts/OpenSans-boldItalic.fntdata"/><Relationship Id="rId32" Type="http://schemas.openxmlformats.org/officeDocument/2006/relationships/slide" Target="slides/slide25.xml"/><Relationship Id="rId182" Type="http://schemas.openxmlformats.org/officeDocument/2006/relationships/font" Target="fonts/OpenSans-italic.fntdata"/><Relationship Id="rId35" Type="http://schemas.openxmlformats.org/officeDocument/2006/relationships/slide" Target="slides/slide28.xml"/><Relationship Id="rId181" Type="http://schemas.openxmlformats.org/officeDocument/2006/relationships/font" Target="fonts/OpenSans-bold.fntdata"/><Relationship Id="rId34" Type="http://schemas.openxmlformats.org/officeDocument/2006/relationships/slide" Target="slides/slide27.xml"/><Relationship Id="rId180" Type="http://schemas.openxmlformats.org/officeDocument/2006/relationships/font" Target="fonts/OpenSans-regular.fntdata"/><Relationship Id="rId37" Type="http://schemas.openxmlformats.org/officeDocument/2006/relationships/slide" Target="slides/slide30.xml"/><Relationship Id="rId176" Type="http://schemas.openxmlformats.org/officeDocument/2006/relationships/font" Target="fonts/PoppinsMedium-boldItalic.fntdata"/><Relationship Id="rId36" Type="http://schemas.openxmlformats.org/officeDocument/2006/relationships/slide" Target="slides/slide29.xml"/><Relationship Id="rId175" Type="http://schemas.openxmlformats.org/officeDocument/2006/relationships/font" Target="fonts/PoppinsMedium-italic.fntdata"/><Relationship Id="rId39" Type="http://schemas.openxmlformats.org/officeDocument/2006/relationships/slide" Target="slides/slide32.xml"/><Relationship Id="rId174" Type="http://schemas.openxmlformats.org/officeDocument/2006/relationships/font" Target="fonts/PoppinsMedium-bold.fntdata"/><Relationship Id="rId38" Type="http://schemas.openxmlformats.org/officeDocument/2006/relationships/slide" Target="slides/slide31.xml"/><Relationship Id="rId173" Type="http://schemas.openxmlformats.org/officeDocument/2006/relationships/font" Target="fonts/PoppinsMedium-regular.fntdata"/><Relationship Id="rId179" Type="http://schemas.openxmlformats.org/officeDocument/2006/relationships/font" Target="fonts/OpenSansExtraBold-boldItalic.fntdata"/><Relationship Id="rId178" Type="http://schemas.openxmlformats.org/officeDocument/2006/relationships/font" Target="fonts/OpenSansExtraBold-bold.fntdata"/><Relationship Id="rId177" Type="http://schemas.openxmlformats.org/officeDocument/2006/relationships/font" Target="fonts/LondrinaSolid-regular.fntdata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29" Type="http://schemas.openxmlformats.org/officeDocument/2006/relationships/slide" Target="slides/slide122.xml"/><Relationship Id="rId128" Type="http://schemas.openxmlformats.org/officeDocument/2006/relationships/slide" Target="slides/slide121.xml"/><Relationship Id="rId127" Type="http://schemas.openxmlformats.org/officeDocument/2006/relationships/slide" Target="slides/slide120.xml"/><Relationship Id="rId126" Type="http://schemas.openxmlformats.org/officeDocument/2006/relationships/slide" Target="slides/slide119.xml"/><Relationship Id="rId26" Type="http://schemas.openxmlformats.org/officeDocument/2006/relationships/slide" Target="slides/slide19.xml"/><Relationship Id="rId121" Type="http://schemas.openxmlformats.org/officeDocument/2006/relationships/slide" Target="slides/slide114.xml"/><Relationship Id="rId25" Type="http://schemas.openxmlformats.org/officeDocument/2006/relationships/slide" Target="slides/slide18.xml"/><Relationship Id="rId120" Type="http://schemas.openxmlformats.org/officeDocument/2006/relationships/slide" Target="slides/slide113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125" Type="http://schemas.openxmlformats.org/officeDocument/2006/relationships/slide" Target="slides/slide118.xml"/><Relationship Id="rId29" Type="http://schemas.openxmlformats.org/officeDocument/2006/relationships/slide" Target="slides/slide22.xml"/><Relationship Id="rId124" Type="http://schemas.openxmlformats.org/officeDocument/2006/relationships/slide" Target="slides/slide117.xml"/><Relationship Id="rId123" Type="http://schemas.openxmlformats.org/officeDocument/2006/relationships/slide" Target="slides/slide116.xml"/><Relationship Id="rId122" Type="http://schemas.openxmlformats.org/officeDocument/2006/relationships/slide" Target="slides/slide115.xml"/><Relationship Id="rId95" Type="http://schemas.openxmlformats.org/officeDocument/2006/relationships/slide" Target="slides/slide88.xml"/><Relationship Id="rId94" Type="http://schemas.openxmlformats.org/officeDocument/2006/relationships/slide" Target="slides/slide87.xml"/><Relationship Id="rId97" Type="http://schemas.openxmlformats.org/officeDocument/2006/relationships/slide" Target="slides/slide90.xml"/><Relationship Id="rId96" Type="http://schemas.openxmlformats.org/officeDocument/2006/relationships/slide" Target="slides/slide89.xml"/><Relationship Id="rId11" Type="http://schemas.openxmlformats.org/officeDocument/2006/relationships/slide" Target="slides/slide4.xml"/><Relationship Id="rId99" Type="http://schemas.openxmlformats.org/officeDocument/2006/relationships/slide" Target="slides/slide92.xml"/><Relationship Id="rId10" Type="http://schemas.openxmlformats.org/officeDocument/2006/relationships/slide" Target="slides/slide3.xml"/><Relationship Id="rId98" Type="http://schemas.openxmlformats.org/officeDocument/2006/relationships/slide" Target="slides/slide91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91" Type="http://schemas.openxmlformats.org/officeDocument/2006/relationships/slide" Target="slides/slide84.xml"/><Relationship Id="rId90" Type="http://schemas.openxmlformats.org/officeDocument/2006/relationships/slide" Target="slides/slide83.xml"/><Relationship Id="rId93" Type="http://schemas.openxmlformats.org/officeDocument/2006/relationships/slide" Target="slides/slide86.xml"/><Relationship Id="rId92" Type="http://schemas.openxmlformats.org/officeDocument/2006/relationships/slide" Target="slides/slide85.xml"/><Relationship Id="rId118" Type="http://schemas.openxmlformats.org/officeDocument/2006/relationships/slide" Target="slides/slide111.xml"/><Relationship Id="rId117" Type="http://schemas.openxmlformats.org/officeDocument/2006/relationships/slide" Target="slides/slide110.xml"/><Relationship Id="rId116" Type="http://schemas.openxmlformats.org/officeDocument/2006/relationships/slide" Target="slides/slide109.xml"/><Relationship Id="rId115" Type="http://schemas.openxmlformats.org/officeDocument/2006/relationships/slide" Target="slides/slide108.xml"/><Relationship Id="rId119" Type="http://schemas.openxmlformats.org/officeDocument/2006/relationships/slide" Target="slides/slide112.xml"/><Relationship Id="rId15" Type="http://schemas.openxmlformats.org/officeDocument/2006/relationships/slide" Target="slides/slide8.xml"/><Relationship Id="rId110" Type="http://schemas.openxmlformats.org/officeDocument/2006/relationships/slide" Target="slides/slide103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14" Type="http://schemas.openxmlformats.org/officeDocument/2006/relationships/slide" Target="slides/slide107.xml"/><Relationship Id="rId18" Type="http://schemas.openxmlformats.org/officeDocument/2006/relationships/slide" Target="slides/slide11.xml"/><Relationship Id="rId113" Type="http://schemas.openxmlformats.org/officeDocument/2006/relationships/slide" Target="slides/slide106.xml"/><Relationship Id="rId112" Type="http://schemas.openxmlformats.org/officeDocument/2006/relationships/slide" Target="slides/slide105.xml"/><Relationship Id="rId111" Type="http://schemas.openxmlformats.org/officeDocument/2006/relationships/slide" Target="slides/slide104.xml"/><Relationship Id="rId84" Type="http://schemas.openxmlformats.org/officeDocument/2006/relationships/slide" Target="slides/slide77.xml"/><Relationship Id="rId83" Type="http://schemas.openxmlformats.org/officeDocument/2006/relationships/slide" Target="slides/slide76.xml"/><Relationship Id="rId86" Type="http://schemas.openxmlformats.org/officeDocument/2006/relationships/slide" Target="slides/slide79.xml"/><Relationship Id="rId85" Type="http://schemas.openxmlformats.org/officeDocument/2006/relationships/slide" Target="slides/slide78.xml"/><Relationship Id="rId88" Type="http://schemas.openxmlformats.org/officeDocument/2006/relationships/slide" Target="slides/slide81.xml"/><Relationship Id="rId150" Type="http://schemas.openxmlformats.org/officeDocument/2006/relationships/slide" Target="slides/slide143.xml"/><Relationship Id="rId87" Type="http://schemas.openxmlformats.org/officeDocument/2006/relationships/slide" Target="slides/slide80.xml"/><Relationship Id="rId89" Type="http://schemas.openxmlformats.org/officeDocument/2006/relationships/slide" Target="slides/slide82.xml"/><Relationship Id="rId80" Type="http://schemas.openxmlformats.org/officeDocument/2006/relationships/slide" Target="slides/slide73.xml"/><Relationship Id="rId82" Type="http://schemas.openxmlformats.org/officeDocument/2006/relationships/slide" Target="slides/slide75.xml"/><Relationship Id="rId81" Type="http://schemas.openxmlformats.org/officeDocument/2006/relationships/slide" Target="slides/slide74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149" Type="http://schemas.openxmlformats.org/officeDocument/2006/relationships/slide" Target="slides/slide142.xml"/><Relationship Id="rId4" Type="http://schemas.openxmlformats.org/officeDocument/2006/relationships/tableStyles" Target="tableStyles.xml"/><Relationship Id="rId148" Type="http://schemas.openxmlformats.org/officeDocument/2006/relationships/slide" Target="slides/slide141.xml"/><Relationship Id="rId9" Type="http://schemas.openxmlformats.org/officeDocument/2006/relationships/slide" Target="slides/slide2.xml"/><Relationship Id="rId143" Type="http://schemas.openxmlformats.org/officeDocument/2006/relationships/slide" Target="slides/slide136.xml"/><Relationship Id="rId142" Type="http://schemas.openxmlformats.org/officeDocument/2006/relationships/slide" Target="slides/slide135.xml"/><Relationship Id="rId141" Type="http://schemas.openxmlformats.org/officeDocument/2006/relationships/slide" Target="slides/slide134.xml"/><Relationship Id="rId140" Type="http://schemas.openxmlformats.org/officeDocument/2006/relationships/slide" Target="slides/slide133.xml"/><Relationship Id="rId5" Type="http://schemas.openxmlformats.org/officeDocument/2006/relationships/slideMaster" Target="slideMasters/slideMaster1.xml"/><Relationship Id="rId147" Type="http://schemas.openxmlformats.org/officeDocument/2006/relationships/slide" Target="slides/slide140.xml"/><Relationship Id="rId6" Type="http://schemas.openxmlformats.org/officeDocument/2006/relationships/slideMaster" Target="slideMasters/slideMaster2.xml"/><Relationship Id="rId146" Type="http://schemas.openxmlformats.org/officeDocument/2006/relationships/slide" Target="slides/slide139.xml"/><Relationship Id="rId7" Type="http://schemas.openxmlformats.org/officeDocument/2006/relationships/notesMaster" Target="notesMasters/notesMaster1.xml"/><Relationship Id="rId145" Type="http://schemas.openxmlformats.org/officeDocument/2006/relationships/slide" Target="slides/slide138.xml"/><Relationship Id="rId8" Type="http://schemas.openxmlformats.org/officeDocument/2006/relationships/slide" Target="slides/slide1.xml"/><Relationship Id="rId144" Type="http://schemas.openxmlformats.org/officeDocument/2006/relationships/slide" Target="slides/slide137.xml"/><Relationship Id="rId73" Type="http://schemas.openxmlformats.org/officeDocument/2006/relationships/slide" Target="slides/slide66.xml"/><Relationship Id="rId72" Type="http://schemas.openxmlformats.org/officeDocument/2006/relationships/slide" Target="slides/slide65.xml"/><Relationship Id="rId75" Type="http://schemas.openxmlformats.org/officeDocument/2006/relationships/slide" Target="slides/slide68.xml"/><Relationship Id="rId74" Type="http://schemas.openxmlformats.org/officeDocument/2006/relationships/slide" Target="slides/slide67.xml"/><Relationship Id="rId77" Type="http://schemas.openxmlformats.org/officeDocument/2006/relationships/slide" Target="slides/slide70.xml"/><Relationship Id="rId76" Type="http://schemas.openxmlformats.org/officeDocument/2006/relationships/slide" Target="slides/slide69.xml"/><Relationship Id="rId79" Type="http://schemas.openxmlformats.org/officeDocument/2006/relationships/slide" Target="slides/slide72.xml"/><Relationship Id="rId78" Type="http://schemas.openxmlformats.org/officeDocument/2006/relationships/slide" Target="slides/slide71.xml"/><Relationship Id="rId71" Type="http://schemas.openxmlformats.org/officeDocument/2006/relationships/slide" Target="slides/slide64.xml"/><Relationship Id="rId70" Type="http://schemas.openxmlformats.org/officeDocument/2006/relationships/slide" Target="slides/slide63.xml"/><Relationship Id="rId139" Type="http://schemas.openxmlformats.org/officeDocument/2006/relationships/slide" Target="slides/slide132.xml"/><Relationship Id="rId138" Type="http://schemas.openxmlformats.org/officeDocument/2006/relationships/slide" Target="slides/slide131.xml"/><Relationship Id="rId137" Type="http://schemas.openxmlformats.org/officeDocument/2006/relationships/slide" Target="slides/slide130.xml"/><Relationship Id="rId132" Type="http://schemas.openxmlformats.org/officeDocument/2006/relationships/slide" Target="slides/slide125.xml"/><Relationship Id="rId131" Type="http://schemas.openxmlformats.org/officeDocument/2006/relationships/slide" Target="slides/slide124.xml"/><Relationship Id="rId130" Type="http://schemas.openxmlformats.org/officeDocument/2006/relationships/slide" Target="slides/slide123.xml"/><Relationship Id="rId136" Type="http://schemas.openxmlformats.org/officeDocument/2006/relationships/slide" Target="slides/slide129.xml"/><Relationship Id="rId135" Type="http://schemas.openxmlformats.org/officeDocument/2006/relationships/slide" Target="slides/slide128.xml"/><Relationship Id="rId134" Type="http://schemas.openxmlformats.org/officeDocument/2006/relationships/slide" Target="slides/slide127.xml"/><Relationship Id="rId133" Type="http://schemas.openxmlformats.org/officeDocument/2006/relationships/slide" Target="slides/slide126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66" Type="http://schemas.openxmlformats.org/officeDocument/2006/relationships/slide" Target="slides/slide59.xml"/><Relationship Id="rId172" Type="http://schemas.openxmlformats.org/officeDocument/2006/relationships/font" Target="fonts/Jua-regular.fntdata"/><Relationship Id="rId65" Type="http://schemas.openxmlformats.org/officeDocument/2006/relationships/slide" Target="slides/slide58.xml"/><Relationship Id="rId171" Type="http://schemas.openxmlformats.org/officeDocument/2006/relationships/font" Target="fonts/Poppins-boldItalic.fntdata"/><Relationship Id="rId68" Type="http://schemas.openxmlformats.org/officeDocument/2006/relationships/slide" Target="slides/slide61.xml"/><Relationship Id="rId170" Type="http://schemas.openxmlformats.org/officeDocument/2006/relationships/font" Target="fonts/Poppins-bold.fntdata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165" Type="http://schemas.openxmlformats.org/officeDocument/2006/relationships/font" Target="fonts/PoppinsLight-italic.fntdata"/><Relationship Id="rId69" Type="http://schemas.openxmlformats.org/officeDocument/2006/relationships/slide" Target="slides/slide62.xml"/><Relationship Id="rId164" Type="http://schemas.openxmlformats.org/officeDocument/2006/relationships/font" Target="fonts/PoppinsLight-bold.fntdata"/><Relationship Id="rId163" Type="http://schemas.openxmlformats.org/officeDocument/2006/relationships/font" Target="fonts/PoppinsLight-regular.fntdata"/><Relationship Id="rId162" Type="http://schemas.openxmlformats.org/officeDocument/2006/relationships/font" Target="fonts/GaeguLight-bold.fntdata"/><Relationship Id="rId169" Type="http://schemas.openxmlformats.org/officeDocument/2006/relationships/font" Target="fonts/Gaegu-bold.fntdata"/><Relationship Id="rId168" Type="http://schemas.openxmlformats.org/officeDocument/2006/relationships/font" Target="fonts/Gaegu-regular.fntdata"/><Relationship Id="rId167" Type="http://schemas.openxmlformats.org/officeDocument/2006/relationships/font" Target="fonts/Cutive-regular.fntdata"/><Relationship Id="rId166" Type="http://schemas.openxmlformats.org/officeDocument/2006/relationships/font" Target="fonts/PoppinsLight-boldItalic.fntdata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55" Type="http://schemas.openxmlformats.org/officeDocument/2006/relationships/slide" Target="slides/slide48.xml"/><Relationship Id="rId161" Type="http://schemas.openxmlformats.org/officeDocument/2006/relationships/font" Target="fonts/GaeguLight-regular.fntdata"/><Relationship Id="rId54" Type="http://schemas.openxmlformats.org/officeDocument/2006/relationships/slide" Target="slides/slide47.xml"/><Relationship Id="rId160" Type="http://schemas.openxmlformats.org/officeDocument/2006/relationships/font" Target="fonts/LeagueSpartan-bold.fntdata"/><Relationship Id="rId57" Type="http://schemas.openxmlformats.org/officeDocument/2006/relationships/slide" Target="slides/slide50.xml"/><Relationship Id="rId56" Type="http://schemas.openxmlformats.org/officeDocument/2006/relationships/slide" Target="slides/slide49.xml"/><Relationship Id="rId159" Type="http://schemas.openxmlformats.org/officeDocument/2006/relationships/font" Target="fonts/LeagueSpartan-regular.fntdata"/><Relationship Id="rId59" Type="http://schemas.openxmlformats.org/officeDocument/2006/relationships/slide" Target="slides/slide52.xml"/><Relationship Id="rId154" Type="http://schemas.openxmlformats.org/officeDocument/2006/relationships/slide" Target="slides/slide147.xml"/><Relationship Id="rId58" Type="http://schemas.openxmlformats.org/officeDocument/2006/relationships/slide" Target="slides/slide51.xml"/><Relationship Id="rId153" Type="http://schemas.openxmlformats.org/officeDocument/2006/relationships/slide" Target="slides/slide146.xml"/><Relationship Id="rId152" Type="http://schemas.openxmlformats.org/officeDocument/2006/relationships/slide" Target="slides/slide145.xml"/><Relationship Id="rId151" Type="http://schemas.openxmlformats.org/officeDocument/2006/relationships/slide" Target="slides/slide144.xml"/><Relationship Id="rId158" Type="http://schemas.openxmlformats.org/officeDocument/2006/relationships/slide" Target="slides/slide151.xml"/><Relationship Id="rId157" Type="http://schemas.openxmlformats.org/officeDocument/2006/relationships/slide" Target="slides/slide150.xml"/><Relationship Id="rId156" Type="http://schemas.openxmlformats.org/officeDocument/2006/relationships/slide" Target="slides/slide149.xml"/><Relationship Id="rId155" Type="http://schemas.openxmlformats.org/officeDocument/2006/relationships/slide" Target="slides/slide148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64" name="Google Shape;164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89" name="Google Shape;189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03" name="Google Shape;203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32" name="Google Shape;232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86" name="Google Shape;386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33" name="Google Shape;433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This is a Pear Deck Number Slide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To edit the type of question, go back to the "Ask Students a Question" in the Pear Deck sidebar.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03" name="Google Shape;503;p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40" name="Google Shape;540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611" name="Google Shape;611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640" name="Google Shape;640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This is a Pear Deck Number Slide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To edit the type of question, go back to the "Ask Students a Question" in the Pear Deck sidebar.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686" name="Google Shape;686;p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720" name="Google Shape;720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This is a Pear Deck Number Slide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To edit the type of question, go back to the "Ask Students a Question" in the Pear Deck sidebar.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755" name="Google Shape;755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792" name="Google Shape;792;p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2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4" name="Google Shape;864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4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" name="Google Shape;87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888" name="Google Shape;888;p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896" name="Google Shape;896;p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921" name="Google Shape;921;p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978" name="Google Shape;978;p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3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35" name="Google Shape;1035;p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6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8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400" name="Google Shape;1400;p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5" name="Shape 1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Google Shape;1756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757" name="Google Shape;1757;p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9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This is a Pear Deck Text Slide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To edit the type of question, go back to the "Ask Students a Question" in the Pear Deck sidebar.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111" name="Google Shape;2111;p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8" name="Shape 2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9" name="Google Shape;2459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460" name="Google Shape;2460;p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5" name="Shape 2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Google Shape;2826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827" name="Google Shape;2827;p3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1" name="Shape 3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2" name="Google Shape;3172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This is a Pear Deck Number Slide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To edit the type of question, go back to the "Ask Students a Question" in the Pear Deck sidebar.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173" name="Google Shape;3173;p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8" name="Shape 3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9" name="Google Shape;3509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510" name="Google Shape;3510;p3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6" name="Shape 3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7" name="Google Shape;3857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858" name="Google Shape;3858;p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9" name="Shape 3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" name="Google Shape;3870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871" name="Google Shape;3871;p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6" name="Shape 3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7" name="Google Shape;3897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898" name="Google Shape;3898;p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4" name="Shape 3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5" name="Google Shape;3925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926" name="Google Shape;3926;p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2" name="Shape 3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3" name="Google Shape;3953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This is a Pear Deck Number Slide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To edit the type of question, go back to the "Ask Students a Question" in the Pear Deck sidebar.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954" name="Google Shape;3954;p4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7" name="Shape 3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8" name="Google Shape;3988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3989" name="Google Shape;3989;p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023" name="Google Shape;4023;p4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8" name="Shape 4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9" name="Google Shape;4069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070" name="Google Shape;4070;p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1" name="Shape 4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2" name="Google Shape;4122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This is a Pear Deck Text Slide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/>
              <a:t>🍐 To edit the type of question, go back to the "Ask Students a Question" in the Pear Deck sidebar.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123" name="Google Shape;4123;p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7" name="Shape 4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8" name="Google Shape;4168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169" name="Google Shape;4169;p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1" name="Shape 4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2" name="Google Shape;4222;p4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3" name="Google Shape;4223;p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3" name="Shape 4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4" name="Google Shape;4234;p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5" name="Google Shape;4235;p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5" name="Shape 4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6" name="Google Shape;4246;p4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7" name="Google Shape;4247;p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7" name="Shape 4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8" name="Google Shape;4258;p5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9" name="Google Shape;4259;p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9" name="Shape 4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0" name="Google Shape;4270;p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1" name="Google Shape;4271;p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2" name="Shape 4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3" name="Google Shape;4283;p5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4" name="Google Shape;4284;p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6" name="Shape 4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7" name="Google Shape;4297;p5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8" name="Google Shape;4298;p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1" name="Shape 4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2" name="Google Shape;4312;p5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3" name="Google Shape;4313;p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0" name="Shape 4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1" name="Google Shape;4321;p5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2" name="Google Shape;4322;p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9" name="Shape 4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0" name="Google Shape;4330;p5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1" name="Google Shape;4331;p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8" name="Shape 4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9" name="Google Shape;4339;p5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0" name="Google Shape;4340;p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7" name="Shape 4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8" name="Google Shape;4348;p5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9" name="Google Shape;4349;p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1" name="Shape 4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2" name="Google Shape;4362;p5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3" name="Google Shape;4363;p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7" name="Shape 4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8" name="Google Shape;4378;p6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9" name="Google Shape;4379;p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3" name="Shape 4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4" name="Google Shape;4394;p6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5" name="Google Shape;4395;p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2" name="Shape 4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" name="Google Shape;4403;p6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4" name="Google Shape;4404;p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1" name="Shape 4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2" name="Google Shape;4412;p6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3" name="Google Shape;4413;p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1" name="Shape 4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2" name="Google Shape;4422;p6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3" name="Google Shape;4423;p6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3" name="Shape 4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4" name="Google Shape;4434;p6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5" name="Google Shape;4435;p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5" name="Shape 4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6" name="Google Shape;4446;p6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7" name="Google Shape;4447;p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7" name="Shape 4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8" name="Google Shape;4458;p6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9" name="Google Shape;4459;p6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9" name="Shape 4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0" name="Google Shape;4470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471" name="Google Shape;4471;p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4" name="Shape 4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5" name="Google Shape;4475;p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476" name="Google Shape;4476;p6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3" name="Shape 4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4" name="Google Shape;4494;p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495" name="Google Shape;4495;p7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2" name="Shape 4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3" name="Google Shape;4513;p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514" name="Google Shape;4514;p7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5" name="Shape 4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6" name="Google Shape;4526;p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527" name="Google Shape;4527;p7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8" name="Shape 4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9" name="Google Shape;4549;p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550" name="Google Shape;4550;p7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8" name="Shape 4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9" name="Google Shape;4559;p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560" name="Google Shape;4560;p7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5" name="Shape 4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6" name="Google Shape;4586;p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587" name="Google Shape;4587;p7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3" name="Shape 4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4" name="Google Shape;4614;p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615" name="Google Shape;4615;p7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1" name="Shape 4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2" name="Google Shape;4642;p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643" name="Google Shape;4643;p7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5" name="Shape 4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6" name="Google Shape;4666;p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667" name="Google Shape;4667;p7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5" name="Shape 4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6" name="Google Shape;4676;p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677" name="Google Shape;4677;p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4" name="Shape 4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5" name="Google Shape;4685;p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686" name="Google Shape;4686;p8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2" name="Shape 4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3" name="Google Shape;4783;p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784" name="Google Shape;4784;p8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6" name="Shape 4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7" name="Google Shape;4827;p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828" name="Google Shape;4828;p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35" name="Shape 4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6" name="Google Shape;4836;p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837" name="Google Shape;4837;p8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8" name="Shape 4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9" name="Google Shape;4919;p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920" name="Google Shape;4920;p8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8" name="Shape 4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9" name="Google Shape;4959;p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960" name="Google Shape;4960;p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7" name="Shape 4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8" name="Google Shape;4968;p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969" name="Google Shape;4969;p8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1" name="Shape 5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2" name="Google Shape;5012;p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013" name="Google Shape;5013;p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0" name="Shape 5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1" name="Google Shape;5091;p8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2" name="Google Shape;5092;p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7" name="Shape 5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8" name="Google Shape;5118;p8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9" name="Google Shape;5119;p8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6" name="Shape 5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7" name="Google Shape;5127;p9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8" name="Google Shape;5128;p9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5" name="Shape 5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6" name="Google Shape;5136;p9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7" name="Google Shape;5137;p9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4" name="Shape 5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5" name="Google Shape;5145;p9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6" name="Google Shape;5146;p9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1" name="Shape 5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Google Shape;5152;p9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3" name="Google Shape;5153;p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1" name="Shape 5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2" name="Google Shape;5162;p9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3" name="Google Shape;5163;p9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1" name="Shape 5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2" name="Google Shape;5172;p9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3" name="Google Shape;5173;p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1" name="Shape 5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2" name="Google Shape;5192;p9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3" name="Google Shape;5193;p9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3" name="Shape 5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" name="Google Shape;5304;p9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5" name="Google Shape;5305;p9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4" name="Shape 5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5" name="Google Shape;5315;p9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6" name="Google Shape;5316;p9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1" name="Shape 5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2" name="Google Shape;5332;p9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3" name="Google Shape;5333;p9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1" name="Shape 5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2" name="Google Shape;5342;p10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3" name="Google Shape;5343;p10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0" name="Shape 5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1" name="Google Shape;5361;p10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2" name="Google Shape;5362;p10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1" name="Shape 5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2" name="Google Shape;5382;p10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3" name="Google Shape;5383;p1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8" name="Shape 5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9" name="Google Shape;5409;p10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0" name="Google Shape;5410;p10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9" name="Shape 5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0" name="Google Shape;5420;p10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1" name="Google Shape;5421;p1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1" name="Shape 5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2" name="Google Shape;5432;p10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3" name="Google Shape;5433;p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6" name="Shape 5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7" name="Google Shape;5447;p10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8" name="Google Shape;5448;p10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6" name="Shape 5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7" name="Google Shape;5457;p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458" name="Google Shape;5458;p10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3" name="Shape 5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4" name="Google Shape;5474;p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475" name="Google Shape;5475;p10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4" name="Shape 5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5" name="Google Shape;5485;p10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6" name="Google Shape;5486;p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9" name="Shape 5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0" name="Google Shape;5490;p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491" name="Google Shape;5491;p1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1" name="Shape 5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2" name="Google Shape;5512;p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513" name="Google Shape;5513;p1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3" name="Shape 5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4" name="Google Shape;5534;p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535" name="Google Shape;5535;p1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5" name="Shape 5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6" name="Google Shape;5556;p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557" name="Google Shape;5557;p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9" name="Shape 5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0" name="Google Shape;5570;p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571" name="Google Shape;5571;p11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2" name="Shape 5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3" name="Google Shape;5583;p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584" name="Google Shape;5584;p1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4" name="Shape 5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5" name="Google Shape;5595;p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596" name="Google Shape;5596;p1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23" name="Shape 5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4" name="Google Shape;5624;p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625" name="Google Shape;5625;p1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39" name="Shape 5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0" name="Google Shape;5640;p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641" name="Google Shape;5641;p1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8" name="Shape 5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9" name="Google Shape;5659;p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660" name="Google Shape;5660;p1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5" name="Shape 5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6" name="Google Shape;5676;p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677" name="Google Shape;5677;p1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7" name="Shape 5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8" name="Google Shape;5698;p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699" name="Google Shape;5699;p1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1" name="Shape 5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2" name="Google Shape;5722;p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723" name="Google Shape;5723;p1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1" name="Shape 5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2" name="Google Shape;5742;p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743" name="Google Shape;5743;p1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3" name="Shape 5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4" name="Google Shape;5764;p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765" name="Google Shape;5765;p1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76" name="Shape 5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7" name="Google Shape;5777;p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778" name="Google Shape;5778;p1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8" name="Shape 5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9" name="Google Shape;5789;p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790" name="Google Shape;5790;p1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4" name="Shape 5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5" name="Google Shape;5805;p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806" name="Google Shape;5806;p1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2" name="Shape 5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3" name="Google Shape;5823;p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824" name="Google Shape;5824;p1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3" name="Shape 5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4" name="Google Shape;5844;p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845" name="Google Shape;5845;p1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9" name="Shape 5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0" name="Google Shape;5870;p1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1" name="Google Shape;5871;p1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1" name="Shape 5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2" name="Google Shape;5882;p1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3" name="Google Shape;5883;p1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3" name="Shape 5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4" name="Google Shape;5894;p1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5" name="Google Shape;5895;p1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3" name="Shape 5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4" name="Google Shape;5904;p1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5" name="Google Shape;5905;p1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2" name="Shape 5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3" name="Google Shape;5913;p1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4" name="Google Shape;5914;p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1" name="Shape 5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2" name="Google Shape;5922;p1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3" name="Google Shape;5923;p1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8" name="Shape 5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9" name="Google Shape;5929;p1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0" name="Google Shape;5930;p1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5" name="Shape 5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6" name="Google Shape;5936;p1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7" name="Google Shape;5937;p1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9" name="Shape 5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0" name="Google Shape;5950;p1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1" name="Google Shape;5951;p1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9" name="Shape 5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0" name="Google Shape;5960;p1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1" name="Google Shape;5961;p1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3" name="Shape 5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4" name="Google Shape;5974;p1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5" name="Google Shape;5975;p1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5" name="Shape 5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6" name="Google Shape;5986;p14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7" name="Google Shape;5987;p1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7" name="Shape 5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8" name="Google Shape;5998;p14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9" name="Google Shape;5999;p1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9" name="Shape 6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" name="Google Shape;6010;p14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1" name="Google Shape;6011;p1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9" name="Shape 6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0" name="Google Shape;6020;p14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1" name="Google Shape;6021;p1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7" name="Shape 6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8" name="Google Shape;6038;p1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9" name="Google Shape;6039;p1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48" name="Shape 6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9" name="Google Shape;6049;p14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0" name="Google Shape;6050;p1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1" name="Shape 6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2" name="Google Shape;6062;p14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3" name="Google Shape;6063;p1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4" name="Shape 6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5" name="Google Shape;6085;p1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6" name="Google Shape;6086;p1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6" name="Shape 6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7" name="Google Shape;6097;p14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8" name="Google Shape;6098;p1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8" name="Shape 6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9" name="Google Shape;6109;p15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0" name="Google Shape;6110;p1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0" name="Shape 6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1" name="Google Shape;6121;p1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2" name="Google Shape;6122;p1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/>
          <p:nvPr>
            <p:ph type="ctrTitle"/>
          </p:nvPr>
        </p:nvSpPr>
        <p:spPr>
          <a:xfrm>
            <a:off x="623417" y="1489151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10400"/>
            </a:lvl9pPr>
          </a:lstStyle>
          <a:p/>
        </p:txBody>
      </p:sp>
      <p:sp>
        <p:nvSpPr>
          <p:cNvPr id="92" name="Google Shape;92;p15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600"/>
            </a:lvl9pPr>
          </a:lstStyle>
          <a:p/>
        </p:txBody>
      </p:sp>
      <p:sp>
        <p:nvSpPr>
          <p:cNvPr id="93" name="Google Shape;93;p15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9pPr>
          </a:lstStyle>
          <a:p/>
        </p:txBody>
      </p:sp>
      <p:sp>
        <p:nvSpPr>
          <p:cNvPr id="96" name="Google Shape;96;p16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623400" y="890051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0" name="Google Shape;100;p17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623400" y="890051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801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24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24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9pPr>
          </a:lstStyle>
          <a:p/>
        </p:txBody>
      </p:sp>
      <p:sp>
        <p:nvSpPr>
          <p:cNvPr id="104" name="Google Shape;104;p18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801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24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24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9pPr>
          </a:lstStyle>
          <a:p/>
        </p:txBody>
      </p:sp>
      <p:sp>
        <p:nvSpPr>
          <p:cNvPr id="105" name="Google Shape;105;p18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 txBox="1"/>
          <p:nvPr>
            <p:ph type="title"/>
          </p:nvPr>
        </p:nvSpPr>
        <p:spPr>
          <a:xfrm>
            <a:off x="623400" y="890051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4800"/>
            </a:lvl9pPr>
          </a:lstStyle>
          <a:p/>
        </p:txBody>
      </p:sp>
      <p:sp>
        <p:nvSpPr>
          <p:cNvPr id="111" name="Google Shape;111;p20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2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24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24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24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2400"/>
            </a:lvl9pPr>
          </a:lstStyle>
          <a:p/>
        </p:txBody>
      </p:sp>
      <p:sp>
        <p:nvSpPr>
          <p:cNvPr id="112" name="Google Shape;112;p20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/>
          <p:nvPr>
            <p:ph type="title"/>
          </p:nvPr>
        </p:nvSpPr>
        <p:spPr>
          <a:xfrm>
            <a:off x="980501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9pPr>
          </a:lstStyle>
          <a:p/>
        </p:txBody>
      </p:sp>
      <p:sp>
        <p:nvSpPr>
          <p:cNvPr id="115" name="Google Shape;115;p21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/>
          <p:nvPr/>
        </p:nvSpPr>
        <p:spPr>
          <a:xfrm>
            <a:off x="9144000" y="-251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t/>
            </a:r>
            <a:endParaRPr sz="3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2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8400"/>
            </a:lvl9pPr>
          </a:lstStyle>
          <a:p/>
        </p:txBody>
      </p:sp>
      <p:sp>
        <p:nvSpPr>
          <p:cNvPr id="119" name="Google Shape;119;p22"/>
          <p:cNvSpPr txBox="1"/>
          <p:nvPr>
            <p:ph idx="1" type="subTitle"/>
          </p:nvPr>
        </p:nvSpPr>
        <p:spPr>
          <a:xfrm>
            <a:off x="531000" y="5606149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4200"/>
            </a:lvl9pPr>
          </a:lstStyle>
          <a:p/>
        </p:txBody>
      </p:sp>
      <p:sp>
        <p:nvSpPr>
          <p:cNvPr id="120" name="Google Shape;120;p22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1" name="Google Shape;121;p22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idx="1" type="body"/>
          </p:nvPr>
        </p:nvSpPr>
        <p:spPr>
          <a:xfrm>
            <a:off x="623400" y="8461151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4" name="Google Shape;124;p23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24000"/>
            </a:lvl9pPr>
          </a:lstStyle>
          <a:p/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623400" y="6304451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8" name="Google Shape;128;p24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623400" y="890051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2801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2801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2801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2801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2801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2801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2801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2801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idx="12" type="sldNum"/>
          </p:nvPr>
        </p:nvSpPr>
        <p:spPr>
          <a:xfrm>
            <a:off x="16944917" y="9326435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buClr>
                <a:schemeClr val="dk2"/>
              </a:buClr>
              <a:buSzPts val="2000"/>
              <a:buFont typeface="Arial"/>
              <a:buNone/>
              <a:defRPr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dontchangethislink.peardeckmagic.zone/?eyJ0eXBlIjoiZnJlZVJlc3BvbnNlLW51bWJlciIsImRyYWdnYWJsZXMiOlt7ImlkIjoiZHJhZ2dhYmxlMCIsInR5cGUiOiJpY29uIiwiaWNvbiI6eyJpZCI6ImRlZmF1bHQtY2lyY2xlIn0sImNvbG9yIjoiI0Q1MUQyOCJ9XSwiZHJhZ2dhYmxlU2l6ZSI6MTIuNTUsImVtYmVkZGFibGVVcmwiOiJodHRwczovLyIsImFuc3dlcnMiOltdfQ==pearId=magic-pear-shape-identifier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dontchangethislink.peardeckmagic.zone/?eyJ0eXBlIjoiZ29vZ2xlLXNsaWRlcy1hZGRvbi1yZXNwb25zZS1mb290ZXIiLCJsYXN0RWRpdGVkQnkiOiIxMTgyNDY3OTc0OTMxMzE3OTUzNTUiLCJwcmVzZW50YXRpb25JZCI6IjFtMEItUmt3by13bGF0WnZGcWNzWGp3TjFLcnlfREc1cEE5UjRvSVlHbU5rIiwiY29udGVudElkIjoiY3VzdG9tLXJlc3BvbnNlLWZyZWVSZXNwb25zZS1udW1iZXIiLCJzbGlkZUlkIjoiZ2U4YjBkODYxZTRfMF81MDgiLCJjb250ZW50SW5zdGFuY2VJZCI6IjFtMEItUmt3by13bGF0WnZGcWNzWGp3TjFLcnlfREc1cEE5UjRvSVlHbU5rL2Y2YTViYTBiLTk3YjgtNDQ2Mi1iZGQ1LTI1ZjkxYmMwYjc5NSJ9pearId=magic-pear-metadata-identifier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dontchangethislink.peardeckmagic.zone/?eyJ0eXBlIjoiZnJlZVJlc3BvbnNlLW51bWJlciIsImRyYWdnYWJsZXMiOlt7ImlkIjoiZHJhZ2dhYmxlMCIsInR5cGUiOiJpY29uIiwiaWNvbiI6eyJpZCI6ImRlZmF1bHQtY2lyY2xlIn0sImNvbG9yIjoiI0Q1MUQyOCJ9XSwiZHJhZ2dhYmxlU2l6ZSI6MTIuNTUsImVtYmVkZGFibGVVcmwiOiJodHRwczovLyIsImFuc3dlcnMiOltdfQ==pearId=magic-pear-shape-identifier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dontchangethislink.peardeckmagic.zone/?eyJ0eXBlIjoiZ29vZ2xlLXNsaWRlcy1hZGRvbi1yZXNwb25zZS1mb290ZXIiLCJsYXN0RWRpdGVkQnkiOiIxMTgyNDY3OTc0OTMxMzE3OTUzNTUiLCJwcmVzZW50YXRpb25JZCI6IjFtMEItUmt3by13bGF0WnZGcWNzWGp3TjFLcnlfREc1cEE5UjRvSVlHbU5rIiwiY29udGVudElkIjoiY3VzdG9tLXJlc3BvbnNlLWZyZWVSZXNwb25zZS1udW1iZXIiLCJzbGlkZUlkIjoiZ2U4YjBkODYxZTRfMF8xMzEiLCJjb250ZW50SW5zdGFuY2VJZCI6IjFtMEItUmt3by13bGF0WnZGcWNzWGp3TjFLcnlfREc1cEE5UjRvSVlHbU5rLzZlMTYwYjk5LTBkMzQtNGQxZS1hMzdkLWZmMTI5ZTQ2ZTRjOCJ9pearId=magic-pear-metadata-identifier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dontchangethislink.peardeckmagic.zone/?eyJ0eXBlIjoiZnJlZVJlc3BvbnNlLW51bWJlciIsImRyYWdnYWJsZXMiOlt7ImlkIjoiZHJhZ2dhYmxlMCIsInR5cGUiOiJpY29uIiwiaWNvbiI6eyJpZCI6ImRlZmF1bHQtY2lyY2xlIn0sImNvbG9yIjoiI0Q1MUQyOCJ9XSwiZHJhZ2dhYmxlU2l6ZSI6MTIuNTUsImVtYmVkZGFibGVVcmwiOiJodHRwczovLyIsImFuc3dlcnMiOltdfQ==pearId=magic-pear-shape-identifier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dontchangethislink.peardeckmagic.zone/?eyJ0eXBlIjoiZ29vZ2xlLXNsaWRlcy1hZGRvbi1yZXNwb25zZS1mb290ZXIiLCJsYXN0RWRpdGVkQnkiOiIxMTgyNDY3OTc0OTMxMzE3OTUzNTUiLCJwcmVzZW50YXRpb25JZCI6IjFtMEItUmt3by13bGF0WnZGcWNzWGp3TjFLcnlfREc1cEE5UjRvSVlHbU5rIiwiY29udGVudElkIjoiY3VzdG9tLXJlc3BvbnNlLWZyZWVSZXNwb25zZS1udW1iZXIiLCJzbGlkZUlkIjoiZ2U4YjBkODYxZTRfMF81MDgiLCJjb250ZW50SW5zdGFuY2VJZCI6IjFtMEItUmt3by13bGF0WnZGcWNzWGp3TjFLcnlfREc1cEE5UjRvSVlHbU5rL2Y2YTViYTBiLTk3YjgtNDQ2Mi1iZGQ1LTI1ZjkxYmMwYjc5NSJ9pearId=magic-pear-metadata-identifier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jpg"/><Relationship Id="rId4" Type="http://schemas.openxmlformats.org/officeDocument/2006/relationships/image" Target="../media/image2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jp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dontchangethislink.peardeckmagic.zone/?eyJ0eXBlIjoiZnJlZVJlc3BvbnNlLXRleHQiLCJkcmFnZ2FibGVzIjpbeyJpZCI6ImRyYWdnYWJsZTAiLCJ0eXBlIjoiaWNvbiIsImljb24iOnsiaWQiOiJkZWZhdWx0LWNpcmNsZSJ9LCJjb2xvciI6IiNENTFEMjgifV0sImRyYWdnYWJsZVNpemUiOjEyLjU1LCJlbWJlZGRhYmxlVXJsIjoiaHR0cHM6Ly8iLCJhbnN3ZXJzIjpbXX0=pearId=magic-pear-shape-identifier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://dontchangethislink.peardeckmagic.zone/?eyJ0eXBlIjoiZ29vZ2xlLXNsaWRlcy1hZGRvbi1yZXNwb25zZS1mb290ZXIiLCJsYXN0RWRpdGVkQnkiOiIxMTgyNDY3OTc0OTMxMzE3OTUzNTUiLCJwcmVzZW50YXRpb25JZCI6IjFtMEItUmt3by13bGF0WnZGcWNzWGp3TjFLcnlfREc1cEE5UjRvSVlHbU5rIiwiY29udGVudElkIjoiY3VzdG9tLXJlc3BvbnNlLWZyZWVSZXNwb25zZS10ZXh0Iiwic2xpZGVJZCI6ImdlOGIwZDg2MWU0XzBfODU1IiwiY29udGVudEluc3RhbmNlSWQiOiIxbTBCLVJrd28td2xhdFp2RnFjc1hqd04xS3J5X0RHNXBBOVI0b0lZR21Oay9iYjdhMGE0ZC0zNDBjLTQzNWEtOTI5Ni05Y2Y2YzczOGQ2ZGEifQ==pearId=magic-pear-metadata-identifier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dontchangethislink.peardeckmagic.zone/?eyJ0eXBlIjoiZnJlZVJlc3BvbnNlLW51bWJlciIsImRyYWdnYWJsZXMiOlt7ImlkIjoiZHJhZ2dhYmxlMCIsInR5cGUiOiJpY29uIiwiaWNvbiI6eyJpZCI6ImRlZmF1bHQtY2lyY2xlIn0sImNvbG9yIjoiI0Q1MUQyOCJ9XSwiZHJhZ2dhYmxlU2l6ZSI6MTIuNTUsImVtYmVkZGFibGVVcmwiOiJodHRwczovLyIsImFuc3dlcnMiOltdfQ==pearId=magic-pear-shape-identifier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dontchangethislink.peardeckmagic.zone/?eyJ0eXBlIjoiZ29vZ2xlLXNsaWRlcy1hZGRvbi1yZXNwb25zZS1mb290ZXIiLCJsYXN0RWRpdGVkQnkiOiIxMTgyNDY3OTc0OTMxMzE3OTUzNTUiLCJwcmVzZW50YXRpb25JZCI6IjFtMEItUmt3by13bGF0WnZGcWNzWGp3TjFLcnlfREc1cEE5UjRvSVlHbU5rIiwiY29udGVudElkIjoiY3VzdG9tLXJlc3BvbnNlLWZyZWVSZXNwb25zZS1udW1iZXIiLCJzbGlkZUlkIjoiZ2U4YjBkODYxZTRfMF85NDkiLCJjb250ZW50SW5zdGFuY2VJZCI6IjFtMEItUmt3by13bGF0WnZGcWNzWGp3TjFLcnlfREc1cEE5UjRvSVlHbU5rLzE0OWE5OTVmLTYxNDctNDVmNy1iNjFlLThiNmE2YTNhZDQ1ZCJ9pearId=magic-pear-metadata-identifier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://dontchangethislink.peardeckmagic.zone/?eyJ0eXBlIjoiZnJlZVJlc3BvbnNlLW51bWJlciIsImRyYWdnYWJsZXMiOlt7ImlkIjoiZHJhZ2dhYmxlMCIsInR5cGUiOiJpY29uIiwiaWNvbiI6eyJpZCI6ImRlZmF1bHQtY2lyY2xlIn0sImNvbG9yIjoiI0Q1MUQyOCJ9XSwiZHJhZ2dhYmxlU2l6ZSI6MTIuNTUsImVtYmVkZGFibGVVcmwiOiJodHRwczovLyIsImFuc3dlcnMiOltdfQ==pearId=magic-pear-shape-identifier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://dontchangethislink.peardeckmagic.zone/?eyJ0eXBlIjoiZ29vZ2xlLXNsaWRlcy1hZGRvbi1yZXNwb25zZS1mb290ZXIiLCJsYXN0RWRpdGVkQnkiOiIxMTgyNDY3OTc0OTMxMzE3OTUzNTUiLCJwcmVzZW50YXRpb25JZCI6IjFtMEItUmt3by13bGF0WnZGcWNzWGp3TjFLcnlfREc1cEE5UjRvSVlHbU5rIiwiY29udGVudElkIjoiY3VzdG9tLXJlc3BvbnNlLWZyZWVSZXNwb25zZS1udW1iZXIiLCJzbGlkZUlkIjoiZ2U4YjBkODYxZTRfMF8xMDgwIiwiY29udGVudEluc3RhbmNlSWQiOiIxbTBCLVJrd28td2xhdFp2RnFjc1hqd04xS3J5X0RHNXBBOVI0b0lZR21Oay8wZmFmOTQwOS03MWU2LTQzYzEtODEwOC04NzEzYTAwMjQ1OTUifQ==pearId=magic-pear-metadata-identifier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3.png"/><Relationship Id="rId4" Type="http://schemas.openxmlformats.org/officeDocument/2006/relationships/hyperlink" Target="http://dontchangethislink.peardeckmagic.zone/?eyJ0eXBlIjoiZnJlZVJlc3BvbnNlLXRleHQiLCJkcmFnZ2FibGVzIjpbeyJpZCI6ImRyYWdnYWJsZTAiLCJ0eXBlIjoiaWNvbiIsImljb24iOnsiaWQiOiJkZWZhdWx0LWNpcmNsZSJ9LCJjb2xvciI6IiNENTFEMjgifV0sImRyYWdnYWJsZVNpemUiOjEyLjU1LCJlbWJlZGRhYmxlVXJsIjoiaHR0cHM6Ly8iLCJhbnN3ZXJzIjpbXX0=pearId=magic-pear-shape-identifier" TargetMode="External"/><Relationship Id="rId5" Type="http://schemas.openxmlformats.org/officeDocument/2006/relationships/image" Target="../media/image7.png"/><Relationship Id="rId6" Type="http://schemas.openxmlformats.org/officeDocument/2006/relationships/hyperlink" Target="http://dontchangethislink.peardeckmagic.zone/?eyJ0eXBlIjoiZ29vZ2xlLXNsaWRlcy1hZGRvbi1yZXNwb25zZS1mb290ZXIiLCJsYXN0RWRpdGVkQnkiOiIxMTgyNDY3OTc0OTMxMzE3OTUzNTUiLCJwcmVzZW50YXRpb25JZCI6IjFtMEItUmt3by13bGF0WnZGcWNzWGp3TjFLcnlfREc1cEE5UjRvSVlHbU5rIiwiY29udGVudElkIjoiY3VzdG9tLXJlc3BvbnNlLWZyZWVSZXNwb25zZS10ZXh0Iiwic2xpZGVJZCI6ImdlOGIwZDg2MWU0XzBfMTI0MSIsImNvbnRlbnRJbnN0YW5jZUlkIjoiMW0wQi1Sa3dvLXdsYXRadkZxY3NYandOMUtyeV9ERzVwQTlSNG9JWUdtTmsvOTY0YTc5ZGEtZmNhYS00MzQ5LTg5MzEtOGVmOGY0ODA4Zjg5In0=pearId=magic-pear-metadata-identifier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0.jpg"/><Relationship Id="rId4" Type="http://schemas.openxmlformats.org/officeDocument/2006/relationships/image" Target="../media/image18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0.jpg"/><Relationship Id="rId4" Type="http://schemas.openxmlformats.org/officeDocument/2006/relationships/image" Target="../media/image17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0.jpg"/><Relationship Id="rId4" Type="http://schemas.openxmlformats.org/officeDocument/2006/relationships/image" Target="../media/image19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30.jpg"/><Relationship Id="rId4" Type="http://schemas.openxmlformats.org/officeDocument/2006/relationships/image" Target="../media/image28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7.png"/><Relationship Id="rId4" Type="http://schemas.openxmlformats.org/officeDocument/2006/relationships/image" Target="../media/image32.png"/><Relationship Id="rId5" Type="http://schemas.openxmlformats.org/officeDocument/2006/relationships/image" Target="../media/image24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7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7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3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45.png"/><Relationship Id="rId4" Type="http://schemas.openxmlformats.org/officeDocument/2006/relationships/image" Target="../media/image81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45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35.png"/><Relationship Id="rId4" Type="http://schemas.openxmlformats.org/officeDocument/2006/relationships/image" Target="../media/image45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31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53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30.jpg"/><Relationship Id="rId4" Type="http://schemas.openxmlformats.org/officeDocument/2006/relationships/image" Target="../media/image54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30.jpg"/><Relationship Id="rId4" Type="http://schemas.openxmlformats.org/officeDocument/2006/relationships/image" Target="../media/image52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30.jpg"/><Relationship Id="rId4" Type="http://schemas.openxmlformats.org/officeDocument/2006/relationships/image" Target="../media/image34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30.jpg"/><Relationship Id="rId4" Type="http://schemas.openxmlformats.org/officeDocument/2006/relationships/image" Target="../media/image55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46.png"/><Relationship Id="rId4" Type="http://schemas.openxmlformats.org/officeDocument/2006/relationships/image" Target="../media/image42.png"/><Relationship Id="rId5" Type="http://schemas.openxmlformats.org/officeDocument/2006/relationships/image" Target="../media/image40.png"/><Relationship Id="rId6" Type="http://schemas.openxmlformats.org/officeDocument/2006/relationships/image" Target="../media/image39.pn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49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43.png"/><Relationship Id="rId4" Type="http://schemas.openxmlformats.org/officeDocument/2006/relationships/image" Target="../media/image47.pn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43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43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43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43.png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43.png"/><Relationship Id="rId4" Type="http://schemas.openxmlformats.org/officeDocument/2006/relationships/image" Target="../media/image72.png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71.png"/><Relationship Id="rId4" Type="http://schemas.openxmlformats.org/officeDocument/2006/relationships/image" Target="../media/image50.png"/><Relationship Id="rId5" Type="http://schemas.openxmlformats.org/officeDocument/2006/relationships/image" Target="../media/image60.png"/><Relationship Id="rId6" Type="http://schemas.openxmlformats.org/officeDocument/2006/relationships/image" Target="../media/image59.png"/><Relationship Id="rId7" Type="http://schemas.openxmlformats.org/officeDocument/2006/relationships/image" Target="../media/image51.png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58.png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56.png"/></Relationships>
</file>

<file path=ppt/slides/_rels/slide9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64.png"/></Relationships>
</file>

<file path=ppt/slides/_rels/slide9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114.png"/><Relationship Id="rId4" Type="http://schemas.openxmlformats.org/officeDocument/2006/relationships/image" Target="../media/image82.png"/></Relationships>
</file>

<file path=ppt/slides/_rels/slide9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70.png"/></Relationships>
</file>

<file path=ppt/slides/_rels/slide9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57.png"/><Relationship Id="rId4" Type="http://schemas.openxmlformats.org/officeDocument/2006/relationships/image" Target="../media/image79.png"/></Relationships>
</file>

<file path=ppt/slides/_rels/slide10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61.png"/></Relationships>
</file>

<file path=ppt/slides/_rels/slide10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0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7.xml"/><Relationship Id="rId3" Type="http://schemas.openxmlformats.org/officeDocument/2006/relationships/image" Target="../media/image86.png"/><Relationship Id="rId4" Type="http://schemas.openxmlformats.org/officeDocument/2006/relationships/image" Target="../media/image62.png"/><Relationship Id="rId11" Type="http://schemas.openxmlformats.org/officeDocument/2006/relationships/image" Target="../media/image74.png"/><Relationship Id="rId10" Type="http://schemas.openxmlformats.org/officeDocument/2006/relationships/image" Target="../media/image80.png"/><Relationship Id="rId12" Type="http://schemas.openxmlformats.org/officeDocument/2006/relationships/image" Target="../media/image89.png"/><Relationship Id="rId9" Type="http://schemas.openxmlformats.org/officeDocument/2006/relationships/image" Target="../media/image65.png"/><Relationship Id="rId5" Type="http://schemas.openxmlformats.org/officeDocument/2006/relationships/image" Target="../media/image67.png"/><Relationship Id="rId6" Type="http://schemas.openxmlformats.org/officeDocument/2006/relationships/image" Target="../media/image75.png"/><Relationship Id="rId7" Type="http://schemas.openxmlformats.org/officeDocument/2006/relationships/image" Target="../media/image63.png"/><Relationship Id="rId8" Type="http://schemas.openxmlformats.org/officeDocument/2006/relationships/image" Target="../media/image84.png"/></Relationships>
</file>

<file path=ppt/slides/_rels/slide10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/Relationships>
</file>

<file path=ppt/slides/_rels/slide10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101.png"/></Relationships>
</file>

<file path=ppt/slides/_rels/slide1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91.png"/></Relationships>
</file>

<file path=ppt/slides/_rels/slide1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91.png"/></Relationships>
</file>

<file path=ppt/slides/_rels/slide1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91.png"/></Relationships>
</file>

<file path=ppt/slides/_rels/slide1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9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89.png"/></Relationships>
</file>

<file path=ppt/slides/_rels/slide1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89.png"/></Relationships>
</file>

<file path=ppt/slides/_rels/slide1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89.png"/></Relationships>
</file>

<file path=ppt/slides/_rels/slide1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/Relationships>
</file>

<file path=ppt/slides/_rels/slide1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89.png"/></Relationships>
</file>

<file path=ppt/slides/_rels/slide1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9" Type="http://schemas.openxmlformats.org/officeDocument/2006/relationships/image" Target="../media/image9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89.png"/></Relationships>
</file>

<file path=ppt/slides/_rels/slide1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9" Type="http://schemas.openxmlformats.org/officeDocument/2006/relationships/image" Target="../media/image9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89.png"/></Relationships>
</file>

<file path=ppt/slides/_rels/slide120.xml.rels><?xml version="1.0" encoding="UTF-8" standalone="yes"?><Relationships xmlns="http://schemas.openxmlformats.org/package/2006/relationships"><Relationship Id="rId11" Type="http://schemas.openxmlformats.org/officeDocument/2006/relationships/image" Target="../media/image75.png"/><Relationship Id="rId10" Type="http://schemas.openxmlformats.org/officeDocument/2006/relationships/image" Target="../media/image103.png"/><Relationship Id="rId13" Type="http://schemas.openxmlformats.org/officeDocument/2006/relationships/image" Target="../media/image104.png"/><Relationship Id="rId12" Type="http://schemas.openxmlformats.org/officeDocument/2006/relationships/image" Target="../media/image105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0.xml"/><Relationship Id="rId3" Type="http://schemas.openxmlformats.org/officeDocument/2006/relationships/image" Target="../media/image88.png"/><Relationship Id="rId4" Type="http://schemas.openxmlformats.org/officeDocument/2006/relationships/image" Target="../media/image95.png"/><Relationship Id="rId9" Type="http://schemas.openxmlformats.org/officeDocument/2006/relationships/image" Target="../media/image98.png"/><Relationship Id="rId5" Type="http://schemas.openxmlformats.org/officeDocument/2006/relationships/image" Target="../media/image65.png"/><Relationship Id="rId6" Type="http://schemas.openxmlformats.org/officeDocument/2006/relationships/image" Target="../media/image80.png"/><Relationship Id="rId7" Type="http://schemas.openxmlformats.org/officeDocument/2006/relationships/image" Target="../media/image87.png"/><Relationship Id="rId8" Type="http://schemas.openxmlformats.org/officeDocument/2006/relationships/image" Target="../media/image111.png"/></Relationships>
</file>

<file path=ppt/slides/_rels/slide121.xml.rels><?xml version="1.0" encoding="UTF-8" standalone="yes"?><Relationships xmlns="http://schemas.openxmlformats.org/package/2006/relationships"><Relationship Id="rId11" Type="http://schemas.openxmlformats.org/officeDocument/2006/relationships/image" Target="../media/image65.png"/><Relationship Id="rId10" Type="http://schemas.openxmlformats.org/officeDocument/2006/relationships/image" Target="../media/image75.png"/><Relationship Id="rId13" Type="http://schemas.openxmlformats.org/officeDocument/2006/relationships/image" Target="../media/image104.png"/><Relationship Id="rId12" Type="http://schemas.openxmlformats.org/officeDocument/2006/relationships/image" Target="../media/image105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88.png"/><Relationship Id="rId4" Type="http://schemas.openxmlformats.org/officeDocument/2006/relationships/image" Target="../media/image95.png"/><Relationship Id="rId9" Type="http://schemas.openxmlformats.org/officeDocument/2006/relationships/image" Target="../media/image103.png"/><Relationship Id="rId5" Type="http://schemas.openxmlformats.org/officeDocument/2006/relationships/image" Target="../media/image87.png"/><Relationship Id="rId6" Type="http://schemas.openxmlformats.org/officeDocument/2006/relationships/image" Target="../media/image111.png"/><Relationship Id="rId7" Type="http://schemas.openxmlformats.org/officeDocument/2006/relationships/image" Target="../media/image80.png"/><Relationship Id="rId8" Type="http://schemas.openxmlformats.org/officeDocument/2006/relationships/image" Target="../media/image98.png"/></Relationships>
</file>

<file path=ppt/slides/_rels/slide122.xml.rels><?xml version="1.0" encoding="UTF-8" standalone="yes"?><Relationships xmlns="http://schemas.openxmlformats.org/package/2006/relationships"><Relationship Id="rId11" Type="http://schemas.openxmlformats.org/officeDocument/2006/relationships/image" Target="../media/image65.png"/><Relationship Id="rId10" Type="http://schemas.openxmlformats.org/officeDocument/2006/relationships/image" Target="../media/image75.png"/><Relationship Id="rId13" Type="http://schemas.openxmlformats.org/officeDocument/2006/relationships/image" Target="../media/image104.png"/><Relationship Id="rId12" Type="http://schemas.openxmlformats.org/officeDocument/2006/relationships/image" Target="../media/image105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88.png"/><Relationship Id="rId4" Type="http://schemas.openxmlformats.org/officeDocument/2006/relationships/image" Target="../media/image95.png"/><Relationship Id="rId9" Type="http://schemas.openxmlformats.org/officeDocument/2006/relationships/image" Target="../media/image103.png"/><Relationship Id="rId5" Type="http://schemas.openxmlformats.org/officeDocument/2006/relationships/image" Target="../media/image87.png"/><Relationship Id="rId6" Type="http://schemas.openxmlformats.org/officeDocument/2006/relationships/image" Target="../media/image111.png"/><Relationship Id="rId7" Type="http://schemas.openxmlformats.org/officeDocument/2006/relationships/image" Target="../media/image80.png"/><Relationship Id="rId8" Type="http://schemas.openxmlformats.org/officeDocument/2006/relationships/image" Target="../media/image98.png"/></Relationships>
</file>

<file path=ppt/slides/_rels/slide123.xml.rels><?xml version="1.0" encoding="UTF-8" standalone="yes"?><Relationships xmlns="http://schemas.openxmlformats.org/package/2006/relationships"><Relationship Id="rId11" Type="http://schemas.openxmlformats.org/officeDocument/2006/relationships/image" Target="../media/image65.png"/><Relationship Id="rId10" Type="http://schemas.openxmlformats.org/officeDocument/2006/relationships/image" Target="../media/image75.png"/><Relationship Id="rId13" Type="http://schemas.openxmlformats.org/officeDocument/2006/relationships/image" Target="../media/image104.png"/><Relationship Id="rId12" Type="http://schemas.openxmlformats.org/officeDocument/2006/relationships/image" Target="../media/image105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88.png"/><Relationship Id="rId4" Type="http://schemas.openxmlformats.org/officeDocument/2006/relationships/image" Target="../media/image95.png"/><Relationship Id="rId9" Type="http://schemas.openxmlformats.org/officeDocument/2006/relationships/image" Target="../media/image103.png"/><Relationship Id="rId5" Type="http://schemas.openxmlformats.org/officeDocument/2006/relationships/image" Target="../media/image87.png"/><Relationship Id="rId6" Type="http://schemas.openxmlformats.org/officeDocument/2006/relationships/image" Target="../media/image111.png"/><Relationship Id="rId7" Type="http://schemas.openxmlformats.org/officeDocument/2006/relationships/image" Target="../media/image80.png"/><Relationship Id="rId8" Type="http://schemas.openxmlformats.org/officeDocument/2006/relationships/image" Target="../media/image98.png"/></Relationships>
</file>

<file path=ppt/slides/_rels/slide1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74.png"/></Relationships>
</file>

<file path=ppt/slides/_rels/slide1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74.png"/></Relationships>
</file>

<file path=ppt/slides/_rels/slide1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74.png"/></Relationships>
</file>

<file path=ppt/slides/_rels/slide1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62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63.png"/><Relationship Id="rId7" Type="http://schemas.openxmlformats.org/officeDocument/2006/relationships/image" Target="../media/image84.png"/><Relationship Id="rId8" Type="http://schemas.openxmlformats.org/officeDocument/2006/relationships/image" Target="../media/image74.png"/></Relationships>
</file>

<file path=ppt/slides/_rels/slide128.xml.rels><?xml version="1.0" encoding="UTF-8" standalone="yes"?><Relationships xmlns="http://schemas.openxmlformats.org/package/2006/relationships"><Relationship Id="rId11" Type="http://schemas.openxmlformats.org/officeDocument/2006/relationships/image" Target="../media/image75.png"/><Relationship Id="rId10" Type="http://schemas.openxmlformats.org/officeDocument/2006/relationships/image" Target="../media/image103.png"/><Relationship Id="rId13" Type="http://schemas.openxmlformats.org/officeDocument/2006/relationships/image" Target="../media/image104.png"/><Relationship Id="rId12" Type="http://schemas.openxmlformats.org/officeDocument/2006/relationships/image" Target="../media/image105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88.png"/><Relationship Id="rId4" Type="http://schemas.openxmlformats.org/officeDocument/2006/relationships/image" Target="../media/image95.png"/><Relationship Id="rId9" Type="http://schemas.openxmlformats.org/officeDocument/2006/relationships/image" Target="../media/image98.png"/><Relationship Id="rId5" Type="http://schemas.openxmlformats.org/officeDocument/2006/relationships/image" Target="../media/image65.png"/><Relationship Id="rId6" Type="http://schemas.openxmlformats.org/officeDocument/2006/relationships/image" Target="../media/image80.png"/><Relationship Id="rId7" Type="http://schemas.openxmlformats.org/officeDocument/2006/relationships/image" Target="../media/image87.png"/><Relationship Id="rId8" Type="http://schemas.openxmlformats.org/officeDocument/2006/relationships/image" Target="../media/image111.png"/></Relationships>
</file>

<file path=ppt/slides/_rels/slide129.xml.rels><?xml version="1.0" encoding="UTF-8" standalone="yes"?><Relationships xmlns="http://schemas.openxmlformats.org/package/2006/relationships"><Relationship Id="rId11" Type="http://schemas.openxmlformats.org/officeDocument/2006/relationships/image" Target="../media/image75.png"/><Relationship Id="rId10" Type="http://schemas.openxmlformats.org/officeDocument/2006/relationships/image" Target="../media/image103.png"/><Relationship Id="rId13" Type="http://schemas.openxmlformats.org/officeDocument/2006/relationships/image" Target="../media/image104.png"/><Relationship Id="rId12" Type="http://schemas.openxmlformats.org/officeDocument/2006/relationships/image" Target="../media/image105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88.png"/><Relationship Id="rId4" Type="http://schemas.openxmlformats.org/officeDocument/2006/relationships/image" Target="../media/image95.png"/><Relationship Id="rId9" Type="http://schemas.openxmlformats.org/officeDocument/2006/relationships/image" Target="../media/image98.png"/><Relationship Id="rId5" Type="http://schemas.openxmlformats.org/officeDocument/2006/relationships/image" Target="../media/image65.png"/><Relationship Id="rId6" Type="http://schemas.openxmlformats.org/officeDocument/2006/relationships/image" Target="../media/image80.png"/><Relationship Id="rId7" Type="http://schemas.openxmlformats.org/officeDocument/2006/relationships/image" Target="../media/image87.png"/><Relationship Id="rId8" Type="http://schemas.openxmlformats.org/officeDocument/2006/relationships/image" Target="../media/image111.png"/></Relationships>
</file>

<file path=ppt/slides/_rels/slide1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30.jpg"/><Relationship Id="rId4" Type="http://schemas.openxmlformats.org/officeDocument/2006/relationships/image" Target="../media/image122.png"/></Relationships>
</file>

<file path=ppt/slides/_rels/slide1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30.jpg"/><Relationship Id="rId4" Type="http://schemas.openxmlformats.org/officeDocument/2006/relationships/image" Target="../media/image113.png"/></Relationships>
</file>

<file path=ppt/slides/_rels/slide1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112.png"/><Relationship Id="rId4" Type="http://schemas.openxmlformats.org/officeDocument/2006/relationships/image" Target="../media/image115.png"/><Relationship Id="rId5" Type="http://schemas.openxmlformats.org/officeDocument/2006/relationships/image" Target="../media/image129.png"/><Relationship Id="rId6" Type="http://schemas.openxmlformats.org/officeDocument/2006/relationships/image" Target="../media/image121.png"/></Relationships>
</file>

<file path=ppt/slides/_rels/slide1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12.png"/><Relationship Id="rId4" Type="http://schemas.openxmlformats.org/officeDocument/2006/relationships/image" Target="../media/image118.png"/><Relationship Id="rId5" Type="http://schemas.openxmlformats.org/officeDocument/2006/relationships/image" Target="../media/image126.png"/></Relationships>
</file>

<file path=ppt/slides/_rels/slide1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112.png"/><Relationship Id="rId4" Type="http://schemas.openxmlformats.org/officeDocument/2006/relationships/image" Target="../media/image118.png"/><Relationship Id="rId5" Type="http://schemas.openxmlformats.org/officeDocument/2006/relationships/image" Target="../media/image126.png"/></Relationships>
</file>

<file path=ppt/slides/_rels/slide1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112.png"/></Relationships>
</file>

<file path=ppt/slides/_rels/slide1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112.png"/></Relationships>
</file>

<file path=ppt/slides/_rels/slide1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112.png"/></Relationships>
</file>

<file path=ppt/slides/_rels/slide1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112.png"/></Relationships>
</file>

<file path=ppt/slides/_rels/slide1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112.png"/></Relationships>
</file>

<file path=ppt/slides/_rels/slide1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2.png"/></Relationships>
</file>

<file path=ppt/slides/_rels/slide1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112.png"/></Relationships>
</file>

<file path=ppt/slides/_rels/slide1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112.png"/></Relationships>
</file>

<file path=ppt/slides/_rels/slide1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3" Type="http://schemas.openxmlformats.org/officeDocument/2006/relationships/image" Target="../media/image112.png"/></Relationships>
</file>

<file path=ppt/slides/_rels/slide1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3" Type="http://schemas.openxmlformats.org/officeDocument/2006/relationships/image" Target="../media/image112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/Relationships>
</file>

<file path=ppt/slides/_rels/slide1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3" Type="http://schemas.openxmlformats.org/officeDocument/2006/relationships/image" Target="../media/image112.png"/></Relationships>
</file>

<file path=ppt/slides/_rels/slide1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12.png"/></Relationships>
</file>

<file path=ppt/slides/_rels/slide1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112.png"/></Relationships>
</file>

<file path=ppt/slides/_rels/slide1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30.jpg"/><Relationship Id="rId4" Type="http://schemas.openxmlformats.org/officeDocument/2006/relationships/image" Target="../media/image128.png"/></Relationships>
</file>

<file path=ppt/slides/_rels/slide1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30.jpg"/><Relationship Id="rId4" Type="http://schemas.openxmlformats.org/officeDocument/2006/relationships/image" Target="../media/image123.png"/></Relationships>
</file>

<file path=ppt/slides/_rels/slide1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30.jpg"/><Relationship Id="rId4" Type="http://schemas.openxmlformats.org/officeDocument/2006/relationships/image" Target="../media/image124.png"/></Relationships>
</file>

<file path=ppt/slides/_rels/slide1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30.jpg"/><Relationship Id="rId4" Type="http://schemas.openxmlformats.org/officeDocument/2006/relationships/image" Target="../media/image12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/>
          <p:nvPr/>
        </p:nvSpPr>
        <p:spPr>
          <a:xfrm rot="356482">
            <a:off x="789539" y="8591095"/>
            <a:ext cx="5723194" cy="5723194"/>
          </a:xfrm>
          <a:custGeom>
            <a:rect b="b" l="l" r="r" t="t"/>
            <a:pathLst>
              <a:path extrusionOk="0" h="5723194" w="5723194">
                <a:moveTo>
                  <a:pt x="0" y="0"/>
                </a:moveTo>
                <a:lnTo>
                  <a:pt x="5723194" y="0"/>
                </a:lnTo>
                <a:lnTo>
                  <a:pt x="5723194" y="5723194"/>
                </a:lnTo>
                <a:lnTo>
                  <a:pt x="0" y="572319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5"/>
          <p:cNvSpPr/>
          <p:nvPr/>
        </p:nvSpPr>
        <p:spPr>
          <a:xfrm>
            <a:off x="469726" y="8164945"/>
            <a:ext cx="5763892" cy="5763892"/>
          </a:xfrm>
          <a:custGeom>
            <a:rect b="b" l="l" r="r" t="t"/>
            <a:pathLst>
              <a:path extrusionOk="0" h="5763892" w="5763892">
                <a:moveTo>
                  <a:pt x="0" y="0"/>
                </a:moveTo>
                <a:lnTo>
                  <a:pt x="5763892" y="0"/>
                </a:lnTo>
                <a:lnTo>
                  <a:pt x="5763892" y="5763892"/>
                </a:lnTo>
                <a:lnTo>
                  <a:pt x="0" y="57638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5"/>
          <p:cNvSpPr/>
          <p:nvPr/>
        </p:nvSpPr>
        <p:spPr>
          <a:xfrm>
            <a:off x="469726" y="708570"/>
            <a:ext cx="6720301" cy="4821816"/>
          </a:xfrm>
          <a:custGeom>
            <a:rect b="b" l="l" r="r" t="t"/>
            <a:pathLst>
              <a:path extrusionOk="0" h="4821816" w="6720301">
                <a:moveTo>
                  <a:pt x="0" y="0"/>
                </a:moveTo>
                <a:lnTo>
                  <a:pt x="6720301" y="0"/>
                </a:lnTo>
                <a:lnTo>
                  <a:pt x="6720301" y="4821816"/>
                </a:lnTo>
                <a:lnTo>
                  <a:pt x="0" y="482181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6" name="Google Shape;136;p25"/>
          <p:cNvGrpSpPr/>
          <p:nvPr/>
        </p:nvGrpSpPr>
        <p:grpSpPr>
          <a:xfrm>
            <a:off x="6276196" y="1316491"/>
            <a:ext cx="11210278" cy="6494026"/>
            <a:chOff x="0" y="-66675"/>
            <a:chExt cx="14947037" cy="8658701"/>
          </a:xfrm>
        </p:grpSpPr>
        <p:sp>
          <p:nvSpPr>
            <p:cNvPr id="137" name="Google Shape;137;p25"/>
            <p:cNvSpPr txBox="1"/>
            <p:nvPr/>
          </p:nvSpPr>
          <p:spPr>
            <a:xfrm>
              <a:off x="0" y="1934254"/>
              <a:ext cx="14947037" cy="47562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9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572">
                  <a:solidFill>
                    <a:srgbClr val="F8CF64"/>
                  </a:solidFill>
                  <a:latin typeface="Poppins"/>
                  <a:ea typeface="Poppins"/>
                  <a:cs typeface="Poppins"/>
                  <a:sym typeface="Poppins"/>
                </a:rPr>
                <a:t>Number System</a:t>
              </a:r>
              <a:endParaRPr/>
            </a:p>
          </p:txBody>
        </p:sp>
        <p:sp>
          <p:nvSpPr>
            <p:cNvPr id="138" name="Google Shape;138;p25"/>
            <p:cNvSpPr txBox="1"/>
            <p:nvPr/>
          </p:nvSpPr>
          <p:spPr>
            <a:xfrm>
              <a:off x="627111" y="-66675"/>
              <a:ext cx="13692814" cy="7503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384">
                  <a:solidFill>
                    <a:srgbClr val="FFFFF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CHAPTER 1.1 </a:t>
              </a:r>
              <a:endParaRPr/>
            </a:p>
          </p:txBody>
        </p:sp>
        <p:sp>
          <p:nvSpPr>
            <p:cNvPr id="139" name="Google Shape;139;p25"/>
            <p:cNvSpPr txBox="1"/>
            <p:nvPr/>
          </p:nvSpPr>
          <p:spPr>
            <a:xfrm>
              <a:off x="627111" y="7741032"/>
              <a:ext cx="13692814" cy="8509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3008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0" name="Google Shape;140;p25"/>
          <p:cNvSpPr txBox="1"/>
          <p:nvPr/>
        </p:nvSpPr>
        <p:spPr>
          <a:xfrm>
            <a:off x="2040846" y="1519185"/>
            <a:ext cx="3220579" cy="657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952">
                <a:solidFill>
                  <a:srgbClr val="FF32AF"/>
                </a:solidFill>
                <a:latin typeface="Shrikhand"/>
                <a:ea typeface="Shrikhand"/>
                <a:cs typeface="Shrikhand"/>
                <a:sym typeface="Shrikhand"/>
              </a:rPr>
              <a:t>0101110?</a:t>
            </a:r>
            <a:endParaRPr/>
          </a:p>
        </p:txBody>
      </p:sp>
      <p:sp>
        <p:nvSpPr>
          <p:cNvPr id="141" name="Google Shape;141;p25"/>
          <p:cNvSpPr txBox="1"/>
          <p:nvPr/>
        </p:nvSpPr>
        <p:spPr>
          <a:xfrm>
            <a:off x="2823300" y="2262343"/>
            <a:ext cx="2607476" cy="5349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74">
                <a:solidFill>
                  <a:srgbClr val="B76E22"/>
                </a:solidFill>
                <a:latin typeface="Alfa Slab One"/>
                <a:ea typeface="Alfa Slab One"/>
                <a:cs typeface="Alfa Slab One"/>
                <a:sym typeface="Alfa Slab One"/>
              </a:rPr>
              <a:t>AE73F9?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oogle Shape;146;p26"/>
          <p:cNvGrpSpPr/>
          <p:nvPr/>
        </p:nvGrpSpPr>
        <p:grpSpPr>
          <a:xfrm>
            <a:off x="3222977" y="1182242"/>
            <a:ext cx="11210278" cy="6494026"/>
            <a:chOff x="0" y="-66675"/>
            <a:chExt cx="14947037" cy="8658701"/>
          </a:xfrm>
        </p:grpSpPr>
        <p:sp>
          <p:nvSpPr>
            <p:cNvPr id="147" name="Google Shape;147;p26"/>
            <p:cNvSpPr txBox="1"/>
            <p:nvPr/>
          </p:nvSpPr>
          <p:spPr>
            <a:xfrm>
              <a:off x="0" y="1934254"/>
              <a:ext cx="14947037" cy="47562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9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572">
                  <a:solidFill>
                    <a:srgbClr val="F8CF64"/>
                  </a:solidFill>
                  <a:latin typeface="Poppins"/>
                  <a:ea typeface="Poppins"/>
                  <a:cs typeface="Poppins"/>
                  <a:sym typeface="Poppins"/>
                </a:rPr>
                <a:t>Binary System</a:t>
              </a:r>
              <a:endParaRPr/>
            </a:p>
          </p:txBody>
        </p:sp>
        <p:sp>
          <p:nvSpPr>
            <p:cNvPr id="148" name="Google Shape;148;p26"/>
            <p:cNvSpPr txBox="1"/>
            <p:nvPr/>
          </p:nvSpPr>
          <p:spPr>
            <a:xfrm>
              <a:off x="627111" y="-66675"/>
              <a:ext cx="13692814" cy="7503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63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6"/>
            <p:cNvSpPr txBox="1"/>
            <p:nvPr/>
          </p:nvSpPr>
          <p:spPr>
            <a:xfrm>
              <a:off x="627111" y="7741032"/>
              <a:ext cx="13692814" cy="8509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3008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/>
          <p:nvPr/>
        </p:nvSpPr>
        <p:spPr>
          <a:xfrm>
            <a:off x="3035139" y="5527110"/>
            <a:ext cx="2172245" cy="3047792"/>
          </a:xfrm>
          <a:custGeom>
            <a:rect b="b" l="l" r="r" t="t"/>
            <a:pathLst>
              <a:path extrusionOk="0" h="3047792" w="2172245">
                <a:moveTo>
                  <a:pt x="0" y="0"/>
                </a:moveTo>
                <a:lnTo>
                  <a:pt x="2172245" y="0"/>
                </a:lnTo>
                <a:lnTo>
                  <a:pt x="2172245" y="3047792"/>
                </a:lnTo>
                <a:lnTo>
                  <a:pt x="0" y="30477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7"/>
          <p:cNvSpPr/>
          <p:nvPr/>
        </p:nvSpPr>
        <p:spPr>
          <a:xfrm>
            <a:off x="9889108" y="5527110"/>
            <a:ext cx="2172245" cy="3047792"/>
          </a:xfrm>
          <a:custGeom>
            <a:rect b="b" l="l" r="r" t="t"/>
            <a:pathLst>
              <a:path extrusionOk="0" h="3047792" w="2172245">
                <a:moveTo>
                  <a:pt x="0" y="0"/>
                </a:moveTo>
                <a:lnTo>
                  <a:pt x="2172245" y="0"/>
                </a:lnTo>
                <a:lnTo>
                  <a:pt x="2172245" y="3047792"/>
                </a:lnTo>
                <a:lnTo>
                  <a:pt x="0" y="30477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7"/>
          <p:cNvSpPr txBox="1"/>
          <p:nvPr/>
        </p:nvSpPr>
        <p:spPr>
          <a:xfrm>
            <a:off x="-391438" y="73235"/>
            <a:ext cx="8462663" cy="955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58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Why Binary System</a:t>
            </a:r>
            <a:endParaRPr/>
          </a:p>
        </p:txBody>
      </p:sp>
      <p:sp>
        <p:nvSpPr>
          <p:cNvPr id="157" name="Google Shape;157;p27"/>
          <p:cNvSpPr txBox="1"/>
          <p:nvPr/>
        </p:nvSpPr>
        <p:spPr>
          <a:xfrm>
            <a:off x="260446" y="1488472"/>
            <a:ext cx="17328697" cy="27863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703" lvl="1" marL="685406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74"/>
              <a:buFont typeface="Poppins"/>
              <a:buAutoNum type="arabicPeriod"/>
            </a:pPr>
            <a:r>
              <a:rPr b="1" i="0" lang="en" sz="317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Computers consist of millions of tiny switches that can be either on or off.</a:t>
            </a:r>
            <a:endParaRPr/>
          </a:p>
          <a:p>
            <a:pPr indent="-342703" lvl="1" marL="685406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74"/>
              <a:buFont typeface="Poppins"/>
              <a:buAutoNum type="arabicPeriod"/>
            </a:pPr>
            <a:r>
              <a:rPr b="1" i="0" lang="en" sz="317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All information must be transformed into binary format to be processed by a computer.  </a:t>
            </a:r>
            <a:endParaRPr/>
          </a:p>
          <a:p>
            <a:pPr indent="-342703" lvl="1" marL="685406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74"/>
              <a:buFont typeface="Poppins"/>
              <a:buAutoNum type="arabicPeriod"/>
            </a:pPr>
            <a:r>
              <a:rPr b="1" i="0" lang="en" sz="317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Therefore, the binary system is selected as the method for computers to represent any type of data.</a:t>
            </a:r>
            <a:endParaRPr/>
          </a:p>
        </p:txBody>
      </p:sp>
      <p:sp>
        <p:nvSpPr>
          <p:cNvPr id="158" name="Google Shape;158;p27"/>
          <p:cNvSpPr txBox="1"/>
          <p:nvPr/>
        </p:nvSpPr>
        <p:spPr>
          <a:xfrm>
            <a:off x="5378171" y="6579288"/>
            <a:ext cx="2318029" cy="848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94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On = 1</a:t>
            </a:r>
            <a:endParaRPr/>
          </a:p>
        </p:txBody>
      </p:sp>
      <p:sp>
        <p:nvSpPr>
          <p:cNvPr id="159" name="Google Shape;159;p27"/>
          <p:cNvSpPr txBox="1"/>
          <p:nvPr/>
        </p:nvSpPr>
        <p:spPr>
          <a:xfrm>
            <a:off x="12283705" y="6579288"/>
            <a:ext cx="2969155" cy="848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94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Off = 0</a:t>
            </a:r>
            <a:endParaRPr/>
          </a:p>
        </p:txBody>
      </p:sp>
      <p:sp>
        <p:nvSpPr>
          <p:cNvPr id="160" name="Google Shape;160;p27"/>
          <p:cNvSpPr/>
          <p:nvPr/>
        </p:nvSpPr>
        <p:spPr>
          <a:xfrm>
            <a:off x="12630150" y="2889"/>
            <a:ext cx="5657850" cy="60046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7"/>
          <p:cNvSpPr txBox="1"/>
          <p:nvPr/>
        </p:nvSpPr>
        <p:spPr>
          <a:xfrm>
            <a:off x="13176506" y="6997"/>
            <a:ext cx="4565137" cy="523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1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Motivation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oogle Shape;166;p28"/>
          <p:cNvGrpSpPr/>
          <p:nvPr/>
        </p:nvGrpSpPr>
        <p:grpSpPr>
          <a:xfrm>
            <a:off x="5025677" y="4365260"/>
            <a:ext cx="2745666" cy="2745666"/>
            <a:chOff x="0" y="0"/>
            <a:chExt cx="1913890" cy="1913890"/>
          </a:xfrm>
        </p:grpSpPr>
        <p:sp>
          <p:nvSpPr>
            <p:cNvPr id="167" name="Google Shape;167;p2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2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9" name="Google Shape;169;p28"/>
          <p:cNvSpPr txBox="1"/>
          <p:nvPr/>
        </p:nvSpPr>
        <p:spPr>
          <a:xfrm>
            <a:off x="1028700" y="1938497"/>
            <a:ext cx="30858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Eg. 365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0" name="Google Shape;170;p28"/>
          <p:cNvGrpSpPr/>
          <p:nvPr/>
        </p:nvGrpSpPr>
        <p:grpSpPr>
          <a:xfrm>
            <a:off x="7771227" y="4365260"/>
            <a:ext cx="2745666" cy="2745666"/>
            <a:chOff x="0" y="0"/>
            <a:chExt cx="1913890" cy="1913890"/>
          </a:xfrm>
        </p:grpSpPr>
        <p:sp>
          <p:nvSpPr>
            <p:cNvPr id="171" name="Google Shape;171;p2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2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3" name="Google Shape;173;p28"/>
          <p:cNvGrpSpPr/>
          <p:nvPr/>
        </p:nvGrpSpPr>
        <p:grpSpPr>
          <a:xfrm>
            <a:off x="10516775" y="4365260"/>
            <a:ext cx="2745666" cy="2745666"/>
            <a:chOff x="0" y="0"/>
            <a:chExt cx="1913890" cy="1913890"/>
          </a:xfrm>
        </p:grpSpPr>
        <p:sp>
          <p:nvSpPr>
            <p:cNvPr id="174" name="Google Shape;174;p2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2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6" name="Google Shape;176;p28"/>
          <p:cNvSpPr txBox="1"/>
          <p:nvPr/>
        </p:nvSpPr>
        <p:spPr>
          <a:xfrm>
            <a:off x="4738265" y="3326545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8"/>
          <p:cNvSpPr txBox="1"/>
          <p:nvPr/>
        </p:nvSpPr>
        <p:spPr>
          <a:xfrm>
            <a:off x="6063588" y="490547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8"/>
          <p:cNvSpPr txBox="1"/>
          <p:nvPr/>
        </p:nvSpPr>
        <p:spPr>
          <a:xfrm>
            <a:off x="8809136" y="490547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8"/>
          <p:cNvSpPr txBox="1"/>
          <p:nvPr/>
        </p:nvSpPr>
        <p:spPr>
          <a:xfrm>
            <a:off x="11554686" y="490547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8"/>
          <p:cNvSpPr txBox="1"/>
          <p:nvPr/>
        </p:nvSpPr>
        <p:spPr>
          <a:xfrm>
            <a:off x="244724" y="97787"/>
            <a:ext cx="152238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60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Denary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8"/>
          <p:cNvSpPr txBox="1"/>
          <p:nvPr/>
        </p:nvSpPr>
        <p:spPr>
          <a:xfrm>
            <a:off x="2459636" y="8524829"/>
            <a:ext cx="14038200" cy="1594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(3x100) + (6x10) + (5x1) = 365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8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8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8"/>
          <p:cNvSpPr txBox="1"/>
          <p:nvPr/>
        </p:nvSpPr>
        <p:spPr>
          <a:xfrm>
            <a:off x="7398332" y="329506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28"/>
          <p:cNvSpPr txBox="1"/>
          <p:nvPr/>
        </p:nvSpPr>
        <p:spPr>
          <a:xfrm>
            <a:off x="10079183" y="3293018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379232" y="7960707"/>
            <a:ext cx="16518881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Explanation: Multiply the digit value (eg.3) by the place value (eg. 100) </a:t>
            </a:r>
            <a:endParaRPr sz="4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9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9"/>
          <p:cNvSpPr/>
          <p:nvPr/>
        </p:nvSpPr>
        <p:spPr>
          <a:xfrm>
            <a:off x="7304119" y="5998941"/>
            <a:ext cx="4145528" cy="475602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9"/>
          <p:cNvSpPr/>
          <p:nvPr/>
        </p:nvSpPr>
        <p:spPr>
          <a:xfrm>
            <a:off x="7225177" y="2753744"/>
            <a:ext cx="4145528" cy="475602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4" name="Google Shape;19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46758" y="1351394"/>
            <a:ext cx="1407918" cy="14079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78170" y="4528002"/>
            <a:ext cx="1476504" cy="147650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9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9"/>
          <p:cNvSpPr txBox="1"/>
          <p:nvPr/>
        </p:nvSpPr>
        <p:spPr>
          <a:xfrm>
            <a:off x="2671482" y="5392028"/>
            <a:ext cx="45540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2854676" y="2146828"/>
            <a:ext cx="414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12099924" y="5266778"/>
            <a:ext cx="40674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9"/>
          <p:cNvSpPr txBox="1"/>
          <p:nvPr/>
        </p:nvSpPr>
        <p:spPr>
          <a:xfrm>
            <a:off x="12099929" y="2146831"/>
            <a:ext cx="45540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oogle Shape;205;p30"/>
          <p:cNvGrpSpPr/>
          <p:nvPr/>
        </p:nvGrpSpPr>
        <p:grpSpPr>
          <a:xfrm>
            <a:off x="4690815" y="4237811"/>
            <a:ext cx="2745666" cy="2745666"/>
            <a:chOff x="0" y="0"/>
            <a:chExt cx="1913890" cy="1913890"/>
          </a:xfrm>
        </p:grpSpPr>
        <p:sp>
          <p:nvSpPr>
            <p:cNvPr id="206" name="Google Shape;206;p3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3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8" name="Google Shape;208;p30"/>
          <p:cNvGrpSpPr/>
          <p:nvPr/>
        </p:nvGrpSpPr>
        <p:grpSpPr>
          <a:xfrm>
            <a:off x="7436363" y="4237811"/>
            <a:ext cx="2745666" cy="2745666"/>
            <a:chOff x="0" y="0"/>
            <a:chExt cx="1913890" cy="1913890"/>
          </a:xfrm>
        </p:grpSpPr>
        <p:sp>
          <p:nvSpPr>
            <p:cNvPr id="209" name="Google Shape;209;p3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3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1" name="Google Shape;211;p30"/>
          <p:cNvGrpSpPr/>
          <p:nvPr/>
        </p:nvGrpSpPr>
        <p:grpSpPr>
          <a:xfrm>
            <a:off x="10181912" y="4237811"/>
            <a:ext cx="2745666" cy="2745666"/>
            <a:chOff x="0" y="0"/>
            <a:chExt cx="1913890" cy="1913890"/>
          </a:xfrm>
        </p:grpSpPr>
        <p:sp>
          <p:nvSpPr>
            <p:cNvPr id="212" name="Google Shape;212;p3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3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4" name="Google Shape;214;p30"/>
          <p:cNvSpPr txBox="1"/>
          <p:nvPr/>
        </p:nvSpPr>
        <p:spPr>
          <a:xfrm>
            <a:off x="5728727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30"/>
          <p:cNvSpPr txBox="1"/>
          <p:nvPr/>
        </p:nvSpPr>
        <p:spPr>
          <a:xfrm>
            <a:off x="8474273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30"/>
          <p:cNvSpPr txBox="1"/>
          <p:nvPr/>
        </p:nvSpPr>
        <p:spPr>
          <a:xfrm>
            <a:off x="11219822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30"/>
          <p:cNvSpPr txBox="1"/>
          <p:nvPr/>
        </p:nvSpPr>
        <p:spPr>
          <a:xfrm>
            <a:off x="-3375419" y="7540764"/>
            <a:ext cx="143382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(1x4)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0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0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0"/>
          <p:cNvSpPr/>
          <p:nvPr/>
        </p:nvSpPr>
        <p:spPr>
          <a:xfrm>
            <a:off x="2" y="-12303"/>
            <a:ext cx="5952198" cy="63170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0"/>
          <p:cNvSpPr/>
          <p:nvPr/>
        </p:nvSpPr>
        <p:spPr>
          <a:xfrm>
            <a:off x="2000553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30"/>
          <p:cNvSpPr txBox="1"/>
          <p:nvPr/>
        </p:nvSpPr>
        <p:spPr>
          <a:xfrm>
            <a:off x="3830486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30"/>
          <p:cNvSpPr txBox="1"/>
          <p:nvPr/>
        </p:nvSpPr>
        <p:spPr>
          <a:xfrm>
            <a:off x="368945" y="16523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30"/>
          <p:cNvSpPr txBox="1"/>
          <p:nvPr/>
        </p:nvSpPr>
        <p:spPr>
          <a:xfrm>
            <a:off x="4286093" y="324464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30"/>
          <p:cNvSpPr txBox="1"/>
          <p:nvPr/>
        </p:nvSpPr>
        <p:spPr>
          <a:xfrm>
            <a:off x="7148951" y="3187922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30"/>
          <p:cNvSpPr txBox="1"/>
          <p:nvPr/>
        </p:nvSpPr>
        <p:spPr>
          <a:xfrm>
            <a:off x="9753600" y="3222764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0"/>
          <p:cNvSpPr/>
          <p:nvPr/>
        </p:nvSpPr>
        <p:spPr>
          <a:xfrm>
            <a:off x="4953000" y="7810500"/>
            <a:ext cx="32628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(1x2) </a:t>
            </a:r>
            <a:endParaRPr sz="6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30"/>
          <p:cNvSpPr/>
          <p:nvPr/>
        </p:nvSpPr>
        <p:spPr>
          <a:xfrm>
            <a:off x="7929758" y="7810500"/>
            <a:ext cx="32628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(1x1) </a:t>
            </a:r>
            <a:endParaRPr sz="6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30"/>
          <p:cNvSpPr/>
          <p:nvPr/>
        </p:nvSpPr>
        <p:spPr>
          <a:xfrm>
            <a:off x="10962782" y="7907382"/>
            <a:ext cx="57858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7 in denary</a:t>
            </a:r>
            <a:endParaRPr sz="6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oogle Shape;234;p31"/>
          <p:cNvGrpSpPr/>
          <p:nvPr/>
        </p:nvGrpSpPr>
        <p:grpSpPr>
          <a:xfrm>
            <a:off x="6131309" y="4237811"/>
            <a:ext cx="2745666" cy="2745666"/>
            <a:chOff x="0" y="0"/>
            <a:chExt cx="1913890" cy="1913890"/>
          </a:xfrm>
        </p:grpSpPr>
        <p:sp>
          <p:nvSpPr>
            <p:cNvPr id="235" name="Google Shape;235;p3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3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7" name="Google Shape;237;p31"/>
          <p:cNvSpPr txBox="1"/>
          <p:nvPr/>
        </p:nvSpPr>
        <p:spPr>
          <a:xfrm>
            <a:off x="861170" y="1562717"/>
            <a:ext cx="47016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Eg. "1011"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8" name="Google Shape;238;p31"/>
          <p:cNvGrpSpPr/>
          <p:nvPr/>
        </p:nvGrpSpPr>
        <p:grpSpPr>
          <a:xfrm>
            <a:off x="8876858" y="4237811"/>
            <a:ext cx="2745666" cy="2745666"/>
            <a:chOff x="0" y="0"/>
            <a:chExt cx="1913890" cy="1913890"/>
          </a:xfrm>
        </p:grpSpPr>
        <p:sp>
          <p:nvSpPr>
            <p:cNvPr id="239" name="Google Shape;239;p3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3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1" name="Google Shape;241;p31"/>
          <p:cNvGrpSpPr/>
          <p:nvPr/>
        </p:nvGrpSpPr>
        <p:grpSpPr>
          <a:xfrm>
            <a:off x="11622405" y="4237811"/>
            <a:ext cx="2745666" cy="2745666"/>
            <a:chOff x="0" y="0"/>
            <a:chExt cx="1913890" cy="1913890"/>
          </a:xfrm>
        </p:grpSpPr>
        <p:sp>
          <p:nvSpPr>
            <p:cNvPr id="242" name="Google Shape;242;p3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3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44" name="Google Shape;244;p31"/>
          <p:cNvSpPr txBox="1"/>
          <p:nvPr/>
        </p:nvSpPr>
        <p:spPr>
          <a:xfrm>
            <a:off x="7169219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1"/>
          <p:cNvSpPr txBox="1"/>
          <p:nvPr/>
        </p:nvSpPr>
        <p:spPr>
          <a:xfrm>
            <a:off x="9914768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1"/>
          <p:cNvSpPr txBox="1"/>
          <p:nvPr/>
        </p:nvSpPr>
        <p:spPr>
          <a:xfrm>
            <a:off x="12660314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8" name="Google Shape;248;p31"/>
          <p:cNvGrpSpPr/>
          <p:nvPr/>
        </p:nvGrpSpPr>
        <p:grpSpPr>
          <a:xfrm>
            <a:off x="3385760" y="4237811"/>
            <a:ext cx="2745666" cy="2745666"/>
            <a:chOff x="0" y="0"/>
            <a:chExt cx="1913890" cy="1913890"/>
          </a:xfrm>
        </p:grpSpPr>
        <p:sp>
          <p:nvSpPr>
            <p:cNvPr id="249" name="Google Shape;249;p3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3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1" name="Google Shape;251;p31"/>
          <p:cNvSpPr txBox="1"/>
          <p:nvPr/>
        </p:nvSpPr>
        <p:spPr>
          <a:xfrm>
            <a:off x="4423670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1"/>
          <p:cNvSpPr/>
          <p:nvPr/>
        </p:nvSpPr>
        <p:spPr>
          <a:xfrm>
            <a:off x="2" y="-12303"/>
            <a:ext cx="5952198" cy="63170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1"/>
          <p:cNvSpPr/>
          <p:nvPr/>
        </p:nvSpPr>
        <p:spPr>
          <a:xfrm>
            <a:off x="2000553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1"/>
          <p:cNvSpPr txBox="1"/>
          <p:nvPr/>
        </p:nvSpPr>
        <p:spPr>
          <a:xfrm>
            <a:off x="3643958" y="16523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1"/>
          <p:cNvSpPr txBox="1"/>
          <p:nvPr/>
        </p:nvSpPr>
        <p:spPr>
          <a:xfrm>
            <a:off x="368945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1"/>
          <p:cNvSpPr txBox="1"/>
          <p:nvPr/>
        </p:nvSpPr>
        <p:spPr>
          <a:xfrm>
            <a:off x="5948702" y="3204635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1"/>
          <p:cNvSpPr txBox="1"/>
          <p:nvPr/>
        </p:nvSpPr>
        <p:spPr>
          <a:xfrm>
            <a:off x="8694251" y="3147914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1"/>
          <p:cNvSpPr txBox="1"/>
          <p:nvPr/>
        </p:nvSpPr>
        <p:spPr>
          <a:xfrm>
            <a:off x="11298900" y="318275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1"/>
          <p:cNvSpPr txBox="1"/>
          <p:nvPr/>
        </p:nvSpPr>
        <p:spPr>
          <a:xfrm>
            <a:off x="3098345" y="3211117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1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1"/>
          <p:cNvSpPr txBox="1"/>
          <p:nvPr/>
        </p:nvSpPr>
        <p:spPr>
          <a:xfrm>
            <a:off x="-5069099" y="8764403"/>
            <a:ext cx="143382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(1x8)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1"/>
          <p:cNvSpPr/>
          <p:nvPr/>
        </p:nvSpPr>
        <p:spPr>
          <a:xfrm>
            <a:off x="3362820" y="8979396"/>
            <a:ext cx="32628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(0x4) </a:t>
            </a:r>
            <a:endParaRPr sz="6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1"/>
          <p:cNvSpPr/>
          <p:nvPr/>
        </p:nvSpPr>
        <p:spPr>
          <a:xfrm>
            <a:off x="6339576" y="8979396"/>
            <a:ext cx="32628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(1x2) </a:t>
            </a:r>
            <a:endParaRPr sz="6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31"/>
          <p:cNvSpPr/>
          <p:nvPr/>
        </p:nvSpPr>
        <p:spPr>
          <a:xfrm>
            <a:off x="12589986" y="9130163"/>
            <a:ext cx="62856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11 in denary</a:t>
            </a:r>
            <a:endParaRPr sz="4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1"/>
          <p:cNvSpPr/>
          <p:nvPr/>
        </p:nvSpPr>
        <p:spPr>
          <a:xfrm>
            <a:off x="9280061" y="9004937"/>
            <a:ext cx="32628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(1x1) </a:t>
            </a:r>
            <a:endParaRPr sz="6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31"/>
          <p:cNvSpPr txBox="1"/>
          <p:nvPr/>
        </p:nvSpPr>
        <p:spPr>
          <a:xfrm>
            <a:off x="368945" y="7352294"/>
            <a:ext cx="16518881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Explanation: Multiply the digit value (eg.1) by the place value (eg. 8). Then sum it all up! </a:t>
            </a:r>
            <a:endParaRPr sz="4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oogle Shape;271;p32"/>
          <p:cNvGrpSpPr/>
          <p:nvPr/>
        </p:nvGrpSpPr>
        <p:grpSpPr>
          <a:xfrm>
            <a:off x="9575964" y="4049919"/>
            <a:ext cx="2745549" cy="2745549"/>
            <a:chOff x="0" y="0"/>
            <a:chExt cx="1913890" cy="1913890"/>
          </a:xfrm>
        </p:grpSpPr>
        <p:sp>
          <p:nvSpPr>
            <p:cNvPr id="272" name="Google Shape;272;p3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3" name="Google Shape;273;p3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4" name="Google Shape;274;p32"/>
          <p:cNvGrpSpPr/>
          <p:nvPr/>
        </p:nvGrpSpPr>
        <p:grpSpPr>
          <a:xfrm>
            <a:off x="12321513" y="4049919"/>
            <a:ext cx="2745549" cy="2745549"/>
            <a:chOff x="0" y="0"/>
            <a:chExt cx="1913890" cy="1913890"/>
          </a:xfrm>
        </p:grpSpPr>
        <p:sp>
          <p:nvSpPr>
            <p:cNvPr id="275" name="Google Shape;275;p3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6" name="Google Shape;276;p3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7" name="Google Shape;277;p32"/>
          <p:cNvGrpSpPr/>
          <p:nvPr/>
        </p:nvGrpSpPr>
        <p:grpSpPr>
          <a:xfrm>
            <a:off x="15067062" y="4049919"/>
            <a:ext cx="2745549" cy="2745549"/>
            <a:chOff x="0" y="0"/>
            <a:chExt cx="1913890" cy="1913890"/>
          </a:xfrm>
        </p:grpSpPr>
        <p:sp>
          <p:nvSpPr>
            <p:cNvPr id="278" name="Google Shape;278;p3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" name="Google Shape;279;p3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0" name="Google Shape;280;p32"/>
          <p:cNvSpPr/>
          <p:nvPr/>
        </p:nvSpPr>
        <p:spPr>
          <a:xfrm>
            <a:off x="12630150" y="2889"/>
            <a:ext cx="5657850" cy="60046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32"/>
          <p:cNvSpPr txBox="1"/>
          <p:nvPr/>
        </p:nvSpPr>
        <p:spPr>
          <a:xfrm>
            <a:off x="0" y="1475555"/>
            <a:ext cx="7423496" cy="832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98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  5 to binary:</a:t>
            </a:r>
            <a:endParaRPr/>
          </a:p>
        </p:txBody>
      </p:sp>
      <p:sp>
        <p:nvSpPr>
          <p:cNvPr id="282" name="Google Shape;282;p32"/>
          <p:cNvSpPr txBox="1"/>
          <p:nvPr/>
        </p:nvSpPr>
        <p:spPr>
          <a:xfrm>
            <a:off x="2235026" y="3400681"/>
            <a:ext cx="1476226" cy="33947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838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283" name="Google Shape;283;p32"/>
          <p:cNvSpPr txBox="1"/>
          <p:nvPr/>
        </p:nvSpPr>
        <p:spPr>
          <a:xfrm>
            <a:off x="10613875" y="4590137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284" name="Google Shape;284;p32"/>
          <p:cNvSpPr txBox="1"/>
          <p:nvPr/>
        </p:nvSpPr>
        <p:spPr>
          <a:xfrm>
            <a:off x="13359424" y="4590137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285" name="Google Shape;285;p32"/>
          <p:cNvSpPr txBox="1"/>
          <p:nvPr/>
        </p:nvSpPr>
        <p:spPr>
          <a:xfrm>
            <a:off x="16104973" y="4590137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286" name="Google Shape;286;p32"/>
          <p:cNvSpPr txBox="1"/>
          <p:nvPr/>
        </p:nvSpPr>
        <p:spPr>
          <a:xfrm>
            <a:off x="13176506" y="6997"/>
            <a:ext cx="4565137" cy="523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1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/>
          </a:p>
        </p:txBody>
      </p:sp>
      <p:sp>
        <p:nvSpPr>
          <p:cNvPr id="287" name="Google Shape;287;p32"/>
          <p:cNvSpPr/>
          <p:nvPr/>
        </p:nvSpPr>
        <p:spPr>
          <a:xfrm>
            <a:off x="0" y="-12304"/>
            <a:ext cx="7529508" cy="631077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2"/>
          <p:cNvSpPr/>
          <p:nvPr/>
        </p:nvSpPr>
        <p:spPr>
          <a:xfrm>
            <a:off x="1808411" y="220764"/>
            <a:ext cx="1421058" cy="16303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2"/>
          <p:cNvSpPr txBox="1"/>
          <p:nvPr/>
        </p:nvSpPr>
        <p:spPr>
          <a:xfrm>
            <a:off x="248989" y="8801"/>
            <a:ext cx="1559421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/>
          </a:p>
        </p:txBody>
      </p:sp>
      <p:sp>
        <p:nvSpPr>
          <p:cNvPr id="290" name="Google Shape;290;p32"/>
          <p:cNvSpPr txBox="1"/>
          <p:nvPr/>
        </p:nvSpPr>
        <p:spPr>
          <a:xfrm>
            <a:off x="3354729" y="8801"/>
            <a:ext cx="1319510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/>
          </a:p>
        </p:txBody>
      </p:sp>
      <p:sp>
        <p:nvSpPr>
          <p:cNvPr id="291" name="Google Shape;291;p32"/>
          <p:cNvSpPr txBox="1"/>
          <p:nvPr/>
        </p:nvSpPr>
        <p:spPr>
          <a:xfrm>
            <a:off x="4808213" y="8801"/>
            <a:ext cx="2175570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(Method 1)</a:t>
            </a:r>
            <a:endParaRPr/>
          </a:p>
        </p:txBody>
      </p:sp>
      <p:sp>
        <p:nvSpPr>
          <p:cNvPr id="292" name="Google Shape;292;p32"/>
          <p:cNvSpPr txBox="1"/>
          <p:nvPr/>
        </p:nvSpPr>
        <p:spPr>
          <a:xfrm>
            <a:off x="16247719" y="2984481"/>
            <a:ext cx="384235" cy="882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163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293" name="Google Shape;293;p32"/>
          <p:cNvSpPr txBox="1"/>
          <p:nvPr/>
        </p:nvSpPr>
        <p:spPr>
          <a:xfrm>
            <a:off x="13502170" y="2984481"/>
            <a:ext cx="384235" cy="882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163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/>
          </a:p>
        </p:txBody>
      </p:sp>
      <p:sp>
        <p:nvSpPr>
          <p:cNvPr id="294" name="Google Shape;294;p32"/>
          <p:cNvSpPr txBox="1"/>
          <p:nvPr/>
        </p:nvSpPr>
        <p:spPr>
          <a:xfrm>
            <a:off x="10756621" y="2984481"/>
            <a:ext cx="384235" cy="882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163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Google Shape;299;p33"/>
          <p:cNvGrpSpPr/>
          <p:nvPr/>
        </p:nvGrpSpPr>
        <p:grpSpPr>
          <a:xfrm>
            <a:off x="9575964" y="4049919"/>
            <a:ext cx="2745549" cy="2745549"/>
            <a:chOff x="0" y="0"/>
            <a:chExt cx="1913890" cy="1913890"/>
          </a:xfrm>
        </p:grpSpPr>
        <p:sp>
          <p:nvSpPr>
            <p:cNvPr id="300" name="Google Shape;300;p3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1" name="Google Shape;301;p3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2" name="Google Shape;302;p33"/>
          <p:cNvGrpSpPr/>
          <p:nvPr/>
        </p:nvGrpSpPr>
        <p:grpSpPr>
          <a:xfrm>
            <a:off x="12321513" y="4049919"/>
            <a:ext cx="2745549" cy="2745549"/>
            <a:chOff x="0" y="0"/>
            <a:chExt cx="1913890" cy="1913890"/>
          </a:xfrm>
        </p:grpSpPr>
        <p:sp>
          <p:nvSpPr>
            <p:cNvPr id="303" name="Google Shape;303;p3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4" name="Google Shape;304;p3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5" name="Google Shape;305;p33"/>
          <p:cNvGrpSpPr/>
          <p:nvPr/>
        </p:nvGrpSpPr>
        <p:grpSpPr>
          <a:xfrm>
            <a:off x="15067062" y="4049919"/>
            <a:ext cx="2745549" cy="2745549"/>
            <a:chOff x="0" y="0"/>
            <a:chExt cx="1913890" cy="1913890"/>
          </a:xfrm>
        </p:grpSpPr>
        <p:sp>
          <p:nvSpPr>
            <p:cNvPr id="306" name="Google Shape;306;p3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7" name="Google Shape;307;p3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8" name="Google Shape;308;p33"/>
          <p:cNvSpPr/>
          <p:nvPr/>
        </p:nvSpPr>
        <p:spPr>
          <a:xfrm>
            <a:off x="12630150" y="2889"/>
            <a:ext cx="5657850" cy="60046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3"/>
          <p:cNvSpPr txBox="1"/>
          <p:nvPr/>
        </p:nvSpPr>
        <p:spPr>
          <a:xfrm>
            <a:off x="0" y="1475555"/>
            <a:ext cx="7423496" cy="832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98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  5 to binary:</a:t>
            </a:r>
            <a:endParaRPr/>
          </a:p>
        </p:txBody>
      </p:sp>
      <p:sp>
        <p:nvSpPr>
          <p:cNvPr id="310" name="Google Shape;310;p33"/>
          <p:cNvSpPr txBox="1"/>
          <p:nvPr/>
        </p:nvSpPr>
        <p:spPr>
          <a:xfrm>
            <a:off x="2235026" y="3400681"/>
            <a:ext cx="1476226" cy="33947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838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311" name="Google Shape;311;p33"/>
          <p:cNvSpPr txBox="1"/>
          <p:nvPr/>
        </p:nvSpPr>
        <p:spPr>
          <a:xfrm>
            <a:off x="10613875" y="4590137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312" name="Google Shape;312;p33"/>
          <p:cNvSpPr txBox="1"/>
          <p:nvPr/>
        </p:nvSpPr>
        <p:spPr>
          <a:xfrm>
            <a:off x="13359424" y="4590137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313" name="Google Shape;313;p33"/>
          <p:cNvSpPr txBox="1"/>
          <p:nvPr/>
        </p:nvSpPr>
        <p:spPr>
          <a:xfrm>
            <a:off x="16104973" y="4590137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314" name="Google Shape;314;p33"/>
          <p:cNvSpPr txBox="1"/>
          <p:nvPr/>
        </p:nvSpPr>
        <p:spPr>
          <a:xfrm>
            <a:off x="13176506" y="6997"/>
            <a:ext cx="4565137" cy="523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1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/>
          </a:p>
        </p:txBody>
      </p:sp>
      <p:sp>
        <p:nvSpPr>
          <p:cNvPr id="315" name="Google Shape;315;p33"/>
          <p:cNvSpPr txBox="1"/>
          <p:nvPr/>
        </p:nvSpPr>
        <p:spPr>
          <a:xfrm>
            <a:off x="4031424" y="4046828"/>
            <a:ext cx="4146649" cy="19648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517">
                <a:solidFill>
                  <a:srgbClr val="EA4335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- 1 = 1</a:t>
            </a:r>
            <a:endParaRPr/>
          </a:p>
        </p:txBody>
      </p:sp>
      <p:sp>
        <p:nvSpPr>
          <p:cNvPr id="316" name="Google Shape;316;p33"/>
          <p:cNvSpPr/>
          <p:nvPr/>
        </p:nvSpPr>
        <p:spPr>
          <a:xfrm>
            <a:off x="0" y="-12304"/>
            <a:ext cx="7529508" cy="631077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33"/>
          <p:cNvSpPr/>
          <p:nvPr/>
        </p:nvSpPr>
        <p:spPr>
          <a:xfrm>
            <a:off x="1808411" y="220764"/>
            <a:ext cx="1421058" cy="16303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3"/>
          <p:cNvSpPr txBox="1"/>
          <p:nvPr/>
        </p:nvSpPr>
        <p:spPr>
          <a:xfrm>
            <a:off x="248989" y="8801"/>
            <a:ext cx="1559421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/>
          </a:p>
        </p:txBody>
      </p:sp>
      <p:sp>
        <p:nvSpPr>
          <p:cNvPr id="319" name="Google Shape;319;p33"/>
          <p:cNvSpPr txBox="1"/>
          <p:nvPr/>
        </p:nvSpPr>
        <p:spPr>
          <a:xfrm>
            <a:off x="3354729" y="8801"/>
            <a:ext cx="1319510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/>
          </a:p>
        </p:txBody>
      </p:sp>
      <p:sp>
        <p:nvSpPr>
          <p:cNvPr id="320" name="Google Shape;320;p33"/>
          <p:cNvSpPr txBox="1"/>
          <p:nvPr/>
        </p:nvSpPr>
        <p:spPr>
          <a:xfrm>
            <a:off x="4808213" y="8801"/>
            <a:ext cx="2175570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(Method 1)</a:t>
            </a:r>
            <a:endParaRPr/>
          </a:p>
        </p:txBody>
      </p:sp>
      <p:sp>
        <p:nvSpPr>
          <p:cNvPr id="321" name="Google Shape;321;p33"/>
          <p:cNvSpPr txBox="1"/>
          <p:nvPr/>
        </p:nvSpPr>
        <p:spPr>
          <a:xfrm>
            <a:off x="16247719" y="2984481"/>
            <a:ext cx="384235" cy="882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163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322" name="Google Shape;322;p33"/>
          <p:cNvSpPr txBox="1"/>
          <p:nvPr/>
        </p:nvSpPr>
        <p:spPr>
          <a:xfrm>
            <a:off x="13502170" y="2984481"/>
            <a:ext cx="384235" cy="882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163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/>
          </a:p>
        </p:txBody>
      </p:sp>
      <p:sp>
        <p:nvSpPr>
          <p:cNvPr id="323" name="Google Shape;323;p33"/>
          <p:cNvSpPr txBox="1"/>
          <p:nvPr/>
        </p:nvSpPr>
        <p:spPr>
          <a:xfrm>
            <a:off x="10756621" y="2984481"/>
            <a:ext cx="384235" cy="882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163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4"/>
          <p:cNvSpPr/>
          <p:nvPr/>
        </p:nvSpPr>
        <p:spPr>
          <a:xfrm>
            <a:off x="12630150" y="2889"/>
            <a:ext cx="5657850" cy="60046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34"/>
          <p:cNvSpPr txBox="1"/>
          <p:nvPr/>
        </p:nvSpPr>
        <p:spPr>
          <a:xfrm>
            <a:off x="13176506" y="6997"/>
            <a:ext cx="4565137" cy="523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1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/>
          </a:p>
        </p:txBody>
      </p:sp>
      <p:grpSp>
        <p:nvGrpSpPr>
          <p:cNvPr id="330" name="Google Shape;330;p34"/>
          <p:cNvGrpSpPr/>
          <p:nvPr/>
        </p:nvGrpSpPr>
        <p:grpSpPr>
          <a:xfrm>
            <a:off x="4939861" y="4457015"/>
            <a:ext cx="2745549" cy="2745549"/>
            <a:chOff x="0" y="0"/>
            <a:chExt cx="1913890" cy="1913890"/>
          </a:xfrm>
        </p:grpSpPr>
        <p:sp>
          <p:nvSpPr>
            <p:cNvPr id="331" name="Google Shape;331;p3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" name="Google Shape;332;p3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3" name="Google Shape;333;p34"/>
          <p:cNvGrpSpPr/>
          <p:nvPr/>
        </p:nvGrpSpPr>
        <p:grpSpPr>
          <a:xfrm>
            <a:off x="7685409" y="4457015"/>
            <a:ext cx="2745549" cy="2745549"/>
            <a:chOff x="0" y="0"/>
            <a:chExt cx="1913890" cy="1913890"/>
          </a:xfrm>
        </p:grpSpPr>
        <p:sp>
          <p:nvSpPr>
            <p:cNvPr id="334" name="Google Shape;334;p3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6" name="Google Shape;336;p34"/>
          <p:cNvGrpSpPr/>
          <p:nvPr/>
        </p:nvGrpSpPr>
        <p:grpSpPr>
          <a:xfrm>
            <a:off x="2194312" y="4457015"/>
            <a:ext cx="2745549" cy="2745549"/>
            <a:chOff x="0" y="0"/>
            <a:chExt cx="1913890" cy="1913890"/>
          </a:xfrm>
        </p:grpSpPr>
        <p:sp>
          <p:nvSpPr>
            <p:cNvPr id="337" name="Google Shape;337;p3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338;p3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9" name="Google Shape;339;p34"/>
          <p:cNvGrpSpPr/>
          <p:nvPr/>
        </p:nvGrpSpPr>
        <p:grpSpPr>
          <a:xfrm>
            <a:off x="13176506" y="4472183"/>
            <a:ext cx="2745549" cy="2745549"/>
            <a:chOff x="0" y="0"/>
            <a:chExt cx="1913890" cy="1913890"/>
          </a:xfrm>
        </p:grpSpPr>
        <p:sp>
          <p:nvSpPr>
            <p:cNvPr id="340" name="Google Shape;340;p3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3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2" name="Google Shape;342;p34"/>
          <p:cNvSpPr txBox="1"/>
          <p:nvPr/>
        </p:nvSpPr>
        <p:spPr>
          <a:xfrm>
            <a:off x="-593894" y="2063756"/>
            <a:ext cx="19304155" cy="103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binary form of 15? </a:t>
            </a:r>
            <a:endParaRPr/>
          </a:p>
        </p:txBody>
      </p:sp>
      <p:sp>
        <p:nvSpPr>
          <p:cNvPr id="343" name="Google Shape;343;p34"/>
          <p:cNvSpPr/>
          <p:nvPr/>
        </p:nvSpPr>
        <p:spPr>
          <a:xfrm>
            <a:off x="0" y="-12304"/>
            <a:ext cx="5946278" cy="631077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2000552" y="220764"/>
            <a:ext cx="1421058" cy="16303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4"/>
          <p:cNvSpPr txBox="1"/>
          <p:nvPr/>
        </p:nvSpPr>
        <p:spPr>
          <a:xfrm>
            <a:off x="248989" y="13766"/>
            <a:ext cx="1559421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/>
          </a:p>
        </p:txBody>
      </p:sp>
      <p:sp>
        <p:nvSpPr>
          <p:cNvPr id="346" name="Google Shape;346;p34"/>
          <p:cNvSpPr txBox="1"/>
          <p:nvPr/>
        </p:nvSpPr>
        <p:spPr>
          <a:xfrm>
            <a:off x="3779594" y="16522"/>
            <a:ext cx="1319510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/>
          </a:p>
        </p:txBody>
      </p:sp>
      <p:grpSp>
        <p:nvGrpSpPr>
          <p:cNvPr id="347" name="Google Shape;347;p34"/>
          <p:cNvGrpSpPr/>
          <p:nvPr/>
        </p:nvGrpSpPr>
        <p:grpSpPr>
          <a:xfrm>
            <a:off x="10430958" y="4472183"/>
            <a:ext cx="2745549" cy="2745549"/>
            <a:chOff x="0" y="0"/>
            <a:chExt cx="1913890" cy="1913890"/>
          </a:xfrm>
        </p:grpSpPr>
        <p:sp>
          <p:nvSpPr>
            <p:cNvPr id="348" name="Google Shape;348;p3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9" name="Google Shape;349;p3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5"/>
          <p:cNvSpPr/>
          <p:nvPr/>
        </p:nvSpPr>
        <p:spPr>
          <a:xfrm>
            <a:off x="12630150" y="2889"/>
            <a:ext cx="5657850" cy="60046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35"/>
          <p:cNvSpPr txBox="1"/>
          <p:nvPr/>
        </p:nvSpPr>
        <p:spPr>
          <a:xfrm>
            <a:off x="13176506" y="6997"/>
            <a:ext cx="4565137" cy="523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1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/>
          </a:p>
        </p:txBody>
      </p:sp>
      <p:grpSp>
        <p:nvGrpSpPr>
          <p:cNvPr id="356" name="Google Shape;356;p35"/>
          <p:cNvGrpSpPr/>
          <p:nvPr/>
        </p:nvGrpSpPr>
        <p:grpSpPr>
          <a:xfrm>
            <a:off x="4939861" y="4457015"/>
            <a:ext cx="2745549" cy="2745549"/>
            <a:chOff x="0" y="0"/>
            <a:chExt cx="1913890" cy="1913890"/>
          </a:xfrm>
        </p:grpSpPr>
        <p:sp>
          <p:nvSpPr>
            <p:cNvPr id="357" name="Google Shape;357;p3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" name="Google Shape;359;p35"/>
          <p:cNvGrpSpPr/>
          <p:nvPr/>
        </p:nvGrpSpPr>
        <p:grpSpPr>
          <a:xfrm>
            <a:off x="7685409" y="4457015"/>
            <a:ext cx="2745549" cy="2745549"/>
            <a:chOff x="0" y="0"/>
            <a:chExt cx="1913890" cy="1913890"/>
          </a:xfrm>
        </p:grpSpPr>
        <p:sp>
          <p:nvSpPr>
            <p:cNvPr id="360" name="Google Shape;360;p3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" name="Google Shape;361;p3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" name="Google Shape;362;p35"/>
          <p:cNvGrpSpPr/>
          <p:nvPr/>
        </p:nvGrpSpPr>
        <p:grpSpPr>
          <a:xfrm>
            <a:off x="2194312" y="4457015"/>
            <a:ext cx="2745549" cy="2745549"/>
            <a:chOff x="0" y="0"/>
            <a:chExt cx="1913890" cy="1913890"/>
          </a:xfrm>
        </p:grpSpPr>
        <p:sp>
          <p:nvSpPr>
            <p:cNvPr id="363" name="Google Shape;363;p3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3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35"/>
          <p:cNvGrpSpPr/>
          <p:nvPr/>
        </p:nvGrpSpPr>
        <p:grpSpPr>
          <a:xfrm>
            <a:off x="13176506" y="4472183"/>
            <a:ext cx="2745549" cy="2745549"/>
            <a:chOff x="0" y="0"/>
            <a:chExt cx="1913890" cy="1913890"/>
          </a:xfrm>
        </p:grpSpPr>
        <p:sp>
          <p:nvSpPr>
            <p:cNvPr id="366" name="Google Shape;366;p3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367;p3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8" name="Google Shape;368;p35"/>
          <p:cNvSpPr txBox="1"/>
          <p:nvPr/>
        </p:nvSpPr>
        <p:spPr>
          <a:xfrm>
            <a:off x="-593894" y="2063756"/>
            <a:ext cx="19304155" cy="1038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ANSWER</a:t>
            </a:r>
            <a:endParaRPr/>
          </a:p>
        </p:txBody>
      </p:sp>
      <p:sp>
        <p:nvSpPr>
          <p:cNvPr id="369" name="Google Shape;369;p35"/>
          <p:cNvSpPr/>
          <p:nvPr/>
        </p:nvSpPr>
        <p:spPr>
          <a:xfrm>
            <a:off x="0" y="-12304"/>
            <a:ext cx="5946278" cy="631077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5"/>
          <p:cNvSpPr/>
          <p:nvPr/>
        </p:nvSpPr>
        <p:spPr>
          <a:xfrm>
            <a:off x="2000552" y="220764"/>
            <a:ext cx="1421058" cy="16303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35"/>
          <p:cNvSpPr txBox="1"/>
          <p:nvPr/>
        </p:nvSpPr>
        <p:spPr>
          <a:xfrm>
            <a:off x="248989" y="13766"/>
            <a:ext cx="1559421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/>
          </a:p>
        </p:txBody>
      </p:sp>
      <p:sp>
        <p:nvSpPr>
          <p:cNvPr id="372" name="Google Shape;372;p35"/>
          <p:cNvSpPr txBox="1"/>
          <p:nvPr/>
        </p:nvSpPr>
        <p:spPr>
          <a:xfrm>
            <a:off x="3779594" y="16522"/>
            <a:ext cx="1319510" cy="5217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82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/>
          </a:p>
        </p:txBody>
      </p:sp>
      <p:grpSp>
        <p:nvGrpSpPr>
          <p:cNvPr id="373" name="Google Shape;373;p35"/>
          <p:cNvGrpSpPr/>
          <p:nvPr/>
        </p:nvGrpSpPr>
        <p:grpSpPr>
          <a:xfrm>
            <a:off x="10430958" y="4472183"/>
            <a:ext cx="2745549" cy="2745549"/>
            <a:chOff x="0" y="0"/>
            <a:chExt cx="1913890" cy="1913890"/>
          </a:xfrm>
        </p:grpSpPr>
        <p:sp>
          <p:nvSpPr>
            <p:cNvPr id="374" name="Google Shape;374;p3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" name="Google Shape;375;p3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6" name="Google Shape;376;p35"/>
          <p:cNvSpPr txBox="1"/>
          <p:nvPr/>
        </p:nvSpPr>
        <p:spPr>
          <a:xfrm>
            <a:off x="5977772" y="4997233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377" name="Google Shape;377;p35"/>
          <p:cNvSpPr txBox="1"/>
          <p:nvPr/>
        </p:nvSpPr>
        <p:spPr>
          <a:xfrm>
            <a:off x="8723320" y="4981575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378" name="Google Shape;378;p35"/>
          <p:cNvSpPr txBox="1"/>
          <p:nvPr/>
        </p:nvSpPr>
        <p:spPr>
          <a:xfrm>
            <a:off x="11468869" y="4981575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379" name="Google Shape;379;p35"/>
          <p:cNvSpPr txBox="1"/>
          <p:nvPr/>
        </p:nvSpPr>
        <p:spPr>
          <a:xfrm>
            <a:off x="14214418" y="4982064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380" name="Google Shape;380;p35"/>
          <p:cNvSpPr txBox="1"/>
          <p:nvPr/>
        </p:nvSpPr>
        <p:spPr>
          <a:xfrm>
            <a:off x="7951177" y="3597851"/>
            <a:ext cx="2213600" cy="7418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93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35"/>
          <p:cNvSpPr txBox="1"/>
          <p:nvPr/>
        </p:nvSpPr>
        <p:spPr>
          <a:xfrm>
            <a:off x="10528014" y="3639957"/>
            <a:ext cx="2213600" cy="7418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93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35"/>
          <p:cNvSpPr txBox="1"/>
          <p:nvPr/>
        </p:nvSpPr>
        <p:spPr>
          <a:xfrm>
            <a:off x="13338755" y="3637188"/>
            <a:ext cx="2213600" cy="7418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93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35"/>
          <p:cNvSpPr txBox="1"/>
          <p:nvPr/>
        </p:nvSpPr>
        <p:spPr>
          <a:xfrm>
            <a:off x="5205835" y="3637188"/>
            <a:ext cx="2213600" cy="7418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 </a:t>
            </a:r>
            <a:r>
              <a:rPr b="1" lang="en" sz="2133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=8</a:t>
            </a:r>
            <a:endParaRPr sz="933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6"/>
          <p:cNvSpPr/>
          <p:nvPr/>
        </p:nvSpPr>
        <p:spPr>
          <a:xfrm>
            <a:off x="1" y="-12303"/>
            <a:ext cx="7537004" cy="631706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36"/>
          <p:cNvSpPr/>
          <p:nvPr/>
        </p:nvSpPr>
        <p:spPr>
          <a:xfrm>
            <a:off x="1808411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36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36"/>
          <p:cNvSpPr/>
          <p:nvPr/>
        </p:nvSpPr>
        <p:spPr>
          <a:xfrm>
            <a:off x="8149747" y="3966275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6"/>
          <p:cNvSpPr/>
          <p:nvPr/>
        </p:nvSpPr>
        <p:spPr>
          <a:xfrm>
            <a:off x="10114160" y="3966275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36"/>
          <p:cNvSpPr/>
          <p:nvPr/>
        </p:nvSpPr>
        <p:spPr>
          <a:xfrm>
            <a:off x="12078576" y="3966275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36"/>
          <p:cNvSpPr/>
          <p:nvPr/>
        </p:nvSpPr>
        <p:spPr>
          <a:xfrm>
            <a:off x="6811632" y="3966275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36"/>
          <p:cNvSpPr/>
          <p:nvPr/>
        </p:nvSpPr>
        <p:spPr>
          <a:xfrm>
            <a:off x="8149747" y="4779156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6"/>
          <p:cNvSpPr/>
          <p:nvPr/>
        </p:nvSpPr>
        <p:spPr>
          <a:xfrm>
            <a:off x="10114160" y="4779156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36"/>
          <p:cNvSpPr/>
          <p:nvPr/>
        </p:nvSpPr>
        <p:spPr>
          <a:xfrm>
            <a:off x="12078576" y="4779156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36"/>
          <p:cNvSpPr/>
          <p:nvPr/>
        </p:nvSpPr>
        <p:spPr>
          <a:xfrm>
            <a:off x="6811632" y="4779156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36"/>
          <p:cNvSpPr/>
          <p:nvPr/>
        </p:nvSpPr>
        <p:spPr>
          <a:xfrm>
            <a:off x="8149747" y="559203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36"/>
          <p:cNvSpPr/>
          <p:nvPr/>
        </p:nvSpPr>
        <p:spPr>
          <a:xfrm>
            <a:off x="10114160" y="559203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36"/>
          <p:cNvSpPr/>
          <p:nvPr/>
        </p:nvSpPr>
        <p:spPr>
          <a:xfrm>
            <a:off x="12078576" y="559203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36"/>
          <p:cNvSpPr/>
          <p:nvPr/>
        </p:nvSpPr>
        <p:spPr>
          <a:xfrm>
            <a:off x="6811632" y="559203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36"/>
          <p:cNvSpPr txBox="1"/>
          <p:nvPr/>
        </p:nvSpPr>
        <p:spPr>
          <a:xfrm>
            <a:off x="8868665" y="3662856"/>
            <a:ext cx="4770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36"/>
          <p:cNvSpPr txBox="1"/>
          <p:nvPr/>
        </p:nvSpPr>
        <p:spPr>
          <a:xfrm>
            <a:off x="7229796" y="4501121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6"/>
          <p:cNvSpPr txBox="1"/>
          <p:nvPr/>
        </p:nvSpPr>
        <p:spPr>
          <a:xfrm>
            <a:off x="7229796" y="5314004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6"/>
          <p:cNvSpPr txBox="1"/>
          <p:nvPr/>
        </p:nvSpPr>
        <p:spPr>
          <a:xfrm>
            <a:off x="8868665" y="4501122"/>
            <a:ext cx="4770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36"/>
          <p:cNvSpPr txBox="1"/>
          <p:nvPr/>
        </p:nvSpPr>
        <p:spPr>
          <a:xfrm>
            <a:off x="8868665" y="5314004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36"/>
          <p:cNvSpPr txBox="1"/>
          <p:nvPr/>
        </p:nvSpPr>
        <p:spPr>
          <a:xfrm>
            <a:off x="12484344" y="4450352"/>
            <a:ext cx="4770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36"/>
          <p:cNvSpPr txBox="1"/>
          <p:nvPr/>
        </p:nvSpPr>
        <p:spPr>
          <a:xfrm>
            <a:off x="12509135" y="5302019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36"/>
          <p:cNvSpPr/>
          <p:nvPr/>
        </p:nvSpPr>
        <p:spPr>
          <a:xfrm>
            <a:off x="8149747" y="6346211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36"/>
          <p:cNvSpPr/>
          <p:nvPr/>
        </p:nvSpPr>
        <p:spPr>
          <a:xfrm>
            <a:off x="10114160" y="6346211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36"/>
          <p:cNvSpPr/>
          <p:nvPr/>
        </p:nvSpPr>
        <p:spPr>
          <a:xfrm>
            <a:off x="12078576" y="6346211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36"/>
          <p:cNvSpPr/>
          <p:nvPr/>
        </p:nvSpPr>
        <p:spPr>
          <a:xfrm>
            <a:off x="6811632" y="6346211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4" name="Google Shape;414;p36"/>
          <p:cNvGrpSpPr/>
          <p:nvPr/>
        </p:nvGrpSpPr>
        <p:grpSpPr>
          <a:xfrm rot="-5400000">
            <a:off x="12251832" y="5071046"/>
            <a:ext cx="3785736" cy="1154573"/>
            <a:chOff x="0" y="1270"/>
            <a:chExt cx="1657503" cy="505460"/>
          </a:xfrm>
        </p:grpSpPr>
        <p:sp>
          <p:nvSpPr>
            <p:cNvPr id="415" name="Google Shape;415;p36"/>
            <p:cNvSpPr/>
            <p:nvPr/>
          </p:nvSpPr>
          <p:spPr>
            <a:xfrm>
              <a:off x="0" y="215900"/>
              <a:ext cx="1361593" cy="76200"/>
            </a:xfrm>
            <a:custGeom>
              <a:rect b="b" l="l" r="r" t="t"/>
              <a:pathLst>
                <a:path extrusionOk="0" h="76200" w="1361593">
                  <a:moveTo>
                    <a:pt x="0" y="0"/>
                  </a:moveTo>
                  <a:lnTo>
                    <a:pt x="1361593" y="0"/>
                  </a:lnTo>
                  <a:lnTo>
                    <a:pt x="136159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80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36"/>
            <p:cNvSpPr/>
            <p:nvPr/>
          </p:nvSpPr>
          <p:spPr>
            <a:xfrm>
              <a:off x="1282853" y="1270"/>
              <a:ext cx="374650" cy="505460"/>
            </a:xfrm>
            <a:custGeom>
              <a:rect b="b" l="l" r="r" t="t"/>
              <a:pathLst>
                <a:path extrusionOk="0" h="505460" w="374650">
                  <a:moveTo>
                    <a:pt x="0" y="505460"/>
                  </a:moveTo>
                  <a:lnTo>
                    <a:pt x="0" y="0"/>
                  </a:lnTo>
                  <a:lnTo>
                    <a:pt x="374650" y="252730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7" name="Google Shape;417;p36"/>
          <p:cNvSpPr txBox="1"/>
          <p:nvPr/>
        </p:nvSpPr>
        <p:spPr>
          <a:xfrm>
            <a:off x="248988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36"/>
          <p:cNvSpPr txBox="1"/>
          <p:nvPr/>
        </p:nvSpPr>
        <p:spPr>
          <a:xfrm>
            <a:off x="3354728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6"/>
          <p:cNvSpPr txBox="1"/>
          <p:nvPr/>
        </p:nvSpPr>
        <p:spPr>
          <a:xfrm>
            <a:off x="0" y="1475555"/>
            <a:ext cx="7423800" cy="10341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  5 to binary: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36"/>
          <p:cNvSpPr txBox="1"/>
          <p:nvPr/>
        </p:nvSpPr>
        <p:spPr>
          <a:xfrm>
            <a:off x="2491356" y="3508312"/>
            <a:ext cx="1476600" cy="42657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8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36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36"/>
          <p:cNvSpPr txBox="1"/>
          <p:nvPr/>
        </p:nvSpPr>
        <p:spPr>
          <a:xfrm>
            <a:off x="4808213" y="8804"/>
            <a:ext cx="2175600" cy="3016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36"/>
          <p:cNvSpPr txBox="1"/>
          <p:nvPr/>
        </p:nvSpPr>
        <p:spPr>
          <a:xfrm>
            <a:off x="10215554" y="5003545"/>
            <a:ext cx="180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36"/>
          <p:cNvSpPr txBox="1"/>
          <p:nvPr/>
        </p:nvSpPr>
        <p:spPr>
          <a:xfrm>
            <a:off x="10215554" y="5779057"/>
            <a:ext cx="180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6"/>
          <p:cNvSpPr txBox="1"/>
          <p:nvPr/>
        </p:nvSpPr>
        <p:spPr>
          <a:xfrm>
            <a:off x="7229796" y="6068174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36"/>
          <p:cNvSpPr txBox="1"/>
          <p:nvPr/>
        </p:nvSpPr>
        <p:spPr>
          <a:xfrm>
            <a:off x="8868665" y="6068174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36"/>
          <p:cNvSpPr txBox="1"/>
          <p:nvPr/>
        </p:nvSpPr>
        <p:spPr>
          <a:xfrm>
            <a:off x="10215554" y="6533227"/>
            <a:ext cx="180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6"/>
          <p:cNvSpPr txBox="1"/>
          <p:nvPr/>
        </p:nvSpPr>
        <p:spPr>
          <a:xfrm>
            <a:off x="12509135" y="6056189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36"/>
          <p:cNvSpPr txBox="1"/>
          <p:nvPr/>
        </p:nvSpPr>
        <p:spPr>
          <a:xfrm>
            <a:off x="14029152" y="5334293"/>
            <a:ext cx="4432200" cy="120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Read the remainder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from bottom to top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36"/>
          <p:cNvSpPr txBox="1"/>
          <p:nvPr/>
        </p:nvSpPr>
        <p:spPr>
          <a:xfrm>
            <a:off x="5635208" y="8069452"/>
            <a:ext cx="98874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101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7"/>
          <p:cNvSpPr/>
          <p:nvPr/>
        </p:nvSpPr>
        <p:spPr>
          <a:xfrm>
            <a:off x="1" y="-12303"/>
            <a:ext cx="7537004" cy="631706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37"/>
          <p:cNvSpPr/>
          <p:nvPr/>
        </p:nvSpPr>
        <p:spPr>
          <a:xfrm>
            <a:off x="1808411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37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37"/>
          <p:cNvSpPr/>
          <p:nvPr/>
        </p:nvSpPr>
        <p:spPr>
          <a:xfrm>
            <a:off x="8428280" y="2760277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37"/>
          <p:cNvSpPr/>
          <p:nvPr/>
        </p:nvSpPr>
        <p:spPr>
          <a:xfrm>
            <a:off x="10199229" y="2760277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37"/>
          <p:cNvSpPr/>
          <p:nvPr/>
        </p:nvSpPr>
        <p:spPr>
          <a:xfrm>
            <a:off x="11970179" y="2760277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37"/>
          <p:cNvSpPr/>
          <p:nvPr/>
        </p:nvSpPr>
        <p:spPr>
          <a:xfrm>
            <a:off x="7221947" y="2760277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37"/>
          <p:cNvSpPr/>
          <p:nvPr/>
        </p:nvSpPr>
        <p:spPr>
          <a:xfrm>
            <a:off x="8428280" y="3493100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37"/>
          <p:cNvSpPr/>
          <p:nvPr/>
        </p:nvSpPr>
        <p:spPr>
          <a:xfrm>
            <a:off x="10199229" y="3493100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37"/>
          <p:cNvSpPr/>
          <p:nvPr/>
        </p:nvSpPr>
        <p:spPr>
          <a:xfrm>
            <a:off x="11970179" y="3493100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37"/>
          <p:cNvSpPr/>
          <p:nvPr/>
        </p:nvSpPr>
        <p:spPr>
          <a:xfrm>
            <a:off x="7221947" y="3493100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37"/>
          <p:cNvSpPr/>
          <p:nvPr/>
        </p:nvSpPr>
        <p:spPr>
          <a:xfrm>
            <a:off x="8428280" y="4225928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37"/>
          <p:cNvSpPr/>
          <p:nvPr/>
        </p:nvSpPr>
        <p:spPr>
          <a:xfrm>
            <a:off x="10199229" y="4225928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37"/>
          <p:cNvSpPr/>
          <p:nvPr/>
        </p:nvSpPr>
        <p:spPr>
          <a:xfrm>
            <a:off x="11970179" y="4225928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7"/>
          <p:cNvSpPr/>
          <p:nvPr/>
        </p:nvSpPr>
        <p:spPr>
          <a:xfrm>
            <a:off x="7221947" y="4225928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37"/>
          <p:cNvSpPr txBox="1"/>
          <p:nvPr/>
        </p:nvSpPr>
        <p:spPr>
          <a:xfrm>
            <a:off x="8884079" y="2572400"/>
            <a:ext cx="9756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37"/>
          <p:cNvSpPr txBox="1"/>
          <p:nvPr/>
        </p:nvSpPr>
        <p:spPr>
          <a:xfrm>
            <a:off x="7621451" y="3347162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37"/>
          <p:cNvSpPr txBox="1"/>
          <p:nvPr/>
        </p:nvSpPr>
        <p:spPr>
          <a:xfrm>
            <a:off x="7621451" y="4079989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37"/>
          <p:cNvSpPr txBox="1"/>
          <p:nvPr/>
        </p:nvSpPr>
        <p:spPr>
          <a:xfrm>
            <a:off x="8884079" y="3328112"/>
            <a:ext cx="9270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37"/>
          <p:cNvSpPr txBox="1"/>
          <p:nvPr/>
        </p:nvSpPr>
        <p:spPr>
          <a:xfrm>
            <a:off x="9098915" y="4079989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37"/>
          <p:cNvSpPr txBox="1"/>
          <p:nvPr/>
        </p:nvSpPr>
        <p:spPr>
          <a:xfrm>
            <a:off x="12358505" y="3282342"/>
            <a:ext cx="4296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37"/>
          <p:cNvSpPr txBox="1"/>
          <p:nvPr/>
        </p:nvSpPr>
        <p:spPr>
          <a:xfrm>
            <a:off x="12380855" y="4069180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37"/>
          <p:cNvSpPr/>
          <p:nvPr/>
        </p:nvSpPr>
        <p:spPr>
          <a:xfrm>
            <a:off x="8428280" y="4905824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37"/>
          <p:cNvSpPr/>
          <p:nvPr/>
        </p:nvSpPr>
        <p:spPr>
          <a:xfrm>
            <a:off x="10199229" y="4905824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37"/>
          <p:cNvSpPr/>
          <p:nvPr/>
        </p:nvSpPr>
        <p:spPr>
          <a:xfrm>
            <a:off x="11970179" y="4905824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37"/>
          <p:cNvSpPr/>
          <p:nvPr/>
        </p:nvSpPr>
        <p:spPr>
          <a:xfrm>
            <a:off x="7221947" y="4905824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1" name="Google Shape;461;p37"/>
          <p:cNvGrpSpPr/>
          <p:nvPr/>
        </p:nvGrpSpPr>
        <p:grpSpPr>
          <a:xfrm rot="-5400000">
            <a:off x="12078839" y="4643605"/>
            <a:ext cx="3785736" cy="1154573"/>
            <a:chOff x="0" y="1270"/>
            <a:chExt cx="1657503" cy="505460"/>
          </a:xfrm>
        </p:grpSpPr>
        <p:sp>
          <p:nvSpPr>
            <p:cNvPr id="462" name="Google Shape;462;p37"/>
            <p:cNvSpPr/>
            <p:nvPr/>
          </p:nvSpPr>
          <p:spPr>
            <a:xfrm>
              <a:off x="0" y="215900"/>
              <a:ext cx="1361593" cy="76200"/>
            </a:xfrm>
            <a:custGeom>
              <a:rect b="b" l="l" r="r" t="t"/>
              <a:pathLst>
                <a:path extrusionOk="0" h="76200" w="1361593">
                  <a:moveTo>
                    <a:pt x="0" y="0"/>
                  </a:moveTo>
                  <a:lnTo>
                    <a:pt x="1361593" y="0"/>
                  </a:lnTo>
                  <a:lnTo>
                    <a:pt x="136159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80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37"/>
            <p:cNvSpPr/>
            <p:nvPr/>
          </p:nvSpPr>
          <p:spPr>
            <a:xfrm>
              <a:off x="1282853" y="1270"/>
              <a:ext cx="374650" cy="505460"/>
            </a:xfrm>
            <a:custGeom>
              <a:rect b="b" l="l" r="r" t="t"/>
              <a:pathLst>
                <a:path extrusionOk="0" h="505460" w="374650">
                  <a:moveTo>
                    <a:pt x="0" y="505460"/>
                  </a:moveTo>
                  <a:lnTo>
                    <a:pt x="0" y="0"/>
                  </a:lnTo>
                  <a:lnTo>
                    <a:pt x="374650" y="252730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4" name="Google Shape;464;p37"/>
          <p:cNvSpPr txBox="1"/>
          <p:nvPr/>
        </p:nvSpPr>
        <p:spPr>
          <a:xfrm>
            <a:off x="248988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37"/>
          <p:cNvSpPr txBox="1"/>
          <p:nvPr/>
        </p:nvSpPr>
        <p:spPr>
          <a:xfrm>
            <a:off x="3354728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37"/>
          <p:cNvSpPr txBox="1"/>
          <p:nvPr/>
        </p:nvSpPr>
        <p:spPr>
          <a:xfrm>
            <a:off x="57194" y="1428584"/>
            <a:ext cx="7423800" cy="10341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  39 to binary: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37"/>
          <p:cNvSpPr txBox="1"/>
          <p:nvPr/>
        </p:nvSpPr>
        <p:spPr>
          <a:xfrm>
            <a:off x="1672482" y="3703934"/>
            <a:ext cx="2290200" cy="2843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37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37"/>
          <p:cNvSpPr txBox="1"/>
          <p:nvPr/>
        </p:nvSpPr>
        <p:spPr>
          <a:xfrm>
            <a:off x="10347722" y="3681611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37"/>
          <p:cNvSpPr txBox="1"/>
          <p:nvPr/>
        </p:nvSpPr>
        <p:spPr>
          <a:xfrm>
            <a:off x="10347722" y="4380745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7"/>
          <p:cNvSpPr txBox="1"/>
          <p:nvPr/>
        </p:nvSpPr>
        <p:spPr>
          <a:xfrm>
            <a:off x="7621451" y="4759885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37"/>
          <p:cNvSpPr txBox="1"/>
          <p:nvPr/>
        </p:nvSpPr>
        <p:spPr>
          <a:xfrm>
            <a:off x="9098915" y="4759885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7"/>
          <p:cNvSpPr txBox="1"/>
          <p:nvPr/>
        </p:nvSpPr>
        <p:spPr>
          <a:xfrm>
            <a:off x="10347722" y="5060642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37"/>
          <p:cNvSpPr txBox="1"/>
          <p:nvPr/>
        </p:nvSpPr>
        <p:spPr>
          <a:xfrm>
            <a:off x="12380855" y="4749079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37"/>
          <p:cNvSpPr txBox="1"/>
          <p:nvPr/>
        </p:nvSpPr>
        <p:spPr>
          <a:xfrm>
            <a:off x="13856156" y="4906848"/>
            <a:ext cx="4432200" cy="120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Read the remainder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from bottom to top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37"/>
          <p:cNvSpPr txBox="1"/>
          <p:nvPr/>
        </p:nvSpPr>
        <p:spPr>
          <a:xfrm>
            <a:off x="4735562" y="8210384"/>
            <a:ext cx="95904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100111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37"/>
          <p:cNvSpPr/>
          <p:nvPr/>
        </p:nvSpPr>
        <p:spPr>
          <a:xfrm>
            <a:off x="8428280" y="5622116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37"/>
          <p:cNvSpPr/>
          <p:nvPr/>
        </p:nvSpPr>
        <p:spPr>
          <a:xfrm>
            <a:off x="10199229" y="5622116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37"/>
          <p:cNvSpPr/>
          <p:nvPr/>
        </p:nvSpPr>
        <p:spPr>
          <a:xfrm>
            <a:off x="11970179" y="5622116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37"/>
          <p:cNvSpPr/>
          <p:nvPr/>
        </p:nvSpPr>
        <p:spPr>
          <a:xfrm>
            <a:off x="7221947" y="5622116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7"/>
          <p:cNvSpPr txBox="1"/>
          <p:nvPr/>
        </p:nvSpPr>
        <p:spPr>
          <a:xfrm>
            <a:off x="7621451" y="547617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37"/>
          <p:cNvSpPr txBox="1"/>
          <p:nvPr/>
        </p:nvSpPr>
        <p:spPr>
          <a:xfrm>
            <a:off x="9098915" y="547617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37"/>
          <p:cNvSpPr txBox="1"/>
          <p:nvPr/>
        </p:nvSpPr>
        <p:spPr>
          <a:xfrm>
            <a:off x="10347722" y="5776937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37"/>
          <p:cNvSpPr txBox="1"/>
          <p:nvPr/>
        </p:nvSpPr>
        <p:spPr>
          <a:xfrm>
            <a:off x="12380855" y="5465372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7"/>
          <p:cNvSpPr/>
          <p:nvPr/>
        </p:nvSpPr>
        <p:spPr>
          <a:xfrm>
            <a:off x="8428280" y="6330244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37"/>
          <p:cNvSpPr/>
          <p:nvPr/>
        </p:nvSpPr>
        <p:spPr>
          <a:xfrm>
            <a:off x="10199229" y="6330244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37"/>
          <p:cNvSpPr/>
          <p:nvPr/>
        </p:nvSpPr>
        <p:spPr>
          <a:xfrm>
            <a:off x="11970179" y="6330244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37"/>
          <p:cNvSpPr/>
          <p:nvPr/>
        </p:nvSpPr>
        <p:spPr>
          <a:xfrm>
            <a:off x="7221947" y="6330244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37"/>
          <p:cNvSpPr txBox="1"/>
          <p:nvPr/>
        </p:nvSpPr>
        <p:spPr>
          <a:xfrm>
            <a:off x="7621451" y="618430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37"/>
          <p:cNvSpPr txBox="1"/>
          <p:nvPr/>
        </p:nvSpPr>
        <p:spPr>
          <a:xfrm>
            <a:off x="9098915" y="618430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37"/>
          <p:cNvSpPr txBox="1"/>
          <p:nvPr/>
        </p:nvSpPr>
        <p:spPr>
          <a:xfrm>
            <a:off x="10347722" y="6485063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7"/>
          <p:cNvSpPr txBox="1"/>
          <p:nvPr/>
        </p:nvSpPr>
        <p:spPr>
          <a:xfrm>
            <a:off x="12380855" y="617349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37"/>
          <p:cNvSpPr/>
          <p:nvPr/>
        </p:nvSpPr>
        <p:spPr>
          <a:xfrm>
            <a:off x="8428280" y="7021786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37"/>
          <p:cNvSpPr/>
          <p:nvPr/>
        </p:nvSpPr>
        <p:spPr>
          <a:xfrm>
            <a:off x="10199229" y="7021786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37"/>
          <p:cNvSpPr/>
          <p:nvPr/>
        </p:nvSpPr>
        <p:spPr>
          <a:xfrm>
            <a:off x="11970179" y="7021786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37"/>
          <p:cNvSpPr/>
          <p:nvPr/>
        </p:nvSpPr>
        <p:spPr>
          <a:xfrm>
            <a:off x="7221947" y="7021786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37"/>
          <p:cNvSpPr txBox="1"/>
          <p:nvPr/>
        </p:nvSpPr>
        <p:spPr>
          <a:xfrm>
            <a:off x="7621451" y="687584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37"/>
          <p:cNvSpPr txBox="1"/>
          <p:nvPr/>
        </p:nvSpPr>
        <p:spPr>
          <a:xfrm>
            <a:off x="9098915" y="687584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37"/>
          <p:cNvSpPr txBox="1"/>
          <p:nvPr/>
        </p:nvSpPr>
        <p:spPr>
          <a:xfrm>
            <a:off x="10347722" y="7176605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37"/>
          <p:cNvSpPr txBox="1"/>
          <p:nvPr/>
        </p:nvSpPr>
        <p:spPr>
          <a:xfrm>
            <a:off x="12380855" y="6865040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5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8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38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7" name="Google Shape;507;p38"/>
          <p:cNvGrpSpPr/>
          <p:nvPr/>
        </p:nvGrpSpPr>
        <p:grpSpPr>
          <a:xfrm>
            <a:off x="3531560" y="4629249"/>
            <a:ext cx="2745666" cy="2745666"/>
            <a:chOff x="0" y="0"/>
            <a:chExt cx="1913890" cy="1913890"/>
          </a:xfrm>
        </p:grpSpPr>
        <p:sp>
          <p:nvSpPr>
            <p:cNvPr id="508" name="Google Shape;508;p3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3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0" name="Google Shape;510;p38"/>
          <p:cNvGrpSpPr/>
          <p:nvPr/>
        </p:nvGrpSpPr>
        <p:grpSpPr>
          <a:xfrm>
            <a:off x="6277107" y="4629249"/>
            <a:ext cx="2745666" cy="2745666"/>
            <a:chOff x="0" y="0"/>
            <a:chExt cx="1913890" cy="1913890"/>
          </a:xfrm>
        </p:grpSpPr>
        <p:sp>
          <p:nvSpPr>
            <p:cNvPr id="511" name="Google Shape;511;p3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3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3" name="Google Shape;513;p38"/>
          <p:cNvGrpSpPr/>
          <p:nvPr/>
        </p:nvGrpSpPr>
        <p:grpSpPr>
          <a:xfrm>
            <a:off x="786009" y="4629249"/>
            <a:ext cx="2745666" cy="2745666"/>
            <a:chOff x="0" y="0"/>
            <a:chExt cx="1913890" cy="1913890"/>
          </a:xfrm>
        </p:grpSpPr>
        <p:sp>
          <p:nvSpPr>
            <p:cNvPr id="514" name="Google Shape;514;p3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3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38"/>
          <p:cNvGrpSpPr/>
          <p:nvPr/>
        </p:nvGrpSpPr>
        <p:grpSpPr>
          <a:xfrm>
            <a:off x="11768205" y="4644417"/>
            <a:ext cx="2745666" cy="2745666"/>
            <a:chOff x="0" y="0"/>
            <a:chExt cx="1913890" cy="1913890"/>
          </a:xfrm>
        </p:grpSpPr>
        <p:sp>
          <p:nvSpPr>
            <p:cNvPr id="517" name="Google Shape;517;p3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3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9" name="Google Shape;519;p38"/>
          <p:cNvSpPr txBox="1"/>
          <p:nvPr/>
        </p:nvSpPr>
        <p:spPr>
          <a:xfrm>
            <a:off x="-593894" y="2063756"/>
            <a:ext cx="19304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binary form of 42?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0" name="Google Shape;520;p38"/>
          <p:cNvGrpSpPr/>
          <p:nvPr/>
        </p:nvGrpSpPr>
        <p:grpSpPr>
          <a:xfrm>
            <a:off x="9022655" y="4644417"/>
            <a:ext cx="2745666" cy="2745666"/>
            <a:chOff x="0" y="0"/>
            <a:chExt cx="1913890" cy="1913890"/>
          </a:xfrm>
        </p:grpSpPr>
        <p:sp>
          <p:nvSpPr>
            <p:cNvPr id="521" name="Google Shape;521;p3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3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3" name="Google Shape;523;p38"/>
          <p:cNvGrpSpPr/>
          <p:nvPr/>
        </p:nvGrpSpPr>
        <p:grpSpPr>
          <a:xfrm>
            <a:off x="14513753" y="4644417"/>
            <a:ext cx="2745666" cy="2745666"/>
            <a:chOff x="0" y="0"/>
            <a:chExt cx="1913890" cy="1913890"/>
          </a:xfrm>
        </p:grpSpPr>
        <p:sp>
          <p:nvSpPr>
            <p:cNvPr id="524" name="Google Shape;524;p38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38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6" name="Google Shape;526;p38"/>
          <p:cNvSpPr/>
          <p:nvPr/>
        </p:nvSpPr>
        <p:spPr>
          <a:xfrm>
            <a:off x="1" y="-12303"/>
            <a:ext cx="7537004" cy="631706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38"/>
          <p:cNvSpPr/>
          <p:nvPr/>
        </p:nvSpPr>
        <p:spPr>
          <a:xfrm>
            <a:off x="1808411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38"/>
          <p:cNvSpPr txBox="1"/>
          <p:nvPr/>
        </p:nvSpPr>
        <p:spPr>
          <a:xfrm>
            <a:off x="248988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38"/>
          <p:cNvSpPr txBox="1"/>
          <p:nvPr/>
        </p:nvSpPr>
        <p:spPr>
          <a:xfrm>
            <a:off x="3354728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38"/>
          <p:cNvSpPr txBox="1"/>
          <p:nvPr/>
        </p:nvSpPr>
        <p:spPr>
          <a:xfrm>
            <a:off x="8472732" y="357166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38"/>
          <p:cNvSpPr txBox="1"/>
          <p:nvPr/>
        </p:nvSpPr>
        <p:spPr>
          <a:xfrm>
            <a:off x="11147832" y="354330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38"/>
          <p:cNvSpPr txBox="1"/>
          <p:nvPr/>
        </p:nvSpPr>
        <p:spPr>
          <a:xfrm>
            <a:off x="13767077" y="354978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38"/>
          <p:cNvSpPr txBox="1"/>
          <p:nvPr/>
        </p:nvSpPr>
        <p:spPr>
          <a:xfrm>
            <a:off x="5622377" y="357814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38"/>
          <p:cNvSpPr txBox="1"/>
          <p:nvPr/>
        </p:nvSpPr>
        <p:spPr>
          <a:xfrm>
            <a:off x="3018755" y="3550928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38"/>
          <p:cNvSpPr txBox="1"/>
          <p:nvPr/>
        </p:nvSpPr>
        <p:spPr>
          <a:xfrm>
            <a:off x="604448" y="356453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6" name="Google Shape;536;p38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8858252"/>
            <a:ext cx="1828800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38">
            <a:hlinkClick r:id="rId5"/>
          </p:cNvPr>
          <p:cNvSpPr/>
          <p:nvPr/>
        </p:nvSpPr>
        <p:spPr>
          <a:xfrm>
            <a:off x="0" y="10414001"/>
            <a:ext cx="25200" cy="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39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39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39"/>
          <p:cNvSpPr txBox="1"/>
          <p:nvPr/>
        </p:nvSpPr>
        <p:spPr>
          <a:xfrm>
            <a:off x="-553163" y="607607"/>
            <a:ext cx="19304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ANSWER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39"/>
          <p:cNvSpPr/>
          <p:nvPr/>
        </p:nvSpPr>
        <p:spPr>
          <a:xfrm>
            <a:off x="8354595" y="3402235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39"/>
          <p:cNvSpPr/>
          <p:nvPr/>
        </p:nvSpPr>
        <p:spPr>
          <a:xfrm>
            <a:off x="10125545" y="3402235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39"/>
          <p:cNvSpPr/>
          <p:nvPr/>
        </p:nvSpPr>
        <p:spPr>
          <a:xfrm>
            <a:off x="11896495" y="3402235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39"/>
          <p:cNvSpPr/>
          <p:nvPr/>
        </p:nvSpPr>
        <p:spPr>
          <a:xfrm>
            <a:off x="7148266" y="3402235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39"/>
          <p:cNvSpPr/>
          <p:nvPr/>
        </p:nvSpPr>
        <p:spPr>
          <a:xfrm>
            <a:off x="8354595" y="4135060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39"/>
          <p:cNvSpPr/>
          <p:nvPr/>
        </p:nvSpPr>
        <p:spPr>
          <a:xfrm>
            <a:off x="10125545" y="4135060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39"/>
          <p:cNvSpPr/>
          <p:nvPr/>
        </p:nvSpPr>
        <p:spPr>
          <a:xfrm>
            <a:off x="11896495" y="4135060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39"/>
          <p:cNvSpPr/>
          <p:nvPr/>
        </p:nvSpPr>
        <p:spPr>
          <a:xfrm>
            <a:off x="7148266" y="4135060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39"/>
          <p:cNvSpPr/>
          <p:nvPr/>
        </p:nvSpPr>
        <p:spPr>
          <a:xfrm>
            <a:off x="8354595" y="4867885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39"/>
          <p:cNvSpPr/>
          <p:nvPr/>
        </p:nvSpPr>
        <p:spPr>
          <a:xfrm>
            <a:off x="10125545" y="4867885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39"/>
          <p:cNvSpPr/>
          <p:nvPr/>
        </p:nvSpPr>
        <p:spPr>
          <a:xfrm>
            <a:off x="11896495" y="4867885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39"/>
          <p:cNvSpPr/>
          <p:nvPr/>
        </p:nvSpPr>
        <p:spPr>
          <a:xfrm>
            <a:off x="7148266" y="4867885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39"/>
          <p:cNvSpPr txBox="1"/>
          <p:nvPr/>
        </p:nvSpPr>
        <p:spPr>
          <a:xfrm>
            <a:off x="8810405" y="3214359"/>
            <a:ext cx="9270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39"/>
          <p:cNvSpPr txBox="1"/>
          <p:nvPr/>
        </p:nvSpPr>
        <p:spPr>
          <a:xfrm>
            <a:off x="7547759" y="3989120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39"/>
          <p:cNvSpPr txBox="1"/>
          <p:nvPr/>
        </p:nvSpPr>
        <p:spPr>
          <a:xfrm>
            <a:off x="7547759" y="4721947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39"/>
          <p:cNvSpPr txBox="1"/>
          <p:nvPr/>
        </p:nvSpPr>
        <p:spPr>
          <a:xfrm>
            <a:off x="8810405" y="3970070"/>
            <a:ext cx="9048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39"/>
          <p:cNvSpPr txBox="1"/>
          <p:nvPr/>
        </p:nvSpPr>
        <p:spPr>
          <a:xfrm>
            <a:off x="8821553" y="4721945"/>
            <a:ext cx="893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39"/>
          <p:cNvSpPr txBox="1"/>
          <p:nvPr/>
        </p:nvSpPr>
        <p:spPr>
          <a:xfrm>
            <a:off x="12284826" y="3924297"/>
            <a:ext cx="4296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39"/>
          <p:cNvSpPr txBox="1"/>
          <p:nvPr/>
        </p:nvSpPr>
        <p:spPr>
          <a:xfrm>
            <a:off x="12307163" y="4711141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39"/>
          <p:cNvSpPr/>
          <p:nvPr/>
        </p:nvSpPr>
        <p:spPr>
          <a:xfrm>
            <a:off x="8354595" y="5547782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39"/>
          <p:cNvSpPr/>
          <p:nvPr/>
        </p:nvSpPr>
        <p:spPr>
          <a:xfrm>
            <a:off x="10125545" y="5547782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39"/>
          <p:cNvSpPr/>
          <p:nvPr/>
        </p:nvSpPr>
        <p:spPr>
          <a:xfrm>
            <a:off x="11896495" y="5547782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39"/>
          <p:cNvSpPr/>
          <p:nvPr/>
        </p:nvSpPr>
        <p:spPr>
          <a:xfrm>
            <a:off x="7148266" y="5547782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68" name="Google Shape;568;p39"/>
          <p:cNvGrpSpPr/>
          <p:nvPr/>
        </p:nvGrpSpPr>
        <p:grpSpPr>
          <a:xfrm rot="-5400000">
            <a:off x="12005154" y="5285563"/>
            <a:ext cx="3785736" cy="1154573"/>
            <a:chOff x="0" y="1270"/>
            <a:chExt cx="1657503" cy="505460"/>
          </a:xfrm>
        </p:grpSpPr>
        <p:sp>
          <p:nvSpPr>
            <p:cNvPr id="569" name="Google Shape;569;p39"/>
            <p:cNvSpPr/>
            <p:nvPr/>
          </p:nvSpPr>
          <p:spPr>
            <a:xfrm>
              <a:off x="0" y="215900"/>
              <a:ext cx="1361593" cy="76200"/>
            </a:xfrm>
            <a:custGeom>
              <a:rect b="b" l="l" r="r" t="t"/>
              <a:pathLst>
                <a:path extrusionOk="0" h="76200" w="1361593">
                  <a:moveTo>
                    <a:pt x="0" y="0"/>
                  </a:moveTo>
                  <a:lnTo>
                    <a:pt x="1361593" y="0"/>
                  </a:lnTo>
                  <a:lnTo>
                    <a:pt x="136159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80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" name="Google Shape;570;p39"/>
            <p:cNvSpPr/>
            <p:nvPr/>
          </p:nvSpPr>
          <p:spPr>
            <a:xfrm>
              <a:off x="1282853" y="1270"/>
              <a:ext cx="374650" cy="505460"/>
            </a:xfrm>
            <a:custGeom>
              <a:rect b="b" l="l" r="r" t="t"/>
              <a:pathLst>
                <a:path extrusionOk="0" h="505460" w="374650">
                  <a:moveTo>
                    <a:pt x="0" y="505460"/>
                  </a:moveTo>
                  <a:lnTo>
                    <a:pt x="0" y="0"/>
                  </a:lnTo>
                  <a:lnTo>
                    <a:pt x="374650" y="252730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1" name="Google Shape;571;p39"/>
          <p:cNvSpPr txBox="1"/>
          <p:nvPr/>
        </p:nvSpPr>
        <p:spPr>
          <a:xfrm>
            <a:off x="-16488" y="2070544"/>
            <a:ext cx="7423800" cy="10341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  42 to binary: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39"/>
          <p:cNvSpPr txBox="1"/>
          <p:nvPr/>
        </p:nvSpPr>
        <p:spPr>
          <a:xfrm>
            <a:off x="1598796" y="4345892"/>
            <a:ext cx="2214000" cy="2843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39"/>
          <p:cNvSpPr txBox="1"/>
          <p:nvPr/>
        </p:nvSpPr>
        <p:spPr>
          <a:xfrm>
            <a:off x="10274171" y="4323571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39"/>
          <p:cNvSpPr txBox="1"/>
          <p:nvPr/>
        </p:nvSpPr>
        <p:spPr>
          <a:xfrm>
            <a:off x="10274171" y="5022704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39"/>
          <p:cNvSpPr txBox="1"/>
          <p:nvPr/>
        </p:nvSpPr>
        <p:spPr>
          <a:xfrm>
            <a:off x="7547759" y="5401844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39"/>
          <p:cNvSpPr txBox="1"/>
          <p:nvPr/>
        </p:nvSpPr>
        <p:spPr>
          <a:xfrm>
            <a:off x="9025224" y="5401844"/>
            <a:ext cx="540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39"/>
          <p:cNvSpPr txBox="1"/>
          <p:nvPr/>
        </p:nvSpPr>
        <p:spPr>
          <a:xfrm>
            <a:off x="10274171" y="5702603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39"/>
          <p:cNvSpPr txBox="1"/>
          <p:nvPr/>
        </p:nvSpPr>
        <p:spPr>
          <a:xfrm>
            <a:off x="12307163" y="539103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39"/>
          <p:cNvSpPr txBox="1"/>
          <p:nvPr/>
        </p:nvSpPr>
        <p:spPr>
          <a:xfrm>
            <a:off x="13782474" y="5548808"/>
            <a:ext cx="4432200" cy="120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Read the remainder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from bottom to top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39"/>
          <p:cNvSpPr/>
          <p:nvPr/>
        </p:nvSpPr>
        <p:spPr>
          <a:xfrm>
            <a:off x="8354595" y="6264076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39"/>
          <p:cNvSpPr/>
          <p:nvPr/>
        </p:nvSpPr>
        <p:spPr>
          <a:xfrm>
            <a:off x="10125545" y="6264076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39"/>
          <p:cNvSpPr/>
          <p:nvPr/>
        </p:nvSpPr>
        <p:spPr>
          <a:xfrm>
            <a:off x="11896495" y="6264076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39"/>
          <p:cNvSpPr/>
          <p:nvPr/>
        </p:nvSpPr>
        <p:spPr>
          <a:xfrm>
            <a:off x="7148266" y="6264076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39"/>
          <p:cNvSpPr txBox="1"/>
          <p:nvPr/>
        </p:nvSpPr>
        <p:spPr>
          <a:xfrm>
            <a:off x="7547759" y="611813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39"/>
          <p:cNvSpPr txBox="1"/>
          <p:nvPr/>
        </p:nvSpPr>
        <p:spPr>
          <a:xfrm>
            <a:off x="9025224" y="611813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39"/>
          <p:cNvSpPr txBox="1"/>
          <p:nvPr/>
        </p:nvSpPr>
        <p:spPr>
          <a:xfrm>
            <a:off x="10274171" y="6418895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39"/>
          <p:cNvSpPr txBox="1"/>
          <p:nvPr/>
        </p:nvSpPr>
        <p:spPr>
          <a:xfrm>
            <a:off x="12307163" y="6107330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39"/>
          <p:cNvSpPr/>
          <p:nvPr/>
        </p:nvSpPr>
        <p:spPr>
          <a:xfrm>
            <a:off x="8354595" y="6972202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39"/>
          <p:cNvSpPr/>
          <p:nvPr/>
        </p:nvSpPr>
        <p:spPr>
          <a:xfrm>
            <a:off x="10125545" y="6972202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9"/>
          <p:cNvSpPr/>
          <p:nvPr/>
        </p:nvSpPr>
        <p:spPr>
          <a:xfrm>
            <a:off x="11896495" y="6972202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39"/>
          <p:cNvSpPr/>
          <p:nvPr/>
        </p:nvSpPr>
        <p:spPr>
          <a:xfrm>
            <a:off x="7148266" y="6972202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39"/>
          <p:cNvSpPr txBox="1"/>
          <p:nvPr/>
        </p:nvSpPr>
        <p:spPr>
          <a:xfrm>
            <a:off x="7547759" y="6826264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39"/>
          <p:cNvSpPr txBox="1"/>
          <p:nvPr/>
        </p:nvSpPr>
        <p:spPr>
          <a:xfrm>
            <a:off x="9025224" y="6826264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39"/>
          <p:cNvSpPr txBox="1"/>
          <p:nvPr/>
        </p:nvSpPr>
        <p:spPr>
          <a:xfrm>
            <a:off x="10274171" y="7127023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39"/>
          <p:cNvSpPr txBox="1"/>
          <p:nvPr/>
        </p:nvSpPr>
        <p:spPr>
          <a:xfrm>
            <a:off x="12307163" y="681545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39"/>
          <p:cNvSpPr/>
          <p:nvPr/>
        </p:nvSpPr>
        <p:spPr>
          <a:xfrm>
            <a:off x="8354595" y="7663744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39"/>
          <p:cNvSpPr/>
          <p:nvPr/>
        </p:nvSpPr>
        <p:spPr>
          <a:xfrm>
            <a:off x="10125545" y="7663744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39"/>
          <p:cNvSpPr/>
          <p:nvPr/>
        </p:nvSpPr>
        <p:spPr>
          <a:xfrm>
            <a:off x="11896495" y="7663744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39"/>
          <p:cNvSpPr/>
          <p:nvPr/>
        </p:nvSpPr>
        <p:spPr>
          <a:xfrm>
            <a:off x="7148266" y="7663744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39"/>
          <p:cNvSpPr txBox="1"/>
          <p:nvPr/>
        </p:nvSpPr>
        <p:spPr>
          <a:xfrm>
            <a:off x="7547759" y="751780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39"/>
          <p:cNvSpPr txBox="1"/>
          <p:nvPr/>
        </p:nvSpPr>
        <p:spPr>
          <a:xfrm>
            <a:off x="9025224" y="751780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39"/>
          <p:cNvSpPr txBox="1"/>
          <p:nvPr/>
        </p:nvSpPr>
        <p:spPr>
          <a:xfrm>
            <a:off x="10274040" y="7817719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39"/>
          <p:cNvSpPr txBox="1"/>
          <p:nvPr/>
        </p:nvSpPr>
        <p:spPr>
          <a:xfrm>
            <a:off x="12307163" y="750699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39"/>
          <p:cNvSpPr txBox="1"/>
          <p:nvPr/>
        </p:nvSpPr>
        <p:spPr>
          <a:xfrm>
            <a:off x="4763964" y="8410579"/>
            <a:ext cx="100950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101010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39"/>
          <p:cNvSpPr/>
          <p:nvPr/>
        </p:nvSpPr>
        <p:spPr>
          <a:xfrm>
            <a:off x="1" y="-12303"/>
            <a:ext cx="7537004" cy="631706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39"/>
          <p:cNvSpPr/>
          <p:nvPr/>
        </p:nvSpPr>
        <p:spPr>
          <a:xfrm>
            <a:off x="1808411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39"/>
          <p:cNvSpPr txBox="1"/>
          <p:nvPr/>
        </p:nvSpPr>
        <p:spPr>
          <a:xfrm>
            <a:off x="248988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9"/>
          <p:cNvSpPr txBox="1"/>
          <p:nvPr/>
        </p:nvSpPr>
        <p:spPr>
          <a:xfrm>
            <a:off x="3354728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6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3" name="Google Shape;613;p40"/>
          <p:cNvGrpSpPr/>
          <p:nvPr/>
        </p:nvGrpSpPr>
        <p:grpSpPr>
          <a:xfrm>
            <a:off x="208889" y="77101"/>
            <a:ext cx="11315076" cy="6091847"/>
            <a:chOff x="-1984132" y="-878792"/>
            <a:chExt cx="16304143" cy="9986634"/>
          </a:xfrm>
        </p:grpSpPr>
        <p:sp>
          <p:nvSpPr>
            <p:cNvPr id="614" name="Google Shape;614;p40"/>
            <p:cNvSpPr txBox="1"/>
            <p:nvPr/>
          </p:nvSpPr>
          <p:spPr>
            <a:xfrm>
              <a:off x="-1984132" y="-878792"/>
              <a:ext cx="11526901" cy="166502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9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6000">
                  <a:solidFill>
                    <a:srgbClr val="F8CF64"/>
                  </a:solidFill>
                  <a:latin typeface="Poppins"/>
                  <a:ea typeface="Poppins"/>
                  <a:cs typeface="Poppins"/>
                  <a:sym typeface="Poppins"/>
                </a:rPr>
                <a:t>Denary System</a:t>
              </a:r>
              <a:endParaRPr sz="6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40"/>
            <p:cNvSpPr txBox="1"/>
            <p:nvPr/>
          </p:nvSpPr>
          <p:spPr>
            <a:xfrm>
              <a:off x="627111" y="-66676"/>
              <a:ext cx="13692900" cy="119431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63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6" name="Google Shape;616;p40"/>
            <p:cNvSpPr txBox="1"/>
            <p:nvPr/>
          </p:nvSpPr>
          <p:spPr>
            <a:xfrm>
              <a:off x="627111" y="7741032"/>
              <a:ext cx="13692900" cy="13668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3008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7" name="Google Shape;617;p40"/>
          <p:cNvGrpSpPr/>
          <p:nvPr/>
        </p:nvGrpSpPr>
        <p:grpSpPr>
          <a:xfrm>
            <a:off x="587380" y="1987406"/>
            <a:ext cx="2540498" cy="2233127"/>
            <a:chOff x="0" y="0"/>
            <a:chExt cx="1913890" cy="1913890"/>
          </a:xfrm>
        </p:grpSpPr>
        <p:sp>
          <p:nvSpPr>
            <p:cNvPr id="618" name="Google Shape;618;p4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4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0" name="Google Shape;620;p40"/>
          <p:cNvGrpSpPr/>
          <p:nvPr/>
        </p:nvGrpSpPr>
        <p:grpSpPr>
          <a:xfrm>
            <a:off x="3127706" y="1987406"/>
            <a:ext cx="2540498" cy="2233127"/>
            <a:chOff x="0" y="0"/>
            <a:chExt cx="1913890" cy="1913890"/>
          </a:xfrm>
        </p:grpSpPr>
        <p:sp>
          <p:nvSpPr>
            <p:cNvPr id="621" name="Google Shape;621;p4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4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3" name="Google Shape;623;p40"/>
          <p:cNvGrpSpPr/>
          <p:nvPr/>
        </p:nvGrpSpPr>
        <p:grpSpPr>
          <a:xfrm>
            <a:off x="5668033" y="1987406"/>
            <a:ext cx="2540498" cy="2233127"/>
            <a:chOff x="0" y="0"/>
            <a:chExt cx="1913890" cy="1913890"/>
          </a:xfrm>
        </p:grpSpPr>
        <p:sp>
          <p:nvSpPr>
            <p:cNvPr id="624" name="Google Shape;624;p4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4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26" name="Google Shape;626;p40"/>
          <p:cNvSpPr txBox="1"/>
          <p:nvPr/>
        </p:nvSpPr>
        <p:spPr>
          <a:xfrm>
            <a:off x="1547726" y="2152440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40"/>
          <p:cNvSpPr txBox="1"/>
          <p:nvPr/>
        </p:nvSpPr>
        <p:spPr>
          <a:xfrm>
            <a:off x="4088052" y="2152440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40"/>
          <p:cNvSpPr txBox="1"/>
          <p:nvPr/>
        </p:nvSpPr>
        <p:spPr>
          <a:xfrm>
            <a:off x="6628379" y="2152440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0"/>
          <p:cNvSpPr txBox="1"/>
          <p:nvPr/>
        </p:nvSpPr>
        <p:spPr>
          <a:xfrm>
            <a:off x="0" y="982907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0"/>
          <p:cNvSpPr txBox="1"/>
          <p:nvPr/>
        </p:nvSpPr>
        <p:spPr>
          <a:xfrm>
            <a:off x="2739677" y="970862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40"/>
          <p:cNvSpPr txBox="1"/>
          <p:nvPr/>
        </p:nvSpPr>
        <p:spPr>
          <a:xfrm>
            <a:off x="5278061" y="92516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40"/>
          <p:cNvSpPr txBox="1"/>
          <p:nvPr/>
        </p:nvSpPr>
        <p:spPr>
          <a:xfrm>
            <a:off x="8194802" y="1486362"/>
            <a:ext cx="10093200" cy="3188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(7x100) + (6x10) </a:t>
            </a:r>
            <a:endParaRPr b="1" sz="7400">
              <a:solidFill>
                <a:srgbClr val="FFFFFF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(5x1)  = 765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40"/>
          <p:cNvSpPr txBox="1"/>
          <p:nvPr/>
        </p:nvSpPr>
        <p:spPr>
          <a:xfrm>
            <a:off x="6060077" y="4439250"/>
            <a:ext cx="2009400" cy="800287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Ones</a:t>
            </a:r>
            <a:endParaRPr b="1" sz="280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40"/>
          <p:cNvSpPr txBox="1"/>
          <p:nvPr/>
        </p:nvSpPr>
        <p:spPr>
          <a:xfrm>
            <a:off x="3713177" y="4439250"/>
            <a:ext cx="2009400" cy="800287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Tenth</a:t>
            </a:r>
            <a:endParaRPr b="1" sz="280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40"/>
          <p:cNvSpPr txBox="1"/>
          <p:nvPr/>
        </p:nvSpPr>
        <p:spPr>
          <a:xfrm>
            <a:off x="726426" y="4439250"/>
            <a:ext cx="2371200" cy="800287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Hundredth</a:t>
            </a:r>
            <a:endParaRPr b="1" sz="280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40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40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RECAP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2" name="Google Shape;642;p41"/>
          <p:cNvGrpSpPr/>
          <p:nvPr/>
        </p:nvGrpSpPr>
        <p:grpSpPr>
          <a:xfrm>
            <a:off x="587380" y="1987406"/>
            <a:ext cx="2540498" cy="2233127"/>
            <a:chOff x="0" y="0"/>
            <a:chExt cx="1913890" cy="1913890"/>
          </a:xfrm>
        </p:grpSpPr>
        <p:sp>
          <p:nvSpPr>
            <p:cNvPr id="643" name="Google Shape;643;p4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4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5" name="Google Shape;645;p41"/>
          <p:cNvGrpSpPr/>
          <p:nvPr/>
        </p:nvGrpSpPr>
        <p:grpSpPr>
          <a:xfrm>
            <a:off x="3127706" y="1987406"/>
            <a:ext cx="2540498" cy="2233127"/>
            <a:chOff x="0" y="0"/>
            <a:chExt cx="1913890" cy="1913890"/>
          </a:xfrm>
        </p:grpSpPr>
        <p:sp>
          <p:nvSpPr>
            <p:cNvPr id="646" name="Google Shape;646;p4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4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8" name="Google Shape;648;p41"/>
          <p:cNvGrpSpPr/>
          <p:nvPr/>
        </p:nvGrpSpPr>
        <p:grpSpPr>
          <a:xfrm>
            <a:off x="5668033" y="1987406"/>
            <a:ext cx="2540498" cy="2233127"/>
            <a:chOff x="0" y="0"/>
            <a:chExt cx="1913890" cy="1913890"/>
          </a:xfrm>
        </p:grpSpPr>
        <p:sp>
          <p:nvSpPr>
            <p:cNvPr id="649" name="Google Shape;649;p4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4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51" name="Google Shape;651;p41"/>
          <p:cNvGrpSpPr/>
          <p:nvPr/>
        </p:nvGrpSpPr>
        <p:grpSpPr>
          <a:xfrm>
            <a:off x="338438" y="102977"/>
            <a:ext cx="11523977" cy="6168947"/>
            <a:chOff x="-2285140" y="-1005186"/>
            <a:chExt cx="16605151" cy="10113028"/>
          </a:xfrm>
        </p:grpSpPr>
        <p:sp>
          <p:nvSpPr>
            <p:cNvPr id="652" name="Google Shape;652;p41"/>
            <p:cNvSpPr txBox="1"/>
            <p:nvPr/>
          </p:nvSpPr>
          <p:spPr>
            <a:xfrm>
              <a:off x="-2285140" y="-1005186"/>
              <a:ext cx="11526903" cy="166502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9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6000">
                  <a:solidFill>
                    <a:srgbClr val="F8CF64"/>
                  </a:solidFill>
                  <a:latin typeface="Poppins"/>
                  <a:ea typeface="Poppins"/>
                  <a:cs typeface="Poppins"/>
                  <a:sym typeface="Poppins"/>
                </a:rPr>
                <a:t>Denary System</a:t>
              </a:r>
              <a:endParaRPr sz="6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41"/>
            <p:cNvSpPr txBox="1"/>
            <p:nvPr/>
          </p:nvSpPr>
          <p:spPr>
            <a:xfrm>
              <a:off x="627110" y="-66675"/>
              <a:ext cx="13692901" cy="119431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63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4" name="Google Shape;654;p41"/>
            <p:cNvSpPr txBox="1"/>
            <p:nvPr/>
          </p:nvSpPr>
          <p:spPr>
            <a:xfrm>
              <a:off x="627110" y="7741032"/>
              <a:ext cx="13692901" cy="13668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3008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55" name="Google Shape;655;p41"/>
          <p:cNvSpPr txBox="1"/>
          <p:nvPr/>
        </p:nvSpPr>
        <p:spPr>
          <a:xfrm>
            <a:off x="1547708" y="2188713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41"/>
          <p:cNvSpPr txBox="1"/>
          <p:nvPr/>
        </p:nvSpPr>
        <p:spPr>
          <a:xfrm>
            <a:off x="4088034" y="2188713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41"/>
          <p:cNvSpPr txBox="1"/>
          <p:nvPr/>
        </p:nvSpPr>
        <p:spPr>
          <a:xfrm>
            <a:off x="6628361" y="2188713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41"/>
          <p:cNvSpPr txBox="1"/>
          <p:nvPr/>
        </p:nvSpPr>
        <p:spPr>
          <a:xfrm>
            <a:off x="-24" y="103802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41"/>
          <p:cNvSpPr txBox="1"/>
          <p:nvPr/>
        </p:nvSpPr>
        <p:spPr>
          <a:xfrm>
            <a:off x="2675076" y="1009667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41"/>
          <p:cNvSpPr txBox="1"/>
          <p:nvPr/>
        </p:nvSpPr>
        <p:spPr>
          <a:xfrm>
            <a:off x="5350176" y="1016147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61" name="Google Shape;661;p41"/>
          <p:cNvGrpSpPr/>
          <p:nvPr/>
        </p:nvGrpSpPr>
        <p:grpSpPr>
          <a:xfrm>
            <a:off x="338438" y="4872677"/>
            <a:ext cx="11523977" cy="6168947"/>
            <a:chOff x="-2285140" y="-1005186"/>
            <a:chExt cx="16605151" cy="10113028"/>
          </a:xfrm>
        </p:grpSpPr>
        <p:sp>
          <p:nvSpPr>
            <p:cNvPr id="662" name="Google Shape;662;p41"/>
            <p:cNvSpPr txBox="1"/>
            <p:nvPr/>
          </p:nvSpPr>
          <p:spPr>
            <a:xfrm>
              <a:off x="-2285140" y="-1005186"/>
              <a:ext cx="11526903" cy="166502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9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6000">
                  <a:solidFill>
                    <a:srgbClr val="F8CF64"/>
                  </a:solidFill>
                  <a:latin typeface="Poppins"/>
                  <a:ea typeface="Poppins"/>
                  <a:cs typeface="Poppins"/>
                  <a:sym typeface="Poppins"/>
                </a:rPr>
                <a:t>Binary System</a:t>
              </a:r>
              <a:endParaRPr sz="6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41"/>
            <p:cNvSpPr txBox="1"/>
            <p:nvPr/>
          </p:nvSpPr>
          <p:spPr>
            <a:xfrm>
              <a:off x="627110" y="-66675"/>
              <a:ext cx="13692901" cy="119431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63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" name="Google Shape;664;p41"/>
            <p:cNvSpPr txBox="1"/>
            <p:nvPr/>
          </p:nvSpPr>
          <p:spPr>
            <a:xfrm>
              <a:off x="627110" y="7741032"/>
              <a:ext cx="13692901" cy="13668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3008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5" name="Google Shape;665;p41"/>
          <p:cNvGrpSpPr/>
          <p:nvPr/>
        </p:nvGrpSpPr>
        <p:grpSpPr>
          <a:xfrm>
            <a:off x="587380" y="6757106"/>
            <a:ext cx="2540498" cy="2233127"/>
            <a:chOff x="0" y="0"/>
            <a:chExt cx="1913890" cy="1913890"/>
          </a:xfrm>
        </p:grpSpPr>
        <p:sp>
          <p:nvSpPr>
            <p:cNvPr id="666" name="Google Shape;666;p4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4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68" name="Google Shape;668;p41"/>
          <p:cNvGrpSpPr/>
          <p:nvPr/>
        </p:nvGrpSpPr>
        <p:grpSpPr>
          <a:xfrm>
            <a:off x="3127706" y="6757106"/>
            <a:ext cx="2540498" cy="2233127"/>
            <a:chOff x="0" y="0"/>
            <a:chExt cx="1913890" cy="1913890"/>
          </a:xfrm>
        </p:grpSpPr>
        <p:sp>
          <p:nvSpPr>
            <p:cNvPr id="669" name="Google Shape;669;p4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p4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1" name="Google Shape;671;p41"/>
          <p:cNvGrpSpPr/>
          <p:nvPr/>
        </p:nvGrpSpPr>
        <p:grpSpPr>
          <a:xfrm>
            <a:off x="5668033" y="6757106"/>
            <a:ext cx="2540498" cy="2233127"/>
            <a:chOff x="0" y="0"/>
            <a:chExt cx="1913890" cy="1913890"/>
          </a:xfrm>
        </p:grpSpPr>
        <p:sp>
          <p:nvSpPr>
            <p:cNvPr id="672" name="Google Shape;672;p4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4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74" name="Google Shape;674;p41"/>
          <p:cNvSpPr txBox="1"/>
          <p:nvPr/>
        </p:nvSpPr>
        <p:spPr>
          <a:xfrm>
            <a:off x="1547708" y="6960822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41"/>
          <p:cNvSpPr txBox="1"/>
          <p:nvPr/>
        </p:nvSpPr>
        <p:spPr>
          <a:xfrm>
            <a:off x="4088034" y="6960822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1"/>
          <p:cNvSpPr txBox="1"/>
          <p:nvPr/>
        </p:nvSpPr>
        <p:spPr>
          <a:xfrm>
            <a:off x="6628361" y="6960822"/>
            <a:ext cx="619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41"/>
          <p:cNvSpPr txBox="1"/>
          <p:nvPr/>
        </p:nvSpPr>
        <p:spPr>
          <a:xfrm>
            <a:off x="-24" y="5810137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41"/>
          <p:cNvSpPr txBox="1"/>
          <p:nvPr/>
        </p:nvSpPr>
        <p:spPr>
          <a:xfrm>
            <a:off x="2675076" y="578177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41"/>
          <p:cNvSpPr txBox="1"/>
          <p:nvPr/>
        </p:nvSpPr>
        <p:spPr>
          <a:xfrm>
            <a:off x="5350176" y="578825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41"/>
          <p:cNvSpPr txBox="1"/>
          <p:nvPr/>
        </p:nvSpPr>
        <p:spPr>
          <a:xfrm>
            <a:off x="8194802" y="1486362"/>
            <a:ext cx="10093200" cy="3188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(7x100) + (6x10) </a:t>
            </a:r>
            <a:endParaRPr b="1" sz="7400">
              <a:solidFill>
                <a:srgbClr val="FFFFFF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(5x1)  = 765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41"/>
          <p:cNvSpPr txBox="1"/>
          <p:nvPr/>
        </p:nvSpPr>
        <p:spPr>
          <a:xfrm>
            <a:off x="8457152" y="6116563"/>
            <a:ext cx="10093200" cy="3188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(1x4) + (1x2) </a:t>
            </a:r>
            <a:endParaRPr b="1" sz="7400">
              <a:solidFill>
                <a:srgbClr val="FFFFFF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(1x1)  = 7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41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41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RECAP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42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42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90" name="Google Shape;690;p42"/>
          <p:cNvGrpSpPr/>
          <p:nvPr/>
        </p:nvGrpSpPr>
        <p:grpSpPr>
          <a:xfrm>
            <a:off x="3708488" y="4457015"/>
            <a:ext cx="2745666" cy="2745666"/>
            <a:chOff x="0" y="0"/>
            <a:chExt cx="1913890" cy="1913890"/>
          </a:xfrm>
        </p:grpSpPr>
        <p:sp>
          <p:nvSpPr>
            <p:cNvPr id="691" name="Google Shape;691;p4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4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93" name="Google Shape;693;p42"/>
          <p:cNvGrpSpPr/>
          <p:nvPr/>
        </p:nvGrpSpPr>
        <p:grpSpPr>
          <a:xfrm>
            <a:off x="6454035" y="4457015"/>
            <a:ext cx="2745666" cy="2745666"/>
            <a:chOff x="0" y="0"/>
            <a:chExt cx="1913890" cy="1913890"/>
          </a:xfrm>
        </p:grpSpPr>
        <p:sp>
          <p:nvSpPr>
            <p:cNvPr id="694" name="Google Shape;694;p4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4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96" name="Google Shape;696;p42"/>
          <p:cNvGrpSpPr/>
          <p:nvPr/>
        </p:nvGrpSpPr>
        <p:grpSpPr>
          <a:xfrm>
            <a:off x="9199583" y="4457015"/>
            <a:ext cx="2745666" cy="2745666"/>
            <a:chOff x="0" y="0"/>
            <a:chExt cx="1913890" cy="1913890"/>
          </a:xfrm>
        </p:grpSpPr>
        <p:sp>
          <p:nvSpPr>
            <p:cNvPr id="697" name="Google Shape;697;p4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4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99" name="Google Shape;699;p42"/>
          <p:cNvSpPr txBox="1"/>
          <p:nvPr/>
        </p:nvSpPr>
        <p:spPr>
          <a:xfrm>
            <a:off x="4746396" y="4997232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42"/>
          <p:cNvSpPr txBox="1"/>
          <p:nvPr/>
        </p:nvSpPr>
        <p:spPr>
          <a:xfrm>
            <a:off x="7491947" y="4997232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42"/>
          <p:cNvSpPr txBox="1"/>
          <p:nvPr/>
        </p:nvSpPr>
        <p:spPr>
          <a:xfrm>
            <a:off x="10237494" y="4997232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42"/>
          <p:cNvSpPr txBox="1"/>
          <p:nvPr/>
        </p:nvSpPr>
        <p:spPr>
          <a:xfrm>
            <a:off x="3232224" y="4997234"/>
            <a:ext cx="669600" cy="3016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3" name="Google Shape;703;p42"/>
          <p:cNvGrpSpPr/>
          <p:nvPr/>
        </p:nvGrpSpPr>
        <p:grpSpPr>
          <a:xfrm>
            <a:off x="11945133" y="4472183"/>
            <a:ext cx="2745666" cy="2745666"/>
            <a:chOff x="0" y="0"/>
            <a:chExt cx="1913890" cy="1913890"/>
          </a:xfrm>
        </p:grpSpPr>
        <p:sp>
          <p:nvSpPr>
            <p:cNvPr id="704" name="Google Shape;704;p4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4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6" name="Google Shape;706;p42"/>
          <p:cNvSpPr txBox="1"/>
          <p:nvPr/>
        </p:nvSpPr>
        <p:spPr>
          <a:xfrm>
            <a:off x="12983045" y="5012403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2"/>
          <p:cNvSpPr txBox="1"/>
          <p:nvPr/>
        </p:nvSpPr>
        <p:spPr>
          <a:xfrm>
            <a:off x="-593894" y="2063756"/>
            <a:ext cx="19304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denary form of "1010"?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42"/>
          <p:cNvSpPr/>
          <p:nvPr/>
        </p:nvSpPr>
        <p:spPr>
          <a:xfrm>
            <a:off x="2" y="-12303"/>
            <a:ext cx="5952198" cy="63170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42"/>
          <p:cNvSpPr/>
          <p:nvPr/>
        </p:nvSpPr>
        <p:spPr>
          <a:xfrm>
            <a:off x="2000553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42"/>
          <p:cNvSpPr txBox="1"/>
          <p:nvPr/>
        </p:nvSpPr>
        <p:spPr>
          <a:xfrm>
            <a:off x="3567086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42"/>
          <p:cNvSpPr txBox="1"/>
          <p:nvPr/>
        </p:nvSpPr>
        <p:spPr>
          <a:xfrm>
            <a:off x="368945" y="16523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42"/>
          <p:cNvSpPr txBox="1"/>
          <p:nvPr/>
        </p:nvSpPr>
        <p:spPr>
          <a:xfrm>
            <a:off x="6233879" y="352057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42"/>
          <p:cNvSpPr txBox="1"/>
          <p:nvPr/>
        </p:nvSpPr>
        <p:spPr>
          <a:xfrm>
            <a:off x="8908979" y="349221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42"/>
          <p:cNvSpPr txBox="1"/>
          <p:nvPr/>
        </p:nvSpPr>
        <p:spPr>
          <a:xfrm>
            <a:off x="11584076" y="3498692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42"/>
          <p:cNvSpPr txBox="1"/>
          <p:nvPr/>
        </p:nvSpPr>
        <p:spPr>
          <a:xfrm>
            <a:off x="3383520" y="352705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6" name="Google Shape;716;p42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8858252"/>
            <a:ext cx="1828800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42">
            <a:hlinkClick r:id="rId5"/>
          </p:cNvPr>
          <p:cNvSpPr/>
          <p:nvPr/>
        </p:nvSpPr>
        <p:spPr>
          <a:xfrm>
            <a:off x="0" y="10414001"/>
            <a:ext cx="25200" cy="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43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43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4" name="Google Shape;724;p43"/>
          <p:cNvGrpSpPr/>
          <p:nvPr/>
        </p:nvGrpSpPr>
        <p:grpSpPr>
          <a:xfrm>
            <a:off x="3982211" y="4407692"/>
            <a:ext cx="2745666" cy="2745666"/>
            <a:chOff x="0" y="0"/>
            <a:chExt cx="1913890" cy="1913890"/>
          </a:xfrm>
        </p:grpSpPr>
        <p:sp>
          <p:nvSpPr>
            <p:cNvPr id="725" name="Google Shape;725;p4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4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7" name="Google Shape;727;p43"/>
          <p:cNvGrpSpPr/>
          <p:nvPr/>
        </p:nvGrpSpPr>
        <p:grpSpPr>
          <a:xfrm>
            <a:off x="6727761" y="4407692"/>
            <a:ext cx="2745666" cy="2745666"/>
            <a:chOff x="0" y="0"/>
            <a:chExt cx="1913890" cy="1913890"/>
          </a:xfrm>
        </p:grpSpPr>
        <p:sp>
          <p:nvSpPr>
            <p:cNvPr id="728" name="Google Shape;728;p4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4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0" name="Google Shape;730;p43"/>
          <p:cNvGrpSpPr/>
          <p:nvPr/>
        </p:nvGrpSpPr>
        <p:grpSpPr>
          <a:xfrm>
            <a:off x="9473309" y="4407692"/>
            <a:ext cx="2745666" cy="2745666"/>
            <a:chOff x="0" y="0"/>
            <a:chExt cx="1913890" cy="1913890"/>
          </a:xfrm>
        </p:grpSpPr>
        <p:sp>
          <p:nvSpPr>
            <p:cNvPr id="731" name="Google Shape;731;p4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4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33" name="Google Shape;733;p43"/>
          <p:cNvSpPr txBox="1"/>
          <p:nvPr/>
        </p:nvSpPr>
        <p:spPr>
          <a:xfrm>
            <a:off x="5020122" y="494790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43"/>
          <p:cNvSpPr txBox="1"/>
          <p:nvPr/>
        </p:nvSpPr>
        <p:spPr>
          <a:xfrm>
            <a:off x="7765670" y="494790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43"/>
          <p:cNvSpPr txBox="1"/>
          <p:nvPr/>
        </p:nvSpPr>
        <p:spPr>
          <a:xfrm>
            <a:off x="10511219" y="494790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43"/>
          <p:cNvSpPr txBox="1"/>
          <p:nvPr/>
        </p:nvSpPr>
        <p:spPr>
          <a:xfrm>
            <a:off x="3232224" y="4997234"/>
            <a:ext cx="669600" cy="3016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37" name="Google Shape;737;p43"/>
          <p:cNvGrpSpPr/>
          <p:nvPr/>
        </p:nvGrpSpPr>
        <p:grpSpPr>
          <a:xfrm>
            <a:off x="12218858" y="4422860"/>
            <a:ext cx="2745666" cy="2745666"/>
            <a:chOff x="0" y="0"/>
            <a:chExt cx="1913890" cy="1913890"/>
          </a:xfrm>
        </p:grpSpPr>
        <p:sp>
          <p:nvSpPr>
            <p:cNvPr id="738" name="Google Shape;738;p4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4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40" name="Google Shape;740;p43"/>
          <p:cNvSpPr txBox="1"/>
          <p:nvPr/>
        </p:nvSpPr>
        <p:spPr>
          <a:xfrm>
            <a:off x="13256768" y="496307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43"/>
          <p:cNvSpPr txBox="1"/>
          <p:nvPr/>
        </p:nvSpPr>
        <p:spPr>
          <a:xfrm>
            <a:off x="-685800" y="2030832"/>
            <a:ext cx="19304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ANSWER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3"/>
          <p:cNvSpPr/>
          <p:nvPr/>
        </p:nvSpPr>
        <p:spPr>
          <a:xfrm>
            <a:off x="2" y="-12303"/>
            <a:ext cx="5952198" cy="63170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43"/>
          <p:cNvSpPr/>
          <p:nvPr/>
        </p:nvSpPr>
        <p:spPr>
          <a:xfrm>
            <a:off x="2000553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43"/>
          <p:cNvSpPr txBox="1"/>
          <p:nvPr/>
        </p:nvSpPr>
        <p:spPr>
          <a:xfrm>
            <a:off x="3713093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43"/>
          <p:cNvSpPr txBox="1"/>
          <p:nvPr/>
        </p:nvSpPr>
        <p:spPr>
          <a:xfrm>
            <a:off x="368945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3"/>
          <p:cNvSpPr txBox="1"/>
          <p:nvPr/>
        </p:nvSpPr>
        <p:spPr>
          <a:xfrm>
            <a:off x="6563459" y="3471245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43"/>
          <p:cNvSpPr txBox="1"/>
          <p:nvPr/>
        </p:nvSpPr>
        <p:spPr>
          <a:xfrm>
            <a:off x="9238559" y="344288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3"/>
          <p:cNvSpPr txBox="1"/>
          <p:nvPr/>
        </p:nvSpPr>
        <p:spPr>
          <a:xfrm>
            <a:off x="11857800" y="344936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43"/>
          <p:cNvSpPr txBox="1"/>
          <p:nvPr/>
        </p:nvSpPr>
        <p:spPr>
          <a:xfrm>
            <a:off x="3713102" y="3477727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43"/>
          <p:cNvSpPr txBox="1"/>
          <p:nvPr/>
        </p:nvSpPr>
        <p:spPr>
          <a:xfrm>
            <a:off x="-2164776" y="7590720"/>
            <a:ext cx="143382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(1x8)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43"/>
          <p:cNvSpPr/>
          <p:nvPr/>
        </p:nvSpPr>
        <p:spPr>
          <a:xfrm>
            <a:off x="6107921" y="7811538"/>
            <a:ext cx="32628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 (1x2) </a:t>
            </a:r>
            <a:endParaRPr sz="6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43"/>
          <p:cNvSpPr/>
          <p:nvPr/>
        </p:nvSpPr>
        <p:spPr>
          <a:xfrm>
            <a:off x="9143982" y="7811528"/>
            <a:ext cx="6285600" cy="11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50" spcFirstLastPara="1" rIns="91450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10 in denary</a:t>
            </a:r>
            <a:endParaRPr sz="6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7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7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7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44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44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59" name="Google Shape;759;p44"/>
          <p:cNvGrpSpPr/>
          <p:nvPr/>
        </p:nvGrpSpPr>
        <p:grpSpPr>
          <a:xfrm>
            <a:off x="3531560" y="4629249"/>
            <a:ext cx="2745666" cy="2745666"/>
            <a:chOff x="0" y="0"/>
            <a:chExt cx="1913890" cy="1913890"/>
          </a:xfrm>
        </p:grpSpPr>
        <p:sp>
          <p:nvSpPr>
            <p:cNvPr id="760" name="Google Shape;760;p4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4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62" name="Google Shape;762;p44"/>
          <p:cNvGrpSpPr/>
          <p:nvPr/>
        </p:nvGrpSpPr>
        <p:grpSpPr>
          <a:xfrm>
            <a:off x="6277107" y="4629249"/>
            <a:ext cx="2745666" cy="2745666"/>
            <a:chOff x="0" y="0"/>
            <a:chExt cx="1913890" cy="1913890"/>
          </a:xfrm>
        </p:grpSpPr>
        <p:sp>
          <p:nvSpPr>
            <p:cNvPr id="763" name="Google Shape;763;p4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4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65" name="Google Shape;765;p44"/>
          <p:cNvGrpSpPr/>
          <p:nvPr/>
        </p:nvGrpSpPr>
        <p:grpSpPr>
          <a:xfrm>
            <a:off x="786009" y="4629249"/>
            <a:ext cx="2745666" cy="2745666"/>
            <a:chOff x="0" y="0"/>
            <a:chExt cx="1913890" cy="1913890"/>
          </a:xfrm>
        </p:grpSpPr>
        <p:sp>
          <p:nvSpPr>
            <p:cNvPr id="766" name="Google Shape;766;p4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" name="Google Shape;767;p4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68" name="Google Shape;768;p44"/>
          <p:cNvGrpSpPr/>
          <p:nvPr/>
        </p:nvGrpSpPr>
        <p:grpSpPr>
          <a:xfrm>
            <a:off x="11768205" y="4644417"/>
            <a:ext cx="2745666" cy="2745666"/>
            <a:chOff x="0" y="0"/>
            <a:chExt cx="1913890" cy="1913890"/>
          </a:xfrm>
        </p:grpSpPr>
        <p:sp>
          <p:nvSpPr>
            <p:cNvPr id="769" name="Google Shape;769;p4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4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71" name="Google Shape;771;p44"/>
          <p:cNvSpPr txBox="1"/>
          <p:nvPr/>
        </p:nvSpPr>
        <p:spPr>
          <a:xfrm>
            <a:off x="-593894" y="2063756"/>
            <a:ext cx="19304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binary form of 38?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72" name="Google Shape;772;p44"/>
          <p:cNvGrpSpPr/>
          <p:nvPr/>
        </p:nvGrpSpPr>
        <p:grpSpPr>
          <a:xfrm>
            <a:off x="9022655" y="4644417"/>
            <a:ext cx="2745666" cy="2745666"/>
            <a:chOff x="0" y="0"/>
            <a:chExt cx="1913890" cy="1913890"/>
          </a:xfrm>
        </p:grpSpPr>
        <p:sp>
          <p:nvSpPr>
            <p:cNvPr id="773" name="Google Shape;773;p4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4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5" name="Google Shape;775;p44"/>
          <p:cNvGrpSpPr/>
          <p:nvPr/>
        </p:nvGrpSpPr>
        <p:grpSpPr>
          <a:xfrm>
            <a:off x="14513753" y="4644417"/>
            <a:ext cx="2745666" cy="2745666"/>
            <a:chOff x="0" y="0"/>
            <a:chExt cx="1913890" cy="1913890"/>
          </a:xfrm>
        </p:grpSpPr>
        <p:sp>
          <p:nvSpPr>
            <p:cNvPr id="776" name="Google Shape;776;p4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4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78" name="Google Shape;778;p44"/>
          <p:cNvSpPr/>
          <p:nvPr/>
        </p:nvSpPr>
        <p:spPr>
          <a:xfrm>
            <a:off x="1" y="-12303"/>
            <a:ext cx="7537004" cy="631706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44"/>
          <p:cNvSpPr/>
          <p:nvPr/>
        </p:nvSpPr>
        <p:spPr>
          <a:xfrm>
            <a:off x="1808411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44"/>
          <p:cNvSpPr txBox="1"/>
          <p:nvPr/>
        </p:nvSpPr>
        <p:spPr>
          <a:xfrm>
            <a:off x="248988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44"/>
          <p:cNvSpPr txBox="1"/>
          <p:nvPr/>
        </p:nvSpPr>
        <p:spPr>
          <a:xfrm>
            <a:off x="3354728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44"/>
          <p:cNvSpPr txBox="1"/>
          <p:nvPr/>
        </p:nvSpPr>
        <p:spPr>
          <a:xfrm>
            <a:off x="8472732" y="357166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44"/>
          <p:cNvSpPr txBox="1"/>
          <p:nvPr/>
        </p:nvSpPr>
        <p:spPr>
          <a:xfrm>
            <a:off x="11147832" y="354330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44"/>
          <p:cNvSpPr txBox="1"/>
          <p:nvPr/>
        </p:nvSpPr>
        <p:spPr>
          <a:xfrm>
            <a:off x="13767077" y="354978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44"/>
          <p:cNvSpPr txBox="1"/>
          <p:nvPr/>
        </p:nvSpPr>
        <p:spPr>
          <a:xfrm>
            <a:off x="5622377" y="357814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44"/>
          <p:cNvSpPr txBox="1"/>
          <p:nvPr/>
        </p:nvSpPr>
        <p:spPr>
          <a:xfrm>
            <a:off x="3018755" y="3550928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44"/>
          <p:cNvSpPr txBox="1"/>
          <p:nvPr/>
        </p:nvSpPr>
        <p:spPr>
          <a:xfrm>
            <a:off x="604448" y="356453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8" name="Google Shape;788;p4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8858252"/>
            <a:ext cx="1828800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789" name="Google Shape;789;p44">
            <a:hlinkClick r:id="rId5"/>
          </p:cNvPr>
          <p:cNvSpPr/>
          <p:nvPr/>
        </p:nvSpPr>
        <p:spPr>
          <a:xfrm>
            <a:off x="0" y="10414001"/>
            <a:ext cx="25200" cy="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5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45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45"/>
          <p:cNvSpPr txBox="1"/>
          <p:nvPr/>
        </p:nvSpPr>
        <p:spPr>
          <a:xfrm>
            <a:off x="-553163" y="607607"/>
            <a:ext cx="19304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ANSWER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45"/>
          <p:cNvSpPr/>
          <p:nvPr/>
        </p:nvSpPr>
        <p:spPr>
          <a:xfrm>
            <a:off x="8354595" y="3402235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45"/>
          <p:cNvSpPr/>
          <p:nvPr/>
        </p:nvSpPr>
        <p:spPr>
          <a:xfrm>
            <a:off x="10125545" y="3402235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45"/>
          <p:cNvSpPr/>
          <p:nvPr/>
        </p:nvSpPr>
        <p:spPr>
          <a:xfrm>
            <a:off x="11896495" y="3402235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45"/>
          <p:cNvSpPr/>
          <p:nvPr/>
        </p:nvSpPr>
        <p:spPr>
          <a:xfrm>
            <a:off x="7148266" y="3402235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45"/>
          <p:cNvSpPr/>
          <p:nvPr/>
        </p:nvSpPr>
        <p:spPr>
          <a:xfrm>
            <a:off x="8354595" y="4135060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45"/>
          <p:cNvSpPr/>
          <p:nvPr/>
        </p:nvSpPr>
        <p:spPr>
          <a:xfrm>
            <a:off x="10125545" y="4135060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3" name="Google Shape;803;p45"/>
          <p:cNvSpPr/>
          <p:nvPr/>
        </p:nvSpPr>
        <p:spPr>
          <a:xfrm>
            <a:off x="11896495" y="4135060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45"/>
          <p:cNvSpPr/>
          <p:nvPr/>
        </p:nvSpPr>
        <p:spPr>
          <a:xfrm>
            <a:off x="7148266" y="4135060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45"/>
          <p:cNvSpPr/>
          <p:nvPr/>
        </p:nvSpPr>
        <p:spPr>
          <a:xfrm>
            <a:off x="8354595" y="4867885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45"/>
          <p:cNvSpPr/>
          <p:nvPr/>
        </p:nvSpPr>
        <p:spPr>
          <a:xfrm>
            <a:off x="10125545" y="4867885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45"/>
          <p:cNvSpPr/>
          <p:nvPr/>
        </p:nvSpPr>
        <p:spPr>
          <a:xfrm>
            <a:off x="11896495" y="4867885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45"/>
          <p:cNvSpPr/>
          <p:nvPr/>
        </p:nvSpPr>
        <p:spPr>
          <a:xfrm>
            <a:off x="7148266" y="4867885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9" name="Google Shape;809;p45"/>
          <p:cNvSpPr txBox="1"/>
          <p:nvPr/>
        </p:nvSpPr>
        <p:spPr>
          <a:xfrm>
            <a:off x="8810405" y="3214359"/>
            <a:ext cx="9270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45"/>
          <p:cNvSpPr txBox="1"/>
          <p:nvPr/>
        </p:nvSpPr>
        <p:spPr>
          <a:xfrm>
            <a:off x="7547759" y="3989120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45"/>
          <p:cNvSpPr txBox="1"/>
          <p:nvPr/>
        </p:nvSpPr>
        <p:spPr>
          <a:xfrm>
            <a:off x="7547759" y="4721947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45"/>
          <p:cNvSpPr txBox="1"/>
          <p:nvPr/>
        </p:nvSpPr>
        <p:spPr>
          <a:xfrm>
            <a:off x="8810405" y="3970070"/>
            <a:ext cx="9048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45"/>
          <p:cNvSpPr txBox="1"/>
          <p:nvPr/>
        </p:nvSpPr>
        <p:spPr>
          <a:xfrm>
            <a:off x="8821553" y="4721947"/>
            <a:ext cx="893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45"/>
          <p:cNvSpPr txBox="1"/>
          <p:nvPr/>
        </p:nvSpPr>
        <p:spPr>
          <a:xfrm>
            <a:off x="12284826" y="3924297"/>
            <a:ext cx="429600" cy="1249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5" name="Google Shape;815;p45"/>
          <p:cNvSpPr txBox="1"/>
          <p:nvPr/>
        </p:nvSpPr>
        <p:spPr>
          <a:xfrm>
            <a:off x="12307163" y="4711141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45"/>
          <p:cNvSpPr/>
          <p:nvPr/>
        </p:nvSpPr>
        <p:spPr>
          <a:xfrm>
            <a:off x="8354595" y="5547782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45"/>
          <p:cNvSpPr/>
          <p:nvPr/>
        </p:nvSpPr>
        <p:spPr>
          <a:xfrm>
            <a:off x="10125545" y="5547782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45"/>
          <p:cNvSpPr/>
          <p:nvPr/>
        </p:nvSpPr>
        <p:spPr>
          <a:xfrm>
            <a:off x="11896495" y="5547782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45"/>
          <p:cNvSpPr/>
          <p:nvPr/>
        </p:nvSpPr>
        <p:spPr>
          <a:xfrm>
            <a:off x="7148266" y="5547782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20" name="Google Shape;820;p45"/>
          <p:cNvGrpSpPr/>
          <p:nvPr/>
        </p:nvGrpSpPr>
        <p:grpSpPr>
          <a:xfrm rot="-5400000">
            <a:off x="12005154" y="5285563"/>
            <a:ext cx="3785736" cy="1154573"/>
            <a:chOff x="0" y="1270"/>
            <a:chExt cx="1657503" cy="505460"/>
          </a:xfrm>
        </p:grpSpPr>
        <p:sp>
          <p:nvSpPr>
            <p:cNvPr id="821" name="Google Shape;821;p45"/>
            <p:cNvSpPr/>
            <p:nvPr/>
          </p:nvSpPr>
          <p:spPr>
            <a:xfrm>
              <a:off x="0" y="215900"/>
              <a:ext cx="1361593" cy="76200"/>
            </a:xfrm>
            <a:custGeom>
              <a:rect b="b" l="l" r="r" t="t"/>
              <a:pathLst>
                <a:path extrusionOk="0" h="76200" w="1361593">
                  <a:moveTo>
                    <a:pt x="0" y="0"/>
                  </a:moveTo>
                  <a:lnTo>
                    <a:pt x="1361593" y="0"/>
                  </a:lnTo>
                  <a:lnTo>
                    <a:pt x="136159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80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45"/>
            <p:cNvSpPr/>
            <p:nvPr/>
          </p:nvSpPr>
          <p:spPr>
            <a:xfrm>
              <a:off x="1282853" y="1270"/>
              <a:ext cx="374650" cy="505460"/>
            </a:xfrm>
            <a:custGeom>
              <a:rect b="b" l="l" r="r" t="t"/>
              <a:pathLst>
                <a:path extrusionOk="0" h="505460" w="374650">
                  <a:moveTo>
                    <a:pt x="0" y="505460"/>
                  </a:moveTo>
                  <a:lnTo>
                    <a:pt x="0" y="0"/>
                  </a:lnTo>
                  <a:lnTo>
                    <a:pt x="374650" y="252730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23" name="Google Shape;823;p45"/>
          <p:cNvSpPr txBox="1"/>
          <p:nvPr/>
        </p:nvSpPr>
        <p:spPr>
          <a:xfrm>
            <a:off x="-16488" y="2070544"/>
            <a:ext cx="7423800" cy="10341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  38 to binary: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45"/>
          <p:cNvSpPr txBox="1"/>
          <p:nvPr/>
        </p:nvSpPr>
        <p:spPr>
          <a:xfrm>
            <a:off x="1598796" y="4345892"/>
            <a:ext cx="2214000" cy="2843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45"/>
          <p:cNvSpPr txBox="1"/>
          <p:nvPr/>
        </p:nvSpPr>
        <p:spPr>
          <a:xfrm>
            <a:off x="10274171" y="4323571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45"/>
          <p:cNvSpPr txBox="1"/>
          <p:nvPr/>
        </p:nvSpPr>
        <p:spPr>
          <a:xfrm>
            <a:off x="10274171" y="5022704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7" name="Google Shape;827;p45"/>
          <p:cNvSpPr txBox="1"/>
          <p:nvPr/>
        </p:nvSpPr>
        <p:spPr>
          <a:xfrm>
            <a:off x="7547759" y="5401844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45"/>
          <p:cNvSpPr txBox="1"/>
          <p:nvPr/>
        </p:nvSpPr>
        <p:spPr>
          <a:xfrm>
            <a:off x="9025224" y="5401844"/>
            <a:ext cx="540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45"/>
          <p:cNvSpPr txBox="1"/>
          <p:nvPr/>
        </p:nvSpPr>
        <p:spPr>
          <a:xfrm>
            <a:off x="10274171" y="5702603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45"/>
          <p:cNvSpPr txBox="1"/>
          <p:nvPr/>
        </p:nvSpPr>
        <p:spPr>
          <a:xfrm>
            <a:off x="12307163" y="539103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45"/>
          <p:cNvSpPr txBox="1"/>
          <p:nvPr/>
        </p:nvSpPr>
        <p:spPr>
          <a:xfrm>
            <a:off x="13782474" y="5548808"/>
            <a:ext cx="4432200" cy="120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Read the remainder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from bottom to top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45"/>
          <p:cNvSpPr/>
          <p:nvPr/>
        </p:nvSpPr>
        <p:spPr>
          <a:xfrm>
            <a:off x="8354595" y="6264076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45"/>
          <p:cNvSpPr/>
          <p:nvPr/>
        </p:nvSpPr>
        <p:spPr>
          <a:xfrm>
            <a:off x="10125545" y="6264076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45"/>
          <p:cNvSpPr/>
          <p:nvPr/>
        </p:nvSpPr>
        <p:spPr>
          <a:xfrm>
            <a:off x="11896495" y="6264076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45"/>
          <p:cNvSpPr/>
          <p:nvPr/>
        </p:nvSpPr>
        <p:spPr>
          <a:xfrm>
            <a:off x="7148266" y="6264076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45"/>
          <p:cNvSpPr txBox="1"/>
          <p:nvPr/>
        </p:nvSpPr>
        <p:spPr>
          <a:xfrm>
            <a:off x="7547759" y="611813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45"/>
          <p:cNvSpPr txBox="1"/>
          <p:nvPr/>
        </p:nvSpPr>
        <p:spPr>
          <a:xfrm>
            <a:off x="9025224" y="611813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45"/>
          <p:cNvSpPr txBox="1"/>
          <p:nvPr/>
        </p:nvSpPr>
        <p:spPr>
          <a:xfrm>
            <a:off x="10274171" y="6418895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45"/>
          <p:cNvSpPr txBox="1"/>
          <p:nvPr/>
        </p:nvSpPr>
        <p:spPr>
          <a:xfrm>
            <a:off x="12307163" y="6107330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45"/>
          <p:cNvSpPr/>
          <p:nvPr/>
        </p:nvSpPr>
        <p:spPr>
          <a:xfrm>
            <a:off x="8354595" y="6972202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45"/>
          <p:cNvSpPr/>
          <p:nvPr/>
        </p:nvSpPr>
        <p:spPr>
          <a:xfrm>
            <a:off x="10125545" y="6972202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45"/>
          <p:cNvSpPr/>
          <p:nvPr/>
        </p:nvSpPr>
        <p:spPr>
          <a:xfrm>
            <a:off x="11896495" y="6972202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45"/>
          <p:cNvSpPr/>
          <p:nvPr/>
        </p:nvSpPr>
        <p:spPr>
          <a:xfrm>
            <a:off x="7148266" y="6972202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45"/>
          <p:cNvSpPr txBox="1"/>
          <p:nvPr/>
        </p:nvSpPr>
        <p:spPr>
          <a:xfrm>
            <a:off x="7547759" y="6826264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45"/>
          <p:cNvSpPr txBox="1"/>
          <p:nvPr/>
        </p:nvSpPr>
        <p:spPr>
          <a:xfrm>
            <a:off x="9025224" y="6826264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45"/>
          <p:cNvSpPr txBox="1"/>
          <p:nvPr/>
        </p:nvSpPr>
        <p:spPr>
          <a:xfrm>
            <a:off x="10274171" y="7127023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5"/>
          <p:cNvSpPr txBox="1"/>
          <p:nvPr/>
        </p:nvSpPr>
        <p:spPr>
          <a:xfrm>
            <a:off x="12307163" y="681545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45"/>
          <p:cNvSpPr/>
          <p:nvPr/>
        </p:nvSpPr>
        <p:spPr>
          <a:xfrm>
            <a:off x="8354595" y="7663744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45"/>
          <p:cNvSpPr/>
          <p:nvPr/>
        </p:nvSpPr>
        <p:spPr>
          <a:xfrm>
            <a:off x="10125545" y="7663744"/>
            <a:ext cx="1775922" cy="734882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45"/>
          <p:cNvSpPr/>
          <p:nvPr/>
        </p:nvSpPr>
        <p:spPr>
          <a:xfrm>
            <a:off x="11896495" y="7663744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45"/>
          <p:cNvSpPr/>
          <p:nvPr/>
        </p:nvSpPr>
        <p:spPr>
          <a:xfrm>
            <a:off x="7148266" y="7663744"/>
            <a:ext cx="1209716" cy="734882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45"/>
          <p:cNvSpPr txBox="1"/>
          <p:nvPr/>
        </p:nvSpPr>
        <p:spPr>
          <a:xfrm>
            <a:off x="7547759" y="751780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45"/>
          <p:cNvSpPr txBox="1"/>
          <p:nvPr/>
        </p:nvSpPr>
        <p:spPr>
          <a:xfrm>
            <a:off x="9025224" y="7517806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45"/>
          <p:cNvSpPr txBox="1"/>
          <p:nvPr/>
        </p:nvSpPr>
        <p:spPr>
          <a:xfrm>
            <a:off x="10274040" y="7817719"/>
            <a:ext cx="1543200" cy="474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45"/>
          <p:cNvSpPr txBox="1"/>
          <p:nvPr/>
        </p:nvSpPr>
        <p:spPr>
          <a:xfrm>
            <a:off x="12307163" y="7506998"/>
            <a:ext cx="407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45"/>
          <p:cNvSpPr txBox="1"/>
          <p:nvPr/>
        </p:nvSpPr>
        <p:spPr>
          <a:xfrm>
            <a:off x="4763964" y="8410579"/>
            <a:ext cx="100950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100110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45"/>
          <p:cNvSpPr/>
          <p:nvPr/>
        </p:nvSpPr>
        <p:spPr>
          <a:xfrm>
            <a:off x="1" y="-12303"/>
            <a:ext cx="7537004" cy="631706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45"/>
          <p:cNvSpPr/>
          <p:nvPr/>
        </p:nvSpPr>
        <p:spPr>
          <a:xfrm>
            <a:off x="1808411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45"/>
          <p:cNvSpPr txBox="1"/>
          <p:nvPr/>
        </p:nvSpPr>
        <p:spPr>
          <a:xfrm>
            <a:off x="248988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45"/>
          <p:cNvSpPr txBox="1"/>
          <p:nvPr/>
        </p:nvSpPr>
        <p:spPr>
          <a:xfrm>
            <a:off x="3354728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45"/>
          <p:cNvSpPr txBox="1"/>
          <p:nvPr/>
        </p:nvSpPr>
        <p:spPr>
          <a:xfrm>
            <a:off x="4808213" y="8802"/>
            <a:ext cx="21756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(Method 2)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8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5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6" name="Google Shape;866;p46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867" name="Google Shape;867;p46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46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46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46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46"/>
          <p:cNvSpPr txBox="1"/>
          <p:nvPr/>
        </p:nvSpPr>
        <p:spPr>
          <a:xfrm>
            <a:off x="4425439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PAST YEAR QUESTION</a:t>
            </a:r>
            <a:endParaRPr/>
          </a:p>
        </p:txBody>
      </p:sp>
      <p:sp>
        <p:nvSpPr>
          <p:cNvPr id="872" name="Google Shape;872;p46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3" name="Google Shape;873;p46"/>
          <p:cNvPicPr preferRelativeResize="0"/>
          <p:nvPr/>
        </p:nvPicPr>
        <p:blipFill rotWithShape="1">
          <a:blip r:embed="rId4">
            <a:alphaModFix/>
          </a:blip>
          <a:srcRect b="56638" l="0" r="0" t="0"/>
          <a:stretch/>
        </p:blipFill>
        <p:spPr>
          <a:xfrm>
            <a:off x="4618400" y="2123551"/>
            <a:ext cx="12820079" cy="66665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47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879" name="Google Shape;879;p47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47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47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47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7"/>
          <p:cNvSpPr txBox="1"/>
          <p:nvPr/>
        </p:nvSpPr>
        <p:spPr>
          <a:xfrm>
            <a:off x="4755005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ANSWER</a:t>
            </a:r>
            <a:endParaRPr/>
          </a:p>
        </p:txBody>
      </p:sp>
      <p:sp>
        <p:nvSpPr>
          <p:cNvPr id="884" name="Google Shape;884;p47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5" name="Google Shape;885;p47"/>
          <p:cNvPicPr preferRelativeResize="0"/>
          <p:nvPr/>
        </p:nvPicPr>
        <p:blipFill rotWithShape="1">
          <a:blip r:embed="rId4">
            <a:alphaModFix/>
          </a:blip>
          <a:srcRect b="0" l="111" r="70032" t="0"/>
          <a:stretch/>
        </p:blipFill>
        <p:spPr>
          <a:xfrm>
            <a:off x="4436360" y="3738035"/>
            <a:ext cx="13374128" cy="3161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0" name="Google Shape;890;p48"/>
          <p:cNvGrpSpPr/>
          <p:nvPr/>
        </p:nvGrpSpPr>
        <p:grpSpPr>
          <a:xfrm>
            <a:off x="3222977" y="1179838"/>
            <a:ext cx="11210177" cy="6694348"/>
            <a:chOff x="0" y="-66675"/>
            <a:chExt cx="14946900" cy="8925793"/>
          </a:xfrm>
        </p:grpSpPr>
        <p:sp>
          <p:nvSpPr>
            <p:cNvPr id="891" name="Google Shape;891;p48"/>
            <p:cNvSpPr txBox="1"/>
            <p:nvPr/>
          </p:nvSpPr>
          <p:spPr>
            <a:xfrm>
              <a:off x="0" y="1934252"/>
              <a:ext cx="14946900" cy="568770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9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600">
                  <a:solidFill>
                    <a:srgbClr val="008037"/>
                  </a:solidFill>
                  <a:latin typeface="Poppins"/>
                  <a:ea typeface="Poppins"/>
                  <a:cs typeface="Poppins"/>
                  <a:sym typeface="Poppins"/>
                </a:rPr>
                <a:t>Hexadecimal System</a:t>
              </a:r>
              <a:endPara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48"/>
            <p:cNvSpPr txBox="1"/>
            <p:nvPr/>
          </p:nvSpPr>
          <p:spPr>
            <a:xfrm>
              <a:off x="627112" y="-66675"/>
              <a:ext cx="13692900" cy="9713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63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3" name="Google Shape;893;p48"/>
            <p:cNvSpPr txBox="1"/>
            <p:nvPr/>
          </p:nvSpPr>
          <p:spPr>
            <a:xfrm>
              <a:off x="627112" y="7747446"/>
              <a:ext cx="13692900" cy="11116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3008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49"/>
          <p:cNvSpPr txBox="1"/>
          <p:nvPr/>
        </p:nvSpPr>
        <p:spPr>
          <a:xfrm>
            <a:off x="0" y="-31101"/>
            <a:ext cx="8463000" cy="12064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600">
                <a:solidFill>
                  <a:srgbClr val="008037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Hexadecimal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49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49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Motivation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49"/>
          <p:cNvSpPr txBox="1"/>
          <p:nvPr/>
        </p:nvSpPr>
        <p:spPr>
          <a:xfrm>
            <a:off x="174842" y="1725150"/>
            <a:ext cx="16009800" cy="24129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84186" lvl="1" marL="1193771" marR="0" rtl="0" algn="l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Clr>
                <a:srgbClr val="008037"/>
              </a:buClr>
              <a:buSzPts val="2800"/>
              <a:buFont typeface="Arial"/>
              <a:buChar char="•"/>
            </a:pPr>
            <a:r>
              <a:rPr b="0" i="0" lang="en" sz="5600" u="none" cap="none" strike="noStrike">
                <a:solidFill>
                  <a:srgbClr val="008037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It is a base 16 system.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84186" lvl="1" marL="1193771" marR="0" rtl="0" algn="l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Clr>
                <a:srgbClr val="008037"/>
              </a:buClr>
              <a:buSzPts val="2800"/>
              <a:buFont typeface="Arial"/>
              <a:buChar char="•"/>
            </a:pPr>
            <a:r>
              <a:rPr b="0" i="0" lang="en" sz="5600" u="none" cap="none" strike="noStrike">
                <a:solidFill>
                  <a:srgbClr val="008037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It uses 16 digits to represent each value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49"/>
          <p:cNvSpPr/>
          <p:nvPr/>
        </p:nvSpPr>
        <p:spPr>
          <a:xfrm>
            <a:off x="3415526" y="5143502"/>
            <a:ext cx="2859324" cy="734882"/>
          </a:xfrm>
          <a:custGeom>
            <a:rect b="b" l="l" r="r" t="t"/>
            <a:pathLst>
              <a:path extrusionOk="0" h="647474" w="2519228">
                <a:moveTo>
                  <a:pt x="0" y="0"/>
                </a:moveTo>
                <a:lnTo>
                  <a:pt x="0" y="647474"/>
                </a:lnTo>
                <a:lnTo>
                  <a:pt x="2519228" y="647474"/>
                </a:lnTo>
                <a:lnTo>
                  <a:pt x="2519228" y="0"/>
                </a:lnTo>
                <a:lnTo>
                  <a:pt x="0" y="0"/>
                </a:lnTo>
                <a:close/>
                <a:moveTo>
                  <a:pt x="245826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2458268" y="59690"/>
                </a:lnTo>
                <a:lnTo>
                  <a:pt x="245826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49"/>
          <p:cNvSpPr/>
          <p:nvPr/>
        </p:nvSpPr>
        <p:spPr>
          <a:xfrm>
            <a:off x="6172899" y="5143502"/>
            <a:ext cx="8920098" cy="734882"/>
          </a:xfrm>
          <a:custGeom>
            <a:rect b="b" l="l" r="r" t="t"/>
            <a:pathLst>
              <a:path extrusionOk="0" h="647474" w="7859118">
                <a:moveTo>
                  <a:pt x="0" y="0"/>
                </a:moveTo>
                <a:lnTo>
                  <a:pt x="0" y="647474"/>
                </a:lnTo>
                <a:lnTo>
                  <a:pt x="7859118" y="647474"/>
                </a:lnTo>
                <a:lnTo>
                  <a:pt x="7859118" y="0"/>
                </a:lnTo>
                <a:lnTo>
                  <a:pt x="0" y="0"/>
                </a:lnTo>
                <a:close/>
                <a:moveTo>
                  <a:pt x="779815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7798158" y="59690"/>
                </a:lnTo>
                <a:lnTo>
                  <a:pt x="779815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49"/>
          <p:cNvSpPr txBox="1"/>
          <p:nvPr/>
        </p:nvSpPr>
        <p:spPr>
          <a:xfrm>
            <a:off x="2984777" y="5276089"/>
            <a:ext cx="3712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Number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49"/>
          <p:cNvSpPr txBox="1"/>
          <p:nvPr/>
        </p:nvSpPr>
        <p:spPr>
          <a:xfrm>
            <a:off x="5938037" y="5276089"/>
            <a:ext cx="9365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Digits used to represent each value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49"/>
          <p:cNvSpPr/>
          <p:nvPr/>
        </p:nvSpPr>
        <p:spPr>
          <a:xfrm>
            <a:off x="3415526" y="5876329"/>
            <a:ext cx="2859324" cy="734882"/>
          </a:xfrm>
          <a:custGeom>
            <a:rect b="b" l="l" r="r" t="t"/>
            <a:pathLst>
              <a:path extrusionOk="0" h="647474" w="2519228">
                <a:moveTo>
                  <a:pt x="0" y="0"/>
                </a:moveTo>
                <a:lnTo>
                  <a:pt x="0" y="647474"/>
                </a:lnTo>
                <a:lnTo>
                  <a:pt x="2519228" y="647474"/>
                </a:lnTo>
                <a:lnTo>
                  <a:pt x="2519228" y="0"/>
                </a:lnTo>
                <a:lnTo>
                  <a:pt x="0" y="0"/>
                </a:lnTo>
                <a:close/>
                <a:moveTo>
                  <a:pt x="245826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2458268" y="59690"/>
                </a:lnTo>
                <a:lnTo>
                  <a:pt x="245826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49"/>
          <p:cNvSpPr/>
          <p:nvPr/>
        </p:nvSpPr>
        <p:spPr>
          <a:xfrm>
            <a:off x="6172899" y="5876329"/>
            <a:ext cx="8920098" cy="734882"/>
          </a:xfrm>
          <a:custGeom>
            <a:rect b="b" l="l" r="r" t="t"/>
            <a:pathLst>
              <a:path extrusionOk="0" h="647474" w="7859118">
                <a:moveTo>
                  <a:pt x="0" y="0"/>
                </a:moveTo>
                <a:lnTo>
                  <a:pt x="0" y="647474"/>
                </a:lnTo>
                <a:lnTo>
                  <a:pt x="7859118" y="647474"/>
                </a:lnTo>
                <a:lnTo>
                  <a:pt x="7859118" y="0"/>
                </a:lnTo>
                <a:lnTo>
                  <a:pt x="0" y="0"/>
                </a:lnTo>
                <a:close/>
                <a:moveTo>
                  <a:pt x="779815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7798158" y="59690"/>
                </a:lnTo>
                <a:lnTo>
                  <a:pt x="779815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49"/>
          <p:cNvSpPr/>
          <p:nvPr/>
        </p:nvSpPr>
        <p:spPr>
          <a:xfrm>
            <a:off x="3415526" y="6492661"/>
            <a:ext cx="2859324" cy="734882"/>
          </a:xfrm>
          <a:custGeom>
            <a:rect b="b" l="l" r="r" t="t"/>
            <a:pathLst>
              <a:path extrusionOk="0" h="647474" w="2519228">
                <a:moveTo>
                  <a:pt x="0" y="0"/>
                </a:moveTo>
                <a:lnTo>
                  <a:pt x="0" y="647474"/>
                </a:lnTo>
                <a:lnTo>
                  <a:pt x="2519228" y="647474"/>
                </a:lnTo>
                <a:lnTo>
                  <a:pt x="2519228" y="0"/>
                </a:lnTo>
                <a:lnTo>
                  <a:pt x="0" y="0"/>
                </a:lnTo>
                <a:close/>
                <a:moveTo>
                  <a:pt x="245826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2458268" y="59690"/>
                </a:lnTo>
                <a:lnTo>
                  <a:pt x="245826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49"/>
          <p:cNvSpPr/>
          <p:nvPr/>
        </p:nvSpPr>
        <p:spPr>
          <a:xfrm>
            <a:off x="6172899" y="6492661"/>
            <a:ext cx="8920098" cy="734882"/>
          </a:xfrm>
          <a:custGeom>
            <a:rect b="b" l="l" r="r" t="t"/>
            <a:pathLst>
              <a:path extrusionOk="0" h="647474" w="7859118">
                <a:moveTo>
                  <a:pt x="0" y="0"/>
                </a:moveTo>
                <a:lnTo>
                  <a:pt x="0" y="647474"/>
                </a:lnTo>
                <a:lnTo>
                  <a:pt x="7859118" y="647474"/>
                </a:lnTo>
                <a:lnTo>
                  <a:pt x="7859118" y="0"/>
                </a:lnTo>
                <a:lnTo>
                  <a:pt x="0" y="0"/>
                </a:lnTo>
                <a:close/>
                <a:moveTo>
                  <a:pt x="779815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7798158" y="59690"/>
                </a:lnTo>
                <a:lnTo>
                  <a:pt x="779815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49"/>
          <p:cNvSpPr/>
          <p:nvPr/>
        </p:nvSpPr>
        <p:spPr>
          <a:xfrm>
            <a:off x="3415526" y="7225484"/>
            <a:ext cx="2859324" cy="734882"/>
          </a:xfrm>
          <a:custGeom>
            <a:rect b="b" l="l" r="r" t="t"/>
            <a:pathLst>
              <a:path extrusionOk="0" h="647474" w="2519228">
                <a:moveTo>
                  <a:pt x="0" y="0"/>
                </a:moveTo>
                <a:lnTo>
                  <a:pt x="0" y="647474"/>
                </a:lnTo>
                <a:lnTo>
                  <a:pt x="2519228" y="647474"/>
                </a:lnTo>
                <a:lnTo>
                  <a:pt x="2519228" y="0"/>
                </a:lnTo>
                <a:lnTo>
                  <a:pt x="0" y="0"/>
                </a:lnTo>
                <a:close/>
                <a:moveTo>
                  <a:pt x="245826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2458268" y="59690"/>
                </a:lnTo>
                <a:lnTo>
                  <a:pt x="245826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49"/>
          <p:cNvSpPr/>
          <p:nvPr/>
        </p:nvSpPr>
        <p:spPr>
          <a:xfrm>
            <a:off x="6172899" y="7225484"/>
            <a:ext cx="8920098" cy="734882"/>
          </a:xfrm>
          <a:custGeom>
            <a:rect b="b" l="l" r="r" t="t"/>
            <a:pathLst>
              <a:path extrusionOk="0" h="647474" w="7859118">
                <a:moveTo>
                  <a:pt x="0" y="0"/>
                </a:moveTo>
                <a:lnTo>
                  <a:pt x="0" y="647474"/>
                </a:lnTo>
                <a:lnTo>
                  <a:pt x="7859118" y="647474"/>
                </a:lnTo>
                <a:lnTo>
                  <a:pt x="7859118" y="0"/>
                </a:lnTo>
                <a:lnTo>
                  <a:pt x="0" y="0"/>
                </a:lnTo>
                <a:close/>
                <a:moveTo>
                  <a:pt x="779815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7798158" y="59690"/>
                </a:lnTo>
                <a:lnTo>
                  <a:pt x="779815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49"/>
          <p:cNvSpPr txBox="1"/>
          <p:nvPr/>
        </p:nvSpPr>
        <p:spPr>
          <a:xfrm>
            <a:off x="2984777" y="6008914"/>
            <a:ext cx="3712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49"/>
          <p:cNvSpPr txBox="1"/>
          <p:nvPr/>
        </p:nvSpPr>
        <p:spPr>
          <a:xfrm>
            <a:off x="2984777" y="6625247"/>
            <a:ext cx="3712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49"/>
          <p:cNvSpPr txBox="1"/>
          <p:nvPr/>
        </p:nvSpPr>
        <p:spPr>
          <a:xfrm>
            <a:off x="2984777" y="7358074"/>
            <a:ext cx="3712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49"/>
          <p:cNvSpPr txBox="1"/>
          <p:nvPr/>
        </p:nvSpPr>
        <p:spPr>
          <a:xfrm>
            <a:off x="8483178" y="6008912"/>
            <a:ext cx="3712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0, 1, 2, 3, 4, 5, 6, 7, 8, 9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49"/>
          <p:cNvSpPr txBox="1"/>
          <p:nvPr/>
        </p:nvSpPr>
        <p:spPr>
          <a:xfrm>
            <a:off x="8483178" y="6625247"/>
            <a:ext cx="3712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0, 1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49"/>
          <p:cNvSpPr txBox="1"/>
          <p:nvPr/>
        </p:nvSpPr>
        <p:spPr>
          <a:xfrm>
            <a:off x="7389761" y="7358072"/>
            <a:ext cx="3712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0, 1, 2, 3, 4, 5, 6, 7, 8, 9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49"/>
          <p:cNvSpPr txBox="1"/>
          <p:nvPr/>
        </p:nvSpPr>
        <p:spPr>
          <a:xfrm>
            <a:off x="10145024" y="7358074"/>
            <a:ext cx="3712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, A, B, C, D, E, F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1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922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50"/>
          <p:cNvSpPr txBox="1"/>
          <p:nvPr/>
        </p:nvSpPr>
        <p:spPr>
          <a:xfrm>
            <a:off x="0" y="-31101"/>
            <a:ext cx="8463000" cy="12064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600">
                <a:solidFill>
                  <a:srgbClr val="008037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Hexadecimal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50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50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6" name="Google Shape;926;p50"/>
          <p:cNvGrpSpPr/>
          <p:nvPr/>
        </p:nvGrpSpPr>
        <p:grpSpPr>
          <a:xfrm>
            <a:off x="1871018" y="2474636"/>
            <a:ext cx="1623362" cy="1623362"/>
            <a:chOff x="0" y="0"/>
            <a:chExt cx="1913890" cy="1913890"/>
          </a:xfrm>
        </p:grpSpPr>
        <p:sp>
          <p:nvSpPr>
            <p:cNvPr id="927" name="Google Shape;927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29" name="Google Shape;929;p50"/>
          <p:cNvGrpSpPr/>
          <p:nvPr/>
        </p:nvGrpSpPr>
        <p:grpSpPr>
          <a:xfrm>
            <a:off x="3494377" y="2474636"/>
            <a:ext cx="1623362" cy="1623362"/>
            <a:chOff x="0" y="0"/>
            <a:chExt cx="1913890" cy="1913890"/>
          </a:xfrm>
        </p:grpSpPr>
        <p:sp>
          <p:nvSpPr>
            <p:cNvPr id="930" name="Google Shape;930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32" name="Google Shape;932;p50"/>
          <p:cNvGrpSpPr/>
          <p:nvPr/>
        </p:nvGrpSpPr>
        <p:grpSpPr>
          <a:xfrm>
            <a:off x="5117732" y="2474636"/>
            <a:ext cx="1623362" cy="1623362"/>
            <a:chOff x="0" y="0"/>
            <a:chExt cx="1913890" cy="1913890"/>
          </a:xfrm>
        </p:grpSpPr>
        <p:sp>
          <p:nvSpPr>
            <p:cNvPr id="933" name="Google Shape;933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35" name="Google Shape;935;p50"/>
          <p:cNvSpPr txBox="1"/>
          <p:nvPr/>
        </p:nvSpPr>
        <p:spPr>
          <a:xfrm>
            <a:off x="2484701" y="2785016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50"/>
          <p:cNvSpPr txBox="1"/>
          <p:nvPr/>
        </p:nvSpPr>
        <p:spPr>
          <a:xfrm>
            <a:off x="4108058" y="2785016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50"/>
          <p:cNvSpPr txBox="1"/>
          <p:nvPr/>
        </p:nvSpPr>
        <p:spPr>
          <a:xfrm>
            <a:off x="5731415" y="2785016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50"/>
          <p:cNvSpPr txBox="1"/>
          <p:nvPr/>
        </p:nvSpPr>
        <p:spPr>
          <a:xfrm>
            <a:off x="750882" y="4166009"/>
            <a:ext cx="7506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(3x100) + (6x10) + (5x1) = 365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39" name="Google Shape;939;p50"/>
          <p:cNvGrpSpPr/>
          <p:nvPr/>
        </p:nvGrpSpPr>
        <p:grpSpPr>
          <a:xfrm>
            <a:off x="11282636" y="2380877"/>
            <a:ext cx="1660109" cy="1660109"/>
            <a:chOff x="0" y="0"/>
            <a:chExt cx="1913890" cy="1913890"/>
          </a:xfrm>
        </p:grpSpPr>
        <p:sp>
          <p:nvSpPr>
            <p:cNvPr id="940" name="Google Shape;940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42" name="Google Shape;942;p50"/>
          <p:cNvGrpSpPr/>
          <p:nvPr/>
        </p:nvGrpSpPr>
        <p:grpSpPr>
          <a:xfrm>
            <a:off x="12942578" y="2380877"/>
            <a:ext cx="1660109" cy="1660109"/>
            <a:chOff x="0" y="0"/>
            <a:chExt cx="1913890" cy="1913890"/>
          </a:xfrm>
        </p:grpSpPr>
        <p:sp>
          <p:nvSpPr>
            <p:cNvPr id="943" name="Google Shape;943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45" name="Google Shape;945;p50"/>
          <p:cNvGrpSpPr/>
          <p:nvPr/>
        </p:nvGrpSpPr>
        <p:grpSpPr>
          <a:xfrm>
            <a:off x="14602520" y="2380877"/>
            <a:ext cx="1660109" cy="1660109"/>
            <a:chOff x="0" y="0"/>
            <a:chExt cx="1913890" cy="1913890"/>
          </a:xfrm>
        </p:grpSpPr>
        <p:sp>
          <p:nvSpPr>
            <p:cNvPr id="946" name="Google Shape;946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8" name="Google Shape;948;p50"/>
          <p:cNvSpPr txBox="1"/>
          <p:nvPr/>
        </p:nvSpPr>
        <p:spPr>
          <a:xfrm>
            <a:off x="11910150" y="2700613"/>
            <a:ext cx="405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50"/>
          <p:cNvSpPr txBox="1"/>
          <p:nvPr/>
        </p:nvSpPr>
        <p:spPr>
          <a:xfrm>
            <a:off x="13570094" y="2700613"/>
            <a:ext cx="405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50"/>
          <p:cNvSpPr txBox="1"/>
          <p:nvPr/>
        </p:nvSpPr>
        <p:spPr>
          <a:xfrm>
            <a:off x="15230034" y="2700613"/>
            <a:ext cx="405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50"/>
          <p:cNvSpPr txBox="1"/>
          <p:nvPr/>
        </p:nvSpPr>
        <p:spPr>
          <a:xfrm>
            <a:off x="10064525" y="4166009"/>
            <a:ext cx="7506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(1x4) + (0x2) + (1x1) = 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50"/>
          <p:cNvSpPr txBox="1"/>
          <p:nvPr/>
        </p:nvSpPr>
        <p:spPr>
          <a:xfrm>
            <a:off x="-467450" y="1081264"/>
            <a:ext cx="5125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401">
                <a:solidFill>
                  <a:srgbClr val="B76E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Denary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50"/>
          <p:cNvSpPr txBox="1"/>
          <p:nvPr/>
        </p:nvSpPr>
        <p:spPr>
          <a:xfrm>
            <a:off x="9144000" y="962027"/>
            <a:ext cx="5125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401">
                <a:solidFill>
                  <a:srgbClr val="B76E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Binary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50"/>
          <p:cNvSpPr txBox="1"/>
          <p:nvPr/>
        </p:nvSpPr>
        <p:spPr>
          <a:xfrm>
            <a:off x="303077" y="5693210"/>
            <a:ext cx="5125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401">
                <a:solidFill>
                  <a:srgbClr val="B76E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Hexadecimal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5" name="Google Shape;955;p50"/>
          <p:cNvGrpSpPr/>
          <p:nvPr/>
        </p:nvGrpSpPr>
        <p:grpSpPr>
          <a:xfrm>
            <a:off x="5177356" y="7634944"/>
            <a:ext cx="1623362" cy="1623362"/>
            <a:chOff x="0" y="0"/>
            <a:chExt cx="1913890" cy="1913890"/>
          </a:xfrm>
        </p:grpSpPr>
        <p:sp>
          <p:nvSpPr>
            <p:cNvPr id="956" name="Google Shape;956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8" name="Google Shape;958;p50"/>
          <p:cNvGrpSpPr/>
          <p:nvPr/>
        </p:nvGrpSpPr>
        <p:grpSpPr>
          <a:xfrm>
            <a:off x="6800713" y="7634944"/>
            <a:ext cx="1623362" cy="1623362"/>
            <a:chOff x="0" y="0"/>
            <a:chExt cx="1913890" cy="1913890"/>
          </a:xfrm>
        </p:grpSpPr>
        <p:sp>
          <p:nvSpPr>
            <p:cNvPr id="959" name="Google Shape;959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61" name="Google Shape;961;p50"/>
          <p:cNvGrpSpPr/>
          <p:nvPr/>
        </p:nvGrpSpPr>
        <p:grpSpPr>
          <a:xfrm>
            <a:off x="8424070" y="7634944"/>
            <a:ext cx="1623362" cy="1623362"/>
            <a:chOff x="0" y="0"/>
            <a:chExt cx="1913890" cy="1913890"/>
          </a:xfrm>
        </p:grpSpPr>
        <p:sp>
          <p:nvSpPr>
            <p:cNvPr id="962" name="Google Shape;962;p50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50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64" name="Google Shape;964;p50"/>
          <p:cNvSpPr txBox="1"/>
          <p:nvPr/>
        </p:nvSpPr>
        <p:spPr>
          <a:xfrm>
            <a:off x="5791038" y="7945324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50"/>
          <p:cNvSpPr txBox="1"/>
          <p:nvPr/>
        </p:nvSpPr>
        <p:spPr>
          <a:xfrm>
            <a:off x="7426937" y="7945324"/>
            <a:ext cx="3708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50"/>
          <p:cNvSpPr txBox="1"/>
          <p:nvPr/>
        </p:nvSpPr>
        <p:spPr>
          <a:xfrm>
            <a:off x="9037752" y="7945324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50"/>
          <p:cNvSpPr txBox="1"/>
          <p:nvPr/>
        </p:nvSpPr>
        <p:spPr>
          <a:xfrm>
            <a:off x="10371929" y="1552904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50"/>
          <p:cNvSpPr txBox="1"/>
          <p:nvPr/>
        </p:nvSpPr>
        <p:spPr>
          <a:xfrm>
            <a:off x="12084408" y="158044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50"/>
          <p:cNvSpPr txBox="1"/>
          <p:nvPr/>
        </p:nvSpPr>
        <p:spPr>
          <a:xfrm>
            <a:off x="13772304" y="156973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50"/>
          <p:cNvSpPr txBox="1"/>
          <p:nvPr/>
        </p:nvSpPr>
        <p:spPr>
          <a:xfrm>
            <a:off x="824514" y="162254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0"/>
          <p:cNvSpPr txBox="1"/>
          <p:nvPr/>
        </p:nvSpPr>
        <p:spPr>
          <a:xfrm>
            <a:off x="2634209" y="160792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50"/>
          <p:cNvSpPr txBox="1"/>
          <p:nvPr/>
        </p:nvSpPr>
        <p:spPr>
          <a:xfrm>
            <a:off x="4292015" y="161098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50"/>
          <p:cNvSpPr txBox="1"/>
          <p:nvPr/>
        </p:nvSpPr>
        <p:spPr>
          <a:xfrm>
            <a:off x="4306052" y="681758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?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50"/>
          <p:cNvSpPr txBox="1"/>
          <p:nvPr/>
        </p:nvSpPr>
        <p:spPr>
          <a:xfrm>
            <a:off x="5929409" y="680411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?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50"/>
          <p:cNvSpPr txBox="1"/>
          <p:nvPr/>
        </p:nvSpPr>
        <p:spPr>
          <a:xfrm>
            <a:off x="7612391" y="6831805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?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51"/>
          <p:cNvSpPr txBox="1"/>
          <p:nvPr/>
        </p:nvSpPr>
        <p:spPr>
          <a:xfrm>
            <a:off x="0" y="-31101"/>
            <a:ext cx="8463000" cy="12064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600">
                <a:solidFill>
                  <a:srgbClr val="008037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Hexadecimal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1" name="Google Shape;981;p51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82" name="Google Shape;982;p51"/>
          <p:cNvGrpSpPr/>
          <p:nvPr/>
        </p:nvGrpSpPr>
        <p:grpSpPr>
          <a:xfrm>
            <a:off x="1871018" y="2474636"/>
            <a:ext cx="1623362" cy="1623362"/>
            <a:chOff x="0" y="0"/>
            <a:chExt cx="1913890" cy="1913890"/>
          </a:xfrm>
        </p:grpSpPr>
        <p:sp>
          <p:nvSpPr>
            <p:cNvPr id="983" name="Google Shape;983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984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5" name="Google Shape;985;p51"/>
          <p:cNvGrpSpPr/>
          <p:nvPr/>
        </p:nvGrpSpPr>
        <p:grpSpPr>
          <a:xfrm>
            <a:off x="3494377" y="2474636"/>
            <a:ext cx="1623362" cy="1623362"/>
            <a:chOff x="0" y="0"/>
            <a:chExt cx="1913890" cy="1913890"/>
          </a:xfrm>
        </p:grpSpPr>
        <p:sp>
          <p:nvSpPr>
            <p:cNvPr id="986" name="Google Shape;986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" name="Google Shape;987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8" name="Google Shape;988;p51"/>
          <p:cNvGrpSpPr/>
          <p:nvPr/>
        </p:nvGrpSpPr>
        <p:grpSpPr>
          <a:xfrm>
            <a:off x="5117732" y="2474636"/>
            <a:ext cx="1623362" cy="1623362"/>
            <a:chOff x="0" y="0"/>
            <a:chExt cx="1913890" cy="1913890"/>
          </a:xfrm>
        </p:grpSpPr>
        <p:sp>
          <p:nvSpPr>
            <p:cNvPr id="989" name="Google Shape;989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91" name="Google Shape;991;p51"/>
          <p:cNvSpPr txBox="1"/>
          <p:nvPr/>
        </p:nvSpPr>
        <p:spPr>
          <a:xfrm>
            <a:off x="2484701" y="2785016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51"/>
          <p:cNvSpPr txBox="1"/>
          <p:nvPr/>
        </p:nvSpPr>
        <p:spPr>
          <a:xfrm>
            <a:off x="4108058" y="2785016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51"/>
          <p:cNvSpPr txBox="1"/>
          <p:nvPr/>
        </p:nvSpPr>
        <p:spPr>
          <a:xfrm>
            <a:off x="5731415" y="2785016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51"/>
          <p:cNvSpPr txBox="1"/>
          <p:nvPr/>
        </p:nvSpPr>
        <p:spPr>
          <a:xfrm>
            <a:off x="750882" y="4166009"/>
            <a:ext cx="7506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(3x100) + (6x10) + (5x1) = 365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95" name="Google Shape;995;p51"/>
          <p:cNvGrpSpPr/>
          <p:nvPr/>
        </p:nvGrpSpPr>
        <p:grpSpPr>
          <a:xfrm>
            <a:off x="11282636" y="2380877"/>
            <a:ext cx="1660109" cy="1660109"/>
            <a:chOff x="0" y="0"/>
            <a:chExt cx="1913890" cy="1913890"/>
          </a:xfrm>
        </p:grpSpPr>
        <p:sp>
          <p:nvSpPr>
            <p:cNvPr id="996" name="Google Shape;996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8" name="Google Shape;998;p51"/>
          <p:cNvGrpSpPr/>
          <p:nvPr/>
        </p:nvGrpSpPr>
        <p:grpSpPr>
          <a:xfrm>
            <a:off x="12942578" y="2380877"/>
            <a:ext cx="1660109" cy="1660109"/>
            <a:chOff x="0" y="0"/>
            <a:chExt cx="1913890" cy="1913890"/>
          </a:xfrm>
        </p:grpSpPr>
        <p:sp>
          <p:nvSpPr>
            <p:cNvPr id="999" name="Google Shape;999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1" name="Google Shape;1001;p51"/>
          <p:cNvGrpSpPr/>
          <p:nvPr/>
        </p:nvGrpSpPr>
        <p:grpSpPr>
          <a:xfrm>
            <a:off x="14602520" y="2380877"/>
            <a:ext cx="1660109" cy="1660109"/>
            <a:chOff x="0" y="0"/>
            <a:chExt cx="1913890" cy="1913890"/>
          </a:xfrm>
        </p:grpSpPr>
        <p:sp>
          <p:nvSpPr>
            <p:cNvPr id="1002" name="Google Shape;1002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4" name="Google Shape;1004;p51"/>
          <p:cNvSpPr txBox="1"/>
          <p:nvPr/>
        </p:nvSpPr>
        <p:spPr>
          <a:xfrm>
            <a:off x="11910150" y="2700613"/>
            <a:ext cx="405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51"/>
          <p:cNvSpPr txBox="1"/>
          <p:nvPr/>
        </p:nvSpPr>
        <p:spPr>
          <a:xfrm>
            <a:off x="13570094" y="2700613"/>
            <a:ext cx="405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Google Shape;1006;p51"/>
          <p:cNvSpPr txBox="1"/>
          <p:nvPr/>
        </p:nvSpPr>
        <p:spPr>
          <a:xfrm>
            <a:off x="15230034" y="2700613"/>
            <a:ext cx="405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51"/>
          <p:cNvSpPr txBox="1"/>
          <p:nvPr/>
        </p:nvSpPr>
        <p:spPr>
          <a:xfrm>
            <a:off x="10047426" y="3964619"/>
            <a:ext cx="7506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(1x4) + (0x2) + (1x1) = 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51"/>
          <p:cNvSpPr txBox="1"/>
          <p:nvPr/>
        </p:nvSpPr>
        <p:spPr>
          <a:xfrm>
            <a:off x="-467450" y="1081264"/>
            <a:ext cx="5125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401">
                <a:solidFill>
                  <a:srgbClr val="B76E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Denary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51"/>
          <p:cNvSpPr txBox="1"/>
          <p:nvPr/>
        </p:nvSpPr>
        <p:spPr>
          <a:xfrm>
            <a:off x="9144000" y="962027"/>
            <a:ext cx="5125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401">
                <a:solidFill>
                  <a:srgbClr val="B76E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Binary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51"/>
          <p:cNvSpPr txBox="1"/>
          <p:nvPr/>
        </p:nvSpPr>
        <p:spPr>
          <a:xfrm>
            <a:off x="303077" y="5693210"/>
            <a:ext cx="5125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401">
                <a:solidFill>
                  <a:srgbClr val="B76E2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Hexadecimal 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1" name="Google Shape;1011;p51"/>
          <p:cNvGrpSpPr/>
          <p:nvPr/>
        </p:nvGrpSpPr>
        <p:grpSpPr>
          <a:xfrm>
            <a:off x="5177356" y="7634944"/>
            <a:ext cx="1623362" cy="1623362"/>
            <a:chOff x="0" y="0"/>
            <a:chExt cx="1913890" cy="1913890"/>
          </a:xfrm>
        </p:grpSpPr>
        <p:sp>
          <p:nvSpPr>
            <p:cNvPr id="1012" name="Google Shape;1012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4" name="Google Shape;1014;p51"/>
          <p:cNvGrpSpPr/>
          <p:nvPr/>
        </p:nvGrpSpPr>
        <p:grpSpPr>
          <a:xfrm>
            <a:off x="6800713" y="7634944"/>
            <a:ext cx="1623362" cy="1623362"/>
            <a:chOff x="0" y="0"/>
            <a:chExt cx="1913890" cy="1913890"/>
          </a:xfrm>
        </p:grpSpPr>
        <p:sp>
          <p:nvSpPr>
            <p:cNvPr id="1015" name="Google Shape;1015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7" name="Google Shape;1017;p51"/>
          <p:cNvGrpSpPr/>
          <p:nvPr/>
        </p:nvGrpSpPr>
        <p:grpSpPr>
          <a:xfrm>
            <a:off x="8424070" y="7634944"/>
            <a:ext cx="1623362" cy="1623362"/>
            <a:chOff x="0" y="0"/>
            <a:chExt cx="1913890" cy="1913890"/>
          </a:xfrm>
        </p:grpSpPr>
        <p:sp>
          <p:nvSpPr>
            <p:cNvPr id="1018" name="Google Shape;1018;p51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51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0" name="Google Shape;1020;p51"/>
          <p:cNvSpPr txBox="1"/>
          <p:nvPr/>
        </p:nvSpPr>
        <p:spPr>
          <a:xfrm>
            <a:off x="5791038" y="7945324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51"/>
          <p:cNvSpPr txBox="1"/>
          <p:nvPr/>
        </p:nvSpPr>
        <p:spPr>
          <a:xfrm>
            <a:off x="7426937" y="7945324"/>
            <a:ext cx="3708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2" name="Google Shape;1022;p51"/>
          <p:cNvSpPr txBox="1"/>
          <p:nvPr/>
        </p:nvSpPr>
        <p:spPr>
          <a:xfrm>
            <a:off x="9037752" y="7945324"/>
            <a:ext cx="3960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51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Google Shape;1024;p51"/>
          <p:cNvSpPr txBox="1"/>
          <p:nvPr/>
        </p:nvSpPr>
        <p:spPr>
          <a:xfrm>
            <a:off x="4071228" y="679657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=256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51"/>
          <p:cNvSpPr txBox="1"/>
          <p:nvPr/>
        </p:nvSpPr>
        <p:spPr>
          <a:xfrm>
            <a:off x="5929409" y="680411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51"/>
          <p:cNvSpPr txBox="1"/>
          <p:nvPr/>
        </p:nvSpPr>
        <p:spPr>
          <a:xfrm>
            <a:off x="7612391" y="6831805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51"/>
          <p:cNvSpPr txBox="1"/>
          <p:nvPr/>
        </p:nvSpPr>
        <p:spPr>
          <a:xfrm>
            <a:off x="10371929" y="1552904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51"/>
          <p:cNvSpPr txBox="1"/>
          <p:nvPr/>
        </p:nvSpPr>
        <p:spPr>
          <a:xfrm>
            <a:off x="12084408" y="158044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51"/>
          <p:cNvSpPr txBox="1"/>
          <p:nvPr/>
        </p:nvSpPr>
        <p:spPr>
          <a:xfrm>
            <a:off x="13772304" y="156973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51"/>
          <p:cNvSpPr txBox="1"/>
          <p:nvPr/>
        </p:nvSpPr>
        <p:spPr>
          <a:xfrm>
            <a:off x="824514" y="1622546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51"/>
          <p:cNvSpPr txBox="1"/>
          <p:nvPr/>
        </p:nvSpPr>
        <p:spPr>
          <a:xfrm>
            <a:off x="2634209" y="160792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51"/>
          <p:cNvSpPr txBox="1"/>
          <p:nvPr/>
        </p:nvSpPr>
        <p:spPr>
          <a:xfrm>
            <a:off x="4292015" y="161098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1036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p52"/>
          <p:cNvSpPr/>
          <p:nvPr/>
        </p:nvSpPr>
        <p:spPr>
          <a:xfrm>
            <a:off x="8415805" y="6016601"/>
            <a:ext cx="4145528" cy="475602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8037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52"/>
          <p:cNvSpPr/>
          <p:nvPr/>
        </p:nvSpPr>
        <p:spPr>
          <a:xfrm>
            <a:off x="6661505" y="2738085"/>
            <a:ext cx="4145528" cy="475602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8037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9" name="Google Shape;103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085" y="1335735"/>
            <a:ext cx="1407918" cy="14079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0" name="Google Shape;1040;p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4499" y="4512344"/>
            <a:ext cx="1476504" cy="1476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41" name="Google Shape;1041;p52"/>
          <p:cNvSpPr txBox="1"/>
          <p:nvPr/>
        </p:nvSpPr>
        <p:spPr>
          <a:xfrm>
            <a:off x="2291005" y="2131174"/>
            <a:ext cx="4370501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52"/>
          <p:cNvSpPr txBox="1"/>
          <p:nvPr/>
        </p:nvSpPr>
        <p:spPr>
          <a:xfrm>
            <a:off x="13055036" y="5174444"/>
            <a:ext cx="3989381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52"/>
          <p:cNvSpPr txBox="1"/>
          <p:nvPr/>
        </p:nvSpPr>
        <p:spPr>
          <a:xfrm>
            <a:off x="11285130" y="2371199"/>
            <a:ext cx="56232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52"/>
          <p:cNvSpPr txBox="1"/>
          <p:nvPr/>
        </p:nvSpPr>
        <p:spPr>
          <a:xfrm>
            <a:off x="2291004" y="5616395"/>
            <a:ext cx="56352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52"/>
          <p:cNvSpPr txBox="1"/>
          <p:nvPr/>
        </p:nvSpPr>
        <p:spPr>
          <a:xfrm>
            <a:off x="273587" y="75108"/>
            <a:ext cx="8463000" cy="12064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600">
                <a:solidFill>
                  <a:srgbClr val="008037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Conversion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1049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p53"/>
          <p:cNvSpPr/>
          <p:nvPr/>
        </p:nvSpPr>
        <p:spPr>
          <a:xfrm>
            <a:off x="0" y="-992"/>
            <a:ext cx="6735352" cy="714821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53"/>
          <p:cNvSpPr/>
          <p:nvPr/>
        </p:nvSpPr>
        <p:spPr>
          <a:xfrm>
            <a:off x="1988533" y="264382"/>
            <a:ext cx="1585910" cy="181946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53"/>
          <p:cNvSpPr/>
          <p:nvPr/>
        </p:nvSpPr>
        <p:spPr>
          <a:xfrm>
            <a:off x="12630150" y="0"/>
            <a:ext cx="5657850" cy="60046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53"/>
          <p:cNvSpPr txBox="1"/>
          <p:nvPr/>
        </p:nvSpPr>
        <p:spPr>
          <a:xfrm>
            <a:off x="396442" y="-28550"/>
            <a:ext cx="1472655" cy="5908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39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/>
          </a:p>
        </p:txBody>
      </p:sp>
      <p:sp>
        <p:nvSpPr>
          <p:cNvPr id="1054" name="Google Shape;1054;p53"/>
          <p:cNvSpPr txBox="1"/>
          <p:nvPr/>
        </p:nvSpPr>
        <p:spPr>
          <a:xfrm>
            <a:off x="3849601" y="119733"/>
            <a:ext cx="2067860" cy="407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26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/>
          </a:p>
        </p:txBody>
      </p:sp>
      <p:sp>
        <p:nvSpPr>
          <p:cNvPr id="1055" name="Google Shape;1055;p53"/>
          <p:cNvSpPr txBox="1"/>
          <p:nvPr/>
        </p:nvSpPr>
        <p:spPr>
          <a:xfrm>
            <a:off x="13176506" y="4108"/>
            <a:ext cx="4565137" cy="523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11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/>
          </a:p>
        </p:txBody>
      </p:sp>
      <p:sp>
        <p:nvSpPr>
          <p:cNvPr id="1056" name="Google Shape;1056;p53"/>
          <p:cNvSpPr txBox="1"/>
          <p:nvPr/>
        </p:nvSpPr>
        <p:spPr>
          <a:xfrm>
            <a:off x="3363420" y="1137970"/>
            <a:ext cx="10739383" cy="1056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1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Since 16 = 2   this means that FOUR binary digits </a:t>
            </a:r>
            <a:endParaRPr/>
          </a:p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1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are equivalent to each hexadecimal digit. </a:t>
            </a:r>
            <a:endParaRPr/>
          </a:p>
        </p:txBody>
      </p:sp>
      <p:grpSp>
        <p:nvGrpSpPr>
          <p:cNvPr id="1057" name="Google Shape;1057;p53"/>
          <p:cNvGrpSpPr/>
          <p:nvPr/>
        </p:nvGrpSpPr>
        <p:grpSpPr>
          <a:xfrm>
            <a:off x="1028700" y="3364609"/>
            <a:ext cx="782990" cy="782990"/>
            <a:chOff x="0" y="0"/>
            <a:chExt cx="1913890" cy="1913890"/>
          </a:xfrm>
        </p:grpSpPr>
        <p:sp>
          <p:nvSpPr>
            <p:cNvPr id="1058" name="Google Shape;105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9" name="Google Shape;105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0" name="Google Shape;1060;p53"/>
          <p:cNvGrpSpPr/>
          <p:nvPr/>
        </p:nvGrpSpPr>
        <p:grpSpPr>
          <a:xfrm>
            <a:off x="1811690" y="3364609"/>
            <a:ext cx="782990" cy="782990"/>
            <a:chOff x="0" y="0"/>
            <a:chExt cx="1913890" cy="1913890"/>
          </a:xfrm>
        </p:grpSpPr>
        <p:sp>
          <p:nvSpPr>
            <p:cNvPr id="1061" name="Google Shape;1061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2" name="Google Shape;1062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3" name="Google Shape;1063;p53"/>
          <p:cNvGrpSpPr/>
          <p:nvPr/>
        </p:nvGrpSpPr>
        <p:grpSpPr>
          <a:xfrm>
            <a:off x="2594680" y="3364609"/>
            <a:ext cx="782990" cy="782990"/>
            <a:chOff x="0" y="0"/>
            <a:chExt cx="1913890" cy="1913890"/>
          </a:xfrm>
        </p:grpSpPr>
        <p:sp>
          <p:nvSpPr>
            <p:cNvPr id="1064" name="Google Shape;106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5" name="Google Shape;106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6" name="Google Shape;1066;p53"/>
          <p:cNvGrpSpPr/>
          <p:nvPr/>
        </p:nvGrpSpPr>
        <p:grpSpPr>
          <a:xfrm>
            <a:off x="3377670" y="3364609"/>
            <a:ext cx="782990" cy="782990"/>
            <a:chOff x="0" y="0"/>
            <a:chExt cx="1913890" cy="1913890"/>
          </a:xfrm>
        </p:grpSpPr>
        <p:sp>
          <p:nvSpPr>
            <p:cNvPr id="1067" name="Google Shape;1067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8" name="Google Shape;1068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9" name="Google Shape;1069;p53"/>
          <p:cNvGrpSpPr/>
          <p:nvPr/>
        </p:nvGrpSpPr>
        <p:grpSpPr>
          <a:xfrm>
            <a:off x="6849353" y="3364609"/>
            <a:ext cx="756168" cy="756168"/>
            <a:chOff x="0" y="0"/>
            <a:chExt cx="1913890" cy="1913890"/>
          </a:xfrm>
        </p:grpSpPr>
        <p:sp>
          <p:nvSpPr>
            <p:cNvPr id="1070" name="Google Shape;107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1" name="Google Shape;107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072" name="Google Shape;1072;p53"/>
          <p:cNvCxnSpPr/>
          <p:nvPr/>
        </p:nvCxnSpPr>
        <p:spPr>
          <a:xfrm>
            <a:off x="4843044" y="3775154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073" name="Google Shape;1073;p53"/>
          <p:cNvGrpSpPr/>
          <p:nvPr/>
        </p:nvGrpSpPr>
        <p:grpSpPr>
          <a:xfrm>
            <a:off x="1028700" y="4120777"/>
            <a:ext cx="782990" cy="782990"/>
            <a:chOff x="0" y="0"/>
            <a:chExt cx="1913890" cy="1913890"/>
          </a:xfrm>
        </p:grpSpPr>
        <p:sp>
          <p:nvSpPr>
            <p:cNvPr id="1074" name="Google Shape;107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5" name="Google Shape;107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6" name="Google Shape;1076;p53"/>
          <p:cNvGrpSpPr/>
          <p:nvPr/>
        </p:nvGrpSpPr>
        <p:grpSpPr>
          <a:xfrm>
            <a:off x="1811690" y="4120777"/>
            <a:ext cx="782990" cy="782990"/>
            <a:chOff x="0" y="0"/>
            <a:chExt cx="1913890" cy="1913890"/>
          </a:xfrm>
        </p:grpSpPr>
        <p:sp>
          <p:nvSpPr>
            <p:cNvPr id="1077" name="Google Shape;1077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8" name="Google Shape;1078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9" name="Google Shape;1079;p53"/>
          <p:cNvGrpSpPr/>
          <p:nvPr/>
        </p:nvGrpSpPr>
        <p:grpSpPr>
          <a:xfrm>
            <a:off x="2594680" y="4120777"/>
            <a:ext cx="782990" cy="782990"/>
            <a:chOff x="0" y="0"/>
            <a:chExt cx="1913890" cy="1913890"/>
          </a:xfrm>
        </p:grpSpPr>
        <p:sp>
          <p:nvSpPr>
            <p:cNvPr id="1080" name="Google Shape;108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2" name="Google Shape;1082;p53"/>
          <p:cNvGrpSpPr/>
          <p:nvPr/>
        </p:nvGrpSpPr>
        <p:grpSpPr>
          <a:xfrm>
            <a:off x="3377670" y="4120777"/>
            <a:ext cx="782990" cy="782990"/>
            <a:chOff x="0" y="0"/>
            <a:chExt cx="1913890" cy="1913890"/>
          </a:xfrm>
        </p:grpSpPr>
        <p:sp>
          <p:nvSpPr>
            <p:cNvPr id="1083" name="Google Shape;1083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5" name="Google Shape;1085;p53"/>
          <p:cNvGrpSpPr/>
          <p:nvPr/>
        </p:nvGrpSpPr>
        <p:grpSpPr>
          <a:xfrm>
            <a:off x="6849353" y="4120777"/>
            <a:ext cx="756168" cy="756168"/>
            <a:chOff x="0" y="0"/>
            <a:chExt cx="1913890" cy="1913890"/>
          </a:xfrm>
        </p:grpSpPr>
        <p:sp>
          <p:nvSpPr>
            <p:cNvPr id="1086" name="Google Shape;108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7" name="Google Shape;108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088" name="Google Shape;1088;p53"/>
          <p:cNvCxnSpPr/>
          <p:nvPr/>
        </p:nvCxnSpPr>
        <p:spPr>
          <a:xfrm>
            <a:off x="4843044" y="4531322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089" name="Google Shape;1089;p53"/>
          <p:cNvGrpSpPr/>
          <p:nvPr/>
        </p:nvGrpSpPr>
        <p:grpSpPr>
          <a:xfrm>
            <a:off x="1028700" y="4903767"/>
            <a:ext cx="782990" cy="782990"/>
            <a:chOff x="0" y="0"/>
            <a:chExt cx="1913890" cy="1913890"/>
          </a:xfrm>
        </p:grpSpPr>
        <p:sp>
          <p:nvSpPr>
            <p:cNvPr id="1090" name="Google Shape;109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1" name="Google Shape;109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2" name="Google Shape;1092;p53"/>
          <p:cNvGrpSpPr/>
          <p:nvPr/>
        </p:nvGrpSpPr>
        <p:grpSpPr>
          <a:xfrm>
            <a:off x="1811690" y="4903767"/>
            <a:ext cx="782990" cy="782990"/>
            <a:chOff x="0" y="0"/>
            <a:chExt cx="1913890" cy="1913890"/>
          </a:xfrm>
        </p:grpSpPr>
        <p:sp>
          <p:nvSpPr>
            <p:cNvPr id="1093" name="Google Shape;1093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4" name="Google Shape;1094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5" name="Google Shape;1095;p53"/>
          <p:cNvGrpSpPr/>
          <p:nvPr/>
        </p:nvGrpSpPr>
        <p:grpSpPr>
          <a:xfrm>
            <a:off x="2594680" y="4903767"/>
            <a:ext cx="782990" cy="782990"/>
            <a:chOff x="0" y="0"/>
            <a:chExt cx="1913890" cy="1913890"/>
          </a:xfrm>
        </p:grpSpPr>
        <p:sp>
          <p:nvSpPr>
            <p:cNvPr id="1096" name="Google Shape;109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7" name="Google Shape;109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8" name="Google Shape;1098;p53"/>
          <p:cNvGrpSpPr/>
          <p:nvPr/>
        </p:nvGrpSpPr>
        <p:grpSpPr>
          <a:xfrm>
            <a:off x="3377670" y="4903767"/>
            <a:ext cx="782990" cy="782990"/>
            <a:chOff x="0" y="0"/>
            <a:chExt cx="1913890" cy="1913890"/>
          </a:xfrm>
        </p:grpSpPr>
        <p:sp>
          <p:nvSpPr>
            <p:cNvPr id="1099" name="Google Shape;1099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0" name="Google Shape;1100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1" name="Google Shape;1101;p53"/>
          <p:cNvGrpSpPr/>
          <p:nvPr/>
        </p:nvGrpSpPr>
        <p:grpSpPr>
          <a:xfrm>
            <a:off x="6849353" y="4903767"/>
            <a:ext cx="756168" cy="756168"/>
            <a:chOff x="0" y="0"/>
            <a:chExt cx="1913890" cy="1913890"/>
          </a:xfrm>
        </p:grpSpPr>
        <p:sp>
          <p:nvSpPr>
            <p:cNvPr id="1102" name="Google Shape;110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3" name="Google Shape;110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04" name="Google Shape;1104;p53"/>
          <p:cNvCxnSpPr/>
          <p:nvPr/>
        </p:nvCxnSpPr>
        <p:spPr>
          <a:xfrm>
            <a:off x="4843044" y="5314312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105" name="Google Shape;1105;p53"/>
          <p:cNvGrpSpPr/>
          <p:nvPr/>
        </p:nvGrpSpPr>
        <p:grpSpPr>
          <a:xfrm>
            <a:off x="1028700" y="5659935"/>
            <a:ext cx="782990" cy="782990"/>
            <a:chOff x="0" y="0"/>
            <a:chExt cx="1913890" cy="1913890"/>
          </a:xfrm>
        </p:grpSpPr>
        <p:sp>
          <p:nvSpPr>
            <p:cNvPr id="1106" name="Google Shape;110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7" name="Google Shape;110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8" name="Google Shape;1108;p53"/>
          <p:cNvGrpSpPr/>
          <p:nvPr/>
        </p:nvGrpSpPr>
        <p:grpSpPr>
          <a:xfrm>
            <a:off x="1811690" y="5659935"/>
            <a:ext cx="782990" cy="782990"/>
            <a:chOff x="0" y="0"/>
            <a:chExt cx="1913890" cy="1913890"/>
          </a:xfrm>
        </p:grpSpPr>
        <p:sp>
          <p:nvSpPr>
            <p:cNvPr id="1109" name="Google Shape;1109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0" name="Google Shape;1110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1" name="Google Shape;1111;p53"/>
          <p:cNvGrpSpPr/>
          <p:nvPr/>
        </p:nvGrpSpPr>
        <p:grpSpPr>
          <a:xfrm>
            <a:off x="2594680" y="5659935"/>
            <a:ext cx="782990" cy="782990"/>
            <a:chOff x="0" y="0"/>
            <a:chExt cx="1913890" cy="1913890"/>
          </a:xfrm>
        </p:grpSpPr>
        <p:sp>
          <p:nvSpPr>
            <p:cNvPr id="1112" name="Google Shape;111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3" name="Google Shape;111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4" name="Google Shape;1114;p53"/>
          <p:cNvGrpSpPr/>
          <p:nvPr/>
        </p:nvGrpSpPr>
        <p:grpSpPr>
          <a:xfrm>
            <a:off x="3377670" y="5659935"/>
            <a:ext cx="782990" cy="782990"/>
            <a:chOff x="0" y="0"/>
            <a:chExt cx="1913890" cy="1913890"/>
          </a:xfrm>
        </p:grpSpPr>
        <p:sp>
          <p:nvSpPr>
            <p:cNvPr id="1115" name="Google Shape;1115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6" name="Google Shape;1116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7" name="Google Shape;1117;p53"/>
          <p:cNvGrpSpPr/>
          <p:nvPr/>
        </p:nvGrpSpPr>
        <p:grpSpPr>
          <a:xfrm>
            <a:off x="6849353" y="5659935"/>
            <a:ext cx="756168" cy="756168"/>
            <a:chOff x="0" y="0"/>
            <a:chExt cx="1913890" cy="1913890"/>
          </a:xfrm>
        </p:grpSpPr>
        <p:sp>
          <p:nvSpPr>
            <p:cNvPr id="1118" name="Google Shape;111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9" name="Google Shape;111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20" name="Google Shape;1120;p53"/>
          <p:cNvCxnSpPr/>
          <p:nvPr/>
        </p:nvCxnSpPr>
        <p:spPr>
          <a:xfrm>
            <a:off x="4843044" y="6070480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121" name="Google Shape;1121;p53"/>
          <p:cNvGrpSpPr/>
          <p:nvPr/>
        </p:nvGrpSpPr>
        <p:grpSpPr>
          <a:xfrm>
            <a:off x="1028700" y="6442925"/>
            <a:ext cx="782990" cy="782990"/>
            <a:chOff x="0" y="0"/>
            <a:chExt cx="1913890" cy="1913890"/>
          </a:xfrm>
        </p:grpSpPr>
        <p:sp>
          <p:nvSpPr>
            <p:cNvPr id="1122" name="Google Shape;112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3" name="Google Shape;112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24" name="Google Shape;1124;p53"/>
          <p:cNvGrpSpPr/>
          <p:nvPr/>
        </p:nvGrpSpPr>
        <p:grpSpPr>
          <a:xfrm>
            <a:off x="1811690" y="6442925"/>
            <a:ext cx="782990" cy="782990"/>
            <a:chOff x="0" y="0"/>
            <a:chExt cx="1913890" cy="1913890"/>
          </a:xfrm>
        </p:grpSpPr>
        <p:sp>
          <p:nvSpPr>
            <p:cNvPr id="1125" name="Google Shape;1125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6" name="Google Shape;1126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27" name="Google Shape;1127;p53"/>
          <p:cNvGrpSpPr/>
          <p:nvPr/>
        </p:nvGrpSpPr>
        <p:grpSpPr>
          <a:xfrm>
            <a:off x="2594680" y="6442925"/>
            <a:ext cx="782990" cy="782990"/>
            <a:chOff x="0" y="0"/>
            <a:chExt cx="1913890" cy="1913890"/>
          </a:xfrm>
        </p:grpSpPr>
        <p:sp>
          <p:nvSpPr>
            <p:cNvPr id="1128" name="Google Shape;112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9" name="Google Shape;112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30" name="Google Shape;1130;p53"/>
          <p:cNvGrpSpPr/>
          <p:nvPr/>
        </p:nvGrpSpPr>
        <p:grpSpPr>
          <a:xfrm>
            <a:off x="3377670" y="6442925"/>
            <a:ext cx="782990" cy="782990"/>
            <a:chOff x="0" y="0"/>
            <a:chExt cx="1913890" cy="1913890"/>
          </a:xfrm>
        </p:grpSpPr>
        <p:sp>
          <p:nvSpPr>
            <p:cNvPr id="1131" name="Google Shape;1131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2" name="Google Shape;1132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33" name="Google Shape;1133;p53"/>
          <p:cNvGrpSpPr/>
          <p:nvPr/>
        </p:nvGrpSpPr>
        <p:grpSpPr>
          <a:xfrm>
            <a:off x="6849353" y="6442925"/>
            <a:ext cx="756168" cy="756168"/>
            <a:chOff x="0" y="0"/>
            <a:chExt cx="1913890" cy="1913890"/>
          </a:xfrm>
        </p:grpSpPr>
        <p:sp>
          <p:nvSpPr>
            <p:cNvPr id="1134" name="Google Shape;113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5" name="Google Shape;113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36" name="Google Shape;1136;p53"/>
          <p:cNvCxnSpPr/>
          <p:nvPr/>
        </p:nvCxnSpPr>
        <p:spPr>
          <a:xfrm>
            <a:off x="4843044" y="6853470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137" name="Google Shape;1137;p53"/>
          <p:cNvGrpSpPr/>
          <p:nvPr/>
        </p:nvGrpSpPr>
        <p:grpSpPr>
          <a:xfrm>
            <a:off x="1028700" y="7199094"/>
            <a:ext cx="782990" cy="782990"/>
            <a:chOff x="0" y="0"/>
            <a:chExt cx="1913890" cy="1913890"/>
          </a:xfrm>
        </p:grpSpPr>
        <p:sp>
          <p:nvSpPr>
            <p:cNvPr id="1138" name="Google Shape;113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9" name="Google Shape;113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0" name="Google Shape;1140;p53"/>
          <p:cNvGrpSpPr/>
          <p:nvPr/>
        </p:nvGrpSpPr>
        <p:grpSpPr>
          <a:xfrm>
            <a:off x="1811690" y="7199094"/>
            <a:ext cx="782990" cy="782990"/>
            <a:chOff x="0" y="0"/>
            <a:chExt cx="1913890" cy="1913890"/>
          </a:xfrm>
        </p:grpSpPr>
        <p:sp>
          <p:nvSpPr>
            <p:cNvPr id="1141" name="Google Shape;1141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2" name="Google Shape;1142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3" name="Google Shape;1143;p53"/>
          <p:cNvGrpSpPr/>
          <p:nvPr/>
        </p:nvGrpSpPr>
        <p:grpSpPr>
          <a:xfrm>
            <a:off x="2594680" y="7199094"/>
            <a:ext cx="782990" cy="782990"/>
            <a:chOff x="0" y="0"/>
            <a:chExt cx="1913890" cy="1913890"/>
          </a:xfrm>
        </p:grpSpPr>
        <p:sp>
          <p:nvSpPr>
            <p:cNvPr id="1144" name="Google Shape;114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5" name="Google Shape;114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6" name="Google Shape;1146;p53"/>
          <p:cNvGrpSpPr/>
          <p:nvPr/>
        </p:nvGrpSpPr>
        <p:grpSpPr>
          <a:xfrm>
            <a:off x="3377670" y="7199094"/>
            <a:ext cx="782990" cy="782990"/>
            <a:chOff x="0" y="0"/>
            <a:chExt cx="1913890" cy="1913890"/>
          </a:xfrm>
        </p:grpSpPr>
        <p:sp>
          <p:nvSpPr>
            <p:cNvPr id="1147" name="Google Shape;1147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8" name="Google Shape;1148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9" name="Google Shape;1149;p53"/>
          <p:cNvGrpSpPr/>
          <p:nvPr/>
        </p:nvGrpSpPr>
        <p:grpSpPr>
          <a:xfrm>
            <a:off x="6849353" y="7199094"/>
            <a:ext cx="756168" cy="756168"/>
            <a:chOff x="0" y="0"/>
            <a:chExt cx="1913890" cy="1913890"/>
          </a:xfrm>
        </p:grpSpPr>
        <p:sp>
          <p:nvSpPr>
            <p:cNvPr id="1150" name="Google Shape;115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1" name="Google Shape;115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52" name="Google Shape;1152;p53"/>
          <p:cNvCxnSpPr/>
          <p:nvPr/>
        </p:nvCxnSpPr>
        <p:spPr>
          <a:xfrm>
            <a:off x="4843044" y="7609638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153" name="Google Shape;1153;p53"/>
          <p:cNvGrpSpPr/>
          <p:nvPr/>
        </p:nvGrpSpPr>
        <p:grpSpPr>
          <a:xfrm>
            <a:off x="1028700" y="7982084"/>
            <a:ext cx="782990" cy="782990"/>
            <a:chOff x="0" y="0"/>
            <a:chExt cx="1913890" cy="1913890"/>
          </a:xfrm>
        </p:grpSpPr>
        <p:sp>
          <p:nvSpPr>
            <p:cNvPr id="1154" name="Google Shape;115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5" name="Google Shape;115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6" name="Google Shape;1156;p53"/>
          <p:cNvGrpSpPr/>
          <p:nvPr/>
        </p:nvGrpSpPr>
        <p:grpSpPr>
          <a:xfrm>
            <a:off x="1811690" y="7982084"/>
            <a:ext cx="782990" cy="782990"/>
            <a:chOff x="0" y="0"/>
            <a:chExt cx="1913890" cy="1913890"/>
          </a:xfrm>
        </p:grpSpPr>
        <p:sp>
          <p:nvSpPr>
            <p:cNvPr id="1157" name="Google Shape;1157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8" name="Google Shape;1158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9" name="Google Shape;1159;p53"/>
          <p:cNvGrpSpPr/>
          <p:nvPr/>
        </p:nvGrpSpPr>
        <p:grpSpPr>
          <a:xfrm>
            <a:off x="2594680" y="7982084"/>
            <a:ext cx="782990" cy="782990"/>
            <a:chOff x="0" y="0"/>
            <a:chExt cx="1913890" cy="1913890"/>
          </a:xfrm>
        </p:grpSpPr>
        <p:sp>
          <p:nvSpPr>
            <p:cNvPr id="1160" name="Google Shape;116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1" name="Google Shape;116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2" name="Google Shape;1162;p53"/>
          <p:cNvGrpSpPr/>
          <p:nvPr/>
        </p:nvGrpSpPr>
        <p:grpSpPr>
          <a:xfrm>
            <a:off x="3377670" y="7982084"/>
            <a:ext cx="782990" cy="782990"/>
            <a:chOff x="0" y="0"/>
            <a:chExt cx="1913890" cy="1913890"/>
          </a:xfrm>
        </p:grpSpPr>
        <p:sp>
          <p:nvSpPr>
            <p:cNvPr id="1163" name="Google Shape;1163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4" name="Google Shape;1164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5" name="Google Shape;1165;p53"/>
          <p:cNvGrpSpPr/>
          <p:nvPr/>
        </p:nvGrpSpPr>
        <p:grpSpPr>
          <a:xfrm>
            <a:off x="6849353" y="7982084"/>
            <a:ext cx="756168" cy="756168"/>
            <a:chOff x="0" y="0"/>
            <a:chExt cx="1913890" cy="1913890"/>
          </a:xfrm>
        </p:grpSpPr>
        <p:sp>
          <p:nvSpPr>
            <p:cNvPr id="1166" name="Google Shape;116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7" name="Google Shape;116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68" name="Google Shape;1168;p53"/>
          <p:cNvCxnSpPr/>
          <p:nvPr/>
        </p:nvCxnSpPr>
        <p:spPr>
          <a:xfrm>
            <a:off x="4843044" y="8392628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169" name="Google Shape;1169;p53"/>
          <p:cNvGrpSpPr/>
          <p:nvPr/>
        </p:nvGrpSpPr>
        <p:grpSpPr>
          <a:xfrm>
            <a:off x="1028700" y="8738252"/>
            <a:ext cx="782990" cy="782990"/>
            <a:chOff x="0" y="0"/>
            <a:chExt cx="1913890" cy="1913890"/>
          </a:xfrm>
        </p:grpSpPr>
        <p:sp>
          <p:nvSpPr>
            <p:cNvPr id="1170" name="Google Shape;117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1" name="Google Shape;117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72" name="Google Shape;1172;p53"/>
          <p:cNvGrpSpPr/>
          <p:nvPr/>
        </p:nvGrpSpPr>
        <p:grpSpPr>
          <a:xfrm>
            <a:off x="1811690" y="8738252"/>
            <a:ext cx="782990" cy="782990"/>
            <a:chOff x="0" y="0"/>
            <a:chExt cx="1913890" cy="1913890"/>
          </a:xfrm>
        </p:grpSpPr>
        <p:sp>
          <p:nvSpPr>
            <p:cNvPr id="1173" name="Google Shape;1173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4" name="Google Shape;1174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75" name="Google Shape;1175;p53"/>
          <p:cNvGrpSpPr/>
          <p:nvPr/>
        </p:nvGrpSpPr>
        <p:grpSpPr>
          <a:xfrm>
            <a:off x="2594680" y="8738252"/>
            <a:ext cx="782990" cy="782990"/>
            <a:chOff x="0" y="0"/>
            <a:chExt cx="1913890" cy="1913890"/>
          </a:xfrm>
        </p:grpSpPr>
        <p:sp>
          <p:nvSpPr>
            <p:cNvPr id="1176" name="Google Shape;117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7" name="Google Shape;117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78" name="Google Shape;1178;p53"/>
          <p:cNvGrpSpPr/>
          <p:nvPr/>
        </p:nvGrpSpPr>
        <p:grpSpPr>
          <a:xfrm>
            <a:off x="3377670" y="8738252"/>
            <a:ext cx="782990" cy="782990"/>
            <a:chOff x="0" y="0"/>
            <a:chExt cx="1913890" cy="1913890"/>
          </a:xfrm>
        </p:grpSpPr>
        <p:sp>
          <p:nvSpPr>
            <p:cNvPr id="1179" name="Google Shape;1179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0" name="Google Shape;1180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81" name="Google Shape;1181;p53"/>
          <p:cNvGrpSpPr/>
          <p:nvPr/>
        </p:nvGrpSpPr>
        <p:grpSpPr>
          <a:xfrm>
            <a:off x="6849353" y="8738252"/>
            <a:ext cx="756168" cy="756168"/>
            <a:chOff x="0" y="0"/>
            <a:chExt cx="1913890" cy="1913890"/>
          </a:xfrm>
        </p:grpSpPr>
        <p:sp>
          <p:nvSpPr>
            <p:cNvPr id="1182" name="Google Shape;118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3" name="Google Shape;118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84" name="Google Shape;1184;p53"/>
          <p:cNvCxnSpPr/>
          <p:nvPr/>
        </p:nvCxnSpPr>
        <p:spPr>
          <a:xfrm>
            <a:off x="4843044" y="9148797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185" name="Google Shape;1185;p53"/>
          <p:cNvGrpSpPr/>
          <p:nvPr/>
        </p:nvGrpSpPr>
        <p:grpSpPr>
          <a:xfrm>
            <a:off x="10228005" y="3425517"/>
            <a:ext cx="782990" cy="782990"/>
            <a:chOff x="0" y="0"/>
            <a:chExt cx="1913890" cy="1913890"/>
          </a:xfrm>
        </p:grpSpPr>
        <p:sp>
          <p:nvSpPr>
            <p:cNvPr id="1186" name="Google Shape;118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7" name="Google Shape;118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88" name="Google Shape;1188;p53"/>
          <p:cNvGrpSpPr/>
          <p:nvPr/>
        </p:nvGrpSpPr>
        <p:grpSpPr>
          <a:xfrm>
            <a:off x="11010994" y="3425517"/>
            <a:ext cx="782990" cy="782990"/>
            <a:chOff x="0" y="0"/>
            <a:chExt cx="1913890" cy="1913890"/>
          </a:xfrm>
        </p:grpSpPr>
        <p:sp>
          <p:nvSpPr>
            <p:cNvPr id="1189" name="Google Shape;1189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0" name="Google Shape;1190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1" name="Google Shape;1191;p53"/>
          <p:cNvGrpSpPr/>
          <p:nvPr/>
        </p:nvGrpSpPr>
        <p:grpSpPr>
          <a:xfrm>
            <a:off x="11793984" y="3425517"/>
            <a:ext cx="782990" cy="782990"/>
            <a:chOff x="0" y="0"/>
            <a:chExt cx="1913890" cy="1913890"/>
          </a:xfrm>
        </p:grpSpPr>
        <p:sp>
          <p:nvSpPr>
            <p:cNvPr id="1192" name="Google Shape;119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3" name="Google Shape;119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4" name="Google Shape;1194;p53"/>
          <p:cNvGrpSpPr/>
          <p:nvPr/>
        </p:nvGrpSpPr>
        <p:grpSpPr>
          <a:xfrm>
            <a:off x="12576974" y="3425517"/>
            <a:ext cx="782990" cy="782990"/>
            <a:chOff x="0" y="0"/>
            <a:chExt cx="1913890" cy="1913890"/>
          </a:xfrm>
        </p:grpSpPr>
        <p:sp>
          <p:nvSpPr>
            <p:cNvPr id="1195" name="Google Shape;1195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6" name="Google Shape;1196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7" name="Google Shape;1197;p53"/>
          <p:cNvGrpSpPr/>
          <p:nvPr/>
        </p:nvGrpSpPr>
        <p:grpSpPr>
          <a:xfrm>
            <a:off x="16048658" y="3425517"/>
            <a:ext cx="756168" cy="756168"/>
            <a:chOff x="0" y="0"/>
            <a:chExt cx="1913890" cy="1913890"/>
          </a:xfrm>
        </p:grpSpPr>
        <p:sp>
          <p:nvSpPr>
            <p:cNvPr id="1198" name="Google Shape;119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9" name="Google Shape;119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00" name="Google Shape;1200;p53"/>
          <p:cNvCxnSpPr/>
          <p:nvPr/>
        </p:nvCxnSpPr>
        <p:spPr>
          <a:xfrm>
            <a:off x="14042348" y="3836062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201" name="Google Shape;1201;p53"/>
          <p:cNvGrpSpPr/>
          <p:nvPr/>
        </p:nvGrpSpPr>
        <p:grpSpPr>
          <a:xfrm>
            <a:off x="10228005" y="4181685"/>
            <a:ext cx="782990" cy="782990"/>
            <a:chOff x="0" y="0"/>
            <a:chExt cx="1913890" cy="1913890"/>
          </a:xfrm>
        </p:grpSpPr>
        <p:sp>
          <p:nvSpPr>
            <p:cNvPr id="1202" name="Google Shape;120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3" name="Google Shape;120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4" name="Google Shape;1204;p53"/>
          <p:cNvGrpSpPr/>
          <p:nvPr/>
        </p:nvGrpSpPr>
        <p:grpSpPr>
          <a:xfrm>
            <a:off x="11010994" y="4181685"/>
            <a:ext cx="782990" cy="782990"/>
            <a:chOff x="0" y="0"/>
            <a:chExt cx="1913890" cy="1913890"/>
          </a:xfrm>
        </p:grpSpPr>
        <p:sp>
          <p:nvSpPr>
            <p:cNvPr id="1205" name="Google Shape;1205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6" name="Google Shape;1206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7" name="Google Shape;1207;p53"/>
          <p:cNvGrpSpPr/>
          <p:nvPr/>
        </p:nvGrpSpPr>
        <p:grpSpPr>
          <a:xfrm>
            <a:off x="11793984" y="4181685"/>
            <a:ext cx="782990" cy="782990"/>
            <a:chOff x="0" y="0"/>
            <a:chExt cx="1913890" cy="1913890"/>
          </a:xfrm>
        </p:grpSpPr>
        <p:sp>
          <p:nvSpPr>
            <p:cNvPr id="1208" name="Google Shape;120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9" name="Google Shape;120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0" name="Google Shape;1210;p53"/>
          <p:cNvGrpSpPr/>
          <p:nvPr/>
        </p:nvGrpSpPr>
        <p:grpSpPr>
          <a:xfrm>
            <a:off x="12576974" y="4181685"/>
            <a:ext cx="782990" cy="782990"/>
            <a:chOff x="0" y="0"/>
            <a:chExt cx="1913890" cy="1913890"/>
          </a:xfrm>
        </p:grpSpPr>
        <p:sp>
          <p:nvSpPr>
            <p:cNvPr id="1211" name="Google Shape;1211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2" name="Google Shape;1212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3" name="Google Shape;1213;p53"/>
          <p:cNvGrpSpPr/>
          <p:nvPr/>
        </p:nvGrpSpPr>
        <p:grpSpPr>
          <a:xfrm>
            <a:off x="16048658" y="4181685"/>
            <a:ext cx="756168" cy="756168"/>
            <a:chOff x="0" y="0"/>
            <a:chExt cx="1913890" cy="1913890"/>
          </a:xfrm>
        </p:grpSpPr>
        <p:sp>
          <p:nvSpPr>
            <p:cNvPr id="1214" name="Google Shape;121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5" name="Google Shape;121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16" name="Google Shape;1216;p53"/>
          <p:cNvCxnSpPr/>
          <p:nvPr/>
        </p:nvCxnSpPr>
        <p:spPr>
          <a:xfrm>
            <a:off x="14042348" y="4592230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217" name="Google Shape;1217;p53"/>
          <p:cNvGrpSpPr/>
          <p:nvPr/>
        </p:nvGrpSpPr>
        <p:grpSpPr>
          <a:xfrm>
            <a:off x="10228005" y="4964675"/>
            <a:ext cx="782990" cy="782990"/>
            <a:chOff x="0" y="0"/>
            <a:chExt cx="1913890" cy="1913890"/>
          </a:xfrm>
        </p:grpSpPr>
        <p:sp>
          <p:nvSpPr>
            <p:cNvPr id="1218" name="Google Shape;121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9" name="Google Shape;121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0" name="Google Shape;1220;p53"/>
          <p:cNvGrpSpPr/>
          <p:nvPr/>
        </p:nvGrpSpPr>
        <p:grpSpPr>
          <a:xfrm>
            <a:off x="11010994" y="4964675"/>
            <a:ext cx="782990" cy="782990"/>
            <a:chOff x="0" y="0"/>
            <a:chExt cx="1913890" cy="1913890"/>
          </a:xfrm>
        </p:grpSpPr>
        <p:sp>
          <p:nvSpPr>
            <p:cNvPr id="1221" name="Google Shape;1221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2" name="Google Shape;1222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3" name="Google Shape;1223;p53"/>
          <p:cNvGrpSpPr/>
          <p:nvPr/>
        </p:nvGrpSpPr>
        <p:grpSpPr>
          <a:xfrm>
            <a:off x="11793984" y="4964675"/>
            <a:ext cx="782990" cy="782990"/>
            <a:chOff x="0" y="0"/>
            <a:chExt cx="1913890" cy="1913890"/>
          </a:xfrm>
        </p:grpSpPr>
        <p:sp>
          <p:nvSpPr>
            <p:cNvPr id="1224" name="Google Shape;122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5" name="Google Shape;122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6" name="Google Shape;1226;p53"/>
          <p:cNvGrpSpPr/>
          <p:nvPr/>
        </p:nvGrpSpPr>
        <p:grpSpPr>
          <a:xfrm>
            <a:off x="12576974" y="4964675"/>
            <a:ext cx="782990" cy="782990"/>
            <a:chOff x="0" y="0"/>
            <a:chExt cx="1913890" cy="1913890"/>
          </a:xfrm>
        </p:grpSpPr>
        <p:sp>
          <p:nvSpPr>
            <p:cNvPr id="1227" name="Google Shape;1227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8" name="Google Shape;1228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9" name="Google Shape;1229;p53"/>
          <p:cNvGrpSpPr/>
          <p:nvPr/>
        </p:nvGrpSpPr>
        <p:grpSpPr>
          <a:xfrm>
            <a:off x="16048658" y="4964675"/>
            <a:ext cx="756168" cy="756168"/>
            <a:chOff x="0" y="0"/>
            <a:chExt cx="1913890" cy="1913890"/>
          </a:xfrm>
        </p:grpSpPr>
        <p:sp>
          <p:nvSpPr>
            <p:cNvPr id="1230" name="Google Shape;123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1" name="Google Shape;123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32" name="Google Shape;1232;p53"/>
          <p:cNvCxnSpPr/>
          <p:nvPr/>
        </p:nvCxnSpPr>
        <p:spPr>
          <a:xfrm>
            <a:off x="14042348" y="5375220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233" name="Google Shape;1233;p53"/>
          <p:cNvGrpSpPr/>
          <p:nvPr/>
        </p:nvGrpSpPr>
        <p:grpSpPr>
          <a:xfrm>
            <a:off x="10228005" y="5720843"/>
            <a:ext cx="782990" cy="782990"/>
            <a:chOff x="0" y="0"/>
            <a:chExt cx="1913890" cy="1913890"/>
          </a:xfrm>
        </p:grpSpPr>
        <p:sp>
          <p:nvSpPr>
            <p:cNvPr id="1234" name="Google Shape;123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5" name="Google Shape;123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6" name="Google Shape;1236;p53"/>
          <p:cNvGrpSpPr/>
          <p:nvPr/>
        </p:nvGrpSpPr>
        <p:grpSpPr>
          <a:xfrm>
            <a:off x="11010994" y="5720843"/>
            <a:ext cx="782990" cy="782990"/>
            <a:chOff x="0" y="0"/>
            <a:chExt cx="1913890" cy="1913890"/>
          </a:xfrm>
        </p:grpSpPr>
        <p:sp>
          <p:nvSpPr>
            <p:cNvPr id="1237" name="Google Shape;1237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8" name="Google Shape;1238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9" name="Google Shape;1239;p53"/>
          <p:cNvGrpSpPr/>
          <p:nvPr/>
        </p:nvGrpSpPr>
        <p:grpSpPr>
          <a:xfrm>
            <a:off x="11793984" y="5720843"/>
            <a:ext cx="782990" cy="782990"/>
            <a:chOff x="0" y="0"/>
            <a:chExt cx="1913890" cy="1913890"/>
          </a:xfrm>
        </p:grpSpPr>
        <p:sp>
          <p:nvSpPr>
            <p:cNvPr id="1240" name="Google Shape;124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1" name="Google Shape;124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42" name="Google Shape;1242;p53"/>
          <p:cNvGrpSpPr/>
          <p:nvPr/>
        </p:nvGrpSpPr>
        <p:grpSpPr>
          <a:xfrm>
            <a:off x="12576974" y="5720843"/>
            <a:ext cx="782990" cy="782990"/>
            <a:chOff x="0" y="0"/>
            <a:chExt cx="1913890" cy="1913890"/>
          </a:xfrm>
        </p:grpSpPr>
        <p:sp>
          <p:nvSpPr>
            <p:cNvPr id="1243" name="Google Shape;1243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4" name="Google Shape;1244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45" name="Google Shape;1245;p53"/>
          <p:cNvGrpSpPr/>
          <p:nvPr/>
        </p:nvGrpSpPr>
        <p:grpSpPr>
          <a:xfrm>
            <a:off x="16048658" y="5720843"/>
            <a:ext cx="756168" cy="756168"/>
            <a:chOff x="0" y="0"/>
            <a:chExt cx="1913890" cy="1913890"/>
          </a:xfrm>
        </p:grpSpPr>
        <p:sp>
          <p:nvSpPr>
            <p:cNvPr id="1246" name="Google Shape;124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7" name="Google Shape;124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48" name="Google Shape;1248;p53"/>
          <p:cNvCxnSpPr/>
          <p:nvPr/>
        </p:nvCxnSpPr>
        <p:spPr>
          <a:xfrm>
            <a:off x="14042348" y="6131388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249" name="Google Shape;1249;p53"/>
          <p:cNvGrpSpPr/>
          <p:nvPr/>
        </p:nvGrpSpPr>
        <p:grpSpPr>
          <a:xfrm>
            <a:off x="10228005" y="6503833"/>
            <a:ext cx="782990" cy="782990"/>
            <a:chOff x="0" y="0"/>
            <a:chExt cx="1913890" cy="1913890"/>
          </a:xfrm>
        </p:grpSpPr>
        <p:sp>
          <p:nvSpPr>
            <p:cNvPr id="1250" name="Google Shape;125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1" name="Google Shape;125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2" name="Google Shape;1252;p53"/>
          <p:cNvGrpSpPr/>
          <p:nvPr/>
        </p:nvGrpSpPr>
        <p:grpSpPr>
          <a:xfrm>
            <a:off x="11010994" y="6503833"/>
            <a:ext cx="782990" cy="782990"/>
            <a:chOff x="0" y="0"/>
            <a:chExt cx="1913890" cy="1913890"/>
          </a:xfrm>
        </p:grpSpPr>
        <p:sp>
          <p:nvSpPr>
            <p:cNvPr id="1253" name="Google Shape;1253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4" name="Google Shape;1254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5" name="Google Shape;1255;p53"/>
          <p:cNvGrpSpPr/>
          <p:nvPr/>
        </p:nvGrpSpPr>
        <p:grpSpPr>
          <a:xfrm>
            <a:off x="11793984" y="6503833"/>
            <a:ext cx="782990" cy="782990"/>
            <a:chOff x="0" y="0"/>
            <a:chExt cx="1913890" cy="1913890"/>
          </a:xfrm>
        </p:grpSpPr>
        <p:sp>
          <p:nvSpPr>
            <p:cNvPr id="1256" name="Google Shape;125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7" name="Google Shape;125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8" name="Google Shape;1258;p53"/>
          <p:cNvGrpSpPr/>
          <p:nvPr/>
        </p:nvGrpSpPr>
        <p:grpSpPr>
          <a:xfrm>
            <a:off x="12576974" y="6503833"/>
            <a:ext cx="782990" cy="782990"/>
            <a:chOff x="0" y="0"/>
            <a:chExt cx="1913890" cy="1913890"/>
          </a:xfrm>
        </p:grpSpPr>
        <p:sp>
          <p:nvSpPr>
            <p:cNvPr id="1259" name="Google Shape;1259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0" name="Google Shape;1260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1" name="Google Shape;1261;p53"/>
          <p:cNvGrpSpPr/>
          <p:nvPr/>
        </p:nvGrpSpPr>
        <p:grpSpPr>
          <a:xfrm>
            <a:off x="16048658" y="6503833"/>
            <a:ext cx="756168" cy="756168"/>
            <a:chOff x="0" y="0"/>
            <a:chExt cx="1913890" cy="1913890"/>
          </a:xfrm>
        </p:grpSpPr>
        <p:sp>
          <p:nvSpPr>
            <p:cNvPr id="1262" name="Google Shape;126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3" name="Google Shape;126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64" name="Google Shape;1264;p53"/>
          <p:cNvCxnSpPr/>
          <p:nvPr/>
        </p:nvCxnSpPr>
        <p:spPr>
          <a:xfrm>
            <a:off x="14042348" y="6914378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265" name="Google Shape;1265;p53"/>
          <p:cNvGrpSpPr/>
          <p:nvPr/>
        </p:nvGrpSpPr>
        <p:grpSpPr>
          <a:xfrm>
            <a:off x="10228005" y="7260002"/>
            <a:ext cx="782990" cy="782990"/>
            <a:chOff x="0" y="0"/>
            <a:chExt cx="1913890" cy="1913890"/>
          </a:xfrm>
        </p:grpSpPr>
        <p:sp>
          <p:nvSpPr>
            <p:cNvPr id="1266" name="Google Shape;1266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7" name="Google Shape;1267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8" name="Google Shape;1268;p53"/>
          <p:cNvGrpSpPr/>
          <p:nvPr/>
        </p:nvGrpSpPr>
        <p:grpSpPr>
          <a:xfrm>
            <a:off x="11010994" y="7260002"/>
            <a:ext cx="782990" cy="782990"/>
            <a:chOff x="0" y="0"/>
            <a:chExt cx="1913890" cy="1913890"/>
          </a:xfrm>
        </p:grpSpPr>
        <p:sp>
          <p:nvSpPr>
            <p:cNvPr id="1269" name="Google Shape;1269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0" name="Google Shape;1270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1" name="Google Shape;1271;p53"/>
          <p:cNvGrpSpPr/>
          <p:nvPr/>
        </p:nvGrpSpPr>
        <p:grpSpPr>
          <a:xfrm>
            <a:off x="11793984" y="7260002"/>
            <a:ext cx="782990" cy="782990"/>
            <a:chOff x="0" y="0"/>
            <a:chExt cx="1913890" cy="1913890"/>
          </a:xfrm>
        </p:grpSpPr>
        <p:sp>
          <p:nvSpPr>
            <p:cNvPr id="1272" name="Google Shape;127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3" name="Google Shape;127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4" name="Google Shape;1274;p53"/>
          <p:cNvGrpSpPr/>
          <p:nvPr/>
        </p:nvGrpSpPr>
        <p:grpSpPr>
          <a:xfrm>
            <a:off x="12576974" y="7260002"/>
            <a:ext cx="782990" cy="782990"/>
            <a:chOff x="0" y="0"/>
            <a:chExt cx="1913890" cy="1913890"/>
          </a:xfrm>
        </p:grpSpPr>
        <p:sp>
          <p:nvSpPr>
            <p:cNvPr id="1275" name="Google Shape;1275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6" name="Google Shape;1276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7" name="Google Shape;1277;p53"/>
          <p:cNvGrpSpPr/>
          <p:nvPr/>
        </p:nvGrpSpPr>
        <p:grpSpPr>
          <a:xfrm>
            <a:off x="16048658" y="7260002"/>
            <a:ext cx="756168" cy="756168"/>
            <a:chOff x="0" y="0"/>
            <a:chExt cx="1913890" cy="1913890"/>
          </a:xfrm>
        </p:grpSpPr>
        <p:sp>
          <p:nvSpPr>
            <p:cNvPr id="1278" name="Google Shape;127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9" name="Google Shape;127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80" name="Google Shape;1280;p53"/>
          <p:cNvCxnSpPr/>
          <p:nvPr/>
        </p:nvCxnSpPr>
        <p:spPr>
          <a:xfrm>
            <a:off x="14042348" y="7670547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281" name="Google Shape;1281;p53"/>
          <p:cNvGrpSpPr/>
          <p:nvPr/>
        </p:nvGrpSpPr>
        <p:grpSpPr>
          <a:xfrm>
            <a:off x="10228005" y="8042992"/>
            <a:ext cx="782990" cy="782990"/>
            <a:chOff x="0" y="0"/>
            <a:chExt cx="1913890" cy="1913890"/>
          </a:xfrm>
        </p:grpSpPr>
        <p:sp>
          <p:nvSpPr>
            <p:cNvPr id="1282" name="Google Shape;1282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3" name="Google Shape;1283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4" name="Google Shape;1284;p53"/>
          <p:cNvGrpSpPr/>
          <p:nvPr/>
        </p:nvGrpSpPr>
        <p:grpSpPr>
          <a:xfrm>
            <a:off x="11010994" y="8042992"/>
            <a:ext cx="782990" cy="782990"/>
            <a:chOff x="0" y="0"/>
            <a:chExt cx="1913890" cy="1913890"/>
          </a:xfrm>
        </p:grpSpPr>
        <p:sp>
          <p:nvSpPr>
            <p:cNvPr id="1285" name="Google Shape;1285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6" name="Google Shape;1286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7" name="Google Shape;1287;p53"/>
          <p:cNvGrpSpPr/>
          <p:nvPr/>
        </p:nvGrpSpPr>
        <p:grpSpPr>
          <a:xfrm>
            <a:off x="11793984" y="8042992"/>
            <a:ext cx="782990" cy="782990"/>
            <a:chOff x="0" y="0"/>
            <a:chExt cx="1913890" cy="1913890"/>
          </a:xfrm>
        </p:grpSpPr>
        <p:sp>
          <p:nvSpPr>
            <p:cNvPr id="1288" name="Google Shape;128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9" name="Google Shape;128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90" name="Google Shape;1290;p53"/>
          <p:cNvGrpSpPr/>
          <p:nvPr/>
        </p:nvGrpSpPr>
        <p:grpSpPr>
          <a:xfrm>
            <a:off x="12576974" y="8042992"/>
            <a:ext cx="782990" cy="782990"/>
            <a:chOff x="0" y="0"/>
            <a:chExt cx="1913890" cy="1913890"/>
          </a:xfrm>
        </p:grpSpPr>
        <p:sp>
          <p:nvSpPr>
            <p:cNvPr id="1291" name="Google Shape;1291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2" name="Google Shape;1292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93" name="Google Shape;1293;p53"/>
          <p:cNvGrpSpPr/>
          <p:nvPr/>
        </p:nvGrpSpPr>
        <p:grpSpPr>
          <a:xfrm>
            <a:off x="16048658" y="8042992"/>
            <a:ext cx="756168" cy="756168"/>
            <a:chOff x="0" y="0"/>
            <a:chExt cx="1913890" cy="1913890"/>
          </a:xfrm>
        </p:grpSpPr>
        <p:sp>
          <p:nvSpPr>
            <p:cNvPr id="1294" name="Google Shape;129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5" name="Google Shape;129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96" name="Google Shape;1296;p53"/>
          <p:cNvCxnSpPr/>
          <p:nvPr/>
        </p:nvCxnSpPr>
        <p:spPr>
          <a:xfrm>
            <a:off x="14042348" y="8453537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grpSp>
        <p:nvGrpSpPr>
          <p:cNvPr id="1297" name="Google Shape;1297;p53"/>
          <p:cNvGrpSpPr/>
          <p:nvPr/>
        </p:nvGrpSpPr>
        <p:grpSpPr>
          <a:xfrm>
            <a:off x="10228005" y="8799160"/>
            <a:ext cx="782990" cy="782990"/>
            <a:chOff x="0" y="0"/>
            <a:chExt cx="1913890" cy="1913890"/>
          </a:xfrm>
        </p:grpSpPr>
        <p:sp>
          <p:nvSpPr>
            <p:cNvPr id="1298" name="Google Shape;1298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9" name="Google Shape;1299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0" name="Google Shape;1300;p53"/>
          <p:cNvGrpSpPr/>
          <p:nvPr/>
        </p:nvGrpSpPr>
        <p:grpSpPr>
          <a:xfrm>
            <a:off x="11010994" y="8799160"/>
            <a:ext cx="782990" cy="782990"/>
            <a:chOff x="0" y="0"/>
            <a:chExt cx="1913890" cy="1913890"/>
          </a:xfrm>
        </p:grpSpPr>
        <p:sp>
          <p:nvSpPr>
            <p:cNvPr id="1301" name="Google Shape;1301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2" name="Google Shape;1302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3" name="Google Shape;1303;p53"/>
          <p:cNvGrpSpPr/>
          <p:nvPr/>
        </p:nvGrpSpPr>
        <p:grpSpPr>
          <a:xfrm>
            <a:off x="11793984" y="8799160"/>
            <a:ext cx="782990" cy="782990"/>
            <a:chOff x="0" y="0"/>
            <a:chExt cx="1913890" cy="1913890"/>
          </a:xfrm>
        </p:grpSpPr>
        <p:sp>
          <p:nvSpPr>
            <p:cNvPr id="1304" name="Google Shape;1304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5" name="Google Shape;1305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6" name="Google Shape;1306;p53"/>
          <p:cNvGrpSpPr/>
          <p:nvPr/>
        </p:nvGrpSpPr>
        <p:grpSpPr>
          <a:xfrm>
            <a:off x="12576974" y="8799160"/>
            <a:ext cx="782990" cy="782990"/>
            <a:chOff x="0" y="0"/>
            <a:chExt cx="1913890" cy="1913890"/>
          </a:xfrm>
        </p:grpSpPr>
        <p:sp>
          <p:nvSpPr>
            <p:cNvPr id="1307" name="Google Shape;1307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8" name="Google Shape;1308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019D9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9" name="Google Shape;1309;p53"/>
          <p:cNvGrpSpPr/>
          <p:nvPr/>
        </p:nvGrpSpPr>
        <p:grpSpPr>
          <a:xfrm>
            <a:off x="16048658" y="8799160"/>
            <a:ext cx="756168" cy="756168"/>
            <a:chOff x="0" y="0"/>
            <a:chExt cx="1913890" cy="1913890"/>
          </a:xfrm>
        </p:grpSpPr>
        <p:sp>
          <p:nvSpPr>
            <p:cNvPr id="1310" name="Google Shape;1310;p5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3F40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1" name="Google Shape;1311;p5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642E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312" name="Google Shape;1312;p53"/>
          <p:cNvCxnSpPr/>
          <p:nvPr/>
        </p:nvCxnSpPr>
        <p:spPr>
          <a:xfrm>
            <a:off x="14042348" y="9209705"/>
            <a:ext cx="1323926" cy="4326"/>
          </a:xfrm>
          <a:prstGeom prst="straightConnector1">
            <a:avLst/>
          </a:prstGeom>
          <a:noFill/>
          <a:ln cap="flat" cmpd="sng" w="38100">
            <a:solidFill>
              <a:srgbClr val="642EC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313" name="Google Shape;1313;p53"/>
          <p:cNvSpPr txBox="1"/>
          <p:nvPr/>
        </p:nvSpPr>
        <p:spPr>
          <a:xfrm>
            <a:off x="1324697" y="3517224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14" name="Google Shape;1314;p53"/>
          <p:cNvSpPr txBox="1"/>
          <p:nvPr/>
        </p:nvSpPr>
        <p:spPr>
          <a:xfrm>
            <a:off x="2107687" y="3517224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15" name="Google Shape;1315;p53"/>
          <p:cNvSpPr txBox="1"/>
          <p:nvPr/>
        </p:nvSpPr>
        <p:spPr>
          <a:xfrm>
            <a:off x="2890677" y="3517224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16" name="Google Shape;1316;p53"/>
          <p:cNvSpPr txBox="1"/>
          <p:nvPr/>
        </p:nvSpPr>
        <p:spPr>
          <a:xfrm>
            <a:off x="3673667" y="3517224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17" name="Google Shape;1317;p53"/>
          <p:cNvSpPr txBox="1"/>
          <p:nvPr/>
        </p:nvSpPr>
        <p:spPr>
          <a:xfrm>
            <a:off x="7135499" y="3510365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18" name="Google Shape;1318;p53"/>
          <p:cNvSpPr txBox="1"/>
          <p:nvPr/>
        </p:nvSpPr>
        <p:spPr>
          <a:xfrm>
            <a:off x="1936669" y="2586271"/>
            <a:ext cx="1316023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</a:t>
            </a:r>
            <a:endParaRPr/>
          </a:p>
        </p:txBody>
      </p:sp>
      <p:sp>
        <p:nvSpPr>
          <p:cNvPr id="1319" name="Google Shape;1319;p53"/>
          <p:cNvSpPr txBox="1"/>
          <p:nvPr/>
        </p:nvSpPr>
        <p:spPr>
          <a:xfrm>
            <a:off x="5905641" y="2586271"/>
            <a:ext cx="2827471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Hexadecimal</a:t>
            </a:r>
            <a:endParaRPr/>
          </a:p>
        </p:txBody>
      </p:sp>
      <p:sp>
        <p:nvSpPr>
          <p:cNvPr id="1320" name="Google Shape;1320;p53"/>
          <p:cNvSpPr txBox="1"/>
          <p:nvPr/>
        </p:nvSpPr>
        <p:spPr>
          <a:xfrm>
            <a:off x="1324697" y="427339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21" name="Google Shape;1321;p53"/>
          <p:cNvSpPr txBox="1"/>
          <p:nvPr/>
        </p:nvSpPr>
        <p:spPr>
          <a:xfrm>
            <a:off x="2107687" y="427339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22" name="Google Shape;1322;p53"/>
          <p:cNvSpPr txBox="1"/>
          <p:nvPr/>
        </p:nvSpPr>
        <p:spPr>
          <a:xfrm>
            <a:off x="2890677" y="427339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23" name="Google Shape;1323;p53"/>
          <p:cNvSpPr txBox="1"/>
          <p:nvPr/>
        </p:nvSpPr>
        <p:spPr>
          <a:xfrm>
            <a:off x="3673667" y="427339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24" name="Google Shape;1324;p53"/>
          <p:cNvSpPr txBox="1"/>
          <p:nvPr/>
        </p:nvSpPr>
        <p:spPr>
          <a:xfrm>
            <a:off x="7135499" y="4266533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25" name="Google Shape;1325;p53"/>
          <p:cNvSpPr txBox="1"/>
          <p:nvPr/>
        </p:nvSpPr>
        <p:spPr>
          <a:xfrm>
            <a:off x="1324697" y="505638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26" name="Google Shape;1326;p53"/>
          <p:cNvSpPr txBox="1"/>
          <p:nvPr/>
        </p:nvSpPr>
        <p:spPr>
          <a:xfrm>
            <a:off x="2107687" y="505638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27" name="Google Shape;1327;p53"/>
          <p:cNvSpPr txBox="1"/>
          <p:nvPr/>
        </p:nvSpPr>
        <p:spPr>
          <a:xfrm>
            <a:off x="2890677" y="505638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28" name="Google Shape;1328;p53"/>
          <p:cNvSpPr txBox="1"/>
          <p:nvPr/>
        </p:nvSpPr>
        <p:spPr>
          <a:xfrm>
            <a:off x="3673667" y="505638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29" name="Google Shape;1329;p53"/>
          <p:cNvSpPr txBox="1"/>
          <p:nvPr/>
        </p:nvSpPr>
        <p:spPr>
          <a:xfrm>
            <a:off x="7135499" y="5049523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/>
          </a:p>
        </p:txBody>
      </p:sp>
      <p:sp>
        <p:nvSpPr>
          <p:cNvPr id="1330" name="Google Shape;1330;p53"/>
          <p:cNvSpPr txBox="1"/>
          <p:nvPr/>
        </p:nvSpPr>
        <p:spPr>
          <a:xfrm>
            <a:off x="1324697" y="581255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31" name="Google Shape;1331;p53"/>
          <p:cNvSpPr txBox="1"/>
          <p:nvPr/>
        </p:nvSpPr>
        <p:spPr>
          <a:xfrm>
            <a:off x="2107687" y="581255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32" name="Google Shape;1332;p53"/>
          <p:cNvSpPr txBox="1"/>
          <p:nvPr/>
        </p:nvSpPr>
        <p:spPr>
          <a:xfrm>
            <a:off x="2890677" y="581255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33" name="Google Shape;1333;p53"/>
          <p:cNvSpPr txBox="1"/>
          <p:nvPr/>
        </p:nvSpPr>
        <p:spPr>
          <a:xfrm>
            <a:off x="3673667" y="581255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34" name="Google Shape;1334;p53"/>
          <p:cNvSpPr txBox="1"/>
          <p:nvPr/>
        </p:nvSpPr>
        <p:spPr>
          <a:xfrm>
            <a:off x="7135499" y="5805692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</a:t>
            </a:r>
            <a:endParaRPr/>
          </a:p>
        </p:txBody>
      </p:sp>
      <p:sp>
        <p:nvSpPr>
          <p:cNvPr id="1335" name="Google Shape;1335;p53"/>
          <p:cNvSpPr txBox="1"/>
          <p:nvPr/>
        </p:nvSpPr>
        <p:spPr>
          <a:xfrm>
            <a:off x="1324697" y="659554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36" name="Google Shape;1336;p53"/>
          <p:cNvSpPr txBox="1"/>
          <p:nvPr/>
        </p:nvSpPr>
        <p:spPr>
          <a:xfrm>
            <a:off x="2107687" y="659554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37" name="Google Shape;1337;p53"/>
          <p:cNvSpPr txBox="1"/>
          <p:nvPr/>
        </p:nvSpPr>
        <p:spPr>
          <a:xfrm>
            <a:off x="2890677" y="659554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38" name="Google Shape;1338;p53"/>
          <p:cNvSpPr txBox="1"/>
          <p:nvPr/>
        </p:nvSpPr>
        <p:spPr>
          <a:xfrm>
            <a:off x="3673667" y="659554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39" name="Google Shape;1339;p53"/>
          <p:cNvSpPr txBox="1"/>
          <p:nvPr/>
        </p:nvSpPr>
        <p:spPr>
          <a:xfrm>
            <a:off x="7135499" y="6588682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</a:t>
            </a:r>
            <a:endParaRPr/>
          </a:p>
        </p:txBody>
      </p:sp>
      <p:sp>
        <p:nvSpPr>
          <p:cNvPr id="1340" name="Google Shape;1340;p53"/>
          <p:cNvSpPr txBox="1"/>
          <p:nvPr/>
        </p:nvSpPr>
        <p:spPr>
          <a:xfrm>
            <a:off x="1324697" y="735170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41" name="Google Shape;1341;p53"/>
          <p:cNvSpPr txBox="1"/>
          <p:nvPr/>
        </p:nvSpPr>
        <p:spPr>
          <a:xfrm>
            <a:off x="2107687" y="735170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42" name="Google Shape;1342;p53"/>
          <p:cNvSpPr txBox="1"/>
          <p:nvPr/>
        </p:nvSpPr>
        <p:spPr>
          <a:xfrm>
            <a:off x="2890677" y="735170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43" name="Google Shape;1343;p53"/>
          <p:cNvSpPr txBox="1"/>
          <p:nvPr/>
        </p:nvSpPr>
        <p:spPr>
          <a:xfrm>
            <a:off x="3673667" y="735170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44" name="Google Shape;1344;p53"/>
          <p:cNvSpPr txBox="1"/>
          <p:nvPr/>
        </p:nvSpPr>
        <p:spPr>
          <a:xfrm>
            <a:off x="7135499" y="7344850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/>
          </a:p>
        </p:txBody>
      </p:sp>
      <p:sp>
        <p:nvSpPr>
          <p:cNvPr id="1345" name="Google Shape;1345;p53"/>
          <p:cNvSpPr txBox="1"/>
          <p:nvPr/>
        </p:nvSpPr>
        <p:spPr>
          <a:xfrm>
            <a:off x="1324697" y="813469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46" name="Google Shape;1346;p53"/>
          <p:cNvSpPr txBox="1"/>
          <p:nvPr/>
        </p:nvSpPr>
        <p:spPr>
          <a:xfrm>
            <a:off x="2107687" y="813469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47" name="Google Shape;1347;p53"/>
          <p:cNvSpPr txBox="1"/>
          <p:nvPr/>
        </p:nvSpPr>
        <p:spPr>
          <a:xfrm>
            <a:off x="2890677" y="813469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48" name="Google Shape;1348;p53"/>
          <p:cNvSpPr txBox="1"/>
          <p:nvPr/>
        </p:nvSpPr>
        <p:spPr>
          <a:xfrm>
            <a:off x="3673667" y="813469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49" name="Google Shape;1349;p53"/>
          <p:cNvSpPr txBox="1"/>
          <p:nvPr/>
        </p:nvSpPr>
        <p:spPr>
          <a:xfrm>
            <a:off x="7135499" y="8127840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</a:t>
            </a:r>
            <a:endParaRPr/>
          </a:p>
        </p:txBody>
      </p:sp>
      <p:sp>
        <p:nvSpPr>
          <p:cNvPr id="1350" name="Google Shape;1350;p53"/>
          <p:cNvSpPr txBox="1"/>
          <p:nvPr/>
        </p:nvSpPr>
        <p:spPr>
          <a:xfrm>
            <a:off x="1324697" y="8890868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51" name="Google Shape;1351;p53"/>
          <p:cNvSpPr txBox="1"/>
          <p:nvPr/>
        </p:nvSpPr>
        <p:spPr>
          <a:xfrm>
            <a:off x="2107687" y="8890868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52" name="Google Shape;1352;p53"/>
          <p:cNvSpPr txBox="1"/>
          <p:nvPr/>
        </p:nvSpPr>
        <p:spPr>
          <a:xfrm>
            <a:off x="2890677" y="8890868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53" name="Google Shape;1353;p53"/>
          <p:cNvSpPr txBox="1"/>
          <p:nvPr/>
        </p:nvSpPr>
        <p:spPr>
          <a:xfrm>
            <a:off x="3673667" y="8890868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54" name="Google Shape;1354;p53"/>
          <p:cNvSpPr txBox="1"/>
          <p:nvPr/>
        </p:nvSpPr>
        <p:spPr>
          <a:xfrm>
            <a:off x="7135499" y="8884008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</a:t>
            </a:r>
            <a:endParaRPr/>
          </a:p>
        </p:txBody>
      </p:sp>
      <p:sp>
        <p:nvSpPr>
          <p:cNvPr id="1355" name="Google Shape;1355;p53"/>
          <p:cNvSpPr txBox="1"/>
          <p:nvPr/>
        </p:nvSpPr>
        <p:spPr>
          <a:xfrm>
            <a:off x="10524001" y="357813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56" name="Google Shape;1356;p53"/>
          <p:cNvSpPr txBox="1"/>
          <p:nvPr/>
        </p:nvSpPr>
        <p:spPr>
          <a:xfrm>
            <a:off x="11306991" y="357813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57" name="Google Shape;1357;p53"/>
          <p:cNvSpPr txBox="1"/>
          <p:nvPr/>
        </p:nvSpPr>
        <p:spPr>
          <a:xfrm>
            <a:off x="12089981" y="357813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58" name="Google Shape;1358;p53"/>
          <p:cNvSpPr txBox="1"/>
          <p:nvPr/>
        </p:nvSpPr>
        <p:spPr>
          <a:xfrm>
            <a:off x="12872971" y="3578133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59" name="Google Shape;1359;p53"/>
          <p:cNvSpPr txBox="1"/>
          <p:nvPr/>
        </p:nvSpPr>
        <p:spPr>
          <a:xfrm>
            <a:off x="16334803" y="3571273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8</a:t>
            </a:r>
            <a:endParaRPr/>
          </a:p>
        </p:txBody>
      </p:sp>
      <p:sp>
        <p:nvSpPr>
          <p:cNvPr id="1360" name="Google Shape;1360;p53"/>
          <p:cNvSpPr txBox="1"/>
          <p:nvPr/>
        </p:nvSpPr>
        <p:spPr>
          <a:xfrm>
            <a:off x="11135973" y="2647179"/>
            <a:ext cx="1316023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</a:t>
            </a:r>
            <a:endParaRPr/>
          </a:p>
        </p:txBody>
      </p:sp>
      <p:sp>
        <p:nvSpPr>
          <p:cNvPr id="1361" name="Google Shape;1361;p53"/>
          <p:cNvSpPr txBox="1"/>
          <p:nvPr/>
        </p:nvSpPr>
        <p:spPr>
          <a:xfrm>
            <a:off x="15104945" y="2647179"/>
            <a:ext cx="2827471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Hexadecimal</a:t>
            </a:r>
            <a:endParaRPr/>
          </a:p>
        </p:txBody>
      </p:sp>
      <p:sp>
        <p:nvSpPr>
          <p:cNvPr id="1362" name="Google Shape;1362;p53"/>
          <p:cNvSpPr txBox="1"/>
          <p:nvPr/>
        </p:nvSpPr>
        <p:spPr>
          <a:xfrm>
            <a:off x="10524001" y="433430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63" name="Google Shape;1363;p53"/>
          <p:cNvSpPr txBox="1"/>
          <p:nvPr/>
        </p:nvSpPr>
        <p:spPr>
          <a:xfrm>
            <a:off x="11306991" y="433430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64" name="Google Shape;1364;p53"/>
          <p:cNvSpPr txBox="1"/>
          <p:nvPr/>
        </p:nvSpPr>
        <p:spPr>
          <a:xfrm>
            <a:off x="12089981" y="433430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65" name="Google Shape;1365;p53"/>
          <p:cNvSpPr txBox="1"/>
          <p:nvPr/>
        </p:nvSpPr>
        <p:spPr>
          <a:xfrm>
            <a:off x="12872971" y="433430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66" name="Google Shape;1366;p53"/>
          <p:cNvSpPr txBox="1"/>
          <p:nvPr/>
        </p:nvSpPr>
        <p:spPr>
          <a:xfrm>
            <a:off x="16334803" y="4327442"/>
            <a:ext cx="183878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9</a:t>
            </a:r>
            <a:endParaRPr/>
          </a:p>
        </p:txBody>
      </p:sp>
      <p:sp>
        <p:nvSpPr>
          <p:cNvPr id="1367" name="Google Shape;1367;p53"/>
          <p:cNvSpPr txBox="1"/>
          <p:nvPr/>
        </p:nvSpPr>
        <p:spPr>
          <a:xfrm>
            <a:off x="10524001" y="511729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68" name="Google Shape;1368;p53"/>
          <p:cNvSpPr txBox="1"/>
          <p:nvPr/>
        </p:nvSpPr>
        <p:spPr>
          <a:xfrm>
            <a:off x="11306991" y="511729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69" name="Google Shape;1369;p53"/>
          <p:cNvSpPr txBox="1"/>
          <p:nvPr/>
        </p:nvSpPr>
        <p:spPr>
          <a:xfrm>
            <a:off x="12089981" y="511729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70" name="Google Shape;1370;p53"/>
          <p:cNvSpPr txBox="1"/>
          <p:nvPr/>
        </p:nvSpPr>
        <p:spPr>
          <a:xfrm>
            <a:off x="12872971" y="5117291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71" name="Google Shape;1371;p53"/>
          <p:cNvSpPr txBox="1"/>
          <p:nvPr/>
        </p:nvSpPr>
        <p:spPr>
          <a:xfrm>
            <a:off x="16312820" y="5110432"/>
            <a:ext cx="227844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</a:t>
            </a:r>
            <a:endParaRPr/>
          </a:p>
        </p:txBody>
      </p:sp>
      <p:sp>
        <p:nvSpPr>
          <p:cNvPr id="1372" name="Google Shape;1372;p53"/>
          <p:cNvSpPr txBox="1"/>
          <p:nvPr/>
        </p:nvSpPr>
        <p:spPr>
          <a:xfrm>
            <a:off x="10524001" y="587345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73" name="Google Shape;1373;p53"/>
          <p:cNvSpPr txBox="1"/>
          <p:nvPr/>
        </p:nvSpPr>
        <p:spPr>
          <a:xfrm>
            <a:off x="11306991" y="587345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74" name="Google Shape;1374;p53"/>
          <p:cNvSpPr txBox="1"/>
          <p:nvPr/>
        </p:nvSpPr>
        <p:spPr>
          <a:xfrm>
            <a:off x="12089981" y="587345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75" name="Google Shape;1375;p53"/>
          <p:cNvSpPr txBox="1"/>
          <p:nvPr/>
        </p:nvSpPr>
        <p:spPr>
          <a:xfrm>
            <a:off x="12872971" y="587345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76" name="Google Shape;1376;p53"/>
          <p:cNvSpPr txBox="1"/>
          <p:nvPr/>
        </p:nvSpPr>
        <p:spPr>
          <a:xfrm>
            <a:off x="16321018" y="5866600"/>
            <a:ext cx="211449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</a:t>
            </a:r>
            <a:endParaRPr/>
          </a:p>
        </p:txBody>
      </p:sp>
      <p:sp>
        <p:nvSpPr>
          <p:cNvPr id="1377" name="Google Shape;1377;p53"/>
          <p:cNvSpPr txBox="1"/>
          <p:nvPr/>
        </p:nvSpPr>
        <p:spPr>
          <a:xfrm>
            <a:off x="10524001" y="665644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78" name="Google Shape;1378;p53"/>
          <p:cNvSpPr txBox="1"/>
          <p:nvPr/>
        </p:nvSpPr>
        <p:spPr>
          <a:xfrm>
            <a:off x="11306991" y="665644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79" name="Google Shape;1379;p53"/>
          <p:cNvSpPr txBox="1"/>
          <p:nvPr/>
        </p:nvSpPr>
        <p:spPr>
          <a:xfrm>
            <a:off x="12089981" y="665644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80" name="Google Shape;1380;p53"/>
          <p:cNvSpPr txBox="1"/>
          <p:nvPr/>
        </p:nvSpPr>
        <p:spPr>
          <a:xfrm>
            <a:off x="12872971" y="6656449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81" name="Google Shape;1381;p53"/>
          <p:cNvSpPr txBox="1"/>
          <p:nvPr/>
        </p:nvSpPr>
        <p:spPr>
          <a:xfrm>
            <a:off x="16324919" y="6649590"/>
            <a:ext cx="203647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</a:t>
            </a:r>
            <a:endParaRPr/>
          </a:p>
        </p:txBody>
      </p:sp>
      <p:sp>
        <p:nvSpPr>
          <p:cNvPr id="1382" name="Google Shape;1382;p53"/>
          <p:cNvSpPr txBox="1"/>
          <p:nvPr/>
        </p:nvSpPr>
        <p:spPr>
          <a:xfrm>
            <a:off x="10524001" y="7412617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83" name="Google Shape;1383;p53"/>
          <p:cNvSpPr txBox="1"/>
          <p:nvPr/>
        </p:nvSpPr>
        <p:spPr>
          <a:xfrm>
            <a:off x="11306991" y="7412617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84" name="Google Shape;1384;p53"/>
          <p:cNvSpPr txBox="1"/>
          <p:nvPr/>
        </p:nvSpPr>
        <p:spPr>
          <a:xfrm>
            <a:off x="12089981" y="7412617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85" name="Google Shape;1385;p53"/>
          <p:cNvSpPr txBox="1"/>
          <p:nvPr/>
        </p:nvSpPr>
        <p:spPr>
          <a:xfrm>
            <a:off x="12872971" y="7412617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86" name="Google Shape;1386;p53"/>
          <p:cNvSpPr txBox="1"/>
          <p:nvPr/>
        </p:nvSpPr>
        <p:spPr>
          <a:xfrm>
            <a:off x="16311581" y="7405758"/>
            <a:ext cx="230322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</a:t>
            </a:r>
            <a:endParaRPr/>
          </a:p>
        </p:txBody>
      </p:sp>
      <p:sp>
        <p:nvSpPr>
          <p:cNvPr id="1387" name="Google Shape;1387;p53"/>
          <p:cNvSpPr txBox="1"/>
          <p:nvPr/>
        </p:nvSpPr>
        <p:spPr>
          <a:xfrm>
            <a:off x="10524001" y="8195607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88" name="Google Shape;1388;p53"/>
          <p:cNvSpPr txBox="1"/>
          <p:nvPr/>
        </p:nvSpPr>
        <p:spPr>
          <a:xfrm>
            <a:off x="11306991" y="8195607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89" name="Google Shape;1389;p53"/>
          <p:cNvSpPr txBox="1"/>
          <p:nvPr/>
        </p:nvSpPr>
        <p:spPr>
          <a:xfrm>
            <a:off x="12089981" y="8195607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90" name="Google Shape;1390;p53"/>
          <p:cNvSpPr txBox="1"/>
          <p:nvPr/>
        </p:nvSpPr>
        <p:spPr>
          <a:xfrm>
            <a:off x="12872971" y="8195607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1391" name="Google Shape;1391;p53"/>
          <p:cNvSpPr txBox="1"/>
          <p:nvPr/>
        </p:nvSpPr>
        <p:spPr>
          <a:xfrm>
            <a:off x="16340628" y="8188748"/>
            <a:ext cx="172227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</a:t>
            </a:r>
            <a:endParaRPr/>
          </a:p>
        </p:txBody>
      </p:sp>
      <p:sp>
        <p:nvSpPr>
          <p:cNvPr id="1392" name="Google Shape;1392;p53"/>
          <p:cNvSpPr txBox="1"/>
          <p:nvPr/>
        </p:nvSpPr>
        <p:spPr>
          <a:xfrm>
            <a:off x="10524001" y="8951776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93" name="Google Shape;1393;p53"/>
          <p:cNvSpPr txBox="1"/>
          <p:nvPr/>
        </p:nvSpPr>
        <p:spPr>
          <a:xfrm>
            <a:off x="11306991" y="8951776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94" name="Google Shape;1394;p53"/>
          <p:cNvSpPr txBox="1"/>
          <p:nvPr/>
        </p:nvSpPr>
        <p:spPr>
          <a:xfrm>
            <a:off x="12089981" y="8951776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95" name="Google Shape;1395;p53"/>
          <p:cNvSpPr txBox="1"/>
          <p:nvPr/>
        </p:nvSpPr>
        <p:spPr>
          <a:xfrm>
            <a:off x="12872971" y="8951776"/>
            <a:ext cx="190996" cy="438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66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1396" name="Google Shape;1396;p53"/>
          <p:cNvSpPr txBox="1"/>
          <p:nvPr/>
        </p:nvSpPr>
        <p:spPr>
          <a:xfrm>
            <a:off x="16342157" y="8944916"/>
            <a:ext cx="169170" cy="4232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78">
                <a:solidFill>
                  <a:srgbClr val="FAFAFA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F</a:t>
            </a:r>
            <a:endParaRPr/>
          </a:p>
        </p:txBody>
      </p:sp>
      <p:sp>
        <p:nvSpPr>
          <p:cNvPr id="1397" name="Google Shape;1397;p53"/>
          <p:cNvSpPr txBox="1"/>
          <p:nvPr/>
        </p:nvSpPr>
        <p:spPr>
          <a:xfrm>
            <a:off x="6337850" y="1005475"/>
            <a:ext cx="349889" cy="3808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58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140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54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3" name="Google Shape;1403;p54"/>
          <p:cNvSpPr/>
          <p:nvPr/>
        </p:nvSpPr>
        <p:spPr>
          <a:xfrm>
            <a:off x="1988535" y="264383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54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5" name="Google Shape;1405;p54"/>
          <p:cNvSpPr txBox="1"/>
          <p:nvPr/>
        </p:nvSpPr>
        <p:spPr>
          <a:xfrm>
            <a:off x="979062" y="1664494"/>
            <a:ext cx="9003000" cy="15082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0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1 0 1 1 1 1 1 0 0 0 0 1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6" name="Google Shape;1406;p54"/>
          <p:cNvCxnSpPr/>
          <p:nvPr/>
        </p:nvCxnSpPr>
        <p:spPr>
          <a:xfrm rot="-5400000">
            <a:off x="3605400" y="2308979"/>
            <a:ext cx="8664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7" name="Google Shape;1407;p54"/>
          <p:cNvCxnSpPr/>
          <p:nvPr/>
        </p:nvCxnSpPr>
        <p:spPr>
          <a:xfrm rot="-5400000">
            <a:off x="6501000" y="2308979"/>
            <a:ext cx="8664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8" name="Google Shape;1408;p54"/>
          <p:cNvSpPr/>
          <p:nvPr/>
        </p:nvSpPr>
        <p:spPr>
          <a:xfrm rot="7089371">
            <a:off x="1188270" y="3567344"/>
            <a:ext cx="1524372" cy="172974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9" name="Google Shape;1409;p54"/>
          <p:cNvSpPr txBox="1"/>
          <p:nvPr/>
        </p:nvSpPr>
        <p:spPr>
          <a:xfrm>
            <a:off x="396443" y="-28549"/>
            <a:ext cx="14730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54"/>
          <p:cNvSpPr txBox="1"/>
          <p:nvPr/>
        </p:nvSpPr>
        <p:spPr>
          <a:xfrm>
            <a:off x="3849600" y="119732"/>
            <a:ext cx="2246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54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2" name="Google Shape;1412;p54"/>
          <p:cNvSpPr txBox="1"/>
          <p:nvPr/>
        </p:nvSpPr>
        <p:spPr>
          <a:xfrm>
            <a:off x="923772" y="4323216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54"/>
          <p:cNvSpPr txBox="1"/>
          <p:nvPr/>
        </p:nvSpPr>
        <p:spPr>
          <a:xfrm>
            <a:off x="1398485" y="4323216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p54"/>
          <p:cNvSpPr txBox="1"/>
          <p:nvPr/>
        </p:nvSpPr>
        <p:spPr>
          <a:xfrm>
            <a:off x="1838225" y="4323216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p54"/>
          <p:cNvSpPr txBox="1"/>
          <p:nvPr/>
        </p:nvSpPr>
        <p:spPr>
          <a:xfrm>
            <a:off x="2384327" y="4323216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54"/>
          <p:cNvSpPr txBox="1"/>
          <p:nvPr/>
        </p:nvSpPr>
        <p:spPr>
          <a:xfrm>
            <a:off x="4478111" y="4323216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p54"/>
          <p:cNvSpPr txBox="1"/>
          <p:nvPr/>
        </p:nvSpPr>
        <p:spPr>
          <a:xfrm>
            <a:off x="4947590" y="4323216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p54"/>
          <p:cNvSpPr txBox="1"/>
          <p:nvPr/>
        </p:nvSpPr>
        <p:spPr>
          <a:xfrm>
            <a:off x="5387328" y="4323216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p54"/>
          <p:cNvSpPr txBox="1"/>
          <p:nvPr/>
        </p:nvSpPr>
        <p:spPr>
          <a:xfrm>
            <a:off x="5948232" y="4323216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0" name="Google Shape;1420;p54"/>
          <p:cNvSpPr txBox="1"/>
          <p:nvPr/>
        </p:nvSpPr>
        <p:spPr>
          <a:xfrm>
            <a:off x="7762697" y="4255848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p54"/>
          <p:cNvSpPr txBox="1"/>
          <p:nvPr/>
        </p:nvSpPr>
        <p:spPr>
          <a:xfrm>
            <a:off x="8307101" y="4255848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2" name="Google Shape;1422;p54"/>
          <p:cNvSpPr txBox="1"/>
          <p:nvPr/>
        </p:nvSpPr>
        <p:spPr>
          <a:xfrm>
            <a:off x="8876736" y="4255848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3" name="Google Shape;1423;p54"/>
          <p:cNvSpPr txBox="1"/>
          <p:nvPr/>
        </p:nvSpPr>
        <p:spPr>
          <a:xfrm>
            <a:off x="9355854" y="4255848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54"/>
          <p:cNvSpPr/>
          <p:nvPr/>
        </p:nvSpPr>
        <p:spPr>
          <a:xfrm rot="5400000">
            <a:off x="4792024" y="3462637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p54"/>
          <p:cNvSpPr/>
          <p:nvPr/>
        </p:nvSpPr>
        <p:spPr>
          <a:xfrm rot="3913492">
            <a:off x="7857482" y="3438023"/>
            <a:ext cx="1355136" cy="15350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p54"/>
          <p:cNvSpPr/>
          <p:nvPr/>
        </p:nvSpPr>
        <p:spPr>
          <a:xfrm rot="5400000">
            <a:off x="971497" y="6127027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54"/>
          <p:cNvSpPr/>
          <p:nvPr/>
        </p:nvSpPr>
        <p:spPr>
          <a:xfrm rot="5400000">
            <a:off x="4792024" y="6127027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54"/>
          <p:cNvSpPr/>
          <p:nvPr/>
        </p:nvSpPr>
        <p:spPr>
          <a:xfrm rot="5400000">
            <a:off x="8126057" y="6127027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9" name="Google Shape;1429;p54"/>
          <p:cNvSpPr txBox="1"/>
          <p:nvPr/>
        </p:nvSpPr>
        <p:spPr>
          <a:xfrm>
            <a:off x="8526968" y="7045500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p54"/>
          <p:cNvSpPr txBox="1"/>
          <p:nvPr/>
        </p:nvSpPr>
        <p:spPr>
          <a:xfrm>
            <a:off x="5257376" y="7045500"/>
            <a:ext cx="4122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p54"/>
          <p:cNvSpPr txBox="1"/>
          <p:nvPr/>
        </p:nvSpPr>
        <p:spPr>
          <a:xfrm>
            <a:off x="1365504" y="7045500"/>
            <a:ext cx="50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54"/>
          <p:cNvSpPr txBox="1"/>
          <p:nvPr/>
        </p:nvSpPr>
        <p:spPr>
          <a:xfrm>
            <a:off x="3216317" y="8870861"/>
            <a:ext cx="4785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 : BE1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33" name="Google Shape;1433;p54"/>
          <p:cNvGrpSpPr/>
          <p:nvPr/>
        </p:nvGrpSpPr>
        <p:grpSpPr>
          <a:xfrm>
            <a:off x="10948118" y="3320010"/>
            <a:ext cx="7054131" cy="5248702"/>
            <a:chOff x="0" y="0"/>
            <a:chExt cx="9405509" cy="6998269"/>
          </a:xfrm>
        </p:grpSpPr>
        <p:grpSp>
          <p:nvGrpSpPr>
            <p:cNvPr id="1434" name="Google Shape;1434;p54"/>
            <p:cNvGrpSpPr/>
            <p:nvPr/>
          </p:nvGrpSpPr>
          <p:grpSpPr>
            <a:xfrm>
              <a:off x="0" y="0"/>
              <a:ext cx="886167" cy="886167"/>
              <a:chOff x="0" y="0"/>
              <a:chExt cx="1913890" cy="1913890"/>
            </a:xfrm>
          </p:grpSpPr>
          <p:sp>
            <p:nvSpPr>
              <p:cNvPr id="1435" name="Google Shape;1435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37" name="Google Shape;1437;p54"/>
            <p:cNvGrpSpPr/>
            <p:nvPr/>
          </p:nvGrpSpPr>
          <p:grpSpPr>
            <a:xfrm>
              <a:off x="886167" y="0"/>
              <a:ext cx="886167" cy="886167"/>
              <a:chOff x="0" y="0"/>
              <a:chExt cx="1913890" cy="1913890"/>
            </a:xfrm>
          </p:grpSpPr>
          <p:sp>
            <p:nvSpPr>
              <p:cNvPr id="1438" name="Google Shape;1438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9" name="Google Shape;1439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40" name="Google Shape;1440;p54"/>
            <p:cNvGrpSpPr/>
            <p:nvPr/>
          </p:nvGrpSpPr>
          <p:grpSpPr>
            <a:xfrm>
              <a:off x="1772334" y="0"/>
              <a:ext cx="886167" cy="886167"/>
              <a:chOff x="0" y="0"/>
              <a:chExt cx="1913890" cy="1913890"/>
            </a:xfrm>
          </p:grpSpPr>
          <p:sp>
            <p:nvSpPr>
              <p:cNvPr id="1441" name="Google Shape;1441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2" name="Google Shape;1442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43" name="Google Shape;1443;p54"/>
            <p:cNvGrpSpPr/>
            <p:nvPr/>
          </p:nvGrpSpPr>
          <p:grpSpPr>
            <a:xfrm>
              <a:off x="2658501" y="0"/>
              <a:ext cx="886167" cy="886167"/>
              <a:chOff x="0" y="0"/>
              <a:chExt cx="1913890" cy="1913890"/>
            </a:xfrm>
          </p:grpSpPr>
          <p:sp>
            <p:nvSpPr>
              <p:cNvPr id="1444" name="Google Shape;1444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4"/>
            <p:cNvGrpSpPr/>
            <p:nvPr/>
          </p:nvGrpSpPr>
          <p:grpSpPr>
            <a:xfrm>
              <a:off x="3747141" y="30356"/>
              <a:ext cx="855811" cy="855811"/>
              <a:chOff x="0" y="0"/>
              <a:chExt cx="1913890" cy="1913890"/>
            </a:xfrm>
          </p:grpSpPr>
          <p:sp>
            <p:nvSpPr>
              <p:cNvPr id="1447" name="Google Shape;1447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49" name="Google Shape;1449;p54"/>
            <p:cNvGrpSpPr/>
            <p:nvPr/>
          </p:nvGrpSpPr>
          <p:grpSpPr>
            <a:xfrm>
              <a:off x="0" y="855811"/>
              <a:ext cx="886167" cy="886167"/>
              <a:chOff x="0" y="0"/>
              <a:chExt cx="1913890" cy="1913890"/>
            </a:xfrm>
          </p:grpSpPr>
          <p:sp>
            <p:nvSpPr>
              <p:cNvPr id="1450" name="Google Shape;1450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1" name="Google Shape;1451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52" name="Google Shape;1452;p54"/>
            <p:cNvGrpSpPr/>
            <p:nvPr/>
          </p:nvGrpSpPr>
          <p:grpSpPr>
            <a:xfrm>
              <a:off x="886167" y="855811"/>
              <a:ext cx="886167" cy="886167"/>
              <a:chOff x="0" y="0"/>
              <a:chExt cx="1913890" cy="1913890"/>
            </a:xfrm>
          </p:grpSpPr>
          <p:sp>
            <p:nvSpPr>
              <p:cNvPr id="1453" name="Google Shape;1453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4"/>
            <p:cNvGrpSpPr/>
            <p:nvPr/>
          </p:nvGrpSpPr>
          <p:grpSpPr>
            <a:xfrm>
              <a:off x="1772334" y="855811"/>
              <a:ext cx="886167" cy="886167"/>
              <a:chOff x="0" y="0"/>
              <a:chExt cx="1913890" cy="1913890"/>
            </a:xfrm>
          </p:grpSpPr>
          <p:sp>
            <p:nvSpPr>
              <p:cNvPr id="1456" name="Google Shape;1456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58" name="Google Shape;1458;p54"/>
            <p:cNvGrpSpPr/>
            <p:nvPr/>
          </p:nvGrpSpPr>
          <p:grpSpPr>
            <a:xfrm>
              <a:off x="2658501" y="855811"/>
              <a:ext cx="886167" cy="886167"/>
              <a:chOff x="0" y="0"/>
              <a:chExt cx="1913890" cy="1913890"/>
            </a:xfrm>
          </p:grpSpPr>
          <p:sp>
            <p:nvSpPr>
              <p:cNvPr id="1459" name="Google Shape;1459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0" name="Google Shape;1460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61" name="Google Shape;1461;p54"/>
            <p:cNvGrpSpPr/>
            <p:nvPr/>
          </p:nvGrpSpPr>
          <p:grpSpPr>
            <a:xfrm>
              <a:off x="3747141" y="886167"/>
              <a:ext cx="855811" cy="855811"/>
              <a:chOff x="0" y="0"/>
              <a:chExt cx="1913890" cy="1913890"/>
            </a:xfrm>
          </p:grpSpPr>
          <p:sp>
            <p:nvSpPr>
              <p:cNvPr id="1462" name="Google Shape;1462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3" name="Google Shape;1463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64" name="Google Shape;1464;p54"/>
            <p:cNvGrpSpPr/>
            <p:nvPr/>
          </p:nvGrpSpPr>
          <p:grpSpPr>
            <a:xfrm>
              <a:off x="0" y="1741978"/>
              <a:ext cx="886167" cy="886167"/>
              <a:chOff x="0" y="0"/>
              <a:chExt cx="1913890" cy="1913890"/>
            </a:xfrm>
          </p:grpSpPr>
          <p:sp>
            <p:nvSpPr>
              <p:cNvPr id="1465" name="Google Shape;1465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4"/>
            <p:cNvGrpSpPr/>
            <p:nvPr/>
          </p:nvGrpSpPr>
          <p:grpSpPr>
            <a:xfrm>
              <a:off x="886167" y="1741978"/>
              <a:ext cx="886167" cy="886167"/>
              <a:chOff x="0" y="0"/>
              <a:chExt cx="1913890" cy="1913890"/>
            </a:xfrm>
          </p:grpSpPr>
          <p:sp>
            <p:nvSpPr>
              <p:cNvPr id="1468" name="Google Shape;1468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70" name="Google Shape;1470;p54"/>
            <p:cNvGrpSpPr/>
            <p:nvPr/>
          </p:nvGrpSpPr>
          <p:grpSpPr>
            <a:xfrm>
              <a:off x="1772334" y="1741978"/>
              <a:ext cx="886167" cy="886167"/>
              <a:chOff x="0" y="0"/>
              <a:chExt cx="1913890" cy="1913890"/>
            </a:xfrm>
          </p:grpSpPr>
          <p:sp>
            <p:nvSpPr>
              <p:cNvPr id="1471" name="Google Shape;1471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2" name="Google Shape;1472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73" name="Google Shape;1473;p54"/>
            <p:cNvGrpSpPr/>
            <p:nvPr/>
          </p:nvGrpSpPr>
          <p:grpSpPr>
            <a:xfrm>
              <a:off x="2658501" y="1741978"/>
              <a:ext cx="886167" cy="886167"/>
              <a:chOff x="0" y="0"/>
              <a:chExt cx="1913890" cy="1913890"/>
            </a:xfrm>
          </p:grpSpPr>
          <p:sp>
            <p:nvSpPr>
              <p:cNvPr id="1474" name="Google Shape;1474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5" name="Google Shape;1475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76" name="Google Shape;1476;p54"/>
            <p:cNvGrpSpPr/>
            <p:nvPr/>
          </p:nvGrpSpPr>
          <p:grpSpPr>
            <a:xfrm>
              <a:off x="3747141" y="1772334"/>
              <a:ext cx="855811" cy="855811"/>
              <a:chOff x="0" y="0"/>
              <a:chExt cx="1913890" cy="1913890"/>
            </a:xfrm>
          </p:grpSpPr>
          <p:sp>
            <p:nvSpPr>
              <p:cNvPr id="1477" name="Google Shape;1477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4"/>
            <p:cNvGrpSpPr/>
            <p:nvPr/>
          </p:nvGrpSpPr>
          <p:grpSpPr>
            <a:xfrm>
              <a:off x="0" y="2597789"/>
              <a:ext cx="886167" cy="886167"/>
              <a:chOff x="0" y="0"/>
              <a:chExt cx="1913890" cy="1913890"/>
            </a:xfrm>
          </p:grpSpPr>
          <p:sp>
            <p:nvSpPr>
              <p:cNvPr id="1480" name="Google Shape;1480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82" name="Google Shape;1482;p54"/>
            <p:cNvGrpSpPr/>
            <p:nvPr/>
          </p:nvGrpSpPr>
          <p:grpSpPr>
            <a:xfrm>
              <a:off x="886167" y="2597789"/>
              <a:ext cx="886167" cy="886167"/>
              <a:chOff x="0" y="0"/>
              <a:chExt cx="1913890" cy="1913890"/>
            </a:xfrm>
          </p:grpSpPr>
          <p:sp>
            <p:nvSpPr>
              <p:cNvPr id="1483" name="Google Shape;1483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4" name="Google Shape;1484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85" name="Google Shape;1485;p54"/>
            <p:cNvGrpSpPr/>
            <p:nvPr/>
          </p:nvGrpSpPr>
          <p:grpSpPr>
            <a:xfrm>
              <a:off x="1772334" y="2597789"/>
              <a:ext cx="886167" cy="886167"/>
              <a:chOff x="0" y="0"/>
              <a:chExt cx="1913890" cy="1913890"/>
            </a:xfrm>
          </p:grpSpPr>
          <p:sp>
            <p:nvSpPr>
              <p:cNvPr id="1486" name="Google Shape;1486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7" name="Google Shape;1487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88" name="Google Shape;1488;p54"/>
            <p:cNvGrpSpPr/>
            <p:nvPr/>
          </p:nvGrpSpPr>
          <p:grpSpPr>
            <a:xfrm>
              <a:off x="2658501" y="2597789"/>
              <a:ext cx="886167" cy="886167"/>
              <a:chOff x="0" y="0"/>
              <a:chExt cx="1913890" cy="1913890"/>
            </a:xfrm>
          </p:grpSpPr>
          <p:sp>
            <p:nvSpPr>
              <p:cNvPr id="1489" name="Google Shape;1489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4"/>
            <p:cNvGrpSpPr/>
            <p:nvPr/>
          </p:nvGrpSpPr>
          <p:grpSpPr>
            <a:xfrm>
              <a:off x="3747141" y="2628145"/>
              <a:ext cx="855811" cy="855811"/>
              <a:chOff x="0" y="0"/>
              <a:chExt cx="1913890" cy="1913890"/>
            </a:xfrm>
          </p:grpSpPr>
          <p:sp>
            <p:nvSpPr>
              <p:cNvPr id="1492" name="Google Shape;1492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94" name="Google Shape;1494;p54"/>
            <p:cNvGrpSpPr/>
            <p:nvPr/>
          </p:nvGrpSpPr>
          <p:grpSpPr>
            <a:xfrm>
              <a:off x="0" y="3483957"/>
              <a:ext cx="886167" cy="886167"/>
              <a:chOff x="0" y="0"/>
              <a:chExt cx="1913890" cy="1913890"/>
            </a:xfrm>
          </p:grpSpPr>
          <p:sp>
            <p:nvSpPr>
              <p:cNvPr id="1495" name="Google Shape;1495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6" name="Google Shape;1496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497" name="Google Shape;1497;p54"/>
            <p:cNvGrpSpPr/>
            <p:nvPr/>
          </p:nvGrpSpPr>
          <p:grpSpPr>
            <a:xfrm>
              <a:off x="886167" y="3483957"/>
              <a:ext cx="886167" cy="886167"/>
              <a:chOff x="0" y="0"/>
              <a:chExt cx="1913890" cy="1913890"/>
            </a:xfrm>
          </p:grpSpPr>
          <p:sp>
            <p:nvSpPr>
              <p:cNvPr id="1498" name="Google Shape;1498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9" name="Google Shape;1499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00" name="Google Shape;1500;p54"/>
            <p:cNvGrpSpPr/>
            <p:nvPr/>
          </p:nvGrpSpPr>
          <p:grpSpPr>
            <a:xfrm>
              <a:off x="1772334" y="3483957"/>
              <a:ext cx="886167" cy="886167"/>
              <a:chOff x="0" y="0"/>
              <a:chExt cx="1913890" cy="1913890"/>
            </a:xfrm>
          </p:grpSpPr>
          <p:sp>
            <p:nvSpPr>
              <p:cNvPr id="1501" name="Google Shape;1501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4"/>
            <p:cNvGrpSpPr/>
            <p:nvPr/>
          </p:nvGrpSpPr>
          <p:grpSpPr>
            <a:xfrm>
              <a:off x="2658501" y="3483957"/>
              <a:ext cx="886167" cy="886167"/>
              <a:chOff x="0" y="0"/>
              <a:chExt cx="1913890" cy="1913890"/>
            </a:xfrm>
          </p:grpSpPr>
          <p:sp>
            <p:nvSpPr>
              <p:cNvPr id="1504" name="Google Shape;1504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06" name="Google Shape;1506;p54"/>
            <p:cNvGrpSpPr/>
            <p:nvPr/>
          </p:nvGrpSpPr>
          <p:grpSpPr>
            <a:xfrm>
              <a:off x="3747141" y="3514313"/>
              <a:ext cx="855811" cy="855811"/>
              <a:chOff x="0" y="0"/>
              <a:chExt cx="1913890" cy="1913890"/>
            </a:xfrm>
          </p:grpSpPr>
          <p:sp>
            <p:nvSpPr>
              <p:cNvPr id="1507" name="Google Shape;1507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8" name="Google Shape;1508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09" name="Google Shape;1509;p54"/>
            <p:cNvGrpSpPr/>
            <p:nvPr/>
          </p:nvGrpSpPr>
          <p:grpSpPr>
            <a:xfrm>
              <a:off x="0" y="4339768"/>
              <a:ext cx="886167" cy="886167"/>
              <a:chOff x="0" y="0"/>
              <a:chExt cx="1913890" cy="1913890"/>
            </a:xfrm>
          </p:grpSpPr>
          <p:sp>
            <p:nvSpPr>
              <p:cNvPr id="1510" name="Google Shape;1510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1" name="Google Shape;1511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12" name="Google Shape;1512;p54"/>
            <p:cNvGrpSpPr/>
            <p:nvPr/>
          </p:nvGrpSpPr>
          <p:grpSpPr>
            <a:xfrm>
              <a:off x="886167" y="4339768"/>
              <a:ext cx="886167" cy="886167"/>
              <a:chOff x="0" y="0"/>
              <a:chExt cx="1913890" cy="1913890"/>
            </a:xfrm>
          </p:grpSpPr>
          <p:sp>
            <p:nvSpPr>
              <p:cNvPr id="1513" name="Google Shape;1513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4"/>
            <p:cNvGrpSpPr/>
            <p:nvPr/>
          </p:nvGrpSpPr>
          <p:grpSpPr>
            <a:xfrm>
              <a:off x="1772334" y="4339768"/>
              <a:ext cx="886167" cy="886167"/>
              <a:chOff x="0" y="0"/>
              <a:chExt cx="1913890" cy="1913890"/>
            </a:xfrm>
          </p:grpSpPr>
          <p:sp>
            <p:nvSpPr>
              <p:cNvPr id="1516" name="Google Shape;1516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18" name="Google Shape;1518;p54"/>
            <p:cNvGrpSpPr/>
            <p:nvPr/>
          </p:nvGrpSpPr>
          <p:grpSpPr>
            <a:xfrm>
              <a:off x="2658501" y="4339768"/>
              <a:ext cx="886167" cy="886167"/>
              <a:chOff x="0" y="0"/>
              <a:chExt cx="1913890" cy="1913890"/>
            </a:xfrm>
          </p:grpSpPr>
          <p:sp>
            <p:nvSpPr>
              <p:cNvPr id="1519" name="Google Shape;1519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0" name="Google Shape;1520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21" name="Google Shape;1521;p54"/>
            <p:cNvGrpSpPr/>
            <p:nvPr/>
          </p:nvGrpSpPr>
          <p:grpSpPr>
            <a:xfrm>
              <a:off x="3747141" y="4370124"/>
              <a:ext cx="855811" cy="855811"/>
              <a:chOff x="0" y="0"/>
              <a:chExt cx="1913890" cy="1913890"/>
            </a:xfrm>
          </p:grpSpPr>
          <p:sp>
            <p:nvSpPr>
              <p:cNvPr id="1522" name="Google Shape;1522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3" name="Google Shape;1523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24" name="Google Shape;1524;p54"/>
            <p:cNvGrpSpPr/>
            <p:nvPr/>
          </p:nvGrpSpPr>
          <p:grpSpPr>
            <a:xfrm>
              <a:off x="0" y="5225935"/>
              <a:ext cx="886167" cy="886167"/>
              <a:chOff x="0" y="0"/>
              <a:chExt cx="1913890" cy="1913890"/>
            </a:xfrm>
          </p:grpSpPr>
          <p:sp>
            <p:nvSpPr>
              <p:cNvPr id="1525" name="Google Shape;1525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4"/>
            <p:cNvGrpSpPr/>
            <p:nvPr/>
          </p:nvGrpSpPr>
          <p:grpSpPr>
            <a:xfrm>
              <a:off x="886167" y="5225935"/>
              <a:ext cx="886167" cy="886167"/>
              <a:chOff x="0" y="0"/>
              <a:chExt cx="1913890" cy="1913890"/>
            </a:xfrm>
          </p:grpSpPr>
          <p:sp>
            <p:nvSpPr>
              <p:cNvPr id="1528" name="Google Shape;1528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30" name="Google Shape;1530;p54"/>
            <p:cNvGrpSpPr/>
            <p:nvPr/>
          </p:nvGrpSpPr>
          <p:grpSpPr>
            <a:xfrm>
              <a:off x="1772334" y="5225935"/>
              <a:ext cx="886167" cy="886167"/>
              <a:chOff x="0" y="0"/>
              <a:chExt cx="1913890" cy="1913890"/>
            </a:xfrm>
          </p:grpSpPr>
          <p:sp>
            <p:nvSpPr>
              <p:cNvPr id="1531" name="Google Shape;1531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2" name="Google Shape;1532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33" name="Google Shape;1533;p54"/>
            <p:cNvGrpSpPr/>
            <p:nvPr/>
          </p:nvGrpSpPr>
          <p:grpSpPr>
            <a:xfrm>
              <a:off x="2658501" y="5225935"/>
              <a:ext cx="886167" cy="886167"/>
              <a:chOff x="0" y="0"/>
              <a:chExt cx="1913890" cy="1913890"/>
            </a:xfrm>
          </p:grpSpPr>
          <p:sp>
            <p:nvSpPr>
              <p:cNvPr id="1534" name="Google Shape;1534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5" name="Google Shape;1535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36" name="Google Shape;1536;p54"/>
            <p:cNvGrpSpPr/>
            <p:nvPr/>
          </p:nvGrpSpPr>
          <p:grpSpPr>
            <a:xfrm>
              <a:off x="3747141" y="5256291"/>
              <a:ext cx="855811" cy="855811"/>
              <a:chOff x="0" y="0"/>
              <a:chExt cx="1913890" cy="1913890"/>
            </a:xfrm>
          </p:grpSpPr>
          <p:sp>
            <p:nvSpPr>
              <p:cNvPr id="1537" name="Google Shape;1537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4"/>
            <p:cNvGrpSpPr/>
            <p:nvPr/>
          </p:nvGrpSpPr>
          <p:grpSpPr>
            <a:xfrm>
              <a:off x="0" y="6081746"/>
              <a:ext cx="886167" cy="886167"/>
              <a:chOff x="0" y="0"/>
              <a:chExt cx="1913890" cy="1913890"/>
            </a:xfrm>
          </p:grpSpPr>
          <p:sp>
            <p:nvSpPr>
              <p:cNvPr id="1540" name="Google Shape;1540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42" name="Google Shape;1542;p54"/>
            <p:cNvGrpSpPr/>
            <p:nvPr/>
          </p:nvGrpSpPr>
          <p:grpSpPr>
            <a:xfrm>
              <a:off x="886167" y="6081746"/>
              <a:ext cx="886167" cy="886167"/>
              <a:chOff x="0" y="0"/>
              <a:chExt cx="1913890" cy="1913890"/>
            </a:xfrm>
          </p:grpSpPr>
          <p:sp>
            <p:nvSpPr>
              <p:cNvPr id="1543" name="Google Shape;1543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4" name="Google Shape;1544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45" name="Google Shape;1545;p54"/>
            <p:cNvGrpSpPr/>
            <p:nvPr/>
          </p:nvGrpSpPr>
          <p:grpSpPr>
            <a:xfrm>
              <a:off x="1772334" y="6081746"/>
              <a:ext cx="886167" cy="886167"/>
              <a:chOff x="0" y="0"/>
              <a:chExt cx="1913890" cy="1913890"/>
            </a:xfrm>
          </p:grpSpPr>
          <p:sp>
            <p:nvSpPr>
              <p:cNvPr id="1546" name="Google Shape;1546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7" name="Google Shape;1547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48" name="Google Shape;1548;p54"/>
            <p:cNvGrpSpPr/>
            <p:nvPr/>
          </p:nvGrpSpPr>
          <p:grpSpPr>
            <a:xfrm>
              <a:off x="2658501" y="6081746"/>
              <a:ext cx="886167" cy="886167"/>
              <a:chOff x="0" y="0"/>
              <a:chExt cx="1913890" cy="1913890"/>
            </a:xfrm>
          </p:grpSpPr>
          <p:sp>
            <p:nvSpPr>
              <p:cNvPr id="1549" name="Google Shape;1549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4"/>
            <p:cNvGrpSpPr/>
            <p:nvPr/>
          </p:nvGrpSpPr>
          <p:grpSpPr>
            <a:xfrm>
              <a:off x="3747141" y="6112102"/>
              <a:ext cx="855811" cy="855811"/>
              <a:chOff x="0" y="0"/>
              <a:chExt cx="1913890" cy="1913890"/>
            </a:xfrm>
          </p:grpSpPr>
          <p:sp>
            <p:nvSpPr>
              <p:cNvPr id="1552" name="Google Shape;1552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54" name="Google Shape;1554;p54"/>
            <p:cNvSpPr txBox="1"/>
            <p:nvPr/>
          </p:nvSpPr>
          <p:spPr>
            <a:xfrm>
              <a:off x="335001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55" name="Google Shape;1555;p54"/>
            <p:cNvSpPr txBox="1"/>
            <p:nvPr/>
          </p:nvSpPr>
          <p:spPr>
            <a:xfrm>
              <a:off x="1221169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56" name="Google Shape;1556;p54"/>
            <p:cNvSpPr txBox="1"/>
            <p:nvPr/>
          </p:nvSpPr>
          <p:spPr>
            <a:xfrm>
              <a:off x="2107336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57" name="Google Shape;1557;p54"/>
            <p:cNvSpPr txBox="1"/>
            <p:nvPr/>
          </p:nvSpPr>
          <p:spPr>
            <a:xfrm>
              <a:off x="2993503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58" name="Google Shape;1558;p54"/>
            <p:cNvSpPr txBox="1"/>
            <p:nvPr/>
          </p:nvSpPr>
          <p:spPr>
            <a:xfrm>
              <a:off x="4070993" y="211120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59" name="Google Shape;1559;p54"/>
            <p:cNvSpPr txBox="1"/>
            <p:nvPr/>
          </p:nvSpPr>
          <p:spPr>
            <a:xfrm>
              <a:off x="335001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60" name="Google Shape;1560;p54"/>
            <p:cNvSpPr txBox="1"/>
            <p:nvPr/>
          </p:nvSpPr>
          <p:spPr>
            <a:xfrm>
              <a:off x="1221169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61" name="Google Shape;1561;p54"/>
            <p:cNvSpPr txBox="1"/>
            <p:nvPr/>
          </p:nvSpPr>
          <p:spPr>
            <a:xfrm>
              <a:off x="2107336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62" name="Google Shape;1562;p54"/>
            <p:cNvSpPr txBox="1"/>
            <p:nvPr/>
          </p:nvSpPr>
          <p:spPr>
            <a:xfrm>
              <a:off x="2993503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63" name="Google Shape;1563;p54"/>
            <p:cNvSpPr txBox="1"/>
            <p:nvPr/>
          </p:nvSpPr>
          <p:spPr>
            <a:xfrm>
              <a:off x="4070993" y="1066931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64" name="Google Shape;1564;p54"/>
            <p:cNvSpPr txBox="1"/>
            <p:nvPr/>
          </p:nvSpPr>
          <p:spPr>
            <a:xfrm>
              <a:off x="335001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65" name="Google Shape;1565;p54"/>
            <p:cNvSpPr txBox="1"/>
            <p:nvPr/>
          </p:nvSpPr>
          <p:spPr>
            <a:xfrm>
              <a:off x="1221169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66" name="Google Shape;1566;p54"/>
            <p:cNvSpPr txBox="1"/>
            <p:nvPr/>
          </p:nvSpPr>
          <p:spPr>
            <a:xfrm>
              <a:off x="2107336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67" name="Google Shape;1567;p54"/>
            <p:cNvSpPr txBox="1"/>
            <p:nvPr/>
          </p:nvSpPr>
          <p:spPr>
            <a:xfrm>
              <a:off x="2993503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68" name="Google Shape;1568;p54"/>
            <p:cNvSpPr txBox="1"/>
            <p:nvPr/>
          </p:nvSpPr>
          <p:spPr>
            <a:xfrm>
              <a:off x="4070993" y="195309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2</a:t>
              </a:r>
              <a:endParaRPr/>
            </a:p>
          </p:txBody>
        </p:sp>
        <p:sp>
          <p:nvSpPr>
            <p:cNvPr id="1569" name="Google Shape;1569;p54"/>
            <p:cNvSpPr txBox="1"/>
            <p:nvPr/>
          </p:nvSpPr>
          <p:spPr>
            <a:xfrm>
              <a:off x="335001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70" name="Google Shape;1570;p54"/>
            <p:cNvSpPr txBox="1"/>
            <p:nvPr/>
          </p:nvSpPr>
          <p:spPr>
            <a:xfrm>
              <a:off x="1221169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71" name="Google Shape;1571;p54"/>
            <p:cNvSpPr txBox="1"/>
            <p:nvPr/>
          </p:nvSpPr>
          <p:spPr>
            <a:xfrm>
              <a:off x="2107336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72" name="Google Shape;1572;p54"/>
            <p:cNvSpPr txBox="1"/>
            <p:nvPr/>
          </p:nvSpPr>
          <p:spPr>
            <a:xfrm>
              <a:off x="2993503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73" name="Google Shape;1573;p54"/>
            <p:cNvSpPr txBox="1"/>
            <p:nvPr/>
          </p:nvSpPr>
          <p:spPr>
            <a:xfrm>
              <a:off x="4070993" y="2808909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3</a:t>
              </a:r>
              <a:endParaRPr/>
            </a:p>
          </p:txBody>
        </p:sp>
        <p:sp>
          <p:nvSpPr>
            <p:cNvPr id="1574" name="Google Shape;1574;p54"/>
            <p:cNvSpPr txBox="1"/>
            <p:nvPr/>
          </p:nvSpPr>
          <p:spPr>
            <a:xfrm>
              <a:off x="335001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75" name="Google Shape;1575;p54"/>
            <p:cNvSpPr txBox="1"/>
            <p:nvPr/>
          </p:nvSpPr>
          <p:spPr>
            <a:xfrm>
              <a:off x="1221169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76" name="Google Shape;1576;p54"/>
            <p:cNvSpPr txBox="1"/>
            <p:nvPr/>
          </p:nvSpPr>
          <p:spPr>
            <a:xfrm>
              <a:off x="2107336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77" name="Google Shape;1577;p54"/>
            <p:cNvSpPr txBox="1"/>
            <p:nvPr/>
          </p:nvSpPr>
          <p:spPr>
            <a:xfrm>
              <a:off x="2993503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78" name="Google Shape;1578;p54"/>
            <p:cNvSpPr txBox="1"/>
            <p:nvPr/>
          </p:nvSpPr>
          <p:spPr>
            <a:xfrm>
              <a:off x="4070993" y="36950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4</a:t>
              </a:r>
              <a:endParaRPr/>
            </a:p>
          </p:txBody>
        </p:sp>
        <p:sp>
          <p:nvSpPr>
            <p:cNvPr id="1579" name="Google Shape;1579;p54"/>
            <p:cNvSpPr txBox="1"/>
            <p:nvPr/>
          </p:nvSpPr>
          <p:spPr>
            <a:xfrm>
              <a:off x="335001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80" name="Google Shape;1580;p54"/>
            <p:cNvSpPr txBox="1"/>
            <p:nvPr/>
          </p:nvSpPr>
          <p:spPr>
            <a:xfrm>
              <a:off x="1221169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81" name="Google Shape;1581;p54"/>
            <p:cNvSpPr txBox="1"/>
            <p:nvPr/>
          </p:nvSpPr>
          <p:spPr>
            <a:xfrm>
              <a:off x="2107336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82" name="Google Shape;1582;p54"/>
            <p:cNvSpPr txBox="1"/>
            <p:nvPr/>
          </p:nvSpPr>
          <p:spPr>
            <a:xfrm>
              <a:off x="2993503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83" name="Google Shape;1583;p54"/>
            <p:cNvSpPr txBox="1"/>
            <p:nvPr/>
          </p:nvSpPr>
          <p:spPr>
            <a:xfrm>
              <a:off x="4070993" y="455088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5</a:t>
              </a:r>
              <a:endParaRPr/>
            </a:p>
          </p:txBody>
        </p:sp>
        <p:sp>
          <p:nvSpPr>
            <p:cNvPr id="1584" name="Google Shape;1584;p54"/>
            <p:cNvSpPr txBox="1"/>
            <p:nvPr/>
          </p:nvSpPr>
          <p:spPr>
            <a:xfrm>
              <a:off x="335001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85" name="Google Shape;1585;p54"/>
            <p:cNvSpPr txBox="1"/>
            <p:nvPr/>
          </p:nvSpPr>
          <p:spPr>
            <a:xfrm>
              <a:off x="1221169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86" name="Google Shape;1586;p54"/>
            <p:cNvSpPr txBox="1"/>
            <p:nvPr/>
          </p:nvSpPr>
          <p:spPr>
            <a:xfrm>
              <a:off x="2107336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87" name="Google Shape;1587;p54"/>
            <p:cNvSpPr txBox="1"/>
            <p:nvPr/>
          </p:nvSpPr>
          <p:spPr>
            <a:xfrm>
              <a:off x="2993503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88" name="Google Shape;1588;p54"/>
            <p:cNvSpPr txBox="1"/>
            <p:nvPr/>
          </p:nvSpPr>
          <p:spPr>
            <a:xfrm>
              <a:off x="4070993" y="5437055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6</a:t>
              </a:r>
              <a:endParaRPr/>
            </a:p>
          </p:txBody>
        </p:sp>
        <p:sp>
          <p:nvSpPr>
            <p:cNvPr id="1589" name="Google Shape;1589;p54"/>
            <p:cNvSpPr txBox="1"/>
            <p:nvPr/>
          </p:nvSpPr>
          <p:spPr>
            <a:xfrm>
              <a:off x="335001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590" name="Google Shape;1590;p54"/>
            <p:cNvSpPr txBox="1"/>
            <p:nvPr/>
          </p:nvSpPr>
          <p:spPr>
            <a:xfrm>
              <a:off x="1221169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91" name="Google Shape;1591;p54"/>
            <p:cNvSpPr txBox="1"/>
            <p:nvPr/>
          </p:nvSpPr>
          <p:spPr>
            <a:xfrm>
              <a:off x="2107336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92" name="Google Shape;1592;p54"/>
            <p:cNvSpPr txBox="1"/>
            <p:nvPr/>
          </p:nvSpPr>
          <p:spPr>
            <a:xfrm>
              <a:off x="2993503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593" name="Google Shape;1593;p54"/>
            <p:cNvSpPr txBox="1"/>
            <p:nvPr/>
          </p:nvSpPr>
          <p:spPr>
            <a:xfrm>
              <a:off x="4070993" y="629286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7</a:t>
              </a:r>
              <a:endParaRPr/>
            </a:p>
          </p:txBody>
        </p:sp>
        <p:grpSp>
          <p:nvGrpSpPr>
            <p:cNvPr id="1594" name="Google Shape;1594;p54"/>
            <p:cNvGrpSpPr/>
            <p:nvPr/>
          </p:nvGrpSpPr>
          <p:grpSpPr>
            <a:xfrm>
              <a:off x="4833730" y="30356"/>
              <a:ext cx="886167" cy="886167"/>
              <a:chOff x="0" y="0"/>
              <a:chExt cx="1913890" cy="1913890"/>
            </a:xfrm>
          </p:grpSpPr>
          <p:sp>
            <p:nvSpPr>
              <p:cNvPr id="1595" name="Google Shape;1595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6" name="Google Shape;1596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97" name="Google Shape;1597;p54"/>
            <p:cNvGrpSpPr/>
            <p:nvPr/>
          </p:nvGrpSpPr>
          <p:grpSpPr>
            <a:xfrm>
              <a:off x="5719898" y="30356"/>
              <a:ext cx="886167" cy="886167"/>
              <a:chOff x="0" y="0"/>
              <a:chExt cx="1913890" cy="1913890"/>
            </a:xfrm>
          </p:grpSpPr>
          <p:sp>
            <p:nvSpPr>
              <p:cNvPr id="1598" name="Google Shape;1598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9" name="Google Shape;1599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00" name="Google Shape;1600;p54"/>
            <p:cNvGrpSpPr/>
            <p:nvPr/>
          </p:nvGrpSpPr>
          <p:grpSpPr>
            <a:xfrm>
              <a:off x="6606065" y="30356"/>
              <a:ext cx="886167" cy="886167"/>
              <a:chOff x="0" y="0"/>
              <a:chExt cx="1913890" cy="1913890"/>
            </a:xfrm>
          </p:grpSpPr>
          <p:sp>
            <p:nvSpPr>
              <p:cNvPr id="1601" name="Google Shape;1601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54"/>
            <p:cNvGrpSpPr/>
            <p:nvPr/>
          </p:nvGrpSpPr>
          <p:grpSpPr>
            <a:xfrm>
              <a:off x="7492232" y="30356"/>
              <a:ext cx="886167" cy="886167"/>
              <a:chOff x="0" y="0"/>
              <a:chExt cx="1913890" cy="1913890"/>
            </a:xfrm>
          </p:grpSpPr>
          <p:sp>
            <p:nvSpPr>
              <p:cNvPr id="1604" name="Google Shape;1604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06" name="Google Shape;1606;p54"/>
            <p:cNvGrpSpPr/>
            <p:nvPr/>
          </p:nvGrpSpPr>
          <p:grpSpPr>
            <a:xfrm>
              <a:off x="8549698" y="60712"/>
              <a:ext cx="855811" cy="855811"/>
              <a:chOff x="0" y="0"/>
              <a:chExt cx="1913890" cy="1913890"/>
            </a:xfrm>
          </p:grpSpPr>
          <p:sp>
            <p:nvSpPr>
              <p:cNvPr id="1607" name="Google Shape;1607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08" name="Google Shape;1608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09" name="Google Shape;1609;p54"/>
            <p:cNvGrpSpPr/>
            <p:nvPr/>
          </p:nvGrpSpPr>
          <p:grpSpPr>
            <a:xfrm>
              <a:off x="4833730" y="886167"/>
              <a:ext cx="886167" cy="886167"/>
              <a:chOff x="0" y="0"/>
              <a:chExt cx="1913890" cy="1913890"/>
            </a:xfrm>
          </p:grpSpPr>
          <p:sp>
            <p:nvSpPr>
              <p:cNvPr id="1610" name="Google Shape;1610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1" name="Google Shape;1611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12" name="Google Shape;1612;p54"/>
            <p:cNvGrpSpPr/>
            <p:nvPr/>
          </p:nvGrpSpPr>
          <p:grpSpPr>
            <a:xfrm>
              <a:off x="5719898" y="886167"/>
              <a:ext cx="886167" cy="886167"/>
              <a:chOff x="0" y="0"/>
              <a:chExt cx="1913890" cy="1913890"/>
            </a:xfrm>
          </p:grpSpPr>
          <p:sp>
            <p:nvSpPr>
              <p:cNvPr id="1613" name="Google Shape;1613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54"/>
            <p:cNvGrpSpPr/>
            <p:nvPr/>
          </p:nvGrpSpPr>
          <p:grpSpPr>
            <a:xfrm>
              <a:off x="6606065" y="886167"/>
              <a:ext cx="886167" cy="886167"/>
              <a:chOff x="0" y="0"/>
              <a:chExt cx="1913890" cy="1913890"/>
            </a:xfrm>
          </p:grpSpPr>
          <p:sp>
            <p:nvSpPr>
              <p:cNvPr id="1616" name="Google Shape;1616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18" name="Google Shape;1618;p54"/>
            <p:cNvGrpSpPr/>
            <p:nvPr/>
          </p:nvGrpSpPr>
          <p:grpSpPr>
            <a:xfrm>
              <a:off x="7492232" y="886167"/>
              <a:ext cx="886167" cy="886167"/>
              <a:chOff x="0" y="0"/>
              <a:chExt cx="1913890" cy="1913890"/>
            </a:xfrm>
          </p:grpSpPr>
          <p:sp>
            <p:nvSpPr>
              <p:cNvPr id="1619" name="Google Shape;1619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0" name="Google Shape;1620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21" name="Google Shape;1621;p54"/>
            <p:cNvGrpSpPr/>
            <p:nvPr/>
          </p:nvGrpSpPr>
          <p:grpSpPr>
            <a:xfrm>
              <a:off x="8549698" y="916523"/>
              <a:ext cx="855811" cy="855811"/>
              <a:chOff x="0" y="0"/>
              <a:chExt cx="1913890" cy="1913890"/>
            </a:xfrm>
          </p:grpSpPr>
          <p:sp>
            <p:nvSpPr>
              <p:cNvPr id="1622" name="Google Shape;1622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3" name="Google Shape;1623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24" name="Google Shape;1624;p54"/>
            <p:cNvGrpSpPr/>
            <p:nvPr/>
          </p:nvGrpSpPr>
          <p:grpSpPr>
            <a:xfrm>
              <a:off x="4833730" y="1772334"/>
              <a:ext cx="886167" cy="886167"/>
              <a:chOff x="0" y="0"/>
              <a:chExt cx="1913890" cy="1913890"/>
            </a:xfrm>
          </p:grpSpPr>
          <p:sp>
            <p:nvSpPr>
              <p:cNvPr id="1625" name="Google Shape;1625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54"/>
            <p:cNvGrpSpPr/>
            <p:nvPr/>
          </p:nvGrpSpPr>
          <p:grpSpPr>
            <a:xfrm>
              <a:off x="5719898" y="1772334"/>
              <a:ext cx="886167" cy="886167"/>
              <a:chOff x="0" y="0"/>
              <a:chExt cx="1913890" cy="1913890"/>
            </a:xfrm>
          </p:grpSpPr>
          <p:sp>
            <p:nvSpPr>
              <p:cNvPr id="1628" name="Google Shape;1628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30" name="Google Shape;1630;p54"/>
            <p:cNvGrpSpPr/>
            <p:nvPr/>
          </p:nvGrpSpPr>
          <p:grpSpPr>
            <a:xfrm>
              <a:off x="6606065" y="1772334"/>
              <a:ext cx="886167" cy="886167"/>
              <a:chOff x="0" y="0"/>
              <a:chExt cx="1913890" cy="1913890"/>
            </a:xfrm>
          </p:grpSpPr>
          <p:sp>
            <p:nvSpPr>
              <p:cNvPr id="1631" name="Google Shape;1631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32" name="Google Shape;1632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33" name="Google Shape;1633;p54"/>
            <p:cNvGrpSpPr/>
            <p:nvPr/>
          </p:nvGrpSpPr>
          <p:grpSpPr>
            <a:xfrm>
              <a:off x="7492232" y="1772334"/>
              <a:ext cx="886167" cy="886167"/>
              <a:chOff x="0" y="0"/>
              <a:chExt cx="1913890" cy="1913890"/>
            </a:xfrm>
          </p:grpSpPr>
          <p:sp>
            <p:nvSpPr>
              <p:cNvPr id="1634" name="Google Shape;1634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35" name="Google Shape;1635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36" name="Google Shape;1636;p54"/>
            <p:cNvGrpSpPr/>
            <p:nvPr/>
          </p:nvGrpSpPr>
          <p:grpSpPr>
            <a:xfrm>
              <a:off x="8549698" y="1802690"/>
              <a:ext cx="855811" cy="855811"/>
              <a:chOff x="0" y="0"/>
              <a:chExt cx="1913890" cy="1913890"/>
            </a:xfrm>
          </p:grpSpPr>
          <p:sp>
            <p:nvSpPr>
              <p:cNvPr id="1637" name="Google Shape;1637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38" name="Google Shape;1638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39" name="Google Shape;1639;p54"/>
            <p:cNvGrpSpPr/>
            <p:nvPr/>
          </p:nvGrpSpPr>
          <p:grpSpPr>
            <a:xfrm>
              <a:off x="4833730" y="2628145"/>
              <a:ext cx="886167" cy="886167"/>
              <a:chOff x="0" y="0"/>
              <a:chExt cx="1913890" cy="1913890"/>
            </a:xfrm>
          </p:grpSpPr>
          <p:sp>
            <p:nvSpPr>
              <p:cNvPr id="1640" name="Google Shape;1640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41" name="Google Shape;1641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42" name="Google Shape;1642;p54"/>
            <p:cNvGrpSpPr/>
            <p:nvPr/>
          </p:nvGrpSpPr>
          <p:grpSpPr>
            <a:xfrm>
              <a:off x="5719898" y="2628145"/>
              <a:ext cx="886167" cy="886167"/>
              <a:chOff x="0" y="0"/>
              <a:chExt cx="1913890" cy="1913890"/>
            </a:xfrm>
          </p:grpSpPr>
          <p:sp>
            <p:nvSpPr>
              <p:cNvPr id="1643" name="Google Shape;1643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44" name="Google Shape;1644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45" name="Google Shape;1645;p54"/>
            <p:cNvGrpSpPr/>
            <p:nvPr/>
          </p:nvGrpSpPr>
          <p:grpSpPr>
            <a:xfrm>
              <a:off x="6606065" y="2628145"/>
              <a:ext cx="886167" cy="886167"/>
              <a:chOff x="0" y="0"/>
              <a:chExt cx="1913890" cy="1913890"/>
            </a:xfrm>
          </p:grpSpPr>
          <p:sp>
            <p:nvSpPr>
              <p:cNvPr id="1646" name="Google Shape;1646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47" name="Google Shape;1647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48" name="Google Shape;1648;p54"/>
            <p:cNvGrpSpPr/>
            <p:nvPr/>
          </p:nvGrpSpPr>
          <p:grpSpPr>
            <a:xfrm>
              <a:off x="7492232" y="2628145"/>
              <a:ext cx="886167" cy="886167"/>
              <a:chOff x="0" y="0"/>
              <a:chExt cx="1913890" cy="1913890"/>
            </a:xfrm>
          </p:grpSpPr>
          <p:sp>
            <p:nvSpPr>
              <p:cNvPr id="1649" name="Google Shape;1649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50" name="Google Shape;1650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51" name="Google Shape;1651;p54"/>
            <p:cNvGrpSpPr/>
            <p:nvPr/>
          </p:nvGrpSpPr>
          <p:grpSpPr>
            <a:xfrm>
              <a:off x="8549698" y="2658501"/>
              <a:ext cx="855811" cy="855811"/>
              <a:chOff x="0" y="0"/>
              <a:chExt cx="1913890" cy="1913890"/>
            </a:xfrm>
          </p:grpSpPr>
          <p:sp>
            <p:nvSpPr>
              <p:cNvPr id="1652" name="Google Shape;1652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53" name="Google Shape;1653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54" name="Google Shape;1654;p54"/>
            <p:cNvGrpSpPr/>
            <p:nvPr/>
          </p:nvGrpSpPr>
          <p:grpSpPr>
            <a:xfrm>
              <a:off x="4833730" y="3514313"/>
              <a:ext cx="886167" cy="886167"/>
              <a:chOff x="0" y="0"/>
              <a:chExt cx="1913890" cy="1913890"/>
            </a:xfrm>
          </p:grpSpPr>
          <p:sp>
            <p:nvSpPr>
              <p:cNvPr id="1655" name="Google Shape;1655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56" name="Google Shape;1656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57" name="Google Shape;1657;p54"/>
            <p:cNvGrpSpPr/>
            <p:nvPr/>
          </p:nvGrpSpPr>
          <p:grpSpPr>
            <a:xfrm>
              <a:off x="5719898" y="3514313"/>
              <a:ext cx="886167" cy="886167"/>
              <a:chOff x="0" y="0"/>
              <a:chExt cx="1913890" cy="1913890"/>
            </a:xfrm>
          </p:grpSpPr>
          <p:sp>
            <p:nvSpPr>
              <p:cNvPr id="1658" name="Google Shape;1658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59" name="Google Shape;1659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60" name="Google Shape;1660;p54"/>
            <p:cNvGrpSpPr/>
            <p:nvPr/>
          </p:nvGrpSpPr>
          <p:grpSpPr>
            <a:xfrm>
              <a:off x="6606065" y="3514313"/>
              <a:ext cx="886167" cy="886167"/>
              <a:chOff x="0" y="0"/>
              <a:chExt cx="1913890" cy="1913890"/>
            </a:xfrm>
          </p:grpSpPr>
          <p:sp>
            <p:nvSpPr>
              <p:cNvPr id="1661" name="Google Shape;1661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62" name="Google Shape;1662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63" name="Google Shape;1663;p54"/>
            <p:cNvGrpSpPr/>
            <p:nvPr/>
          </p:nvGrpSpPr>
          <p:grpSpPr>
            <a:xfrm>
              <a:off x="7492232" y="3514313"/>
              <a:ext cx="886167" cy="886167"/>
              <a:chOff x="0" y="0"/>
              <a:chExt cx="1913890" cy="1913890"/>
            </a:xfrm>
          </p:grpSpPr>
          <p:sp>
            <p:nvSpPr>
              <p:cNvPr id="1664" name="Google Shape;1664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65" name="Google Shape;1665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66" name="Google Shape;1666;p54"/>
            <p:cNvGrpSpPr/>
            <p:nvPr/>
          </p:nvGrpSpPr>
          <p:grpSpPr>
            <a:xfrm>
              <a:off x="8549698" y="3544669"/>
              <a:ext cx="855811" cy="855811"/>
              <a:chOff x="0" y="0"/>
              <a:chExt cx="1913890" cy="1913890"/>
            </a:xfrm>
          </p:grpSpPr>
          <p:sp>
            <p:nvSpPr>
              <p:cNvPr id="1667" name="Google Shape;1667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68" name="Google Shape;1668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69" name="Google Shape;1669;p54"/>
            <p:cNvGrpSpPr/>
            <p:nvPr/>
          </p:nvGrpSpPr>
          <p:grpSpPr>
            <a:xfrm>
              <a:off x="4833730" y="4370124"/>
              <a:ext cx="886167" cy="886167"/>
              <a:chOff x="0" y="0"/>
              <a:chExt cx="1913890" cy="1913890"/>
            </a:xfrm>
          </p:grpSpPr>
          <p:sp>
            <p:nvSpPr>
              <p:cNvPr id="1670" name="Google Shape;1670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71" name="Google Shape;1671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72" name="Google Shape;1672;p54"/>
            <p:cNvGrpSpPr/>
            <p:nvPr/>
          </p:nvGrpSpPr>
          <p:grpSpPr>
            <a:xfrm>
              <a:off x="5719898" y="4370124"/>
              <a:ext cx="886167" cy="886167"/>
              <a:chOff x="0" y="0"/>
              <a:chExt cx="1913890" cy="1913890"/>
            </a:xfrm>
          </p:grpSpPr>
          <p:sp>
            <p:nvSpPr>
              <p:cNvPr id="1673" name="Google Shape;1673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75" name="Google Shape;1675;p54"/>
            <p:cNvGrpSpPr/>
            <p:nvPr/>
          </p:nvGrpSpPr>
          <p:grpSpPr>
            <a:xfrm>
              <a:off x="6606065" y="4370124"/>
              <a:ext cx="886167" cy="886167"/>
              <a:chOff x="0" y="0"/>
              <a:chExt cx="1913890" cy="1913890"/>
            </a:xfrm>
          </p:grpSpPr>
          <p:sp>
            <p:nvSpPr>
              <p:cNvPr id="1676" name="Google Shape;1676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77" name="Google Shape;1677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78" name="Google Shape;1678;p54"/>
            <p:cNvGrpSpPr/>
            <p:nvPr/>
          </p:nvGrpSpPr>
          <p:grpSpPr>
            <a:xfrm>
              <a:off x="7492232" y="4370124"/>
              <a:ext cx="886167" cy="886167"/>
              <a:chOff x="0" y="0"/>
              <a:chExt cx="1913890" cy="1913890"/>
            </a:xfrm>
          </p:grpSpPr>
          <p:sp>
            <p:nvSpPr>
              <p:cNvPr id="1679" name="Google Shape;1679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80" name="Google Shape;1680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81" name="Google Shape;1681;p54"/>
            <p:cNvGrpSpPr/>
            <p:nvPr/>
          </p:nvGrpSpPr>
          <p:grpSpPr>
            <a:xfrm>
              <a:off x="8549698" y="4400480"/>
              <a:ext cx="855811" cy="855811"/>
              <a:chOff x="0" y="0"/>
              <a:chExt cx="1913890" cy="1913890"/>
            </a:xfrm>
          </p:grpSpPr>
          <p:sp>
            <p:nvSpPr>
              <p:cNvPr id="1682" name="Google Shape;1682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54"/>
            <p:cNvGrpSpPr/>
            <p:nvPr/>
          </p:nvGrpSpPr>
          <p:grpSpPr>
            <a:xfrm>
              <a:off x="4833730" y="5256291"/>
              <a:ext cx="886167" cy="886167"/>
              <a:chOff x="0" y="0"/>
              <a:chExt cx="1913890" cy="1913890"/>
            </a:xfrm>
          </p:grpSpPr>
          <p:sp>
            <p:nvSpPr>
              <p:cNvPr id="1685" name="Google Shape;1685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87" name="Google Shape;1687;p54"/>
            <p:cNvGrpSpPr/>
            <p:nvPr/>
          </p:nvGrpSpPr>
          <p:grpSpPr>
            <a:xfrm>
              <a:off x="5719898" y="5256291"/>
              <a:ext cx="886167" cy="886167"/>
              <a:chOff x="0" y="0"/>
              <a:chExt cx="1913890" cy="1913890"/>
            </a:xfrm>
          </p:grpSpPr>
          <p:sp>
            <p:nvSpPr>
              <p:cNvPr id="1688" name="Google Shape;1688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89" name="Google Shape;1689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90" name="Google Shape;1690;p54"/>
            <p:cNvGrpSpPr/>
            <p:nvPr/>
          </p:nvGrpSpPr>
          <p:grpSpPr>
            <a:xfrm>
              <a:off x="6606065" y="5256291"/>
              <a:ext cx="886167" cy="886167"/>
              <a:chOff x="0" y="0"/>
              <a:chExt cx="1913890" cy="1913890"/>
            </a:xfrm>
          </p:grpSpPr>
          <p:sp>
            <p:nvSpPr>
              <p:cNvPr id="1691" name="Google Shape;1691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2" name="Google Shape;1692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93" name="Google Shape;1693;p54"/>
            <p:cNvGrpSpPr/>
            <p:nvPr/>
          </p:nvGrpSpPr>
          <p:grpSpPr>
            <a:xfrm>
              <a:off x="7492232" y="5256291"/>
              <a:ext cx="886167" cy="886167"/>
              <a:chOff x="0" y="0"/>
              <a:chExt cx="1913890" cy="1913890"/>
            </a:xfrm>
          </p:grpSpPr>
          <p:sp>
            <p:nvSpPr>
              <p:cNvPr id="1694" name="Google Shape;1694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54"/>
            <p:cNvGrpSpPr/>
            <p:nvPr/>
          </p:nvGrpSpPr>
          <p:grpSpPr>
            <a:xfrm>
              <a:off x="8549698" y="5286647"/>
              <a:ext cx="855811" cy="855811"/>
              <a:chOff x="0" y="0"/>
              <a:chExt cx="1913890" cy="1913890"/>
            </a:xfrm>
          </p:grpSpPr>
          <p:sp>
            <p:nvSpPr>
              <p:cNvPr id="1697" name="Google Shape;1697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99" name="Google Shape;1699;p54"/>
            <p:cNvGrpSpPr/>
            <p:nvPr/>
          </p:nvGrpSpPr>
          <p:grpSpPr>
            <a:xfrm>
              <a:off x="4833730" y="6112102"/>
              <a:ext cx="886167" cy="886167"/>
              <a:chOff x="0" y="0"/>
              <a:chExt cx="1913890" cy="1913890"/>
            </a:xfrm>
          </p:grpSpPr>
          <p:sp>
            <p:nvSpPr>
              <p:cNvPr id="1700" name="Google Shape;1700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1" name="Google Shape;1701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02" name="Google Shape;1702;p54"/>
            <p:cNvGrpSpPr/>
            <p:nvPr/>
          </p:nvGrpSpPr>
          <p:grpSpPr>
            <a:xfrm>
              <a:off x="5719898" y="6112102"/>
              <a:ext cx="886167" cy="886167"/>
              <a:chOff x="0" y="0"/>
              <a:chExt cx="1913890" cy="1913890"/>
            </a:xfrm>
          </p:grpSpPr>
          <p:sp>
            <p:nvSpPr>
              <p:cNvPr id="1703" name="Google Shape;1703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4" name="Google Shape;1704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05" name="Google Shape;1705;p54"/>
            <p:cNvGrpSpPr/>
            <p:nvPr/>
          </p:nvGrpSpPr>
          <p:grpSpPr>
            <a:xfrm>
              <a:off x="6606065" y="6112102"/>
              <a:ext cx="886167" cy="886167"/>
              <a:chOff x="0" y="0"/>
              <a:chExt cx="1913890" cy="1913890"/>
            </a:xfrm>
          </p:grpSpPr>
          <p:sp>
            <p:nvSpPr>
              <p:cNvPr id="1706" name="Google Shape;1706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54"/>
            <p:cNvGrpSpPr/>
            <p:nvPr/>
          </p:nvGrpSpPr>
          <p:grpSpPr>
            <a:xfrm>
              <a:off x="7492232" y="6112102"/>
              <a:ext cx="886167" cy="886167"/>
              <a:chOff x="0" y="0"/>
              <a:chExt cx="1913890" cy="1913890"/>
            </a:xfrm>
          </p:grpSpPr>
          <p:sp>
            <p:nvSpPr>
              <p:cNvPr id="1709" name="Google Shape;1709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11" name="Google Shape;1711;p54"/>
            <p:cNvGrpSpPr/>
            <p:nvPr/>
          </p:nvGrpSpPr>
          <p:grpSpPr>
            <a:xfrm>
              <a:off x="8549698" y="6142458"/>
              <a:ext cx="855811" cy="855811"/>
              <a:chOff x="0" y="0"/>
              <a:chExt cx="1913890" cy="1913890"/>
            </a:xfrm>
          </p:grpSpPr>
          <p:sp>
            <p:nvSpPr>
              <p:cNvPr id="1712" name="Google Shape;1712;p54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13" name="Google Shape;1713;p54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714" name="Google Shape;1714;p54"/>
            <p:cNvSpPr txBox="1"/>
            <p:nvPr/>
          </p:nvSpPr>
          <p:spPr>
            <a:xfrm>
              <a:off x="5168732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15" name="Google Shape;1715;p54"/>
            <p:cNvSpPr txBox="1"/>
            <p:nvPr/>
          </p:nvSpPr>
          <p:spPr>
            <a:xfrm>
              <a:off x="6054899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16" name="Google Shape;1716;p54"/>
            <p:cNvSpPr txBox="1"/>
            <p:nvPr/>
          </p:nvSpPr>
          <p:spPr>
            <a:xfrm>
              <a:off x="6941066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17" name="Google Shape;1717;p54"/>
            <p:cNvSpPr txBox="1"/>
            <p:nvPr/>
          </p:nvSpPr>
          <p:spPr>
            <a:xfrm>
              <a:off x="7827233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18" name="Google Shape;1718;p54"/>
            <p:cNvSpPr txBox="1"/>
            <p:nvPr/>
          </p:nvSpPr>
          <p:spPr>
            <a:xfrm>
              <a:off x="8873550" y="2414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8</a:t>
              </a:r>
              <a:endParaRPr/>
            </a:p>
          </p:txBody>
        </p:sp>
        <p:sp>
          <p:nvSpPr>
            <p:cNvPr id="1719" name="Google Shape;1719;p54"/>
            <p:cNvSpPr txBox="1"/>
            <p:nvPr/>
          </p:nvSpPr>
          <p:spPr>
            <a:xfrm>
              <a:off x="5168732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20" name="Google Shape;1720;p54"/>
            <p:cNvSpPr txBox="1"/>
            <p:nvPr/>
          </p:nvSpPr>
          <p:spPr>
            <a:xfrm>
              <a:off x="6054899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21" name="Google Shape;1721;p54"/>
            <p:cNvSpPr txBox="1"/>
            <p:nvPr/>
          </p:nvSpPr>
          <p:spPr>
            <a:xfrm>
              <a:off x="6941066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22" name="Google Shape;1722;p54"/>
            <p:cNvSpPr txBox="1"/>
            <p:nvPr/>
          </p:nvSpPr>
          <p:spPr>
            <a:xfrm>
              <a:off x="7827233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23" name="Google Shape;1723;p54"/>
            <p:cNvSpPr txBox="1"/>
            <p:nvPr/>
          </p:nvSpPr>
          <p:spPr>
            <a:xfrm>
              <a:off x="8873550" y="1097287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9</a:t>
              </a:r>
              <a:endParaRPr/>
            </a:p>
          </p:txBody>
        </p:sp>
        <p:sp>
          <p:nvSpPr>
            <p:cNvPr id="1724" name="Google Shape;1724;p54"/>
            <p:cNvSpPr txBox="1"/>
            <p:nvPr/>
          </p:nvSpPr>
          <p:spPr>
            <a:xfrm>
              <a:off x="5168732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25" name="Google Shape;1725;p54"/>
            <p:cNvSpPr txBox="1"/>
            <p:nvPr/>
          </p:nvSpPr>
          <p:spPr>
            <a:xfrm>
              <a:off x="6054899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26" name="Google Shape;1726;p54"/>
            <p:cNvSpPr txBox="1"/>
            <p:nvPr/>
          </p:nvSpPr>
          <p:spPr>
            <a:xfrm>
              <a:off x="6941066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27" name="Google Shape;1727;p54"/>
            <p:cNvSpPr txBox="1"/>
            <p:nvPr/>
          </p:nvSpPr>
          <p:spPr>
            <a:xfrm>
              <a:off x="7827233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28" name="Google Shape;1728;p54"/>
            <p:cNvSpPr txBox="1"/>
            <p:nvPr/>
          </p:nvSpPr>
          <p:spPr>
            <a:xfrm>
              <a:off x="8848670" y="1983454"/>
              <a:ext cx="25786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A</a:t>
              </a:r>
              <a:endParaRPr/>
            </a:p>
          </p:txBody>
        </p:sp>
        <p:sp>
          <p:nvSpPr>
            <p:cNvPr id="1729" name="Google Shape;1729;p54"/>
            <p:cNvSpPr txBox="1"/>
            <p:nvPr/>
          </p:nvSpPr>
          <p:spPr>
            <a:xfrm>
              <a:off x="5168732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30" name="Google Shape;1730;p54"/>
            <p:cNvSpPr txBox="1"/>
            <p:nvPr/>
          </p:nvSpPr>
          <p:spPr>
            <a:xfrm>
              <a:off x="6054899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31" name="Google Shape;1731;p54"/>
            <p:cNvSpPr txBox="1"/>
            <p:nvPr/>
          </p:nvSpPr>
          <p:spPr>
            <a:xfrm>
              <a:off x="6941066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32" name="Google Shape;1732;p54"/>
            <p:cNvSpPr txBox="1"/>
            <p:nvPr/>
          </p:nvSpPr>
          <p:spPr>
            <a:xfrm>
              <a:off x="7827233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33" name="Google Shape;1733;p54"/>
            <p:cNvSpPr txBox="1"/>
            <p:nvPr/>
          </p:nvSpPr>
          <p:spPr>
            <a:xfrm>
              <a:off x="8857948" y="2839265"/>
              <a:ext cx="23931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B</a:t>
              </a:r>
              <a:endParaRPr/>
            </a:p>
          </p:txBody>
        </p:sp>
        <p:sp>
          <p:nvSpPr>
            <p:cNvPr id="1734" name="Google Shape;1734;p54"/>
            <p:cNvSpPr txBox="1"/>
            <p:nvPr/>
          </p:nvSpPr>
          <p:spPr>
            <a:xfrm>
              <a:off x="5168732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35" name="Google Shape;1735;p54"/>
            <p:cNvSpPr txBox="1"/>
            <p:nvPr/>
          </p:nvSpPr>
          <p:spPr>
            <a:xfrm>
              <a:off x="6054899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36" name="Google Shape;1736;p54"/>
            <p:cNvSpPr txBox="1"/>
            <p:nvPr/>
          </p:nvSpPr>
          <p:spPr>
            <a:xfrm>
              <a:off x="6941066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37" name="Google Shape;1737;p54"/>
            <p:cNvSpPr txBox="1"/>
            <p:nvPr/>
          </p:nvSpPr>
          <p:spPr>
            <a:xfrm>
              <a:off x="7827233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38" name="Google Shape;1738;p54"/>
            <p:cNvSpPr txBox="1"/>
            <p:nvPr/>
          </p:nvSpPr>
          <p:spPr>
            <a:xfrm>
              <a:off x="8862363" y="3725432"/>
              <a:ext cx="23048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C</a:t>
              </a:r>
              <a:endParaRPr/>
            </a:p>
          </p:txBody>
        </p:sp>
        <p:sp>
          <p:nvSpPr>
            <p:cNvPr id="1739" name="Google Shape;1739;p54"/>
            <p:cNvSpPr txBox="1"/>
            <p:nvPr/>
          </p:nvSpPr>
          <p:spPr>
            <a:xfrm>
              <a:off x="5168732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40" name="Google Shape;1740;p54"/>
            <p:cNvSpPr txBox="1"/>
            <p:nvPr/>
          </p:nvSpPr>
          <p:spPr>
            <a:xfrm>
              <a:off x="6054899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41" name="Google Shape;1741;p54"/>
            <p:cNvSpPr txBox="1"/>
            <p:nvPr/>
          </p:nvSpPr>
          <p:spPr>
            <a:xfrm>
              <a:off x="6941066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42" name="Google Shape;1742;p54"/>
            <p:cNvSpPr txBox="1"/>
            <p:nvPr/>
          </p:nvSpPr>
          <p:spPr>
            <a:xfrm>
              <a:off x="7827233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43" name="Google Shape;1743;p54"/>
            <p:cNvSpPr txBox="1"/>
            <p:nvPr/>
          </p:nvSpPr>
          <p:spPr>
            <a:xfrm>
              <a:off x="8847268" y="4581244"/>
              <a:ext cx="26067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D</a:t>
              </a:r>
              <a:endParaRPr/>
            </a:p>
          </p:txBody>
        </p:sp>
        <p:sp>
          <p:nvSpPr>
            <p:cNvPr id="1744" name="Google Shape;1744;p54"/>
            <p:cNvSpPr txBox="1"/>
            <p:nvPr/>
          </p:nvSpPr>
          <p:spPr>
            <a:xfrm>
              <a:off x="5168732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45" name="Google Shape;1745;p54"/>
            <p:cNvSpPr txBox="1"/>
            <p:nvPr/>
          </p:nvSpPr>
          <p:spPr>
            <a:xfrm>
              <a:off x="6054899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46" name="Google Shape;1746;p54"/>
            <p:cNvSpPr txBox="1"/>
            <p:nvPr/>
          </p:nvSpPr>
          <p:spPr>
            <a:xfrm>
              <a:off x="6941066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47" name="Google Shape;1747;p54"/>
            <p:cNvSpPr txBox="1"/>
            <p:nvPr/>
          </p:nvSpPr>
          <p:spPr>
            <a:xfrm>
              <a:off x="7827233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748" name="Google Shape;1748;p54"/>
            <p:cNvSpPr txBox="1"/>
            <p:nvPr/>
          </p:nvSpPr>
          <p:spPr>
            <a:xfrm>
              <a:off x="8880143" y="5467411"/>
              <a:ext cx="19492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E</a:t>
              </a:r>
              <a:endParaRPr/>
            </a:p>
          </p:txBody>
        </p:sp>
        <p:sp>
          <p:nvSpPr>
            <p:cNvPr id="1749" name="Google Shape;1749;p54"/>
            <p:cNvSpPr txBox="1"/>
            <p:nvPr/>
          </p:nvSpPr>
          <p:spPr>
            <a:xfrm>
              <a:off x="5168732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50" name="Google Shape;1750;p54"/>
            <p:cNvSpPr txBox="1"/>
            <p:nvPr/>
          </p:nvSpPr>
          <p:spPr>
            <a:xfrm>
              <a:off x="6054899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51" name="Google Shape;1751;p54"/>
            <p:cNvSpPr txBox="1"/>
            <p:nvPr/>
          </p:nvSpPr>
          <p:spPr>
            <a:xfrm>
              <a:off x="6941066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52" name="Google Shape;1752;p54"/>
            <p:cNvSpPr txBox="1"/>
            <p:nvPr/>
          </p:nvSpPr>
          <p:spPr>
            <a:xfrm>
              <a:off x="7827233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753" name="Google Shape;1753;p54"/>
            <p:cNvSpPr txBox="1"/>
            <p:nvPr/>
          </p:nvSpPr>
          <p:spPr>
            <a:xfrm>
              <a:off x="8881873" y="6323222"/>
              <a:ext cx="19146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F</a:t>
              </a:r>
              <a:endParaRPr/>
            </a:p>
          </p:txBody>
        </p:sp>
      </p:grpSp>
      <p:sp>
        <p:nvSpPr>
          <p:cNvPr id="1754" name="Google Shape;1754;p54"/>
          <p:cNvSpPr txBox="1"/>
          <p:nvPr/>
        </p:nvSpPr>
        <p:spPr>
          <a:xfrm>
            <a:off x="12160609" y="2059864"/>
            <a:ext cx="462915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 to Hexadecimal Conversion Table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1758" name="Shape 1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p55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0" name="Google Shape;1760;p55"/>
          <p:cNvSpPr/>
          <p:nvPr/>
        </p:nvSpPr>
        <p:spPr>
          <a:xfrm>
            <a:off x="1988535" y="264383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1" name="Google Shape;1761;p55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2" name="Google Shape;1762;p55"/>
          <p:cNvSpPr txBox="1"/>
          <p:nvPr/>
        </p:nvSpPr>
        <p:spPr>
          <a:xfrm>
            <a:off x="1154108" y="1520934"/>
            <a:ext cx="8618400" cy="24129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6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1 0  0 0 0 1 1 1 1 1 1 1 0 1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5600">
              <a:solidFill>
                <a:srgbClr val="B76E22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cxnSp>
        <p:nvCxnSpPr>
          <p:cNvPr id="1763" name="Google Shape;1763;p55"/>
          <p:cNvCxnSpPr/>
          <p:nvPr/>
        </p:nvCxnSpPr>
        <p:spPr>
          <a:xfrm rot="-5400000">
            <a:off x="6942918" y="2104196"/>
            <a:ext cx="8664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64" name="Google Shape;1764;p55"/>
          <p:cNvCxnSpPr/>
          <p:nvPr/>
        </p:nvCxnSpPr>
        <p:spPr>
          <a:xfrm rot="-5400000">
            <a:off x="4416173" y="2104196"/>
            <a:ext cx="8664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65" name="Google Shape;1765;p55"/>
          <p:cNvSpPr/>
          <p:nvPr/>
        </p:nvSpPr>
        <p:spPr>
          <a:xfrm rot="7089371">
            <a:off x="794186" y="3306962"/>
            <a:ext cx="1524372" cy="172974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6" name="Google Shape;1766;p55"/>
          <p:cNvSpPr/>
          <p:nvPr/>
        </p:nvSpPr>
        <p:spPr>
          <a:xfrm rot="5400000">
            <a:off x="3102313" y="3273481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7" name="Google Shape;1767;p55"/>
          <p:cNvSpPr/>
          <p:nvPr/>
        </p:nvSpPr>
        <p:spPr>
          <a:xfrm rot="3913492">
            <a:off x="8044208" y="3277445"/>
            <a:ext cx="1355136" cy="15350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8" name="Google Shape;1768;p55"/>
          <p:cNvSpPr/>
          <p:nvPr/>
        </p:nvSpPr>
        <p:spPr>
          <a:xfrm rot="5400000">
            <a:off x="3102313" y="5876506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9" name="Google Shape;1769;p55"/>
          <p:cNvSpPr/>
          <p:nvPr/>
        </p:nvSpPr>
        <p:spPr>
          <a:xfrm rot="5400000">
            <a:off x="5623489" y="5876506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0" name="Google Shape;1770;p55"/>
          <p:cNvSpPr/>
          <p:nvPr/>
        </p:nvSpPr>
        <p:spPr>
          <a:xfrm rot="5400000">
            <a:off x="8548696" y="5876506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71" name="Google Shape;1771;p55"/>
          <p:cNvCxnSpPr/>
          <p:nvPr/>
        </p:nvCxnSpPr>
        <p:spPr>
          <a:xfrm rot="-5400000">
            <a:off x="1996152" y="2104196"/>
            <a:ext cx="8664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72" name="Google Shape;1772;p55"/>
          <p:cNvSpPr txBox="1"/>
          <p:nvPr/>
        </p:nvSpPr>
        <p:spPr>
          <a:xfrm>
            <a:off x="396443" y="-28549"/>
            <a:ext cx="14730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3" name="Google Shape;1773;p55"/>
          <p:cNvSpPr txBox="1"/>
          <p:nvPr/>
        </p:nvSpPr>
        <p:spPr>
          <a:xfrm>
            <a:off x="3849600" y="119732"/>
            <a:ext cx="2094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4" name="Google Shape;1774;p55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5" name="Google Shape;1775;p55"/>
          <p:cNvSpPr txBox="1"/>
          <p:nvPr/>
        </p:nvSpPr>
        <p:spPr>
          <a:xfrm>
            <a:off x="1085600" y="4046252"/>
            <a:ext cx="10170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6" name="Google Shape;1776;p55"/>
          <p:cNvSpPr txBox="1"/>
          <p:nvPr/>
        </p:nvSpPr>
        <p:spPr>
          <a:xfrm>
            <a:off x="9020561" y="6920240"/>
            <a:ext cx="550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7" name="Google Shape;1777;p55"/>
          <p:cNvSpPr txBox="1"/>
          <p:nvPr/>
        </p:nvSpPr>
        <p:spPr>
          <a:xfrm>
            <a:off x="6168497" y="6920240"/>
            <a:ext cx="4050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F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8" name="Google Shape;1778;p55"/>
          <p:cNvSpPr txBox="1"/>
          <p:nvPr/>
        </p:nvSpPr>
        <p:spPr>
          <a:xfrm>
            <a:off x="3553740" y="6920240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9" name="Google Shape;1779;p55"/>
          <p:cNvSpPr txBox="1"/>
          <p:nvPr/>
        </p:nvSpPr>
        <p:spPr>
          <a:xfrm>
            <a:off x="2888651" y="8769377"/>
            <a:ext cx="49014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 : 21FD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0" name="Google Shape;1780;p55"/>
          <p:cNvSpPr txBox="1"/>
          <p:nvPr/>
        </p:nvSpPr>
        <p:spPr>
          <a:xfrm>
            <a:off x="2894153" y="4046252"/>
            <a:ext cx="1955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1" name="Google Shape;1781;p55"/>
          <p:cNvSpPr/>
          <p:nvPr/>
        </p:nvSpPr>
        <p:spPr>
          <a:xfrm rot="5400000">
            <a:off x="5547497" y="3273481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2" name="Google Shape;1782;p55"/>
          <p:cNvSpPr txBox="1"/>
          <p:nvPr/>
        </p:nvSpPr>
        <p:spPr>
          <a:xfrm>
            <a:off x="5339298" y="4046252"/>
            <a:ext cx="1955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3" name="Google Shape;1783;p55"/>
          <p:cNvSpPr txBox="1"/>
          <p:nvPr/>
        </p:nvSpPr>
        <p:spPr>
          <a:xfrm>
            <a:off x="8180600" y="3995452"/>
            <a:ext cx="1955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4" name="Google Shape;1784;p55"/>
          <p:cNvSpPr txBox="1"/>
          <p:nvPr/>
        </p:nvSpPr>
        <p:spPr>
          <a:xfrm>
            <a:off x="107498" y="4046252"/>
            <a:ext cx="10170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5" name="Google Shape;1785;p55"/>
          <p:cNvSpPr/>
          <p:nvPr/>
        </p:nvSpPr>
        <p:spPr>
          <a:xfrm rot="5400000">
            <a:off x="509815" y="5876506"/>
            <a:ext cx="1343984" cy="15419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6" name="Google Shape;1786;p55"/>
          <p:cNvSpPr txBox="1"/>
          <p:nvPr/>
        </p:nvSpPr>
        <p:spPr>
          <a:xfrm>
            <a:off x="961242" y="6920240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87" name="Google Shape;1787;p55"/>
          <p:cNvGrpSpPr/>
          <p:nvPr/>
        </p:nvGrpSpPr>
        <p:grpSpPr>
          <a:xfrm>
            <a:off x="10948118" y="3320010"/>
            <a:ext cx="7054131" cy="5248702"/>
            <a:chOff x="0" y="0"/>
            <a:chExt cx="9405509" cy="6998269"/>
          </a:xfrm>
        </p:grpSpPr>
        <p:grpSp>
          <p:nvGrpSpPr>
            <p:cNvPr id="1788" name="Google Shape;1788;p55"/>
            <p:cNvGrpSpPr/>
            <p:nvPr/>
          </p:nvGrpSpPr>
          <p:grpSpPr>
            <a:xfrm>
              <a:off x="0" y="0"/>
              <a:ext cx="886167" cy="886167"/>
              <a:chOff x="0" y="0"/>
              <a:chExt cx="1913890" cy="1913890"/>
            </a:xfrm>
          </p:grpSpPr>
          <p:sp>
            <p:nvSpPr>
              <p:cNvPr id="1789" name="Google Shape;1789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91" name="Google Shape;1791;p55"/>
            <p:cNvGrpSpPr/>
            <p:nvPr/>
          </p:nvGrpSpPr>
          <p:grpSpPr>
            <a:xfrm>
              <a:off x="886167" y="0"/>
              <a:ext cx="886167" cy="886167"/>
              <a:chOff x="0" y="0"/>
              <a:chExt cx="1913890" cy="1913890"/>
            </a:xfrm>
          </p:grpSpPr>
          <p:sp>
            <p:nvSpPr>
              <p:cNvPr id="1792" name="Google Shape;1792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93" name="Google Shape;1793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94" name="Google Shape;1794;p55"/>
            <p:cNvGrpSpPr/>
            <p:nvPr/>
          </p:nvGrpSpPr>
          <p:grpSpPr>
            <a:xfrm>
              <a:off x="1772334" y="0"/>
              <a:ext cx="886167" cy="886167"/>
              <a:chOff x="0" y="0"/>
              <a:chExt cx="1913890" cy="1913890"/>
            </a:xfrm>
          </p:grpSpPr>
          <p:sp>
            <p:nvSpPr>
              <p:cNvPr id="1795" name="Google Shape;1795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96" name="Google Shape;1796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97" name="Google Shape;1797;p55"/>
            <p:cNvGrpSpPr/>
            <p:nvPr/>
          </p:nvGrpSpPr>
          <p:grpSpPr>
            <a:xfrm>
              <a:off x="2658501" y="0"/>
              <a:ext cx="886167" cy="886167"/>
              <a:chOff x="0" y="0"/>
              <a:chExt cx="1913890" cy="1913890"/>
            </a:xfrm>
          </p:grpSpPr>
          <p:sp>
            <p:nvSpPr>
              <p:cNvPr id="1798" name="Google Shape;1798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00" name="Google Shape;1800;p55"/>
            <p:cNvGrpSpPr/>
            <p:nvPr/>
          </p:nvGrpSpPr>
          <p:grpSpPr>
            <a:xfrm>
              <a:off x="3747141" y="30356"/>
              <a:ext cx="855811" cy="855811"/>
              <a:chOff x="0" y="0"/>
              <a:chExt cx="1913890" cy="1913890"/>
            </a:xfrm>
          </p:grpSpPr>
          <p:sp>
            <p:nvSpPr>
              <p:cNvPr id="1801" name="Google Shape;1801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2" name="Google Shape;1802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03" name="Google Shape;1803;p55"/>
            <p:cNvGrpSpPr/>
            <p:nvPr/>
          </p:nvGrpSpPr>
          <p:grpSpPr>
            <a:xfrm>
              <a:off x="0" y="855811"/>
              <a:ext cx="886167" cy="886167"/>
              <a:chOff x="0" y="0"/>
              <a:chExt cx="1913890" cy="1913890"/>
            </a:xfrm>
          </p:grpSpPr>
          <p:sp>
            <p:nvSpPr>
              <p:cNvPr id="1804" name="Google Shape;1804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5" name="Google Shape;1805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06" name="Google Shape;1806;p55"/>
            <p:cNvGrpSpPr/>
            <p:nvPr/>
          </p:nvGrpSpPr>
          <p:grpSpPr>
            <a:xfrm>
              <a:off x="886167" y="855811"/>
              <a:ext cx="886167" cy="886167"/>
              <a:chOff x="0" y="0"/>
              <a:chExt cx="1913890" cy="1913890"/>
            </a:xfrm>
          </p:grpSpPr>
          <p:sp>
            <p:nvSpPr>
              <p:cNvPr id="1807" name="Google Shape;1807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55"/>
            <p:cNvGrpSpPr/>
            <p:nvPr/>
          </p:nvGrpSpPr>
          <p:grpSpPr>
            <a:xfrm>
              <a:off x="1772334" y="855811"/>
              <a:ext cx="886167" cy="886167"/>
              <a:chOff x="0" y="0"/>
              <a:chExt cx="1913890" cy="1913890"/>
            </a:xfrm>
          </p:grpSpPr>
          <p:sp>
            <p:nvSpPr>
              <p:cNvPr id="1810" name="Google Shape;1810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12" name="Google Shape;1812;p55"/>
            <p:cNvGrpSpPr/>
            <p:nvPr/>
          </p:nvGrpSpPr>
          <p:grpSpPr>
            <a:xfrm>
              <a:off x="2658501" y="855811"/>
              <a:ext cx="886167" cy="886167"/>
              <a:chOff x="0" y="0"/>
              <a:chExt cx="1913890" cy="1913890"/>
            </a:xfrm>
          </p:grpSpPr>
          <p:sp>
            <p:nvSpPr>
              <p:cNvPr id="1813" name="Google Shape;1813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14" name="Google Shape;1814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15" name="Google Shape;1815;p55"/>
            <p:cNvGrpSpPr/>
            <p:nvPr/>
          </p:nvGrpSpPr>
          <p:grpSpPr>
            <a:xfrm>
              <a:off x="3747141" y="886167"/>
              <a:ext cx="855811" cy="855811"/>
              <a:chOff x="0" y="0"/>
              <a:chExt cx="1913890" cy="1913890"/>
            </a:xfrm>
          </p:grpSpPr>
          <p:sp>
            <p:nvSpPr>
              <p:cNvPr id="1816" name="Google Shape;1816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17" name="Google Shape;1817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18" name="Google Shape;1818;p55"/>
            <p:cNvGrpSpPr/>
            <p:nvPr/>
          </p:nvGrpSpPr>
          <p:grpSpPr>
            <a:xfrm>
              <a:off x="0" y="1741978"/>
              <a:ext cx="886167" cy="886167"/>
              <a:chOff x="0" y="0"/>
              <a:chExt cx="1913890" cy="1913890"/>
            </a:xfrm>
          </p:grpSpPr>
          <p:sp>
            <p:nvSpPr>
              <p:cNvPr id="1819" name="Google Shape;1819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55"/>
            <p:cNvGrpSpPr/>
            <p:nvPr/>
          </p:nvGrpSpPr>
          <p:grpSpPr>
            <a:xfrm>
              <a:off x="886167" y="1741978"/>
              <a:ext cx="886167" cy="886167"/>
              <a:chOff x="0" y="0"/>
              <a:chExt cx="1913890" cy="1913890"/>
            </a:xfrm>
          </p:grpSpPr>
          <p:sp>
            <p:nvSpPr>
              <p:cNvPr id="1822" name="Google Shape;1822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24" name="Google Shape;1824;p55"/>
            <p:cNvGrpSpPr/>
            <p:nvPr/>
          </p:nvGrpSpPr>
          <p:grpSpPr>
            <a:xfrm>
              <a:off x="1772334" y="1741978"/>
              <a:ext cx="886167" cy="886167"/>
              <a:chOff x="0" y="0"/>
              <a:chExt cx="1913890" cy="1913890"/>
            </a:xfrm>
          </p:grpSpPr>
          <p:sp>
            <p:nvSpPr>
              <p:cNvPr id="1825" name="Google Shape;1825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26" name="Google Shape;1826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27" name="Google Shape;1827;p55"/>
            <p:cNvGrpSpPr/>
            <p:nvPr/>
          </p:nvGrpSpPr>
          <p:grpSpPr>
            <a:xfrm>
              <a:off x="2658501" y="1741978"/>
              <a:ext cx="886167" cy="886167"/>
              <a:chOff x="0" y="0"/>
              <a:chExt cx="1913890" cy="1913890"/>
            </a:xfrm>
          </p:grpSpPr>
          <p:sp>
            <p:nvSpPr>
              <p:cNvPr id="1828" name="Google Shape;1828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29" name="Google Shape;1829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30" name="Google Shape;1830;p55"/>
            <p:cNvGrpSpPr/>
            <p:nvPr/>
          </p:nvGrpSpPr>
          <p:grpSpPr>
            <a:xfrm>
              <a:off x="3747141" y="1772334"/>
              <a:ext cx="855811" cy="855811"/>
              <a:chOff x="0" y="0"/>
              <a:chExt cx="1913890" cy="1913890"/>
            </a:xfrm>
          </p:grpSpPr>
          <p:sp>
            <p:nvSpPr>
              <p:cNvPr id="1831" name="Google Shape;1831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55"/>
            <p:cNvGrpSpPr/>
            <p:nvPr/>
          </p:nvGrpSpPr>
          <p:grpSpPr>
            <a:xfrm>
              <a:off x="0" y="2597789"/>
              <a:ext cx="886167" cy="886167"/>
              <a:chOff x="0" y="0"/>
              <a:chExt cx="1913890" cy="1913890"/>
            </a:xfrm>
          </p:grpSpPr>
          <p:sp>
            <p:nvSpPr>
              <p:cNvPr id="1834" name="Google Shape;1834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36" name="Google Shape;1836;p55"/>
            <p:cNvGrpSpPr/>
            <p:nvPr/>
          </p:nvGrpSpPr>
          <p:grpSpPr>
            <a:xfrm>
              <a:off x="886167" y="2597789"/>
              <a:ext cx="886167" cy="886167"/>
              <a:chOff x="0" y="0"/>
              <a:chExt cx="1913890" cy="1913890"/>
            </a:xfrm>
          </p:grpSpPr>
          <p:sp>
            <p:nvSpPr>
              <p:cNvPr id="1837" name="Google Shape;1837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38" name="Google Shape;1838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39" name="Google Shape;1839;p55"/>
            <p:cNvGrpSpPr/>
            <p:nvPr/>
          </p:nvGrpSpPr>
          <p:grpSpPr>
            <a:xfrm>
              <a:off x="1772334" y="2597789"/>
              <a:ext cx="886167" cy="886167"/>
              <a:chOff x="0" y="0"/>
              <a:chExt cx="1913890" cy="1913890"/>
            </a:xfrm>
          </p:grpSpPr>
          <p:sp>
            <p:nvSpPr>
              <p:cNvPr id="1840" name="Google Shape;1840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41" name="Google Shape;1841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42" name="Google Shape;1842;p55"/>
            <p:cNvGrpSpPr/>
            <p:nvPr/>
          </p:nvGrpSpPr>
          <p:grpSpPr>
            <a:xfrm>
              <a:off x="2658501" y="2597789"/>
              <a:ext cx="886167" cy="886167"/>
              <a:chOff x="0" y="0"/>
              <a:chExt cx="1913890" cy="1913890"/>
            </a:xfrm>
          </p:grpSpPr>
          <p:sp>
            <p:nvSpPr>
              <p:cNvPr id="1843" name="Google Shape;1843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55"/>
            <p:cNvGrpSpPr/>
            <p:nvPr/>
          </p:nvGrpSpPr>
          <p:grpSpPr>
            <a:xfrm>
              <a:off x="3747141" y="2628145"/>
              <a:ext cx="855811" cy="855811"/>
              <a:chOff x="0" y="0"/>
              <a:chExt cx="1913890" cy="1913890"/>
            </a:xfrm>
          </p:grpSpPr>
          <p:sp>
            <p:nvSpPr>
              <p:cNvPr id="1846" name="Google Shape;1846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48" name="Google Shape;1848;p55"/>
            <p:cNvGrpSpPr/>
            <p:nvPr/>
          </p:nvGrpSpPr>
          <p:grpSpPr>
            <a:xfrm>
              <a:off x="0" y="3483957"/>
              <a:ext cx="886167" cy="886167"/>
              <a:chOff x="0" y="0"/>
              <a:chExt cx="1913890" cy="1913890"/>
            </a:xfrm>
          </p:grpSpPr>
          <p:sp>
            <p:nvSpPr>
              <p:cNvPr id="1849" name="Google Shape;1849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50" name="Google Shape;1850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51" name="Google Shape;1851;p55"/>
            <p:cNvGrpSpPr/>
            <p:nvPr/>
          </p:nvGrpSpPr>
          <p:grpSpPr>
            <a:xfrm>
              <a:off x="886167" y="3483957"/>
              <a:ext cx="886167" cy="886167"/>
              <a:chOff x="0" y="0"/>
              <a:chExt cx="1913890" cy="1913890"/>
            </a:xfrm>
          </p:grpSpPr>
          <p:sp>
            <p:nvSpPr>
              <p:cNvPr id="1852" name="Google Shape;1852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53" name="Google Shape;1853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54" name="Google Shape;1854;p55"/>
            <p:cNvGrpSpPr/>
            <p:nvPr/>
          </p:nvGrpSpPr>
          <p:grpSpPr>
            <a:xfrm>
              <a:off x="1772334" y="3483957"/>
              <a:ext cx="886167" cy="886167"/>
              <a:chOff x="0" y="0"/>
              <a:chExt cx="1913890" cy="1913890"/>
            </a:xfrm>
          </p:grpSpPr>
          <p:sp>
            <p:nvSpPr>
              <p:cNvPr id="1855" name="Google Shape;1855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55"/>
            <p:cNvGrpSpPr/>
            <p:nvPr/>
          </p:nvGrpSpPr>
          <p:grpSpPr>
            <a:xfrm>
              <a:off x="2658501" y="3483957"/>
              <a:ext cx="886167" cy="886167"/>
              <a:chOff x="0" y="0"/>
              <a:chExt cx="1913890" cy="1913890"/>
            </a:xfrm>
          </p:grpSpPr>
          <p:sp>
            <p:nvSpPr>
              <p:cNvPr id="1858" name="Google Shape;1858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60" name="Google Shape;1860;p55"/>
            <p:cNvGrpSpPr/>
            <p:nvPr/>
          </p:nvGrpSpPr>
          <p:grpSpPr>
            <a:xfrm>
              <a:off x="3747141" y="3514313"/>
              <a:ext cx="855811" cy="855811"/>
              <a:chOff x="0" y="0"/>
              <a:chExt cx="1913890" cy="1913890"/>
            </a:xfrm>
          </p:grpSpPr>
          <p:sp>
            <p:nvSpPr>
              <p:cNvPr id="1861" name="Google Shape;1861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62" name="Google Shape;1862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63" name="Google Shape;1863;p55"/>
            <p:cNvGrpSpPr/>
            <p:nvPr/>
          </p:nvGrpSpPr>
          <p:grpSpPr>
            <a:xfrm>
              <a:off x="0" y="4339768"/>
              <a:ext cx="886167" cy="886167"/>
              <a:chOff x="0" y="0"/>
              <a:chExt cx="1913890" cy="1913890"/>
            </a:xfrm>
          </p:grpSpPr>
          <p:sp>
            <p:nvSpPr>
              <p:cNvPr id="1864" name="Google Shape;1864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65" name="Google Shape;1865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66" name="Google Shape;1866;p55"/>
            <p:cNvGrpSpPr/>
            <p:nvPr/>
          </p:nvGrpSpPr>
          <p:grpSpPr>
            <a:xfrm>
              <a:off x="886167" y="4339768"/>
              <a:ext cx="886167" cy="886167"/>
              <a:chOff x="0" y="0"/>
              <a:chExt cx="1913890" cy="1913890"/>
            </a:xfrm>
          </p:grpSpPr>
          <p:sp>
            <p:nvSpPr>
              <p:cNvPr id="1867" name="Google Shape;1867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55"/>
            <p:cNvGrpSpPr/>
            <p:nvPr/>
          </p:nvGrpSpPr>
          <p:grpSpPr>
            <a:xfrm>
              <a:off x="1772334" y="4339768"/>
              <a:ext cx="886167" cy="886167"/>
              <a:chOff x="0" y="0"/>
              <a:chExt cx="1913890" cy="1913890"/>
            </a:xfrm>
          </p:grpSpPr>
          <p:sp>
            <p:nvSpPr>
              <p:cNvPr id="1870" name="Google Shape;1870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72" name="Google Shape;1872;p55"/>
            <p:cNvGrpSpPr/>
            <p:nvPr/>
          </p:nvGrpSpPr>
          <p:grpSpPr>
            <a:xfrm>
              <a:off x="2658501" y="4339768"/>
              <a:ext cx="886167" cy="886167"/>
              <a:chOff x="0" y="0"/>
              <a:chExt cx="1913890" cy="1913890"/>
            </a:xfrm>
          </p:grpSpPr>
          <p:sp>
            <p:nvSpPr>
              <p:cNvPr id="1873" name="Google Shape;1873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74" name="Google Shape;1874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75" name="Google Shape;1875;p55"/>
            <p:cNvGrpSpPr/>
            <p:nvPr/>
          </p:nvGrpSpPr>
          <p:grpSpPr>
            <a:xfrm>
              <a:off x="3747141" y="4370124"/>
              <a:ext cx="855811" cy="855811"/>
              <a:chOff x="0" y="0"/>
              <a:chExt cx="1913890" cy="1913890"/>
            </a:xfrm>
          </p:grpSpPr>
          <p:sp>
            <p:nvSpPr>
              <p:cNvPr id="1876" name="Google Shape;1876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77" name="Google Shape;1877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78" name="Google Shape;1878;p55"/>
            <p:cNvGrpSpPr/>
            <p:nvPr/>
          </p:nvGrpSpPr>
          <p:grpSpPr>
            <a:xfrm>
              <a:off x="0" y="5225935"/>
              <a:ext cx="886167" cy="886167"/>
              <a:chOff x="0" y="0"/>
              <a:chExt cx="1913890" cy="1913890"/>
            </a:xfrm>
          </p:grpSpPr>
          <p:sp>
            <p:nvSpPr>
              <p:cNvPr id="1879" name="Google Shape;1879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55"/>
            <p:cNvGrpSpPr/>
            <p:nvPr/>
          </p:nvGrpSpPr>
          <p:grpSpPr>
            <a:xfrm>
              <a:off x="886167" y="5225935"/>
              <a:ext cx="886167" cy="886167"/>
              <a:chOff x="0" y="0"/>
              <a:chExt cx="1913890" cy="1913890"/>
            </a:xfrm>
          </p:grpSpPr>
          <p:sp>
            <p:nvSpPr>
              <p:cNvPr id="1882" name="Google Shape;1882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84" name="Google Shape;1884;p55"/>
            <p:cNvGrpSpPr/>
            <p:nvPr/>
          </p:nvGrpSpPr>
          <p:grpSpPr>
            <a:xfrm>
              <a:off x="1772334" y="5225935"/>
              <a:ext cx="886167" cy="886167"/>
              <a:chOff x="0" y="0"/>
              <a:chExt cx="1913890" cy="1913890"/>
            </a:xfrm>
          </p:grpSpPr>
          <p:sp>
            <p:nvSpPr>
              <p:cNvPr id="1885" name="Google Shape;1885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86" name="Google Shape;1886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87" name="Google Shape;1887;p55"/>
            <p:cNvGrpSpPr/>
            <p:nvPr/>
          </p:nvGrpSpPr>
          <p:grpSpPr>
            <a:xfrm>
              <a:off x="2658501" y="5225935"/>
              <a:ext cx="886167" cy="886167"/>
              <a:chOff x="0" y="0"/>
              <a:chExt cx="1913890" cy="1913890"/>
            </a:xfrm>
          </p:grpSpPr>
          <p:sp>
            <p:nvSpPr>
              <p:cNvPr id="1888" name="Google Shape;1888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89" name="Google Shape;1889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90" name="Google Shape;1890;p55"/>
            <p:cNvGrpSpPr/>
            <p:nvPr/>
          </p:nvGrpSpPr>
          <p:grpSpPr>
            <a:xfrm>
              <a:off x="3747141" y="5256291"/>
              <a:ext cx="855811" cy="855811"/>
              <a:chOff x="0" y="0"/>
              <a:chExt cx="1913890" cy="1913890"/>
            </a:xfrm>
          </p:grpSpPr>
          <p:sp>
            <p:nvSpPr>
              <p:cNvPr id="1891" name="Google Shape;1891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55"/>
            <p:cNvGrpSpPr/>
            <p:nvPr/>
          </p:nvGrpSpPr>
          <p:grpSpPr>
            <a:xfrm>
              <a:off x="0" y="6081746"/>
              <a:ext cx="886167" cy="886167"/>
              <a:chOff x="0" y="0"/>
              <a:chExt cx="1913890" cy="1913890"/>
            </a:xfrm>
          </p:grpSpPr>
          <p:sp>
            <p:nvSpPr>
              <p:cNvPr id="1894" name="Google Shape;1894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96" name="Google Shape;1896;p55"/>
            <p:cNvGrpSpPr/>
            <p:nvPr/>
          </p:nvGrpSpPr>
          <p:grpSpPr>
            <a:xfrm>
              <a:off x="886167" y="6081746"/>
              <a:ext cx="886167" cy="886167"/>
              <a:chOff x="0" y="0"/>
              <a:chExt cx="1913890" cy="1913890"/>
            </a:xfrm>
          </p:grpSpPr>
          <p:sp>
            <p:nvSpPr>
              <p:cNvPr id="1897" name="Google Shape;1897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98" name="Google Shape;1898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99" name="Google Shape;1899;p55"/>
            <p:cNvGrpSpPr/>
            <p:nvPr/>
          </p:nvGrpSpPr>
          <p:grpSpPr>
            <a:xfrm>
              <a:off x="1772334" y="6081746"/>
              <a:ext cx="886167" cy="886167"/>
              <a:chOff x="0" y="0"/>
              <a:chExt cx="1913890" cy="1913890"/>
            </a:xfrm>
          </p:grpSpPr>
          <p:sp>
            <p:nvSpPr>
              <p:cNvPr id="1900" name="Google Shape;1900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1" name="Google Shape;1901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02" name="Google Shape;1902;p55"/>
            <p:cNvGrpSpPr/>
            <p:nvPr/>
          </p:nvGrpSpPr>
          <p:grpSpPr>
            <a:xfrm>
              <a:off x="2658501" y="6081746"/>
              <a:ext cx="886167" cy="886167"/>
              <a:chOff x="0" y="0"/>
              <a:chExt cx="1913890" cy="1913890"/>
            </a:xfrm>
          </p:grpSpPr>
          <p:sp>
            <p:nvSpPr>
              <p:cNvPr id="1903" name="Google Shape;1903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55"/>
            <p:cNvGrpSpPr/>
            <p:nvPr/>
          </p:nvGrpSpPr>
          <p:grpSpPr>
            <a:xfrm>
              <a:off x="3747141" y="6112102"/>
              <a:ext cx="855811" cy="855811"/>
              <a:chOff x="0" y="0"/>
              <a:chExt cx="1913890" cy="1913890"/>
            </a:xfrm>
          </p:grpSpPr>
          <p:sp>
            <p:nvSpPr>
              <p:cNvPr id="1906" name="Google Shape;1906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908" name="Google Shape;1908;p55"/>
            <p:cNvSpPr txBox="1"/>
            <p:nvPr/>
          </p:nvSpPr>
          <p:spPr>
            <a:xfrm>
              <a:off x="335001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09" name="Google Shape;1909;p55"/>
            <p:cNvSpPr txBox="1"/>
            <p:nvPr/>
          </p:nvSpPr>
          <p:spPr>
            <a:xfrm>
              <a:off x="1221169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10" name="Google Shape;1910;p55"/>
            <p:cNvSpPr txBox="1"/>
            <p:nvPr/>
          </p:nvSpPr>
          <p:spPr>
            <a:xfrm>
              <a:off x="2107336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11" name="Google Shape;1911;p55"/>
            <p:cNvSpPr txBox="1"/>
            <p:nvPr/>
          </p:nvSpPr>
          <p:spPr>
            <a:xfrm>
              <a:off x="2993503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12" name="Google Shape;1912;p55"/>
            <p:cNvSpPr txBox="1"/>
            <p:nvPr/>
          </p:nvSpPr>
          <p:spPr>
            <a:xfrm>
              <a:off x="4070993" y="211120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13" name="Google Shape;1913;p55"/>
            <p:cNvSpPr txBox="1"/>
            <p:nvPr/>
          </p:nvSpPr>
          <p:spPr>
            <a:xfrm>
              <a:off x="335001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14" name="Google Shape;1914;p55"/>
            <p:cNvSpPr txBox="1"/>
            <p:nvPr/>
          </p:nvSpPr>
          <p:spPr>
            <a:xfrm>
              <a:off x="1221169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15" name="Google Shape;1915;p55"/>
            <p:cNvSpPr txBox="1"/>
            <p:nvPr/>
          </p:nvSpPr>
          <p:spPr>
            <a:xfrm>
              <a:off x="2107336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16" name="Google Shape;1916;p55"/>
            <p:cNvSpPr txBox="1"/>
            <p:nvPr/>
          </p:nvSpPr>
          <p:spPr>
            <a:xfrm>
              <a:off x="2993503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17" name="Google Shape;1917;p55"/>
            <p:cNvSpPr txBox="1"/>
            <p:nvPr/>
          </p:nvSpPr>
          <p:spPr>
            <a:xfrm>
              <a:off x="4070993" y="1066931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18" name="Google Shape;1918;p55"/>
            <p:cNvSpPr txBox="1"/>
            <p:nvPr/>
          </p:nvSpPr>
          <p:spPr>
            <a:xfrm>
              <a:off x="335001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19" name="Google Shape;1919;p55"/>
            <p:cNvSpPr txBox="1"/>
            <p:nvPr/>
          </p:nvSpPr>
          <p:spPr>
            <a:xfrm>
              <a:off x="1221169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20" name="Google Shape;1920;p55"/>
            <p:cNvSpPr txBox="1"/>
            <p:nvPr/>
          </p:nvSpPr>
          <p:spPr>
            <a:xfrm>
              <a:off x="2107336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21" name="Google Shape;1921;p55"/>
            <p:cNvSpPr txBox="1"/>
            <p:nvPr/>
          </p:nvSpPr>
          <p:spPr>
            <a:xfrm>
              <a:off x="2993503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22" name="Google Shape;1922;p55"/>
            <p:cNvSpPr txBox="1"/>
            <p:nvPr/>
          </p:nvSpPr>
          <p:spPr>
            <a:xfrm>
              <a:off x="4070993" y="195309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2</a:t>
              </a:r>
              <a:endParaRPr/>
            </a:p>
          </p:txBody>
        </p:sp>
        <p:sp>
          <p:nvSpPr>
            <p:cNvPr id="1923" name="Google Shape;1923;p55"/>
            <p:cNvSpPr txBox="1"/>
            <p:nvPr/>
          </p:nvSpPr>
          <p:spPr>
            <a:xfrm>
              <a:off x="335001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24" name="Google Shape;1924;p55"/>
            <p:cNvSpPr txBox="1"/>
            <p:nvPr/>
          </p:nvSpPr>
          <p:spPr>
            <a:xfrm>
              <a:off x="1221169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25" name="Google Shape;1925;p55"/>
            <p:cNvSpPr txBox="1"/>
            <p:nvPr/>
          </p:nvSpPr>
          <p:spPr>
            <a:xfrm>
              <a:off x="2107336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26" name="Google Shape;1926;p55"/>
            <p:cNvSpPr txBox="1"/>
            <p:nvPr/>
          </p:nvSpPr>
          <p:spPr>
            <a:xfrm>
              <a:off x="2993503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27" name="Google Shape;1927;p55"/>
            <p:cNvSpPr txBox="1"/>
            <p:nvPr/>
          </p:nvSpPr>
          <p:spPr>
            <a:xfrm>
              <a:off x="4070993" y="2808909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3</a:t>
              </a:r>
              <a:endParaRPr/>
            </a:p>
          </p:txBody>
        </p:sp>
        <p:sp>
          <p:nvSpPr>
            <p:cNvPr id="1928" name="Google Shape;1928;p55"/>
            <p:cNvSpPr txBox="1"/>
            <p:nvPr/>
          </p:nvSpPr>
          <p:spPr>
            <a:xfrm>
              <a:off x="335001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29" name="Google Shape;1929;p55"/>
            <p:cNvSpPr txBox="1"/>
            <p:nvPr/>
          </p:nvSpPr>
          <p:spPr>
            <a:xfrm>
              <a:off x="1221169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30" name="Google Shape;1930;p55"/>
            <p:cNvSpPr txBox="1"/>
            <p:nvPr/>
          </p:nvSpPr>
          <p:spPr>
            <a:xfrm>
              <a:off x="2107336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31" name="Google Shape;1931;p55"/>
            <p:cNvSpPr txBox="1"/>
            <p:nvPr/>
          </p:nvSpPr>
          <p:spPr>
            <a:xfrm>
              <a:off x="2993503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32" name="Google Shape;1932;p55"/>
            <p:cNvSpPr txBox="1"/>
            <p:nvPr/>
          </p:nvSpPr>
          <p:spPr>
            <a:xfrm>
              <a:off x="4070993" y="36950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4</a:t>
              </a:r>
              <a:endParaRPr/>
            </a:p>
          </p:txBody>
        </p:sp>
        <p:sp>
          <p:nvSpPr>
            <p:cNvPr id="1933" name="Google Shape;1933;p55"/>
            <p:cNvSpPr txBox="1"/>
            <p:nvPr/>
          </p:nvSpPr>
          <p:spPr>
            <a:xfrm>
              <a:off x="335001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34" name="Google Shape;1934;p55"/>
            <p:cNvSpPr txBox="1"/>
            <p:nvPr/>
          </p:nvSpPr>
          <p:spPr>
            <a:xfrm>
              <a:off x="1221169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35" name="Google Shape;1935;p55"/>
            <p:cNvSpPr txBox="1"/>
            <p:nvPr/>
          </p:nvSpPr>
          <p:spPr>
            <a:xfrm>
              <a:off x="2107336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36" name="Google Shape;1936;p55"/>
            <p:cNvSpPr txBox="1"/>
            <p:nvPr/>
          </p:nvSpPr>
          <p:spPr>
            <a:xfrm>
              <a:off x="2993503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37" name="Google Shape;1937;p55"/>
            <p:cNvSpPr txBox="1"/>
            <p:nvPr/>
          </p:nvSpPr>
          <p:spPr>
            <a:xfrm>
              <a:off x="4070993" y="455088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5</a:t>
              </a:r>
              <a:endParaRPr/>
            </a:p>
          </p:txBody>
        </p:sp>
        <p:sp>
          <p:nvSpPr>
            <p:cNvPr id="1938" name="Google Shape;1938;p55"/>
            <p:cNvSpPr txBox="1"/>
            <p:nvPr/>
          </p:nvSpPr>
          <p:spPr>
            <a:xfrm>
              <a:off x="335001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39" name="Google Shape;1939;p55"/>
            <p:cNvSpPr txBox="1"/>
            <p:nvPr/>
          </p:nvSpPr>
          <p:spPr>
            <a:xfrm>
              <a:off x="1221169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40" name="Google Shape;1940;p55"/>
            <p:cNvSpPr txBox="1"/>
            <p:nvPr/>
          </p:nvSpPr>
          <p:spPr>
            <a:xfrm>
              <a:off x="2107336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41" name="Google Shape;1941;p55"/>
            <p:cNvSpPr txBox="1"/>
            <p:nvPr/>
          </p:nvSpPr>
          <p:spPr>
            <a:xfrm>
              <a:off x="2993503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42" name="Google Shape;1942;p55"/>
            <p:cNvSpPr txBox="1"/>
            <p:nvPr/>
          </p:nvSpPr>
          <p:spPr>
            <a:xfrm>
              <a:off x="4070993" y="5437055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6</a:t>
              </a:r>
              <a:endParaRPr/>
            </a:p>
          </p:txBody>
        </p:sp>
        <p:sp>
          <p:nvSpPr>
            <p:cNvPr id="1943" name="Google Shape;1943;p55"/>
            <p:cNvSpPr txBox="1"/>
            <p:nvPr/>
          </p:nvSpPr>
          <p:spPr>
            <a:xfrm>
              <a:off x="335001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1944" name="Google Shape;1944;p55"/>
            <p:cNvSpPr txBox="1"/>
            <p:nvPr/>
          </p:nvSpPr>
          <p:spPr>
            <a:xfrm>
              <a:off x="1221169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45" name="Google Shape;1945;p55"/>
            <p:cNvSpPr txBox="1"/>
            <p:nvPr/>
          </p:nvSpPr>
          <p:spPr>
            <a:xfrm>
              <a:off x="2107336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46" name="Google Shape;1946;p55"/>
            <p:cNvSpPr txBox="1"/>
            <p:nvPr/>
          </p:nvSpPr>
          <p:spPr>
            <a:xfrm>
              <a:off x="2993503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1947" name="Google Shape;1947;p55"/>
            <p:cNvSpPr txBox="1"/>
            <p:nvPr/>
          </p:nvSpPr>
          <p:spPr>
            <a:xfrm>
              <a:off x="4070993" y="629286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7</a:t>
              </a:r>
              <a:endParaRPr/>
            </a:p>
          </p:txBody>
        </p:sp>
        <p:grpSp>
          <p:nvGrpSpPr>
            <p:cNvPr id="1948" name="Google Shape;1948;p55"/>
            <p:cNvGrpSpPr/>
            <p:nvPr/>
          </p:nvGrpSpPr>
          <p:grpSpPr>
            <a:xfrm>
              <a:off x="4833730" y="30356"/>
              <a:ext cx="886167" cy="886167"/>
              <a:chOff x="0" y="0"/>
              <a:chExt cx="1913890" cy="1913890"/>
            </a:xfrm>
          </p:grpSpPr>
          <p:sp>
            <p:nvSpPr>
              <p:cNvPr id="1949" name="Google Shape;1949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0" name="Google Shape;1950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51" name="Google Shape;1951;p55"/>
            <p:cNvGrpSpPr/>
            <p:nvPr/>
          </p:nvGrpSpPr>
          <p:grpSpPr>
            <a:xfrm>
              <a:off x="5719898" y="30356"/>
              <a:ext cx="886167" cy="886167"/>
              <a:chOff x="0" y="0"/>
              <a:chExt cx="1913890" cy="1913890"/>
            </a:xfrm>
          </p:grpSpPr>
          <p:sp>
            <p:nvSpPr>
              <p:cNvPr id="1952" name="Google Shape;1952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3" name="Google Shape;1953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54" name="Google Shape;1954;p55"/>
            <p:cNvGrpSpPr/>
            <p:nvPr/>
          </p:nvGrpSpPr>
          <p:grpSpPr>
            <a:xfrm>
              <a:off x="6606065" y="30356"/>
              <a:ext cx="886167" cy="886167"/>
              <a:chOff x="0" y="0"/>
              <a:chExt cx="1913890" cy="1913890"/>
            </a:xfrm>
          </p:grpSpPr>
          <p:sp>
            <p:nvSpPr>
              <p:cNvPr id="1955" name="Google Shape;1955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6" name="Google Shape;1956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57" name="Google Shape;1957;p55"/>
            <p:cNvGrpSpPr/>
            <p:nvPr/>
          </p:nvGrpSpPr>
          <p:grpSpPr>
            <a:xfrm>
              <a:off x="7492232" y="30356"/>
              <a:ext cx="886167" cy="886167"/>
              <a:chOff x="0" y="0"/>
              <a:chExt cx="1913890" cy="1913890"/>
            </a:xfrm>
          </p:grpSpPr>
          <p:sp>
            <p:nvSpPr>
              <p:cNvPr id="1958" name="Google Shape;1958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9" name="Google Shape;1959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0" name="Google Shape;1960;p55"/>
            <p:cNvGrpSpPr/>
            <p:nvPr/>
          </p:nvGrpSpPr>
          <p:grpSpPr>
            <a:xfrm>
              <a:off x="8549698" y="60712"/>
              <a:ext cx="855811" cy="855811"/>
              <a:chOff x="0" y="0"/>
              <a:chExt cx="1913890" cy="1913890"/>
            </a:xfrm>
          </p:grpSpPr>
          <p:sp>
            <p:nvSpPr>
              <p:cNvPr id="1961" name="Google Shape;1961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2" name="Google Shape;1962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3" name="Google Shape;1963;p55"/>
            <p:cNvGrpSpPr/>
            <p:nvPr/>
          </p:nvGrpSpPr>
          <p:grpSpPr>
            <a:xfrm>
              <a:off x="4833730" y="886167"/>
              <a:ext cx="886167" cy="886167"/>
              <a:chOff x="0" y="0"/>
              <a:chExt cx="1913890" cy="1913890"/>
            </a:xfrm>
          </p:grpSpPr>
          <p:sp>
            <p:nvSpPr>
              <p:cNvPr id="1964" name="Google Shape;1964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5" name="Google Shape;1965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6" name="Google Shape;1966;p55"/>
            <p:cNvGrpSpPr/>
            <p:nvPr/>
          </p:nvGrpSpPr>
          <p:grpSpPr>
            <a:xfrm>
              <a:off x="5719898" y="886167"/>
              <a:ext cx="886167" cy="886167"/>
              <a:chOff x="0" y="0"/>
              <a:chExt cx="1913890" cy="1913890"/>
            </a:xfrm>
          </p:grpSpPr>
          <p:sp>
            <p:nvSpPr>
              <p:cNvPr id="1967" name="Google Shape;1967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8" name="Google Shape;1968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9" name="Google Shape;1969;p55"/>
            <p:cNvGrpSpPr/>
            <p:nvPr/>
          </p:nvGrpSpPr>
          <p:grpSpPr>
            <a:xfrm>
              <a:off x="6606065" y="886167"/>
              <a:ext cx="886167" cy="886167"/>
              <a:chOff x="0" y="0"/>
              <a:chExt cx="1913890" cy="1913890"/>
            </a:xfrm>
          </p:grpSpPr>
          <p:sp>
            <p:nvSpPr>
              <p:cNvPr id="1970" name="Google Shape;1970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1" name="Google Shape;1971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2" name="Google Shape;1972;p55"/>
            <p:cNvGrpSpPr/>
            <p:nvPr/>
          </p:nvGrpSpPr>
          <p:grpSpPr>
            <a:xfrm>
              <a:off x="7492232" y="886167"/>
              <a:ext cx="886167" cy="886167"/>
              <a:chOff x="0" y="0"/>
              <a:chExt cx="1913890" cy="1913890"/>
            </a:xfrm>
          </p:grpSpPr>
          <p:sp>
            <p:nvSpPr>
              <p:cNvPr id="1973" name="Google Shape;1973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4" name="Google Shape;1974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5" name="Google Shape;1975;p55"/>
            <p:cNvGrpSpPr/>
            <p:nvPr/>
          </p:nvGrpSpPr>
          <p:grpSpPr>
            <a:xfrm>
              <a:off x="8549698" y="916523"/>
              <a:ext cx="855811" cy="855811"/>
              <a:chOff x="0" y="0"/>
              <a:chExt cx="1913890" cy="1913890"/>
            </a:xfrm>
          </p:grpSpPr>
          <p:sp>
            <p:nvSpPr>
              <p:cNvPr id="1976" name="Google Shape;1976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7" name="Google Shape;1977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8" name="Google Shape;1978;p55"/>
            <p:cNvGrpSpPr/>
            <p:nvPr/>
          </p:nvGrpSpPr>
          <p:grpSpPr>
            <a:xfrm>
              <a:off x="4833730" y="1772334"/>
              <a:ext cx="886167" cy="886167"/>
              <a:chOff x="0" y="0"/>
              <a:chExt cx="1913890" cy="1913890"/>
            </a:xfrm>
          </p:grpSpPr>
          <p:sp>
            <p:nvSpPr>
              <p:cNvPr id="1979" name="Google Shape;1979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0" name="Google Shape;1980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1" name="Google Shape;1981;p55"/>
            <p:cNvGrpSpPr/>
            <p:nvPr/>
          </p:nvGrpSpPr>
          <p:grpSpPr>
            <a:xfrm>
              <a:off x="5719898" y="1772334"/>
              <a:ext cx="886167" cy="886167"/>
              <a:chOff x="0" y="0"/>
              <a:chExt cx="1913890" cy="1913890"/>
            </a:xfrm>
          </p:grpSpPr>
          <p:sp>
            <p:nvSpPr>
              <p:cNvPr id="1982" name="Google Shape;1982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3" name="Google Shape;1983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4" name="Google Shape;1984;p55"/>
            <p:cNvGrpSpPr/>
            <p:nvPr/>
          </p:nvGrpSpPr>
          <p:grpSpPr>
            <a:xfrm>
              <a:off x="6606065" y="1772334"/>
              <a:ext cx="886167" cy="886167"/>
              <a:chOff x="0" y="0"/>
              <a:chExt cx="1913890" cy="1913890"/>
            </a:xfrm>
          </p:grpSpPr>
          <p:sp>
            <p:nvSpPr>
              <p:cNvPr id="1985" name="Google Shape;1985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6" name="Google Shape;1986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7" name="Google Shape;1987;p55"/>
            <p:cNvGrpSpPr/>
            <p:nvPr/>
          </p:nvGrpSpPr>
          <p:grpSpPr>
            <a:xfrm>
              <a:off x="7492232" y="1772334"/>
              <a:ext cx="886167" cy="886167"/>
              <a:chOff x="0" y="0"/>
              <a:chExt cx="1913890" cy="1913890"/>
            </a:xfrm>
          </p:grpSpPr>
          <p:sp>
            <p:nvSpPr>
              <p:cNvPr id="1988" name="Google Shape;1988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9" name="Google Shape;1989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0" name="Google Shape;1990;p55"/>
            <p:cNvGrpSpPr/>
            <p:nvPr/>
          </p:nvGrpSpPr>
          <p:grpSpPr>
            <a:xfrm>
              <a:off x="8549698" y="1802690"/>
              <a:ext cx="855811" cy="855811"/>
              <a:chOff x="0" y="0"/>
              <a:chExt cx="1913890" cy="1913890"/>
            </a:xfrm>
          </p:grpSpPr>
          <p:sp>
            <p:nvSpPr>
              <p:cNvPr id="1991" name="Google Shape;1991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2" name="Google Shape;1992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3" name="Google Shape;1993;p55"/>
            <p:cNvGrpSpPr/>
            <p:nvPr/>
          </p:nvGrpSpPr>
          <p:grpSpPr>
            <a:xfrm>
              <a:off x="4833730" y="2628145"/>
              <a:ext cx="886167" cy="886167"/>
              <a:chOff x="0" y="0"/>
              <a:chExt cx="1913890" cy="1913890"/>
            </a:xfrm>
          </p:grpSpPr>
          <p:sp>
            <p:nvSpPr>
              <p:cNvPr id="1994" name="Google Shape;1994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5" name="Google Shape;1995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6" name="Google Shape;1996;p55"/>
            <p:cNvGrpSpPr/>
            <p:nvPr/>
          </p:nvGrpSpPr>
          <p:grpSpPr>
            <a:xfrm>
              <a:off x="5719898" y="2628145"/>
              <a:ext cx="886167" cy="886167"/>
              <a:chOff x="0" y="0"/>
              <a:chExt cx="1913890" cy="1913890"/>
            </a:xfrm>
          </p:grpSpPr>
          <p:sp>
            <p:nvSpPr>
              <p:cNvPr id="1997" name="Google Shape;1997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8" name="Google Shape;1998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9" name="Google Shape;1999;p55"/>
            <p:cNvGrpSpPr/>
            <p:nvPr/>
          </p:nvGrpSpPr>
          <p:grpSpPr>
            <a:xfrm>
              <a:off x="6606065" y="2628145"/>
              <a:ext cx="886167" cy="886167"/>
              <a:chOff x="0" y="0"/>
              <a:chExt cx="1913890" cy="1913890"/>
            </a:xfrm>
          </p:grpSpPr>
          <p:sp>
            <p:nvSpPr>
              <p:cNvPr id="2000" name="Google Shape;2000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1" name="Google Shape;2001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2" name="Google Shape;2002;p55"/>
            <p:cNvGrpSpPr/>
            <p:nvPr/>
          </p:nvGrpSpPr>
          <p:grpSpPr>
            <a:xfrm>
              <a:off x="7492232" y="2628145"/>
              <a:ext cx="886167" cy="886167"/>
              <a:chOff x="0" y="0"/>
              <a:chExt cx="1913890" cy="1913890"/>
            </a:xfrm>
          </p:grpSpPr>
          <p:sp>
            <p:nvSpPr>
              <p:cNvPr id="2003" name="Google Shape;2003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4" name="Google Shape;2004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5" name="Google Shape;2005;p55"/>
            <p:cNvGrpSpPr/>
            <p:nvPr/>
          </p:nvGrpSpPr>
          <p:grpSpPr>
            <a:xfrm>
              <a:off x="8549698" y="2658501"/>
              <a:ext cx="855811" cy="855811"/>
              <a:chOff x="0" y="0"/>
              <a:chExt cx="1913890" cy="1913890"/>
            </a:xfrm>
          </p:grpSpPr>
          <p:sp>
            <p:nvSpPr>
              <p:cNvPr id="2006" name="Google Shape;2006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7" name="Google Shape;2007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8" name="Google Shape;2008;p55"/>
            <p:cNvGrpSpPr/>
            <p:nvPr/>
          </p:nvGrpSpPr>
          <p:grpSpPr>
            <a:xfrm>
              <a:off x="4833730" y="3514313"/>
              <a:ext cx="886167" cy="886167"/>
              <a:chOff x="0" y="0"/>
              <a:chExt cx="1913890" cy="1913890"/>
            </a:xfrm>
          </p:grpSpPr>
          <p:sp>
            <p:nvSpPr>
              <p:cNvPr id="2009" name="Google Shape;2009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0" name="Google Shape;2010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11" name="Google Shape;2011;p55"/>
            <p:cNvGrpSpPr/>
            <p:nvPr/>
          </p:nvGrpSpPr>
          <p:grpSpPr>
            <a:xfrm>
              <a:off x="5719898" y="3514313"/>
              <a:ext cx="886167" cy="886167"/>
              <a:chOff x="0" y="0"/>
              <a:chExt cx="1913890" cy="1913890"/>
            </a:xfrm>
          </p:grpSpPr>
          <p:sp>
            <p:nvSpPr>
              <p:cNvPr id="2012" name="Google Shape;2012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3" name="Google Shape;2013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14" name="Google Shape;2014;p55"/>
            <p:cNvGrpSpPr/>
            <p:nvPr/>
          </p:nvGrpSpPr>
          <p:grpSpPr>
            <a:xfrm>
              <a:off x="6606065" y="3514313"/>
              <a:ext cx="886167" cy="886167"/>
              <a:chOff x="0" y="0"/>
              <a:chExt cx="1913890" cy="1913890"/>
            </a:xfrm>
          </p:grpSpPr>
          <p:sp>
            <p:nvSpPr>
              <p:cNvPr id="2015" name="Google Shape;2015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6" name="Google Shape;2016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17" name="Google Shape;2017;p55"/>
            <p:cNvGrpSpPr/>
            <p:nvPr/>
          </p:nvGrpSpPr>
          <p:grpSpPr>
            <a:xfrm>
              <a:off x="7492232" y="3514313"/>
              <a:ext cx="886167" cy="886167"/>
              <a:chOff x="0" y="0"/>
              <a:chExt cx="1913890" cy="1913890"/>
            </a:xfrm>
          </p:grpSpPr>
          <p:sp>
            <p:nvSpPr>
              <p:cNvPr id="2018" name="Google Shape;2018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9" name="Google Shape;2019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20" name="Google Shape;2020;p55"/>
            <p:cNvGrpSpPr/>
            <p:nvPr/>
          </p:nvGrpSpPr>
          <p:grpSpPr>
            <a:xfrm>
              <a:off x="8549698" y="3544669"/>
              <a:ext cx="855811" cy="855811"/>
              <a:chOff x="0" y="0"/>
              <a:chExt cx="1913890" cy="1913890"/>
            </a:xfrm>
          </p:grpSpPr>
          <p:sp>
            <p:nvSpPr>
              <p:cNvPr id="2021" name="Google Shape;2021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2" name="Google Shape;2022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23" name="Google Shape;2023;p55"/>
            <p:cNvGrpSpPr/>
            <p:nvPr/>
          </p:nvGrpSpPr>
          <p:grpSpPr>
            <a:xfrm>
              <a:off x="4833730" y="4370124"/>
              <a:ext cx="886167" cy="886167"/>
              <a:chOff x="0" y="0"/>
              <a:chExt cx="1913890" cy="1913890"/>
            </a:xfrm>
          </p:grpSpPr>
          <p:sp>
            <p:nvSpPr>
              <p:cNvPr id="2024" name="Google Shape;2024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5" name="Google Shape;2025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26" name="Google Shape;2026;p55"/>
            <p:cNvGrpSpPr/>
            <p:nvPr/>
          </p:nvGrpSpPr>
          <p:grpSpPr>
            <a:xfrm>
              <a:off x="5719898" y="4370124"/>
              <a:ext cx="886167" cy="886167"/>
              <a:chOff x="0" y="0"/>
              <a:chExt cx="1913890" cy="1913890"/>
            </a:xfrm>
          </p:grpSpPr>
          <p:sp>
            <p:nvSpPr>
              <p:cNvPr id="2027" name="Google Shape;2027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8" name="Google Shape;2028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29" name="Google Shape;2029;p55"/>
            <p:cNvGrpSpPr/>
            <p:nvPr/>
          </p:nvGrpSpPr>
          <p:grpSpPr>
            <a:xfrm>
              <a:off x="6606065" y="4370124"/>
              <a:ext cx="886167" cy="886167"/>
              <a:chOff x="0" y="0"/>
              <a:chExt cx="1913890" cy="1913890"/>
            </a:xfrm>
          </p:grpSpPr>
          <p:sp>
            <p:nvSpPr>
              <p:cNvPr id="2030" name="Google Shape;2030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1" name="Google Shape;2031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32" name="Google Shape;2032;p55"/>
            <p:cNvGrpSpPr/>
            <p:nvPr/>
          </p:nvGrpSpPr>
          <p:grpSpPr>
            <a:xfrm>
              <a:off x="7492232" y="4370124"/>
              <a:ext cx="886167" cy="886167"/>
              <a:chOff x="0" y="0"/>
              <a:chExt cx="1913890" cy="1913890"/>
            </a:xfrm>
          </p:grpSpPr>
          <p:sp>
            <p:nvSpPr>
              <p:cNvPr id="2033" name="Google Shape;2033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4" name="Google Shape;2034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35" name="Google Shape;2035;p55"/>
            <p:cNvGrpSpPr/>
            <p:nvPr/>
          </p:nvGrpSpPr>
          <p:grpSpPr>
            <a:xfrm>
              <a:off x="8549698" y="4400480"/>
              <a:ext cx="855811" cy="855811"/>
              <a:chOff x="0" y="0"/>
              <a:chExt cx="1913890" cy="1913890"/>
            </a:xfrm>
          </p:grpSpPr>
          <p:sp>
            <p:nvSpPr>
              <p:cNvPr id="2036" name="Google Shape;2036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7" name="Google Shape;2037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38" name="Google Shape;2038;p55"/>
            <p:cNvGrpSpPr/>
            <p:nvPr/>
          </p:nvGrpSpPr>
          <p:grpSpPr>
            <a:xfrm>
              <a:off x="4833730" y="5256291"/>
              <a:ext cx="886167" cy="886167"/>
              <a:chOff x="0" y="0"/>
              <a:chExt cx="1913890" cy="1913890"/>
            </a:xfrm>
          </p:grpSpPr>
          <p:sp>
            <p:nvSpPr>
              <p:cNvPr id="2039" name="Google Shape;2039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0" name="Google Shape;2040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41" name="Google Shape;2041;p55"/>
            <p:cNvGrpSpPr/>
            <p:nvPr/>
          </p:nvGrpSpPr>
          <p:grpSpPr>
            <a:xfrm>
              <a:off x="5719898" y="5256291"/>
              <a:ext cx="886167" cy="886167"/>
              <a:chOff x="0" y="0"/>
              <a:chExt cx="1913890" cy="1913890"/>
            </a:xfrm>
          </p:grpSpPr>
          <p:sp>
            <p:nvSpPr>
              <p:cNvPr id="2042" name="Google Shape;2042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3" name="Google Shape;2043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44" name="Google Shape;2044;p55"/>
            <p:cNvGrpSpPr/>
            <p:nvPr/>
          </p:nvGrpSpPr>
          <p:grpSpPr>
            <a:xfrm>
              <a:off x="6606065" y="5256291"/>
              <a:ext cx="886167" cy="886167"/>
              <a:chOff x="0" y="0"/>
              <a:chExt cx="1913890" cy="1913890"/>
            </a:xfrm>
          </p:grpSpPr>
          <p:sp>
            <p:nvSpPr>
              <p:cNvPr id="2045" name="Google Shape;2045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6" name="Google Shape;2046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47" name="Google Shape;2047;p55"/>
            <p:cNvGrpSpPr/>
            <p:nvPr/>
          </p:nvGrpSpPr>
          <p:grpSpPr>
            <a:xfrm>
              <a:off x="7492232" y="5256291"/>
              <a:ext cx="886167" cy="886167"/>
              <a:chOff x="0" y="0"/>
              <a:chExt cx="1913890" cy="1913890"/>
            </a:xfrm>
          </p:grpSpPr>
          <p:sp>
            <p:nvSpPr>
              <p:cNvPr id="2048" name="Google Shape;2048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9" name="Google Shape;2049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0" name="Google Shape;2050;p55"/>
            <p:cNvGrpSpPr/>
            <p:nvPr/>
          </p:nvGrpSpPr>
          <p:grpSpPr>
            <a:xfrm>
              <a:off x="8549698" y="5286647"/>
              <a:ext cx="855811" cy="855811"/>
              <a:chOff x="0" y="0"/>
              <a:chExt cx="1913890" cy="1913890"/>
            </a:xfrm>
          </p:grpSpPr>
          <p:sp>
            <p:nvSpPr>
              <p:cNvPr id="2051" name="Google Shape;2051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2" name="Google Shape;2052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3" name="Google Shape;2053;p55"/>
            <p:cNvGrpSpPr/>
            <p:nvPr/>
          </p:nvGrpSpPr>
          <p:grpSpPr>
            <a:xfrm>
              <a:off x="4833730" y="6112102"/>
              <a:ext cx="886167" cy="886167"/>
              <a:chOff x="0" y="0"/>
              <a:chExt cx="1913890" cy="1913890"/>
            </a:xfrm>
          </p:grpSpPr>
          <p:sp>
            <p:nvSpPr>
              <p:cNvPr id="2054" name="Google Shape;2054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5" name="Google Shape;2055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6" name="Google Shape;2056;p55"/>
            <p:cNvGrpSpPr/>
            <p:nvPr/>
          </p:nvGrpSpPr>
          <p:grpSpPr>
            <a:xfrm>
              <a:off x="5719898" y="6112102"/>
              <a:ext cx="886167" cy="886167"/>
              <a:chOff x="0" y="0"/>
              <a:chExt cx="1913890" cy="1913890"/>
            </a:xfrm>
          </p:grpSpPr>
          <p:sp>
            <p:nvSpPr>
              <p:cNvPr id="2057" name="Google Shape;2057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55"/>
            <p:cNvGrpSpPr/>
            <p:nvPr/>
          </p:nvGrpSpPr>
          <p:grpSpPr>
            <a:xfrm>
              <a:off x="6606065" y="6112102"/>
              <a:ext cx="886167" cy="886167"/>
              <a:chOff x="0" y="0"/>
              <a:chExt cx="1913890" cy="1913890"/>
            </a:xfrm>
          </p:grpSpPr>
          <p:sp>
            <p:nvSpPr>
              <p:cNvPr id="2060" name="Google Shape;2060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2" name="Google Shape;2062;p55"/>
            <p:cNvGrpSpPr/>
            <p:nvPr/>
          </p:nvGrpSpPr>
          <p:grpSpPr>
            <a:xfrm>
              <a:off x="7492232" y="6112102"/>
              <a:ext cx="886167" cy="886167"/>
              <a:chOff x="0" y="0"/>
              <a:chExt cx="1913890" cy="1913890"/>
            </a:xfrm>
          </p:grpSpPr>
          <p:sp>
            <p:nvSpPr>
              <p:cNvPr id="2063" name="Google Shape;2063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4" name="Google Shape;2064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5" name="Google Shape;2065;p55"/>
            <p:cNvGrpSpPr/>
            <p:nvPr/>
          </p:nvGrpSpPr>
          <p:grpSpPr>
            <a:xfrm>
              <a:off x="8549698" y="6142458"/>
              <a:ext cx="855811" cy="855811"/>
              <a:chOff x="0" y="0"/>
              <a:chExt cx="1913890" cy="1913890"/>
            </a:xfrm>
          </p:grpSpPr>
          <p:sp>
            <p:nvSpPr>
              <p:cNvPr id="2066" name="Google Shape;2066;p55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7" name="Google Shape;2067;p55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068" name="Google Shape;2068;p55"/>
            <p:cNvSpPr txBox="1"/>
            <p:nvPr/>
          </p:nvSpPr>
          <p:spPr>
            <a:xfrm>
              <a:off x="5168732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69" name="Google Shape;2069;p55"/>
            <p:cNvSpPr txBox="1"/>
            <p:nvPr/>
          </p:nvSpPr>
          <p:spPr>
            <a:xfrm>
              <a:off x="6054899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70" name="Google Shape;2070;p55"/>
            <p:cNvSpPr txBox="1"/>
            <p:nvPr/>
          </p:nvSpPr>
          <p:spPr>
            <a:xfrm>
              <a:off x="6941066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71" name="Google Shape;2071;p55"/>
            <p:cNvSpPr txBox="1"/>
            <p:nvPr/>
          </p:nvSpPr>
          <p:spPr>
            <a:xfrm>
              <a:off x="7827233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72" name="Google Shape;2072;p55"/>
            <p:cNvSpPr txBox="1"/>
            <p:nvPr/>
          </p:nvSpPr>
          <p:spPr>
            <a:xfrm>
              <a:off x="8873550" y="2414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8</a:t>
              </a:r>
              <a:endParaRPr/>
            </a:p>
          </p:txBody>
        </p:sp>
        <p:sp>
          <p:nvSpPr>
            <p:cNvPr id="2073" name="Google Shape;2073;p55"/>
            <p:cNvSpPr txBox="1"/>
            <p:nvPr/>
          </p:nvSpPr>
          <p:spPr>
            <a:xfrm>
              <a:off x="5168732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74" name="Google Shape;2074;p55"/>
            <p:cNvSpPr txBox="1"/>
            <p:nvPr/>
          </p:nvSpPr>
          <p:spPr>
            <a:xfrm>
              <a:off x="6054899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75" name="Google Shape;2075;p55"/>
            <p:cNvSpPr txBox="1"/>
            <p:nvPr/>
          </p:nvSpPr>
          <p:spPr>
            <a:xfrm>
              <a:off x="6941066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76" name="Google Shape;2076;p55"/>
            <p:cNvSpPr txBox="1"/>
            <p:nvPr/>
          </p:nvSpPr>
          <p:spPr>
            <a:xfrm>
              <a:off x="7827233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77" name="Google Shape;2077;p55"/>
            <p:cNvSpPr txBox="1"/>
            <p:nvPr/>
          </p:nvSpPr>
          <p:spPr>
            <a:xfrm>
              <a:off x="8873550" y="1097287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9</a:t>
              </a:r>
              <a:endParaRPr/>
            </a:p>
          </p:txBody>
        </p:sp>
        <p:sp>
          <p:nvSpPr>
            <p:cNvPr id="2078" name="Google Shape;2078;p55"/>
            <p:cNvSpPr txBox="1"/>
            <p:nvPr/>
          </p:nvSpPr>
          <p:spPr>
            <a:xfrm>
              <a:off x="5168732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79" name="Google Shape;2079;p55"/>
            <p:cNvSpPr txBox="1"/>
            <p:nvPr/>
          </p:nvSpPr>
          <p:spPr>
            <a:xfrm>
              <a:off x="6054899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80" name="Google Shape;2080;p55"/>
            <p:cNvSpPr txBox="1"/>
            <p:nvPr/>
          </p:nvSpPr>
          <p:spPr>
            <a:xfrm>
              <a:off x="6941066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81" name="Google Shape;2081;p55"/>
            <p:cNvSpPr txBox="1"/>
            <p:nvPr/>
          </p:nvSpPr>
          <p:spPr>
            <a:xfrm>
              <a:off x="7827233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82" name="Google Shape;2082;p55"/>
            <p:cNvSpPr txBox="1"/>
            <p:nvPr/>
          </p:nvSpPr>
          <p:spPr>
            <a:xfrm>
              <a:off x="8848670" y="1983454"/>
              <a:ext cx="25786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A</a:t>
              </a:r>
              <a:endParaRPr/>
            </a:p>
          </p:txBody>
        </p:sp>
        <p:sp>
          <p:nvSpPr>
            <p:cNvPr id="2083" name="Google Shape;2083;p55"/>
            <p:cNvSpPr txBox="1"/>
            <p:nvPr/>
          </p:nvSpPr>
          <p:spPr>
            <a:xfrm>
              <a:off x="5168732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84" name="Google Shape;2084;p55"/>
            <p:cNvSpPr txBox="1"/>
            <p:nvPr/>
          </p:nvSpPr>
          <p:spPr>
            <a:xfrm>
              <a:off x="6054899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85" name="Google Shape;2085;p55"/>
            <p:cNvSpPr txBox="1"/>
            <p:nvPr/>
          </p:nvSpPr>
          <p:spPr>
            <a:xfrm>
              <a:off x="6941066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86" name="Google Shape;2086;p55"/>
            <p:cNvSpPr txBox="1"/>
            <p:nvPr/>
          </p:nvSpPr>
          <p:spPr>
            <a:xfrm>
              <a:off x="7827233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87" name="Google Shape;2087;p55"/>
            <p:cNvSpPr txBox="1"/>
            <p:nvPr/>
          </p:nvSpPr>
          <p:spPr>
            <a:xfrm>
              <a:off x="8857948" y="2839265"/>
              <a:ext cx="23931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B</a:t>
              </a:r>
              <a:endParaRPr/>
            </a:p>
          </p:txBody>
        </p:sp>
        <p:sp>
          <p:nvSpPr>
            <p:cNvPr id="2088" name="Google Shape;2088;p55"/>
            <p:cNvSpPr txBox="1"/>
            <p:nvPr/>
          </p:nvSpPr>
          <p:spPr>
            <a:xfrm>
              <a:off x="5168732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89" name="Google Shape;2089;p55"/>
            <p:cNvSpPr txBox="1"/>
            <p:nvPr/>
          </p:nvSpPr>
          <p:spPr>
            <a:xfrm>
              <a:off x="6054899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90" name="Google Shape;2090;p55"/>
            <p:cNvSpPr txBox="1"/>
            <p:nvPr/>
          </p:nvSpPr>
          <p:spPr>
            <a:xfrm>
              <a:off x="6941066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91" name="Google Shape;2091;p55"/>
            <p:cNvSpPr txBox="1"/>
            <p:nvPr/>
          </p:nvSpPr>
          <p:spPr>
            <a:xfrm>
              <a:off x="7827233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92" name="Google Shape;2092;p55"/>
            <p:cNvSpPr txBox="1"/>
            <p:nvPr/>
          </p:nvSpPr>
          <p:spPr>
            <a:xfrm>
              <a:off x="8862363" y="3725432"/>
              <a:ext cx="23048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C</a:t>
              </a:r>
              <a:endParaRPr/>
            </a:p>
          </p:txBody>
        </p:sp>
        <p:sp>
          <p:nvSpPr>
            <p:cNvPr id="2093" name="Google Shape;2093;p55"/>
            <p:cNvSpPr txBox="1"/>
            <p:nvPr/>
          </p:nvSpPr>
          <p:spPr>
            <a:xfrm>
              <a:off x="5168732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94" name="Google Shape;2094;p55"/>
            <p:cNvSpPr txBox="1"/>
            <p:nvPr/>
          </p:nvSpPr>
          <p:spPr>
            <a:xfrm>
              <a:off x="6054899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95" name="Google Shape;2095;p55"/>
            <p:cNvSpPr txBox="1"/>
            <p:nvPr/>
          </p:nvSpPr>
          <p:spPr>
            <a:xfrm>
              <a:off x="6941066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096" name="Google Shape;2096;p55"/>
            <p:cNvSpPr txBox="1"/>
            <p:nvPr/>
          </p:nvSpPr>
          <p:spPr>
            <a:xfrm>
              <a:off x="7827233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97" name="Google Shape;2097;p55"/>
            <p:cNvSpPr txBox="1"/>
            <p:nvPr/>
          </p:nvSpPr>
          <p:spPr>
            <a:xfrm>
              <a:off x="8847268" y="4581244"/>
              <a:ext cx="26067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D</a:t>
              </a:r>
              <a:endParaRPr/>
            </a:p>
          </p:txBody>
        </p:sp>
        <p:sp>
          <p:nvSpPr>
            <p:cNvPr id="2098" name="Google Shape;2098;p55"/>
            <p:cNvSpPr txBox="1"/>
            <p:nvPr/>
          </p:nvSpPr>
          <p:spPr>
            <a:xfrm>
              <a:off x="5168732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099" name="Google Shape;2099;p55"/>
            <p:cNvSpPr txBox="1"/>
            <p:nvPr/>
          </p:nvSpPr>
          <p:spPr>
            <a:xfrm>
              <a:off x="6054899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100" name="Google Shape;2100;p55"/>
            <p:cNvSpPr txBox="1"/>
            <p:nvPr/>
          </p:nvSpPr>
          <p:spPr>
            <a:xfrm>
              <a:off x="6941066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101" name="Google Shape;2101;p55"/>
            <p:cNvSpPr txBox="1"/>
            <p:nvPr/>
          </p:nvSpPr>
          <p:spPr>
            <a:xfrm>
              <a:off x="7827233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102" name="Google Shape;2102;p55"/>
            <p:cNvSpPr txBox="1"/>
            <p:nvPr/>
          </p:nvSpPr>
          <p:spPr>
            <a:xfrm>
              <a:off x="8880143" y="5467411"/>
              <a:ext cx="19492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E</a:t>
              </a:r>
              <a:endParaRPr/>
            </a:p>
          </p:txBody>
        </p:sp>
        <p:sp>
          <p:nvSpPr>
            <p:cNvPr id="2103" name="Google Shape;2103;p55"/>
            <p:cNvSpPr txBox="1"/>
            <p:nvPr/>
          </p:nvSpPr>
          <p:spPr>
            <a:xfrm>
              <a:off x="5168732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104" name="Google Shape;2104;p55"/>
            <p:cNvSpPr txBox="1"/>
            <p:nvPr/>
          </p:nvSpPr>
          <p:spPr>
            <a:xfrm>
              <a:off x="6054899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105" name="Google Shape;2105;p55"/>
            <p:cNvSpPr txBox="1"/>
            <p:nvPr/>
          </p:nvSpPr>
          <p:spPr>
            <a:xfrm>
              <a:off x="6941066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106" name="Google Shape;2106;p55"/>
            <p:cNvSpPr txBox="1"/>
            <p:nvPr/>
          </p:nvSpPr>
          <p:spPr>
            <a:xfrm>
              <a:off x="7827233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107" name="Google Shape;2107;p55"/>
            <p:cNvSpPr txBox="1"/>
            <p:nvPr/>
          </p:nvSpPr>
          <p:spPr>
            <a:xfrm>
              <a:off x="8881873" y="6323222"/>
              <a:ext cx="19146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F</a:t>
              </a:r>
              <a:endParaRPr/>
            </a:p>
          </p:txBody>
        </p:sp>
      </p:grpSp>
      <p:sp>
        <p:nvSpPr>
          <p:cNvPr id="2108" name="Google Shape;2108;p55"/>
          <p:cNvSpPr txBox="1"/>
          <p:nvPr/>
        </p:nvSpPr>
        <p:spPr>
          <a:xfrm>
            <a:off x="12160609" y="2059864"/>
            <a:ext cx="462915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 to Hexadecimal Conversion Table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2112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Google Shape;2113;p56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4" name="Google Shape;2114;p56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15" name="Google Shape;2115;p56"/>
          <p:cNvGrpSpPr/>
          <p:nvPr/>
        </p:nvGrpSpPr>
        <p:grpSpPr>
          <a:xfrm>
            <a:off x="2925650" y="4316098"/>
            <a:ext cx="2296286" cy="2296286"/>
            <a:chOff x="0" y="0"/>
            <a:chExt cx="1913890" cy="1913890"/>
          </a:xfrm>
        </p:grpSpPr>
        <p:sp>
          <p:nvSpPr>
            <p:cNvPr id="2116" name="Google Shape;2116;p56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7" name="Google Shape;2117;p56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18" name="Google Shape;2118;p56"/>
          <p:cNvGrpSpPr/>
          <p:nvPr/>
        </p:nvGrpSpPr>
        <p:grpSpPr>
          <a:xfrm>
            <a:off x="5221867" y="4316098"/>
            <a:ext cx="2296286" cy="2296286"/>
            <a:chOff x="0" y="0"/>
            <a:chExt cx="1913890" cy="1913890"/>
          </a:xfrm>
        </p:grpSpPr>
        <p:sp>
          <p:nvSpPr>
            <p:cNvPr id="2119" name="Google Shape;2119;p56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0" name="Google Shape;2120;p56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21" name="Google Shape;2121;p56"/>
          <p:cNvGrpSpPr/>
          <p:nvPr/>
        </p:nvGrpSpPr>
        <p:grpSpPr>
          <a:xfrm>
            <a:off x="629437" y="4316098"/>
            <a:ext cx="2296286" cy="2296286"/>
            <a:chOff x="0" y="0"/>
            <a:chExt cx="1913890" cy="1913890"/>
          </a:xfrm>
        </p:grpSpPr>
        <p:sp>
          <p:nvSpPr>
            <p:cNvPr id="2122" name="Google Shape;2122;p56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3" name="Google Shape;2123;p56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24" name="Google Shape;2124;p56"/>
          <p:cNvSpPr txBox="1"/>
          <p:nvPr/>
        </p:nvSpPr>
        <p:spPr>
          <a:xfrm>
            <a:off x="-1850084" y="2483228"/>
            <a:ext cx="13938000" cy="2843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hexadecimal form of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0111010011100?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rgbClr val="000000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grpSp>
        <p:nvGrpSpPr>
          <p:cNvPr id="2125" name="Google Shape;2125;p56"/>
          <p:cNvGrpSpPr/>
          <p:nvPr/>
        </p:nvGrpSpPr>
        <p:grpSpPr>
          <a:xfrm>
            <a:off x="7518080" y="4328785"/>
            <a:ext cx="2296286" cy="2296286"/>
            <a:chOff x="0" y="0"/>
            <a:chExt cx="1913890" cy="1913890"/>
          </a:xfrm>
        </p:grpSpPr>
        <p:sp>
          <p:nvSpPr>
            <p:cNvPr id="2126" name="Google Shape;2126;p56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7" name="Google Shape;2127;p56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28" name="Google Shape;2128;p56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9" name="Google Shape;2129;p56"/>
          <p:cNvSpPr/>
          <p:nvPr/>
        </p:nvSpPr>
        <p:spPr>
          <a:xfrm>
            <a:off x="1988535" y="264383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0" name="Google Shape;2130;p56"/>
          <p:cNvSpPr txBox="1"/>
          <p:nvPr/>
        </p:nvSpPr>
        <p:spPr>
          <a:xfrm>
            <a:off x="396443" y="-28549"/>
            <a:ext cx="14730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1" name="Google Shape;2131;p56"/>
          <p:cNvSpPr txBox="1"/>
          <p:nvPr/>
        </p:nvSpPr>
        <p:spPr>
          <a:xfrm>
            <a:off x="3849600" y="119732"/>
            <a:ext cx="21702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2" name="Google Shape;2132;p56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3" name="Google Shape;2133;p56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34" name="Google Shape;2134;p56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8858252"/>
            <a:ext cx="1828800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35" name="Google Shape;2135;p56">
            <a:hlinkClick r:id="rId5"/>
          </p:cNvPr>
          <p:cNvSpPr/>
          <p:nvPr/>
        </p:nvSpPr>
        <p:spPr>
          <a:xfrm>
            <a:off x="0" y="10414001"/>
            <a:ext cx="25200" cy="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36" name="Google Shape;2136;p56"/>
          <p:cNvGrpSpPr/>
          <p:nvPr/>
        </p:nvGrpSpPr>
        <p:grpSpPr>
          <a:xfrm>
            <a:off x="10948118" y="3320010"/>
            <a:ext cx="7054131" cy="5248702"/>
            <a:chOff x="0" y="0"/>
            <a:chExt cx="9405509" cy="6998269"/>
          </a:xfrm>
        </p:grpSpPr>
        <p:grpSp>
          <p:nvGrpSpPr>
            <p:cNvPr id="2137" name="Google Shape;2137;p56"/>
            <p:cNvGrpSpPr/>
            <p:nvPr/>
          </p:nvGrpSpPr>
          <p:grpSpPr>
            <a:xfrm>
              <a:off x="0" y="0"/>
              <a:ext cx="886167" cy="886167"/>
              <a:chOff x="0" y="0"/>
              <a:chExt cx="1913890" cy="1913890"/>
            </a:xfrm>
          </p:grpSpPr>
          <p:sp>
            <p:nvSpPr>
              <p:cNvPr id="2138" name="Google Shape;2138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9" name="Google Shape;2139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40" name="Google Shape;2140;p56"/>
            <p:cNvGrpSpPr/>
            <p:nvPr/>
          </p:nvGrpSpPr>
          <p:grpSpPr>
            <a:xfrm>
              <a:off x="886167" y="0"/>
              <a:ext cx="886167" cy="886167"/>
              <a:chOff x="0" y="0"/>
              <a:chExt cx="1913890" cy="1913890"/>
            </a:xfrm>
          </p:grpSpPr>
          <p:sp>
            <p:nvSpPr>
              <p:cNvPr id="2141" name="Google Shape;2141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2" name="Google Shape;2142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43" name="Google Shape;2143;p56"/>
            <p:cNvGrpSpPr/>
            <p:nvPr/>
          </p:nvGrpSpPr>
          <p:grpSpPr>
            <a:xfrm>
              <a:off x="1772334" y="0"/>
              <a:ext cx="886167" cy="886167"/>
              <a:chOff x="0" y="0"/>
              <a:chExt cx="1913890" cy="1913890"/>
            </a:xfrm>
          </p:grpSpPr>
          <p:sp>
            <p:nvSpPr>
              <p:cNvPr id="2144" name="Google Shape;2144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5" name="Google Shape;2145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46" name="Google Shape;2146;p56"/>
            <p:cNvGrpSpPr/>
            <p:nvPr/>
          </p:nvGrpSpPr>
          <p:grpSpPr>
            <a:xfrm>
              <a:off x="2658501" y="0"/>
              <a:ext cx="886167" cy="886167"/>
              <a:chOff x="0" y="0"/>
              <a:chExt cx="1913890" cy="1913890"/>
            </a:xfrm>
          </p:grpSpPr>
          <p:sp>
            <p:nvSpPr>
              <p:cNvPr id="2147" name="Google Shape;2147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48" name="Google Shape;2148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49" name="Google Shape;2149;p56"/>
            <p:cNvGrpSpPr/>
            <p:nvPr/>
          </p:nvGrpSpPr>
          <p:grpSpPr>
            <a:xfrm>
              <a:off x="3747141" y="30356"/>
              <a:ext cx="855811" cy="855811"/>
              <a:chOff x="0" y="0"/>
              <a:chExt cx="1913890" cy="1913890"/>
            </a:xfrm>
          </p:grpSpPr>
          <p:sp>
            <p:nvSpPr>
              <p:cNvPr id="2150" name="Google Shape;2150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1" name="Google Shape;2151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52" name="Google Shape;2152;p56"/>
            <p:cNvGrpSpPr/>
            <p:nvPr/>
          </p:nvGrpSpPr>
          <p:grpSpPr>
            <a:xfrm>
              <a:off x="0" y="855811"/>
              <a:ext cx="886167" cy="886167"/>
              <a:chOff x="0" y="0"/>
              <a:chExt cx="1913890" cy="1913890"/>
            </a:xfrm>
          </p:grpSpPr>
          <p:sp>
            <p:nvSpPr>
              <p:cNvPr id="2153" name="Google Shape;2153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4" name="Google Shape;2154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55" name="Google Shape;2155;p56"/>
            <p:cNvGrpSpPr/>
            <p:nvPr/>
          </p:nvGrpSpPr>
          <p:grpSpPr>
            <a:xfrm>
              <a:off x="886167" y="855811"/>
              <a:ext cx="886167" cy="886167"/>
              <a:chOff x="0" y="0"/>
              <a:chExt cx="1913890" cy="1913890"/>
            </a:xfrm>
          </p:grpSpPr>
          <p:sp>
            <p:nvSpPr>
              <p:cNvPr id="2156" name="Google Shape;2156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57" name="Google Shape;2157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58" name="Google Shape;2158;p56"/>
            <p:cNvGrpSpPr/>
            <p:nvPr/>
          </p:nvGrpSpPr>
          <p:grpSpPr>
            <a:xfrm>
              <a:off x="1772334" y="855811"/>
              <a:ext cx="886167" cy="886167"/>
              <a:chOff x="0" y="0"/>
              <a:chExt cx="1913890" cy="1913890"/>
            </a:xfrm>
          </p:grpSpPr>
          <p:sp>
            <p:nvSpPr>
              <p:cNvPr id="2159" name="Google Shape;2159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0" name="Google Shape;2160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61" name="Google Shape;2161;p56"/>
            <p:cNvGrpSpPr/>
            <p:nvPr/>
          </p:nvGrpSpPr>
          <p:grpSpPr>
            <a:xfrm>
              <a:off x="2658501" y="855811"/>
              <a:ext cx="886167" cy="886167"/>
              <a:chOff x="0" y="0"/>
              <a:chExt cx="1913890" cy="1913890"/>
            </a:xfrm>
          </p:grpSpPr>
          <p:sp>
            <p:nvSpPr>
              <p:cNvPr id="2162" name="Google Shape;2162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3" name="Google Shape;2163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64" name="Google Shape;2164;p56"/>
            <p:cNvGrpSpPr/>
            <p:nvPr/>
          </p:nvGrpSpPr>
          <p:grpSpPr>
            <a:xfrm>
              <a:off x="3747141" y="886167"/>
              <a:ext cx="855811" cy="855811"/>
              <a:chOff x="0" y="0"/>
              <a:chExt cx="1913890" cy="1913890"/>
            </a:xfrm>
          </p:grpSpPr>
          <p:sp>
            <p:nvSpPr>
              <p:cNvPr id="2165" name="Google Shape;2165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6" name="Google Shape;2166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67" name="Google Shape;2167;p56"/>
            <p:cNvGrpSpPr/>
            <p:nvPr/>
          </p:nvGrpSpPr>
          <p:grpSpPr>
            <a:xfrm>
              <a:off x="0" y="1741978"/>
              <a:ext cx="886167" cy="886167"/>
              <a:chOff x="0" y="0"/>
              <a:chExt cx="1913890" cy="1913890"/>
            </a:xfrm>
          </p:grpSpPr>
          <p:sp>
            <p:nvSpPr>
              <p:cNvPr id="2168" name="Google Shape;2168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69" name="Google Shape;2169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70" name="Google Shape;2170;p56"/>
            <p:cNvGrpSpPr/>
            <p:nvPr/>
          </p:nvGrpSpPr>
          <p:grpSpPr>
            <a:xfrm>
              <a:off x="886167" y="1741978"/>
              <a:ext cx="886167" cy="886167"/>
              <a:chOff x="0" y="0"/>
              <a:chExt cx="1913890" cy="1913890"/>
            </a:xfrm>
          </p:grpSpPr>
          <p:sp>
            <p:nvSpPr>
              <p:cNvPr id="2171" name="Google Shape;2171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72" name="Google Shape;2172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73" name="Google Shape;2173;p56"/>
            <p:cNvGrpSpPr/>
            <p:nvPr/>
          </p:nvGrpSpPr>
          <p:grpSpPr>
            <a:xfrm>
              <a:off x="1772334" y="1741978"/>
              <a:ext cx="886167" cy="886167"/>
              <a:chOff x="0" y="0"/>
              <a:chExt cx="1913890" cy="1913890"/>
            </a:xfrm>
          </p:grpSpPr>
          <p:sp>
            <p:nvSpPr>
              <p:cNvPr id="2174" name="Google Shape;2174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75" name="Google Shape;2175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76" name="Google Shape;2176;p56"/>
            <p:cNvGrpSpPr/>
            <p:nvPr/>
          </p:nvGrpSpPr>
          <p:grpSpPr>
            <a:xfrm>
              <a:off x="2658501" y="1741978"/>
              <a:ext cx="886167" cy="886167"/>
              <a:chOff x="0" y="0"/>
              <a:chExt cx="1913890" cy="1913890"/>
            </a:xfrm>
          </p:grpSpPr>
          <p:sp>
            <p:nvSpPr>
              <p:cNvPr id="2177" name="Google Shape;2177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78" name="Google Shape;2178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79" name="Google Shape;2179;p56"/>
            <p:cNvGrpSpPr/>
            <p:nvPr/>
          </p:nvGrpSpPr>
          <p:grpSpPr>
            <a:xfrm>
              <a:off x="3747141" y="1772334"/>
              <a:ext cx="855811" cy="855811"/>
              <a:chOff x="0" y="0"/>
              <a:chExt cx="1913890" cy="1913890"/>
            </a:xfrm>
          </p:grpSpPr>
          <p:sp>
            <p:nvSpPr>
              <p:cNvPr id="2180" name="Google Shape;2180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1" name="Google Shape;2181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82" name="Google Shape;2182;p56"/>
            <p:cNvGrpSpPr/>
            <p:nvPr/>
          </p:nvGrpSpPr>
          <p:grpSpPr>
            <a:xfrm>
              <a:off x="0" y="2597789"/>
              <a:ext cx="886167" cy="886167"/>
              <a:chOff x="0" y="0"/>
              <a:chExt cx="1913890" cy="1913890"/>
            </a:xfrm>
          </p:grpSpPr>
          <p:sp>
            <p:nvSpPr>
              <p:cNvPr id="2183" name="Google Shape;2183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4" name="Google Shape;2184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85" name="Google Shape;2185;p56"/>
            <p:cNvGrpSpPr/>
            <p:nvPr/>
          </p:nvGrpSpPr>
          <p:grpSpPr>
            <a:xfrm>
              <a:off x="886167" y="2597789"/>
              <a:ext cx="886167" cy="886167"/>
              <a:chOff x="0" y="0"/>
              <a:chExt cx="1913890" cy="1913890"/>
            </a:xfrm>
          </p:grpSpPr>
          <p:sp>
            <p:nvSpPr>
              <p:cNvPr id="2186" name="Google Shape;2186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7" name="Google Shape;2187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88" name="Google Shape;2188;p56"/>
            <p:cNvGrpSpPr/>
            <p:nvPr/>
          </p:nvGrpSpPr>
          <p:grpSpPr>
            <a:xfrm>
              <a:off x="1772334" y="2597789"/>
              <a:ext cx="886167" cy="886167"/>
              <a:chOff x="0" y="0"/>
              <a:chExt cx="1913890" cy="1913890"/>
            </a:xfrm>
          </p:grpSpPr>
          <p:sp>
            <p:nvSpPr>
              <p:cNvPr id="2189" name="Google Shape;2189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0" name="Google Shape;2190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91" name="Google Shape;2191;p56"/>
            <p:cNvGrpSpPr/>
            <p:nvPr/>
          </p:nvGrpSpPr>
          <p:grpSpPr>
            <a:xfrm>
              <a:off x="2658501" y="2597789"/>
              <a:ext cx="886167" cy="886167"/>
              <a:chOff x="0" y="0"/>
              <a:chExt cx="1913890" cy="1913890"/>
            </a:xfrm>
          </p:grpSpPr>
          <p:sp>
            <p:nvSpPr>
              <p:cNvPr id="2192" name="Google Shape;2192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3" name="Google Shape;2193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94" name="Google Shape;2194;p56"/>
            <p:cNvGrpSpPr/>
            <p:nvPr/>
          </p:nvGrpSpPr>
          <p:grpSpPr>
            <a:xfrm>
              <a:off x="3747141" y="2628145"/>
              <a:ext cx="855811" cy="855811"/>
              <a:chOff x="0" y="0"/>
              <a:chExt cx="1913890" cy="1913890"/>
            </a:xfrm>
          </p:grpSpPr>
          <p:sp>
            <p:nvSpPr>
              <p:cNvPr id="2195" name="Google Shape;2195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6" name="Google Shape;2196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197" name="Google Shape;2197;p56"/>
            <p:cNvGrpSpPr/>
            <p:nvPr/>
          </p:nvGrpSpPr>
          <p:grpSpPr>
            <a:xfrm>
              <a:off x="0" y="3483957"/>
              <a:ext cx="886167" cy="886167"/>
              <a:chOff x="0" y="0"/>
              <a:chExt cx="1913890" cy="1913890"/>
            </a:xfrm>
          </p:grpSpPr>
          <p:sp>
            <p:nvSpPr>
              <p:cNvPr id="2198" name="Google Shape;2198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9" name="Google Shape;2199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00" name="Google Shape;2200;p56"/>
            <p:cNvGrpSpPr/>
            <p:nvPr/>
          </p:nvGrpSpPr>
          <p:grpSpPr>
            <a:xfrm>
              <a:off x="886167" y="3483957"/>
              <a:ext cx="886167" cy="886167"/>
              <a:chOff x="0" y="0"/>
              <a:chExt cx="1913890" cy="1913890"/>
            </a:xfrm>
          </p:grpSpPr>
          <p:sp>
            <p:nvSpPr>
              <p:cNvPr id="2201" name="Google Shape;2201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02" name="Google Shape;2202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03" name="Google Shape;2203;p56"/>
            <p:cNvGrpSpPr/>
            <p:nvPr/>
          </p:nvGrpSpPr>
          <p:grpSpPr>
            <a:xfrm>
              <a:off x="1772334" y="3483957"/>
              <a:ext cx="886167" cy="886167"/>
              <a:chOff x="0" y="0"/>
              <a:chExt cx="1913890" cy="1913890"/>
            </a:xfrm>
          </p:grpSpPr>
          <p:sp>
            <p:nvSpPr>
              <p:cNvPr id="2204" name="Google Shape;2204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05" name="Google Shape;2205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06" name="Google Shape;2206;p56"/>
            <p:cNvGrpSpPr/>
            <p:nvPr/>
          </p:nvGrpSpPr>
          <p:grpSpPr>
            <a:xfrm>
              <a:off x="2658501" y="3483957"/>
              <a:ext cx="886167" cy="886167"/>
              <a:chOff x="0" y="0"/>
              <a:chExt cx="1913890" cy="1913890"/>
            </a:xfrm>
          </p:grpSpPr>
          <p:sp>
            <p:nvSpPr>
              <p:cNvPr id="2207" name="Google Shape;2207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08" name="Google Shape;2208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09" name="Google Shape;2209;p56"/>
            <p:cNvGrpSpPr/>
            <p:nvPr/>
          </p:nvGrpSpPr>
          <p:grpSpPr>
            <a:xfrm>
              <a:off x="3747141" y="3514313"/>
              <a:ext cx="855811" cy="855811"/>
              <a:chOff x="0" y="0"/>
              <a:chExt cx="1913890" cy="1913890"/>
            </a:xfrm>
          </p:grpSpPr>
          <p:sp>
            <p:nvSpPr>
              <p:cNvPr id="2210" name="Google Shape;2210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11" name="Google Shape;2211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12" name="Google Shape;2212;p56"/>
            <p:cNvGrpSpPr/>
            <p:nvPr/>
          </p:nvGrpSpPr>
          <p:grpSpPr>
            <a:xfrm>
              <a:off x="0" y="4339768"/>
              <a:ext cx="886167" cy="886167"/>
              <a:chOff x="0" y="0"/>
              <a:chExt cx="1913890" cy="1913890"/>
            </a:xfrm>
          </p:grpSpPr>
          <p:sp>
            <p:nvSpPr>
              <p:cNvPr id="2213" name="Google Shape;2213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14" name="Google Shape;2214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15" name="Google Shape;2215;p56"/>
            <p:cNvGrpSpPr/>
            <p:nvPr/>
          </p:nvGrpSpPr>
          <p:grpSpPr>
            <a:xfrm>
              <a:off x="886167" y="4339768"/>
              <a:ext cx="886167" cy="886167"/>
              <a:chOff x="0" y="0"/>
              <a:chExt cx="1913890" cy="1913890"/>
            </a:xfrm>
          </p:grpSpPr>
          <p:sp>
            <p:nvSpPr>
              <p:cNvPr id="2216" name="Google Shape;2216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17" name="Google Shape;2217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18" name="Google Shape;2218;p56"/>
            <p:cNvGrpSpPr/>
            <p:nvPr/>
          </p:nvGrpSpPr>
          <p:grpSpPr>
            <a:xfrm>
              <a:off x="1772334" y="4339768"/>
              <a:ext cx="886167" cy="886167"/>
              <a:chOff x="0" y="0"/>
              <a:chExt cx="1913890" cy="1913890"/>
            </a:xfrm>
          </p:grpSpPr>
          <p:sp>
            <p:nvSpPr>
              <p:cNvPr id="2219" name="Google Shape;2219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0" name="Google Shape;2220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21" name="Google Shape;2221;p56"/>
            <p:cNvGrpSpPr/>
            <p:nvPr/>
          </p:nvGrpSpPr>
          <p:grpSpPr>
            <a:xfrm>
              <a:off x="2658501" y="4339768"/>
              <a:ext cx="886167" cy="886167"/>
              <a:chOff x="0" y="0"/>
              <a:chExt cx="1913890" cy="1913890"/>
            </a:xfrm>
          </p:grpSpPr>
          <p:sp>
            <p:nvSpPr>
              <p:cNvPr id="2222" name="Google Shape;2222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3" name="Google Shape;2223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24" name="Google Shape;2224;p56"/>
            <p:cNvGrpSpPr/>
            <p:nvPr/>
          </p:nvGrpSpPr>
          <p:grpSpPr>
            <a:xfrm>
              <a:off x="3747141" y="4370124"/>
              <a:ext cx="855811" cy="855811"/>
              <a:chOff x="0" y="0"/>
              <a:chExt cx="1913890" cy="1913890"/>
            </a:xfrm>
          </p:grpSpPr>
          <p:sp>
            <p:nvSpPr>
              <p:cNvPr id="2225" name="Google Shape;2225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6" name="Google Shape;2226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27" name="Google Shape;2227;p56"/>
            <p:cNvGrpSpPr/>
            <p:nvPr/>
          </p:nvGrpSpPr>
          <p:grpSpPr>
            <a:xfrm>
              <a:off x="0" y="5225935"/>
              <a:ext cx="886167" cy="886167"/>
              <a:chOff x="0" y="0"/>
              <a:chExt cx="1913890" cy="1913890"/>
            </a:xfrm>
          </p:grpSpPr>
          <p:sp>
            <p:nvSpPr>
              <p:cNvPr id="2228" name="Google Shape;2228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9" name="Google Shape;2229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30" name="Google Shape;2230;p56"/>
            <p:cNvGrpSpPr/>
            <p:nvPr/>
          </p:nvGrpSpPr>
          <p:grpSpPr>
            <a:xfrm>
              <a:off x="886167" y="5225935"/>
              <a:ext cx="886167" cy="886167"/>
              <a:chOff x="0" y="0"/>
              <a:chExt cx="1913890" cy="1913890"/>
            </a:xfrm>
          </p:grpSpPr>
          <p:sp>
            <p:nvSpPr>
              <p:cNvPr id="2231" name="Google Shape;2231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2" name="Google Shape;2232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33" name="Google Shape;2233;p56"/>
            <p:cNvGrpSpPr/>
            <p:nvPr/>
          </p:nvGrpSpPr>
          <p:grpSpPr>
            <a:xfrm>
              <a:off x="1772334" y="5225935"/>
              <a:ext cx="886167" cy="886167"/>
              <a:chOff x="0" y="0"/>
              <a:chExt cx="1913890" cy="1913890"/>
            </a:xfrm>
          </p:grpSpPr>
          <p:sp>
            <p:nvSpPr>
              <p:cNvPr id="2234" name="Google Shape;2234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5" name="Google Shape;2235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36" name="Google Shape;2236;p56"/>
            <p:cNvGrpSpPr/>
            <p:nvPr/>
          </p:nvGrpSpPr>
          <p:grpSpPr>
            <a:xfrm>
              <a:off x="2658501" y="5225935"/>
              <a:ext cx="886167" cy="886167"/>
              <a:chOff x="0" y="0"/>
              <a:chExt cx="1913890" cy="1913890"/>
            </a:xfrm>
          </p:grpSpPr>
          <p:sp>
            <p:nvSpPr>
              <p:cNvPr id="2237" name="Google Shape;2237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8" name="Google Shape;2238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39" name="Google Shape;2239;p56"/>
            <p:cNvGrpSpPr/>
            <p:nvPr/>
          </p:nvGrpSpPr>
          <p:grpSpPr>
            <a:xfrm>
              <a:off x="3747141" y="5256291"/>
              <a:ext cx="855811" cy="855811"/>
              <a:chOff x="0" y="0"/>
              <a:chExt cx="1913890" cy="1913890"/>
            </a:xfrm>
          </p:grpSpPr>
          <p:sp>
            <p:nvSpPr>
              <p:cNvPr id="2240" name="Google Shape;2240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1" name="Google Shape;2241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42" name="Google Shape;2242;p56"/>
            <p:cNvGrpSpPr/>
            <p:nvPr/>
          </p:nvGrpSpPr>
          <p:grpSpPr>
            <a:xfrm>
              <a:off x="0" y="6081746"/>
              <a:ext cx="886167" cy="886167"/>
              <a:chOff x="0" y="0"/>
              <a:chExt cx="1913890" cy="1913890"/>
            </a:xfrm>
          </p:grpSpPr>
          <p:sp>
            <p:nvSpPr>
              <p:cNvPr id="2243" name="Google Shape;2243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4" name="Google Shape;2244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45" name="Google Shape;2245;p56"/>
            <p:cNvGrpSpPr/>
            <p:nvPr/>
          </p:nvGrpSpPr>
          <p:grpSpPr>
            <a:xfrm>
              <a:off x="886167" y="6081746"/>
              <a:ext cx="886167" cy="886167"/>
              <a:chOff x="0" y="0"/>
              <a:chExt cx="1913890" cy="1913890"/>
            </a:xfrm>
          </p:grpSpPr>
          <p:sp>
            <p:nvSpPr>
              <p:cNvPr id="2246" name="Google Shape;2246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7" name="Google Shape;2247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48" name="Google Shape;2248;p56"/>
            <p:cNvGrpSpPr/>
            <p:nvPr/>
          </p:nvGrpSpPr>
          <p:grpSpPr>
            <a:xfrm>
              <a:off x="1772334" y="6081746"/>
              <a:ext cx="886167" cy="886167"/>
              <a:chOff x="0" y="0"/>
              <a:chExt cx="1913890" cy="1913890"/>
            </a:xfrm>
          </p:grpSpPr>
          <p:sp>
            <p:nvSpPr>
              <p:cNvPr id="2249" name="Google Shape;2249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0" name="Google Shape;2250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51" name="Google Shape;2251;p56"/>
            <p:cNvGrpSpPr/>
            <p:nvPr/>
          </p:nvGrpSpPr>
          <p:grpSpPr>
            <a:xfrm>
              <a:off x="2658501" y="6081746"/>
              <a:ext cx="886167" cy="886167"/>
              <a:chOff x="0" y="0"/>
              <a:chExt cx="1913890" cy="1913890"/>
            </a:xfrm>
          </p:grpSpPr>
          <p:sp>
            <p:nvSpPr>
              <p:cNvPr id="2252" name="Google Shape;2252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3" name="Google Shape;2253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54" name="Google Shape;2254;p56"/>
            <p:cNvGrpSpPr/>
            <p:nvPr/>
          </p:nvGrpSpPr>
          <p:grpSpPr>
            <a:xfrm>
              <a:off x="3747141" y="6112102"/>
              <a:ext cx="855811" cy="855811"/>
              <a:chOff x="0" y="0"/>
              <a:chExt cx="1913890" cy="1913890"/>
            </a:xfrm>
          </p:grpSpPr>
          <p:sp>
            <p:nvSpPr>
              <p:cNvPr id="2255" name="Google Shape;2255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6" name="Google Shape;2256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257" name="Google Shape;2257;p56"/>
            <p:cNvSpPr txBox="1"/>
            <p:nvPr/>
          </p:nvSpPr>
          <p:spPr>
            <a:xfrm>
              <a:off x="335001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58" name="Google Shape;2258;p56"/>
            <p:cNvSpPr txBox="1"/>
            <p:nvPr/>
          </p:nvSpPr>
          <p:spPr>
            <a:xfrm>
              <a:off x="1221169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59" name="Google Shape;2259;p56"/>
            <p:cNvSpPr txBox="1"/>
            <p:nvPr/>
          </p:nvSpPr>
          <p:spPr>
            <a:xfrm>
              <a:off x="2107336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60" name="Google Shape;2260;p56"/>
            <p:cNvSpPr txBox="1"/>
            <p:nvPr/>
          </p:nvSpPr>
          <p:spPr>
            <a:xfrm>
              <a:off x="2993503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61" name="Google Shape;2261;p56"/>
            <p:cNvSpPr txBox="1"/>
            <p:nvPr/>
          </p:nvSpPr>
          <p:spPr>
            <a:xfrm>
              <a:off x="4070993" y="211120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62" name="Google Shape;2262;p56"/>
            <p:cNvSpPr txBox="1"/>
            <p:nvPr/>
          </p:nvSpPr>
          <p:spPr>
            <a:xfrm>
              <a:off x="335001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63" name="Google Shape;2263;p56"/>
            <p:cNvSpPr txBox="1"/>
            <p:nvPr/>
          </p:nvSpPr>
          <p:spPr>
            <a:xfrm>
              <a:off x="1221169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64" name="Google Shape;2264;p56"/>
            <p:cNvSpPr txBox="1"/>
            <p:nvPr/>
          </p:nvSpPr>
          <p:spPr>
            <a:xfrm>
              <a:off x="2107336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65" name="Google Shape;2265;p56"/>
            <p:cNvSpPr txBox="1"/>
            <p:nvPr/>
          </p:nvSpPr>
          <p:spPr>
            <a:xfrm>
              <a:off x="2993503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66" name="Google Shape;2266;p56"/>
            <p:cNvSpPr txBox="1"/>
            <p:nvPr/>
          </p:nvSpPr>
          <p:spPr>
            <a:xfrm>
              <a:off x="4070993" y="1066931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67" name="Google Shape;2267;p56"/>
            <p:cNvSpPr txBox="1"/>
            <p:nvPr/>
          </p:nvSpPr>
          <p:spPr>
            <a:xfrm>
              <a:off x="335001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68" name="Google Shape;2268;p56"/>
            <p:cNvSpPr txBox="1"/>
            <p:nvPr/>
          </p:nvSpPr>
          <p:spPr>
            <a:xfrm>
              <a:off x="1221169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69" name="Google Shape;2269;p56"/>
            <p:cNvSpPr txBox="1"/>
            <p:nvPr/>
          </p:nvSpPr>
          <p:spPr>
            <a:xfrm>
              <a:off x="2107336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70" name="Google Shape;2270;p56"/>
            <p:cNvSpPr txBox="1"/>
            <p:nvPr/>
          </p:nvSpPr>
          <p:spPr>
            <a:xfrm>
              <a:off x="2993503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71" name="Google Shape;2271;p56"/>
            <p:cNvSpPr txBox="1"/>
            <p:nvPr/>
          </p:nvSpPr>
          <p:spPr>
            <a:xfrm>
              <a:off x="4070993" y="195309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2</a:t>
              </a:r>
              <a:endParaRPr/>
            </a:p>
          </p:txBody>
        </p:sp>
        <p:sp>
          <p:nvSpPr>
            <p:cNvPr id="2272" name="Google Shape;2272;p56"/>
            <p:cNvSpPr txBox="1"/>
            <p:nvPr/>
          </p:nvSpPr>
          <p:spPr>
            <a:xfrm>
              <a:off x="335001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73" name="Google Shape;2273;p56"/>
            <p:cNvSpPr txBox="1"/>
            <p:nvPr/>
          </p:nvSpPr>
          <p:spPr>
            <a:xfrm>
              <a:off x="1221169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74" name="Google Shape;2274;p56"/>
            <p:cNvSpPr txBox="1"/>
            <p:nvPr/>
          </p:nvSpPr>
          <p:spPr>
            <a:xfrm>
              <a:off x="2107336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75" name="Google Shape;2275;p56"/>
            <p:cNvSpPr txBox="1"/>
            <p:nvPr/>
          </p:nvSpPr>
          <p:spPr>
            <a:xfrm>
              <a:off x="2993503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76" name="Google Shape;2276;p56"/>
            <p:cNvSpPr txBox="1"/>
            <p:nvPr/>
          </p:nvSpPr>
          <p:spPr>
            <a:xfrm>
              <a:off x="4070993" y="2808909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3</a:t>
              </a:r>
              <a:endParaRPr/>
            </a:p>
          </p:txBody>
        </p:sp>
        <p:sp>
          <p:nvSpPr>
            <p:cNvPr id="2277" name="Google Shape;2277;p56"/>
            <p:cNvSpPr txBox="1"/>
            <p:nvPr/>
          </p:nvSpPr>
          <p:spPr>
            <a:xfrm>
              <a:off x="335001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78" name="Google Shape;2278;p56"/>
            <p:cNvSpPr txBox="1"/>
            <p:nvPr/>
          </p:nvSpPr>
          <p:spPr>
            <a:xfrm>
              <a:off x="1221169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79" name="Google Shape;2279;p56"/>
            <p:cNvSpPr txBox="1"/>
            <p:nvPr/>
          </p:nvSpPr>
          <p:spPr>
            <a:xfrm>
              <a:off x="2107336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80" name="Google Shape;2280;p56"/>
            <p:cNvSpPr txBox="1"/>
            <p:nvPr/>
          </p:nvSpPr>
          <p:spPr>
            <a:xfrm>
              <a:off x="2993503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81" name="Google Shape;2281;p56"/>
            <p:cNvSpPr txBox="1"/>
            <p:nvPr/>
          </p:nvSpPr>
          <p:spPr>
            <a:xfrm>
              <a:off x="4070993" y="36950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4</a:t>
              </a:r>
              <a:endParaRPr/>
            </a:p>
          </p:txBody>
        </p:sp>
        <p:sp>
          <p:nvSpPr>
            <p:cNvPr id="2282" name="Google Shape;2282;p56"/>
            <p:cNvSpPr txBox="1"/>
            <p:nvPr/>
          </p:nvSpPr>
          <p:spPr>
            <a:xfrm>
              <a:off x="335001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83" name="Google Shape;2283;p56"/>
            <p:cNvSpPr txBox="1"/>
            <p:nvPr/>
          </p:nvSpPr>
          <p:spPr>
            <a:xfrm>
              <a:off x="1221169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84" name="Google Shape;2284;p56"/>
            <p:cNvSpPr txBox="1"/>
            <p:nvPr/>
          </p:nvSpPr>
          <p:spPr>
            <a:xfrm>
              <a:off x="2107336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85" name="Google Shape;2285;p56"/>
            <p:cNvSpPr txBox="1"/>
            <p:nvPr/>
          </p:nvSpPr>
          <p:spPr>
            <a:xfrm>
              <a:off x="2993503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86" name="Google Shape;2286;p56"/>
            <p:cNvSpPr txBox="1"/>
            <p:nvPr/>
          </p:nvSpPr>
          <p:spPr>
            <a:xfrm>
              <a:off x="4070993" y="455088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5</a:t>
              </a:r>
              <a:endParaRPr/>
            </a:p>
          </p:txBody>
        </p:sp>
        <p:sp>
          <p:nvSpPr>
            <p:cNvPr id="2287" name="Google Shape;2287;p56"/>
            <p:cNvSpPr txBox="1"/>
            <p:nvPr/>
          </p:nvSpPr>
          <p:spPr>
            <a:xfrm>
              <a:off x="335001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88" name="Google Shape;2288;p56"/>
            <p:cNvSpPr txBox="1"/>
            <p:nvPr/>
          </p:nvSpPr>
          <p:spPr>
            <a:xfrm>
              <a:off x="1221169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89" name="Google Shape;2289;p56"/>
            <p:cNvSpPr txBox="1"/>
            <p:nvPr/>
          </p:nvSpPr>
          <p:spPr>
            <a:xfrm>
              <a:off x="2107336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90" name="Google Shape;2290;p56"/>
            <p:cNvSpPr txBox="1"/>
            <p:nvPr/>
          </p:nvSpPr>
          <p:spPr>
            <a:xfrm>
              <a:off x="2993503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91" name="Google Shape;2291;p56"/>
            <p:cNvSpPr txBox="1"/>
            <p:nvPr/>
          </p:nvSpPr>
          <p:spPr>
            <a:xfrm>
              <a:off x="4070993" y="5437055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6</a:t>
              </a:r>
              <a:endParaRPr/>
            </a:p>
          </p:txBody>
        </p:sp>
        <p:sp>
          <p:nvSpPr>
            <p:cNvPr id="2292" name="Google Shape;2292;p56"/>
            <p:cNvSpPr txBox="1"/>
            <p:nvPr/>
          </p:nvSpPr>
          <p:spPr>
            <a:xfrm>
              <a:off x="335001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293" name="Google Shape;2293;p56"/>
            <p:cNvSpPr txBox="1"/>
            <p:nvPr/>
          </p:nvSpPr>
          <p:spPr>
            <a:xfrm>
              <a:off x="1221169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94" name="Google Shape;2294;p56"/>
            <p:cNvSpPr txBox="1"/>
            <p:nvPr/>
          </p:nvSpPr>
          <p:spPr>
            <a:xfrm>
              <a:off x="2107336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95" name="Google Shape;2295;p56"/>
            <p:cNvSpPr txBox="1"/>
            <p:nvPr/>
          </p:nvSpPr>
          <p:spPr>
            <a:xfrm>
              <a:off x="2993503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296" name="Google Shape;2296;p56"/>
            <p:cNvSpPr txBox="1"/>
            <p:nvPr/>
          </p:nvSpPr>
          <p:spPr>
            <a:xfrm>
              <a:off x="4070993" y="629286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7</a:t>
              </a:r>
              <a:endParaRPr/>
            </a:p>
          </p:txBody>
        </p:sp>
        <p:grpSp>
          <p:nvGrpSpPr>
            <p:cNvPr id="2297" name="Google Shape;2297;p56"/>
            <p:cNvGrpSpPr/>
            <p:nvPr/>
          </p:nvGrpSpPr>
          <p:grpSpPr>
            <a:xfrm>
              <a:off x="4833730" y="30356"/>
              <a:ext cx="886167" cy="886167"/>
              <a:chOff x="0" y="0"/>
              <a:chExt cx="1913890" cy="1913890"/>
            </a:xfrm>
          </p:grpSpPr>
          <p:sp>
            <p:nvSpPr>
              <p:cNvPr id="2298" name="Google Shape;2298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9" name="Google Shape;2299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00" name="Google Shape;2300;p56"/>
            <p:cNvGrpSpPr/>
            <p:nvPr/>
          </p:nvGrpSpPr>
          <p:grpSpPr>
            <a:xfrm>
              <a:off x="5719898" y="30356"/>
              <a:ext cx="886167" cy="886167"/>
              <a:chOff x="0" y="0"/>
              <a:chExt cx="1913890" cy="1913890"/>
            </a:xfrm>
          </p:grpSpPr>
          <p:sp>
            <p:nvSpPr>
              <p:cNvPr id="2301" name="Google Shape;2301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2" name="Google Shape;2302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03" name="Google Shape;2303;p56"/>
            <p:cNvGrpSpPr/>
            <p:nvPr/>
          </p:nvGrpSpPr>
          <p:grpSpPr>
            <a:xfrm>
              <a:off x="6606065" y="30356"/>
              <a:ext cx="886167" cy="886167"/>
              <a:chOff x="0" y="0"/>
              <a:chExt cx="1913890" cy="1913890"/>
            </a:xfrm>
          </p:grpSpPr>
          <p:sp>
            <p:nvSpPr>
              <p:cNvPr id="2304" name="Google Shape;2304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5" name="Google Shape;2305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06" name="Google Shape;2306;p56"/>
            <p:cNvGrpSpPr/>
            <p:nvPr/>
          </p:nvGrpSpPr>
          <p:grpSpPr>
            <a:xfrm>
              <a:off x="7492232" y="30356"/>
              <a:ext cx="886167" cy="886167"/>
              <a:chOff x="0" y="0"/>
              <a:chExt cx="1913890" cy="1913890"/>
            </a:xfrm>
          </p:grpSpPr>
          <p:sp>
            <p:nvSpPr>
              <p:cNvPr id="2307" name="Google Shape;2307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8" name="Google Shape;2308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09" name="Google Shape;2309;p56"/>
            <p:cNvGrpSpPr/>
            <p:nvPr/>
          </p:nvGrpSpPr>
          <p:grpSpPr>
            <a:xfrm>
              <a:off x="8549698" y="60712"/>
              <a:ext cx="855811" cy="855811"/>
              <a:chOff x="0" y="0"/>
              <a:chExt cx="1913890" cy="1913890"/>
            </a:xfrm>
          </p:grpSpPr>
          <p:sp>
            <p:nvSpPr>
              <p:cNvPr id="2310" name="Google Shape;2310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1" name="Google Shape;2311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12" name="Google Shape;2312;p56"/>
            <p:cNvGrpSpPr/>
            <p:nvPr/>
          </p:nvGrpSpPr>
          <p:grpSpPr>
            <a:xfrm>
              <a:off x="4833730" y="886167"/>
              <a:ext cx="886167" cy="886167"/>
              <a:chOff x="0" y="0"/>
              <a:chExt cx="1913890" cy="1913890"/>
            </a:xfrm>
          </p:grpSpPr>
          <p:sp>
            <p:nvSpPr>
              <p:cNvPr id="2313" name="Google Shape;2313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4" name="Google Shape;2314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15" name="Google Shape;2315;p56"/>
            <p:cNvGrpSpPr/>
            <p:nvPr/>
          </p:nvGrpSpPr>
          <p:grpSpPr>
            <a:xfrm>
              <a:off x="5719898" y="886167"/>
              <a:ext cx="886167" cy="886167"/>
              <a:chOff x="0" y="0"/>
              <a:chExt cx="1913890" cy="1913890"/>
            </a:xfrm>
          </p:grpSpPr>
          <p:sp>
            <p:nvSpPr>
              <p:cNvPr id="2316" name="Google Shape;2316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7" name="Google Shape;2317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18" name="Google Shape;2318;p56"/>
            <p:cNvGrpSpPr/>
            <p:nvPr/>
          </p:nvGrpSpPr>
          <p:grpSpPr>
            <a:xfrm>
              <a:off x="6606065" y="886167"/>
              <a:ext cx="886167" cy="886167"/>
              <a:chOff x="0" y="0"/>
              <a:chExt cx="1913890" cy="1913890"/>
            </a:xfrm>
          </p:grpSpPr>
          <p:sp>
            <p:nvSpPr>
              <p:cNvPr id="2319" name="Google Shape;2319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0" name="Google Shape;2320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21" name="Google Shape;2321;p56"/>
            <p:cNvGrpSpPr/>
            <p:nvPr/>
          </p:nvGrpSpPr>
          <p:grpSpPr>
            <a:xfrm>
              <a:off x="7492232" y="886167"/>
              <a:ext cx="886167" cy="886167"/>
              <a:chOff x="0" y="0"/>
              <a:chExt cx="1913890" cy="1913890"/>
            </a:xfrm>
          </p:grpSpPr>
          <p:sp>
            <p:nvSpPr>
              <p:cNvPr id="2322" name="Google Shape;2322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3" name="Google Shape;2323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24" name="Google Shape;2324;p56"/>
            <p:cNvGrpSpPr/>
            <p:nvPr/>
          </p:nvGrpSpPr>
          <p:grpSpPr>
            <a:xfrm>
              <a:off x="8549698" y="916523"/>
              <a:ext cx="855811" cy="855811"/>
              <a:chOff x="0" y="0"/>
              <a:chExt cx="1913890" cy="1913890"/>
            </a:xfrm>
          </p:grpSpPr>
          <p:sp>
            <p:nvSpPr>
              <p:cNvPr id="2325" name="Google Shape;2325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6" name="Google Shape;2326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27" name="Google Shape;2327;p56"/>
            <p:cNvGrpSpPr/>
            <p:nvPr/>
          </p:nvGrpSpPr>
          <p:grpSpPr>
            <a:xfrm>
              <a:off x="4833730" y="1772334"/>
              <a:ext cx="886167" cy="886167"/>
              <a:chOff x="0" y="0"/>
              <a:chExt cx="1913890" cy="1913890"/>
            </a:xfrm>
          </p:grpSpPr>
          <p:sp>
            <p:nvSpPr>
              <p:cNvPr id="2328" name="Google Shape;2328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9" name="Google Shape;2329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30" name="Google Shape;2330;p56"/>
            <p:cNvGrpSpPr/>
            <p:nvPr/>
          </p:nvGrpSpPr>
          <p:grpSpPr>
            <a:xfrm>
              <a:off x="5719898" y="1772334"/>
              <a:ext cx="886167" cy="886167"/>
              <a:chOff x="0" y="0"/>
              <a:chExt cx="1913890" cy="1913890"/>
            </a:xfrm>
          </p:grpSpPr>
          <p:sp>
            <p:nvSpPr>
              <p:cNvPr id="2331" name="Google Shape;2331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2" name="Google Shape;2332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33" name="Google Shape;2333;p56"/>
            <p:cNvGrpSpPr/>
            <p:nvPr/>
          </p:nvGrpSpPr>
          <p:grpSpPr>
            <a:xfrm>
              <a:off x="6606065" y="1772334"/>
              <a:ext cx="886167" cy="886167"/>
              <a:chOff x="0" y="0"/>
              <a:chExt cx="1913890" cy="1913890"/>
            </a:xfrm>
          </p:grpSpPr>
          <p:sp>
            <p:nvSpPr>
              <p:cNvPr id="2334" name="Google Shape;2334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5" name="Google Shape;2335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36" name="Google Shape;2336;p56"/>
            <p:cNvGrpSpPr/>
            <p:nvPr/>
          </p:nvGrpSpPr>
          <p:grpSpPr>
            <a:xfrm>
              <a:off x="7492232" y="1772334"/>
              <a:ext cx="886167" cy="886167"/>
              <a:chOff x="0" y="0"/>
              <a:chExt cx="1913890" cy="1913890"/>
            </a:xfrm>
          </p:grpSpPr>
          <p:sp>
            <p:nvSpPr>
              <p:cNvPr id="2337" name="Google Shape;2337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8" name="Google Shape;2338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39" name="Google Shape;2339;p56"/>
            <p:cNvGrpSpPr/>
            <p:nvPr/>
          </p:nvGrpSpPr>
          <p:grpSpPr>
            <a:xfrm>
              <a:off x="8549698" y="1802690"/>
              <a:ext cx="855811" cy="855811"/>
              <a:chOff x="0" y="0"/>
              <a:chExt cx="1913890" cy="1913890"/>
            </a:xfrm>
          </p:grpSpPr>
          <p:sp>
            <p:nvSpPr>
              <p:cNvPr id="2340" name="Google Shape;2340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1" name="Google Shape;2341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42" name="Google Shape;2342;p56"/>
            <p:cNvGrpSpPr/>
            <p:nvPr/>
          </p:nvGrpSpPr>
          <p:grpSpPr>
            <a:xfrm>
              <a:off x="4833730" y="2628145"/>
              <a:ext cx="886167" cy="886167"/>
              <a:chOff x="0" y="0"/>
              <a:chExt cx="1913890" cy="1913890"/>
            </a:xfrm>
          </p:grpSpPr>
          <p:sp>
            <p:nvSpPr>
              <p:cNvPr id="2343" name="Google Shape;2343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4" name="Google Shape;2344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45" name="Google Shape;2345;p56"/>
            <p:cNvGrpSpPr/>
            <p:nvPr/>
          </p:nvGrpSpPr>
          <p:grpSpPr>
            <a:xfrm>
              <a:off x="5719898" y="2628145"/>
              <a:ext cx="886167" cy="886167"/>
              <a:chOff x="0" y="0"/>
              <a:chExt cx="1913890" cy="1913890"/>
            </a:xfrm>
          </p:grpSpPr>
          <p:sp>
            <p:nvSpPr>
              <p:cNvPr id="2346" name="Google Shape;2346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47" name="Google Shape;2347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48" name="Google Shape;2348;p56"/>
            <p:cNvGrpSpPr/>
            <p:nvPr/>
          </p:nvGrpSpPr>
          <p:grpSpPr>
            <a:xfrm>
              <a:off x="6606065" y="2628145"/>
              <a:ext cx="886167" cy="886167"/>
              <a:chOff x="0" y="0"/>
              <a:chExt cx="1913890" cy="1913890"/>
            </a:xfrm>
          </p:grpSpPr>
          <p:sp>
            <p:nvSpPr>
              <p:cNvPr id="2349" name="Google Shape;2349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0" name="Google Shape;2350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51" name="Google Shape;2351;p56"/>
            <p:cNvGrpSpPr/>
            <p:nvPr/>
          </p:nvGrpSpPr>
          <p:grpSpPr>
            <a:xfrm>
              <a:off x="7492232" y="2628145"/>
              <a:ext cx="886167" cy="886167"/>
              <a:chOff x="0" y="0"/>
              <a:chExt cx="1913890" cy="1913890"/>
            </a:xfrm>
          </p:grpSpPr>
          <p:sp>
            <p:nvSpPr>
              <p:cNvPr id="2352" name="Google Shape;2352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3" name="Google Shape;2353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54" name="Google Shape;2354;p56"/>
            <p:cNvGrpSpPr/>
            <p:nvPr/>
          </p:nvGrpSpPr>
          <p:grpSpPr>
            <a:xfrm>
              <a:off x="8549698" y="2658501"/>
              <a:ext cx="855811" cy="855811"/>
              <a:chOff x="0" y="0"/>
              <a:chExt cx="1913890" cy="1913890"/>
            </a:xfrm>
          </p:grpSpPr>
          <p:sp>
            <p:nvSpPr>
              <p:cNvPr id="2355" name="Google Shape;2355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6" name="Google Shape;2356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57" name="Google Shape;2357;p56"/>
            <p:cNvGrpSpPr/>
            <p:nvPr/>
          </p:nvGrpSpPr>
          <p:grpSpPr>
            <a:xfrm>
              <a:off x="4833730" y="3514313"/>
              <a:ext cx="886167" cy="886167"/>
              <a:chOff x="0" y="0"/>
              <a:chExt cx="1913890" cy="1913890"/>
            </a:xfrm>
          </p:grpSpPr>
          <p:sp>
            <p:nvSpPr>
              <p:cNvPr id="2358" name="Google Shape;2358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9" name="Google Shape;2359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60" name="Google Shape;2360;p56"/>
            <p:cNvGrpSpPr/>
            <p:nvPr/>
          </p:nvGrpSpPr>
          <p:grpSpPr>
            <a:xfrm>
              <a:off x="5719898" y="3514313"/>
              <a:ext cx="886167" cy="886167"/>
              <a:chOff x="0" y="0"/>
              <a:chExt cx="1913890" cy="1913890"/>
            </a:xfrm>
          </p:grpSpPr>
          <p:sp>
            <p:nvSpPr>
              <p:cNvPr id="2361" name="Google Shape;2361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2" name="Google Shape;2362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63" name="Google Shape;2363;p56"/>
            <p:cNvGrpSpPr/>
            <p:nvPr/>
          </p:nvGrpSpPr>
          <p:grpSpPr>
            <a:xfrm>
              <a:off x="6606065" y="3514313"/>
              <a:ext cx="886167" cy="886167"/>
              <a:chOff x="0" y="0"/>
              <a:chExt cx="1913890" cy="1913890"/>
            </a:xfrm>
          </p:grpSpPr>
          <p:sp>
            <p:nvSpPr>
              <p:cNvPr id="2364" name="Google Shape;2364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5" name="Google Shape;2365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66" name="Google Shape;2366;p56"/>
            <p:cNvGrpSpPr/>
            <p:nvPr/>
          </p:nvGrpSpPr>
          <p:grpSpPr>
            <a:xfrm>
              <a:off x="7492232" y="3514313"/>
              <a:ext cx="886167" cy="886167"/>
              <a:chOff x="0" y="0"/>
              <a:chExt cx="1913890" cy="1913890"/>
            </a:xfrm>
          </p:grpSpPr>
          <p:sp>
            <p:nvSpPr>
              <p:cNvPr id="2367" name="Google Shape;2367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68" name="Google Shape;2368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69" name="Google Shape;2369;p56"/>
            <p:cNvGrpSpPr/>
            <p:nvPr/>
          </p:nvGrpSpPr>
          <p:grpSpPr>
            <a:xfrm>
              <a:off x="8549698" y="3544669"/>
              <a:ext cx="855811" cy="855811"/>
              <a:chOff x="0" y="0"/>
              <a:chExt cx="1913890" cy="1913890"/>
            </a:xfrm>
          </p:grpSpPr>
          <p:sp>
            <p:nvSpPr>
              <p:cNvPr id="2370" name="Google Shape;2370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1" name="Google Shape;2371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72" name="Google Shape;2372;p56"/>
            <p:cNvGrpSpPr/>
            <p:nvPr/>
          </p:nvGrpSpPr>
          <p:grpSpPr>
            <a:xfrm>
              <a:off x="4833730" y="4370124"/>
              <a:ext cx="886167" cy="886167"/>
              <a:chOff x="0" y="0"/>
              <a:chExt cx="1913890" cy="1913890"/>
            </a:xfrm>
          </p:grpSpPr>
          <p:sp>
            <p:nvSpPr>
              <p:cNvPr id="2373" name="Google Shape;2373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4" name="Google Shape;2374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75" name="Google Shape;2375;p56"/>
            <p:cNvGrpSpPr/>
            <p:nvPr/>
          </p:nvGrpSpPr>
          <p:grpSpPr>
            <a:xfrm>
              <a:off x="5719898" y="4370124"/>
              <a:ext cx="886167" cy="886167"/>
              <a:chOff x="0" y="0"/>
              <a:chExt cx="1913890" cy="1913890"/>
            </a:xfrm>
          </p:grpSpPr>
          <p:sp>
            <p:nvSpPr>
              <p:cNvPr id="2376" name="Google Shape;2376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77" name="Google Shape;2377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78" name="Google Shape;2378;p56"/>
            <p:cNvGrpSpPr/>
            <p:nvPr/>
          </p:nvGrpSpPr>
          <p:grpSpPr>
            <a:xfrm>
              <a:off x="6606065" y="4370124"/>
              <a:ext cx="886167" cy="886167"/>
              <a:chOff x="0" y="0"/>
              <a:chExt cx="1913890" cy="1913890"/>
            </a:xfrm>
          </p:grpSpPr>
          <p:sp>
            <p:nvSpPr>
              <p:cNvPr id="2379" name="Google Shape;2379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0" name="Google Shape;2380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81" name="Google Shape;2381;p56"/>
            <p:cNvGrpSpPr/>
            <p:nvPr/>
          </p:nvGrpSpPr>
          <p:grpSpPr>
            <a:xfrm>
              <a:off x="7492232" y="4370124"/>
              <a:ext cx="886167" cy="886167"/>
              <a:chOff x="0" y="0"/>
              <a:chExt cx="1913890" cy="1913890"/>
            </a:xfrm>
          </p:grpSpPr>
          <p:sp>
            <p:nvSpPr>
              <p:cNvPr id="2382" name="Google Shape;2382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3" name="Google Shape;2383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84" name="Google Shape;2384;p56"/>
            <p:cNvGrpSpPr/>
            <p:nvPr/>
          </p:nvGrpSpPr>
          <p:grpSpPr>
            <a:xfrm>
              <a:off x="8549698" y="4400480"/>
              <a:ext cx="855811" cy="855811"/>
              <a:chOff x="0" y="0"/>
              <a:chExt cx="1913890" cy="1913890"/>
            </a:xfrm>
          </p:grpSpPr>
          <p:sp>
            <p:nvSpPr>
              <p:cNvPr id="2385" name="Google Shape;2385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6" name="Google Shape;2386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87" name="Google Shape;2387;p56"/>
            <p:cNvGrpSpPr/>
            <p:nvPr/>
          </p:nvGrpSpPr>
          <p:grpSpPr>
            <a:xfrm>
              <a:off x="4833730" y="5256291"/>
              <a:ext cx="886167" cy="886167"/>
              <a:chOff x="0" y="0"/>
              <a:chExt cx="1913890" cy="1913890"/>
            </a:xfrm>
          </p:grpSpPr>
          <p:sp>
            <p:nvSpPr>
              <p:cNvPr id="2388" name="Google Shape;2388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89" name="Google Shape;2389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90" name="Google Shape;2390;p56"/>
            <p:cNvGrpSpPr/>
            <p:nvPr/>
          </p:nvGrpSpPr>
          <p:grpSpPr>
            <a:xfrm>
              <a:off x="5719898" y="5256291"/>
              <a:ext cx="886167" cy="886167"/>
              <a:chOff x="0" y="0"/>
              <a:chExt cx="1913890" cy="1913890"/>
            </a:xfrm>
          </p:grpSpPr>
          <p:sp>
            <p:nvSpPr>
              <p:cNvPr id="2391" name="Google Shape;2391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2" name="Google Shape;2392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93" name="Google Shape;2393;p56"/>
            <p:cNvGrpSpPr/>
            <p:nvPr/>
          </p:nvGrpSpPr>
          <p:grpSpPr>
            <a:xfrm>
              <a:off x="6606065" y="5256291"/>
              <a:ext cx="886167" cy="886167"/>
              <a:chOff x="0" y="0"/>
              <a:chExt cx="1913890" cy="1913890"/>
            </a:xfrm>
          </p:grpSpPr>
          <p:sp>
            <p:nvSpPr>
              <p:cNvPr id="2394" name="Google Shape;2394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5" name="Google Shape;2395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96" name="Google Shape;2396;p56"/>
            <p:cNvGrpSpPr/>
            <p:nvPr/>
          </p:nvGrpSpPr>
          <p:grpSpPr>
            <a:xfrm>
              <a:off x="7492232" y="5256291"/>
              <a:ext cx="886167" cy="886167"/>
              <a:chOff x="0" y="0"/>
              <a:chExt cx="1913890" cy="1913890"/>
            </a:xfrm>
          </p:grpSpPr>
          <p:sp>
            <p:nvSpPr>
              <p:cNvPr id="2397" name="Google Shape;2397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8" name="Google Shape;2398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399" name="Google Shape;2399;p56"/>
            <p:cNvGrpSpPr/>
            <p:nvPr/>
          </p:nvGrpSpPr>
          <p:grpSpPr>
            <a:xfrm>
              <a:off x="8549698" y="5286647"/>
              <a:ext cx="855811" cy="855811"/>
              <a:chOff x="0" y="0"/>
              <a:chExt cx="1913890" cy="1913890"/>
            </a:xfrm>
          </p:grpSpPr>
          <p:sp>
            <p:nvSpPr>
              <p:cNvPr id="2400" name="Google Shape;2400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1" name="Google Shape;2401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02" name="Google Shape;2402;p56"/>
            <p:cNvGrpSpPr/>
            <p:nvPr/>
          </p:nvGrpSpPr>
          <p:grpSpPr>
            <a:xfrm>
              <a:off x="4833730" y="6112102"/>
              <a:ext cx="886167" cy="886167"/>
              <a:chOff x="0" y="0"/>
              <a:chExt cx="1913890" cy="1913890"/>
            </a:xfrm>
          </p:grpSpPr>
          <p:sp>
            <p:nvSpPr>
              <p:cNvPr id="2403" name="Google Shape;2403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4" name="Google Shape;2404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05" name="Google Shape;2405;p56"/>
            <p:cNvGrpSpPr/>
            <p:nvPr/>
          </p:nvGrpSpPr>
          <p:grpSpPr>
            <a:xfrm>
              <a:off x="5719898" y="6112102"/>
              <a:ext cx="886167" cy="886167"/>
              <a:chOff x="0" y="0"/>
              <a:chExt cx="1913890" cy="1913890"/>
            </a:xfrm>
          </p:grpSpPr>
          <p:sp>
            <p:nvSpPr>
              <p:cNvPr id="2406" name="Google Shape;2406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7" name="Google Shape;2407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08" name="Google Shape;2408;p56"/>
            <p:cNvGrpSpPr/>
            <p:nvPr/>
          </p:nvGrpSpPr>
          <p:grpSpPr>
            <a:xfrm>
              <a:off x="6606065" y="6112102"/>
              <a:ext cx="886167" cy="886167"/>
              <a:chOff x="0" y="0"/>
              <a:chExt cx="1913890" cy="1913890"/>
            </a:xfrm>
          </p:grpSpPr>
          <p:sp>
            <p:nvSpPr>
              <p:cNvPr id="2409" name="Google Shape;2409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0" name="Google Shape;2410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11" name="Google Shape;2411;p56"/>
            <p:cNvGrpSpPr/>
            <p:nvPr/>
          </p:nvGrpSpPr>
          <p:grpSpPr>
            <a:xfrm>
              <a:off x="7492232" y="6112102"/>
              <a:ext cx="886167" cy="886167"/>
              <a:chOff x="0" y="0"/>
              <a:chExt cx="1913890" cy="1913890"/>
            </a:xfrm>
          </p:grpSpPr>
          <p:sp>
            <p:nvSpPr>
              <p:cNvPr id="2412" name="Google Shape;2412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3" name="Google Shape;2413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414" name="Google Shape;2414;p56"/>
            <p:cNvGrpSpPr/>
            <p:nvPr/>
          </p:nvGrpSpPr>
          <p:grpSpPr>
            <a:xfrm>
              <a:off x="8549698" y="6142458"/>
              <a:ext cx="855811" cy="855811"/>
              <a:chOff x="0" y="0"/>
              <a:chExt cx="1913890" cy="1913890"/>
            </a:xfrm>
          </p:grpSpPr>
          <p:sp>
            <p:nvSpPr>
              <p:cNvPr id="2415" name="Google Shape;2415;p56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6" name="Google Shape;2416;p56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417" name="Google Shape;2417;p56"/>
            <p:cNvSpPr txBox="1"/>
            <p:nvPr/>
          </p:nvSpPr>
          <p:spPr>
            <a:xfrm>
              <a:off x="5168732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18" name="Google Shape;2418;p56"/>
            <p:cNvSpPr txBox="1"/>
            <p:nvPr/>
          </p:nvSpPr>
          <p:spPr>
            <a:xfrm>
              <a:off x="6054899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19" name="Google Shape;2419;p56"/>
            <p:cNvSpPr txBox="1"/>
            <p:nvPr/>
          </p:nvSpPr>
          <p:spPr>
            <a:xfrm>
              <a:off x="6941066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20" name="Google Shape;2420;p56"/>
            <p:cNvSpPr txBox="1"/>
            <p:nvPr/>
          </p:nvSpPr>
          <p:spPr>
            <a:xfrm>
              <a:off x="7827233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21" name="Google Shape;2421;p56"/>
            <p:cNvSpPr txBox="1"/>
            <p:nvPr/>
          </p:nvSpPr>
          <p:spPr>
            <a:xfrm>
              <a:off x="8873550" y="2414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8</a:t>
              </a:r>
              <a:endParaRPr/>
            </a:p>
          </p:txBody>
        </p:sp>
        <p:sp>
          <p:nvSpPr>
            <p:cNvPr id="2422" name="Google Shape;2422;p56"/>
            <p:cNvSpPr txBox="1"/>
            <p:nvPr/>
          </p:nvSpPr>
          <p:spPr>
            <a:xfrm>
              <a:off x="5168732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23" name="Google Shape;2423;p56"/>
            <p:cNvSpPr txBox="1"/>
            <p:nvPr/>
          </p:nvSpPr>
          <p:spPr>
            <a:xfrm>
              <a:off x="6054899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24" name="Google Shape;2424;p56"/>
            <p:cNvSpPr txBox="1"/>
            <p:nvPr/>
          </p:nvSpPr>
          <p:spPr>
            <a:xfrm>
              <a:off x="6941066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25" name="Google Shape;2425;p56"/>
            <p:cNvSpPr txBox="1"/>
            <p:nvPr/>
          </p:nvSpPr>
          <p:spPr>
            <a:xfrm>
              <a:off x="7827233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26" name="Google Shape;2426;p56"/>
            <p:cNvSpPr txBox="1"/>
            <p:nvPr/>
          </p:nvSpPr>
          <p:spPr>
            <a:xfrm>
              <a:off x="8873550" y="1097287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9</a:t>
              </a:r>
              <a:endParaRPr/>
            </a:p>
          </p:txBody>
        </p:sp>
        <p:sp>
          <p:nvSpPr>
            <p:cNvPr id="2427" name="Google Shape;2427;p56"/>
            <p:cNvSpPr txBox="1"/>
            <p:nvPr/>
          </p:nvSpPr>
          <p:spPr>
            <a:xfrm>
              <a:off x="5168732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28" name="Google Shape;2428;p56"/>
            <p:cNvSpPr txBox="1"/>
            <p:nvPr/>
          </p:nvSpPr>
          <p:spPr>
            <a:xfrm>
              <a:off x="6054899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29" name="Google Shape;2429;p56"/>
            <p:cNvSpPr txBox="1"/>
            <p:nvPr/>
          </p:nvSpPr>
          <p:spPr>
            <a:xfrm>
              <a:off x="6941066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30" name="Google Shape;2430;p56"/>
            <p:cNvSpPr txBox="1"/>
            <p:nvPr/>
          </p:nvSpPr>
          <p:spPr>
            <a:xfrm>
              <a:off x="7827233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31" name="Google Shape;2431;p56"/>
            <p:cNvSpPr txBox="1"/>
            <p:nvPr/>
          </p:nvSpPr>
          <p:spPr>
            <a:xfrm>
              <a:off x="8848670" y="1983454"/>
              <a:ext cx="25786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A</a:t>
              </a:r>
              <a:endParaRPr/>
            </a:p>
          </p:txBody>
        </p:sp>
        <p:sp>
          <p:nvSpPr>
            <p:cNvPr id="2432" name="Google Shape;2432;p56"/>
            <p:cNvSpPr txBox="1"/>
            <p:nvPr/>
          </p:nvSpPr>
          <p:spPr>
            <a:xfrm>
              <a:off x="5168732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33" name="Google Shape;2433;p56"/>
            <p:cNvSpPr txBox="1"/>
            <p:nvPr/>
          </p:nvSpPr>
          <p:spPr>
            <a:xfrm>
              <a:off x="6054899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34" name="Google Shape;2434;p56"/>
            <p:cNvSpPr txBox="1"/>
            <p:nvPr/>
          </p:nvSpPr>
          <p:spPr>
            <a:xfrm>
              <a:off x="6941066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35" name="Google Shape;2435;p56"/>
            <p:cNvSpPr txBox="1"/>
            <p:nvPr/>
          </p:nvSpPr>
          <p:spPr>
            <a:xfrm>
              <a:off x="7827233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36" name="Google Shape;2436;p56"/>
            <p:cNvSpPr txBox="1"/>
            <p:nvPr/>
          </p:nvSpPr>
          <p:spPr>
            <a:xfrm>
              <a:off x="8857948" y="2839265"/>
              <a:ext cx="23931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B</a:t>
              </a:r>
              <a:endParaRPr/>
            </a:p>
          </p:txBody>
        </p:sp>
        <p:sp>
          <p:nvSpPr>
            <p:cNvPr id="2437" name="Google Shape;2437;p56"/>
            <p:cNvSpPr txBox="1"/>
            <p:nvPr/>
          </p:nvSpPr>
          <p:spPr>
            <a:xfrm>
              <a:off x="5168732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38" name="Google Shape;2438;p56"/>
            <p:cNvSpPr txBox="1"/>
            <p:nvPr/>
          </p:nvSpPr>
          <p:spPr>
            <a:xfrm>
              <a:off x="6054899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39" name="Google Shape;2439;p56"/>
            <p:cNvSpPr txBox="1"/>
            <p:nvPr/>
          </p:nvSpPr>
          <p:spPr>
            <a:xfrm>
              <a:off x="6941066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40" name="Google Shape;2440;p56"/>
            <p:cNvSpPr txBox="1"/>
            <p:nvPr/>
          </p:nvSpPr>
          <p:spPr>
            <a:xfrm>
              <a:off x="7827233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41" name="Google Shape;2441;p56"/>
            <p:cNvSpPr txBox="1"/>
            <p:nvPr/>
          </p:nvSpPr>
          <p:spPr>
            <a:xfrm>
              <a:off x="8862363" y="3725432"/>
              <a:ext cx="23048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C</a:t>
              </a:r>
              <a:endParaRPr/>
            </a:p>
          </p:txBody>
        </p:sp>
        <p:sp>
          <p:nvSpPr>
            <p:cNvPr id="2442" name="Google Shape;2442;p56"/>
            <p:cNvSpPr txBox="1"/>
            <p:nvPr/>
          </p:nvSpPr>
          <p:spPr>
            <a:xfrm>
              <a:off x="5168732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43" name="Google Shape;2443;p56"/>
            <p:cNvSpPr txBox="1"/>
            <p:nvPr/>
          </p:nvSpPr>
          <p:spPr>
            <a:xfrm>
              <a:off x="6054899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44" name="Google Shape;2444;p56"/>
            <p:cNvSpPr txBox="1"/>
            <p:nvPr/>
          </p:nvSpPr>
          <p:spPr>
            <a:xfrm>
              <a:off x="6941066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45" name="Google Shape;2445;p56"/>
            <p:cNvSpPr txBox="1"/>
            <p:nvPr/>
          </p:nvSpPr>
          <p:spPr>
            <a:xfrm>
              <a:off x="7827233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46" name="Google Shape;2446;p56"/>
            <p:cNvSpPr txBox="1"/>
            <p:nvPr/>
          </p:nvSpPr>
          <p:spPr>
            <a:xfrm>
              <a:off x="8847268" y="4581244"/>
              <a:ext cx="26067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D</a:t>
              </a:r>
              <a:endParaRPr/>
            </a:p>
          </p:txBody>
        </p:sp>
        <p:sp>
          <p:nvSpPr>
            <p:cNvPr id="2447" name="Google Shape;2447;p56"/>
            <p:cNvSpPr txBox="1"/>
            <p:nvPr/>
          </p:nvSpPr>
          <p:spPr>
            <a:xfrm>
              <a:off x="5168732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48" name="Google Shape;2448;p56"/>
            <p:cNvSpPr txBox="1"/>
            <p:nvPr/>
          </p:nvSpPr>
          <p:spPr>
            <a:xfrm>
              <a:off x="6054899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49" name="Google Shape;2449;p56"/>
            <p:cNvSpPr txBox="1"/>
            <p:nvPr/>
          </p:nvSpPr>
          <p:spPr>
            <a:xfrm>
              <a:off x="6941066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50" name="Google Shape;2450;p56"/>
            <p:cNvSpPr txBox="1"/>
            <p:nvPr/>
          </p:nvSpPr>
          <p:spPr>
            <a:xfrm>
              <a:off x="7827233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451" name="Google Shape;2451;p56"/>
            <p:cNvSpPr txBox="1"/>
            <p:nvPr/>
          </p:nvSpPr>
          <p:spPr>
            <a:xfrm>
              <a:off x="8880143" y="5467411"/>
              <a:ext cx="19492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E</a:t>
              </a:r>
              <a:endParaRPr/>
            </a:p>
          </p:txBody>
        </p:sp>
        <p:sp>
          <p:nvSpPr>
            <p:cNvPr id="2452" name="Google Shape;2452;p56"/>
            <p:cNvSpPr txBox="1"/>
            <p:nvPr/>
          </p:nvSpPr>
          <p:spPr>
            <a:xfrm>
              <a:off x="5168732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53" name="Google Shape;2453;p56"/>
            <p:cNvSpPr txBox="1"/>
            <p:nvPr/>
          </p:nvSpPr>
          <p:spPr>
            <a:xfrm>
              <a:off x="6054899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54" name="Google Shape;2454;p56"/>
            <p:cNvSpPr txBox="1"/>
            <p:nvPr/>
          </p:nvSpPr>
          <p:spPr>
            <a:xfrm>
              <a:off x="6941066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55" name="Google Shape;2455;p56"/>
            <p:cNvSpPr txBox="1"/>
            <p:nvPr/>
          </p:nvSpPr>
          <p:spPr>
            <a:xfrm>
              <a:off x="7827233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456" name="Google Shape;2456;p56"/>
            <p:cNvSpPr txBox="1"/>
            <p:nvPr/>
          </p:nvSpPr>
          <p:spPr>
            <a:xfrm>
              <a:off x="8881873" y="6323222"/>
              <a:ext cx="19146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F</a:t>
              </a:r>
              <a:endParaRPr/>
            </a:p>
          </p:txBody>
        </p:sp>
      </p:grpSp>
      <p:sp>
        <p:nvSpPr>
          <p:cNvPr id="2457" name="Google Shape;2457;p56"/>
          <p:cNvSpPr txBox="1"/>
          <p:nvPr/>
        </p:nvSpPr>
        <p:spPr>
          <a:xfrm>
            <a:off x="12160609" y="2059864"/>
            <a:ext cx="462915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 to Hexadecimal Conversion Table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2461" name="Shape 2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2" name="Google Shape;2462;p57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3" name="Google Shape;2463;p57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64" name="Google Shape;2464;p57"/>
          <p:cNvGrpSpPr/>
          <p:nvPr/>
        </p:nvGrpSpPr>
        <p:grpSpPr>
          <a:xfrm>
            <a:off x="2647550" y="7781386"/>
            <a:ext cx="2296286" cy="2296286"/>
            <a:chOff x="0" y="0"/>
            <a:chExt cx="1913890" cy="1913890"/>
          </a:xfrm>
        </p:grpSpPr>
        <p:sp>
          <p:nvSpPr>
            <p:cNvPr id="2465" name="Google Shape;2465;p57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6" name="Google Shape;2466;p57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67" name="Google Shape;2467;p57"/>
          <p:cNvGrpSpPr/>
          <p:nvPr/>
        </p:nvGrpSpPr>
        <p:grpSpPr>
          <a:xfrm>
            <a:off x="4943764" y="7781386"/>
            <a:ext cx="2296286" cy="2296286"/>
            <a:chOff x="0" y="0"/>
            <a:chExt cx="1913890" cy="1913890"/>
          </a:xfrm>
        </p:grpSpPr>
        <p:sp>
          <p:nvSpPr>
            <p:cNvPr id="2468" name="Google Shape;2468;p57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9" name="Google Shape;2469;p57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70" name="Google Shape;2470;p57"/>
          <p:cNvGrpSpPr/>
          <p:nvPr/>
        </p:nvGrpSpPr>
        <p:grpSpPr>
          <a:xfrm>
            <a:off x="351334" y="7775042"/>
            <a:ext cx="2296286" cy="2296286"/>
            <a:chOff x="0" y="0"/>
            <a:chExt cx="1913890" cy="1913890"/>
          </a:xfrm>
        </p:grpSpPr>
        <p:sp>
          <p:nvSpPr>
            <p:cNvPr id="2471" name="Google Shape;2471;p57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2" name="Google Shape;2472;p57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473" name="Google Shape;2473;p57"/>
          <p:cNvSpPr txBox="1"/>
          <p:nvPr/>
        </p:nvSpPr>
        <p:spPr>
          <a:xfrm>
            <a:off x="-1991003" y="1211076"/>
            <a:ext cx="13938000" cy="9479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ANSWER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74" name="Google Shape;2474;p57"/>
          <p:cNvGrpSpPr/>
          <p:nvPr/>
        </p:nvGrpSpPr>
        <p:grpSpPr>
          <a:xfrm>
            <a:off x="7239980" y="7781386"/>
            <a:ext cx="2296286" cy="2296286"/>
            <a:chOff x="0" y="0"/>
            <a:chExt cx="1913890" cy="1913890"/>
          </a:xfrm>
        </p:grpSpPr>
        <p:sp>
          <p:nvSpPr>
            <p:cNvPr id="2475" name="Google Shape;2475;p57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6" name="Google Shape;2476;p57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477" name="Google Shape;2477;p57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8" name="Google Shape;2478;p57"/>
          <p:cNvSpPr/>
          <p:nvPr/>
        </p:nvSpPr>
        <p:spPr>
          <a:xfrm>
            <a:off x="1988535" y="264383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9" name="Google Shape;2479;p57"/>
          <p:cNvSpPr txBox="1"/>
          <p:nvPr/>
        </p:nvSpPr>
        <p:spPr>
          <a:xfrm>
            <a:off x="396443" y="-28549"/>
            <a:ext cx="14730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0" name="Google Shape;2480;p57"/>
          <p:cNvSpPr txBox="1"/>
          <p:nvPr/>
        </p:nvSpPr>
        <p:spPr>
          <a:xfrm>
            <a:off x="3849602" y="119732"/>
            <a:ext cx="21198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1" name="Google Shape;2481;p57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2" name="Google Shape;2482;p57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3" name="Google Shape;2483;p57"/>
          <p:cNvSpPr txBox="1"/>
          <p:nvPr/>
        </p:nvSpPr>
        <p:spPr>
          <a:xfrm>
            <a:off x="1791245" y="1960287"/>
            <a:ext cx="7200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2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0111010011100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84" name="Google Shape;2484;p57"/>
          <p:cNvCxnSpPr/>
          <p:nvPr/>
        </p:nvCxnSpPr>
        <p:spPr>
          <a:xfrm rot="-5400000">
            <a:off x="6267516" y="2616510"/>
            <a:ext cx="8664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85" name="Google Shape;2485;p57"/>
          <p:cNvCxnSpPr/>
          <p:nvPr/>
        </p:nvCxnSpPr>
        <p:spPr>
          <a:xfrm rot="-5400000">
            <a:off x="4120685" y="2616510"/>
            <a:ext cx="8664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86" name="Google Shape;2486;p57"/>
          <p:cNvCxnSpPr/>
          <p:nvPr/>
        </p:nvCxnSpPr>
        <p:spPr>
          <a:xfrm rot="-5400000">
            <a:off x="2005200" y="2616510"/>
            <a:ext cx="8664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7" name="Google Shape;2487;p57"/>
          <p:cNvSpPr/>
          <p:nvPr/>
        </p:nvSpPr>
        <p:spPr>
          <a:xfrm rot="7126059">
            <a:off x="1001735" y="3523543"/>
            <a:ext cx="1101324" cy="12635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8" name="Google Shape;2488;p57"/>
          <p:cNvSpPr/>
          <p:nvPr/>
        </p:nvSpPr>
        <p:spPr>
          <a:xfrm rot="5400000">
            <a:off x="2873024" y="3682445"/>
            <a:ext cx="1116833" cy="12595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9" name="Google Shape;2489;p57"/>
          <p:cNvSpPr/>
          <p:nvPr/>
        </p:nvSpPr>
        <p:spPr>
          <a:xfrm rot="5400000">
            <a:off x="5067689" y="3682445"/>
            <a:ext cx="1116833" cy="12595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0" name="Google Shape;2490;p57"/>
          <p:cNvSpPr/>
          <p:nvPr/>
        </p:nvSpPr>
        <p:spPr>
          <a:xfrm rot="3962251">
            <a:off x="7713412" y="3546911"/>
            <a:ext cx="1118594" cy="12635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1" name="Google Shape;2491;p57"/>
          <p:cNvSpPr txBox="1"/>
          <p:nvPr/>
        </p:nvSpPr>
        <p:spPr>
          <a:xfrm>
            <a:off x="7662701" y="4186952"/>
            <a:ext cx="19056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2" name="Google Shape;2492;p57"/>
          <p:cNvSpPr txBox="1"/>
          <p:nvPr/>
        </p:nvSpPr>
        <p:spPr>
          <a:xfrm>
            <a:off x="5275703" y="4327003"/>
            <a:ext cx="2032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3" name="Google Shape;2493;p57"/>
          <p:cNvSpPr txBox="1"/>
          <p:nvPr/>
        </p:nvSpPr>
        <p:spPr>
          <a:xfrm>
            <a:off x="2794952" y="4327003"/>
            <a:ext cx="19056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4" name="Google Shape;2494;p57"/>
          <p:cNvSpPr txBox="1"/>
          <p:nvPr/>
        </p:nvSpPr>
        <p:spPr>
          <a:xfrm>
            <a:off x="351353" y="4186952"/>
            <a:ext cx="19056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5" name="Google Shape;2495;p57"/>
          <p:cNvSpPr/>
          <p:nvPr/>
        </p:nvSpPr>
        <p:spPr>
          <a:xfrm rot="5400000">
            <a:off x="439181" y="6174347"/>
            <a:ext cx="1646855" cy="186767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6" name="Google Shape;2496;p57"/>
          <p:cNvSpPr/>
          <p:nvPr/>
        </p:nvSpPr>
        <p:spPr>
          <a:xfrm rot="5400000">
            <a:off x="2763938" y="6174347"/>
            <a:ext cx="1646855" cy="186767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7" name="Google Shape;2497;p57"/>
          <p:cNvSpPr/>
          <p:nvPr/>
        </p:nvSpPr>
        <p:spPr>
          <a:xfrm rot="5400000">
            <a:off x="5240548" y="6174347"/>
            <a:ext cx="1646855" cy="186767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8" name="Google Shape;2498;p57"/>
          <p:cNvSpPr/>
          <p:nvPr/>
        </p:nvSpPr>
        <p:spPr>
          <a:xfrm rot="5400000">
            <a:off x="7720370" y="6174347"/>
            <a:ext cx="1646855" cy="186767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9" name="Google Shape;2499;p57"/>
          <p:cNvSpPr txBox="1"/>
          <p:nvPr/>
        </p:nvSpPr>
        <p:spPr>
          <a:xfrm>
            <a:off x="8144568" y="8380769"/>
            <a:ext cx="4872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0" name="Google Shape;2500;p57"/>
          <p:cNvSpPr txBox="1"/>
          <p:nvPr/>
        </p:nvSpPr>
        <p:spPr>
          <a:xfrm>
            <a:off x="5808239" y="8380769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1" name="Google Shape;2501;p57"/>
          <p:cNvSpPr txBox="1"/>
          <p:nvPr/>
        </p:nvSpPr>
        <p:spPr>
          <a:xfrm>
            <a:off x="3438360" y="8380769"/>
            <a:ext cx="4122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2" name="Google Shape;2502;p57"/>
          <p:cNvSpPr txBox="1"/>
          <p:nvPr/>
        </p:nvSpPr>
        <p:spPr>
          <a:xfrm>
            <a:off x="1118844" y="8368082"/>
            <a:ext cx="439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03" name="Google Shape;2503;p57"/>
          <p:cNvGrpSpPr/>
          <p:nvPr/>
        </p:nvGrpSpPr>
        <p:grpSpPr>
          <a:xfrm>
            <a:off x="10948118" y="3320010"/>
            <a:ext cx="7054131" cy="5248702"/>
            <a:chOff x="0" y="0"/>
            <a:chExt cx="9405509" cy="6998269"/>
          </a:xfrm>
        </p:grpSpPr>
        <p:grpSp>
          <p:nvGrpSpPr>
            <p:cNvPr id="2504" name="Google Shape;2504;p57"/>
            <p:cNvGrpSpPr/>
            <p:nvPr/>
          </p:nvGrpSpPr>
          <p:grpSpPr>
            <a:xfrm>
              <a:off x="0" y="0"/>
              <a:ext cx="886167" cy="886167"/>
              <a:chOff x="0" y="0"/>
              <a:chExt cx="1913890" cy="1913890"/>
            </a:xfrm>
          </p:grpSpPr>
          <p:sp>
            <p:nvSpPr>
              <p:cNvPr id="2505" name="Google Shape;2505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6" name="Google Shape;2506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07" name="Google Shape;2507;p57"/>
            <p:cNvGrpSpPr/>
            <p:nvPr/>
          </p:nvGrpSpPr>
          <p:grpSpPr>
            <a:xfrm>
              <a:off x="886167" y="0"/>
              <a:ext cx="886167" cy="886167"/>
              <a:chOff x="0" y="0"/>
              <a:chExt cx="1913890" cy="1913890"/>
            </a:xfrm>
          </p:grpSpPr>
          <p:sp>
            <p:nvSpPr>
              <p:cNvPr id="2508" name="Google Shape;2508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9" name="Google Shape;2509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10" name="Google Shape;2510;p57"/>
            <p:cNvGrpSpPr/>
            <p:nvPr/>
          </p:nvGrpSpPr>
          <p:grpSpPr>
            <a:xfrm>
              <a:off x="1772334" y="0"/>
              <a:ext cx="886167" cy="886167"/>
              <a:chOff x="0" y="0"/>
              <a:chExt cx="1913890" cy="1913890"/>
            </a:xfrm>
          </p:grpSpPr>
          <p:sp>
            <p:nvSpPr>
              <p:cNvPr id="2511" name="Google Shape;2511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2" name="Google Shape;2512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13" name="Google Shape;2513;p57"/>
            <p:cNvGrpSpPr/>
            <p:nvPr/>
          </p:nvGrpSpPr>
          <p:grpSpPr>
            <a:xfrm>
              <a:off x="2658501" y="0"/>
              <a:ext cx="886167" cy="886167"/>
              <a:chOff x="0" y="0"/>
              <a:chExt cx="1913890" cy="1913890"/>
            </a:xfrm>
          </p:grpSpPr>
          <p:sp>
            <p:nvSpPr>
              <p:cNvPr id="2514" name="Google Shape;2514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5" name="Google Shape;2515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16" name="Google Shape;2516;p57"/>
            <p:cNvGrpSpPr/>
            <p:nvPr/>
          </p:nvGrpSpPr>
          <p:grpSpPr>
            <a:xfrm>
              <a:off x="3747141" y="30356"/>
              <a:ext cx="855811" cy="855811"/>
              <a:chOff x="0" y="0"/>
              <a:chExt cx="1913890" cy="1913890"/>
            </a:xfrm>
          </p:grpSpPr>
          <p:sp>
            <p:nvSpPr>
              <p:cNvPr id="2517" name="Google Shape;2517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8" name="Google Shape;2518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19" name="Google Shape;2519;p57"/>
            <p:cNvGrpSpPr/>
            <p:nvPr/>
          </p:nvGrpSpPr>
          <p:grpSpPr>
            <a:xfrm>
              <a:off x="0" y="855811"/>
              <a:ext cx="886167" cy="886167"/>
              <a:chOff x="0" y="0"/>
              <a:chExt cx="1913890" cy="1913890"/>
            </a:xfrm>
          </p:grpSpPr>
          <p:sp>
            <p:nvSpPr>
              <p:cNvPr id="2520" name="Google Shape;2520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1" name="Google Shape;2521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22" name="Google Shape;2522;p57"/>
            <p:cNvGrpSpPr/>
            <p:nvPr/>
          </p:nvGrpSpPr>
          <p:grpSpPr>
            <a:xfrm>
              <a:off x="886167" y="855811"/>
              <a:ext cx="886167" cy="886167"/>
              <a:chOff x="0" y="0"/>
              <a:chExt cx="1913890" cy="1913890"/>
            </a:xfrm>
          </p:grpSpPr>
          <p:sp>
            <p:nvSpPr>
              <p:cNvPr id="2523" name="Google Shape;2523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4" name="Google Shape;2524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25" name="Google Shape;2525;p57"/>
            <p:cNvGrpSpPr/>
            <p:nvPr/>
          </p:nvGrpSpPr>
          <p:grpSpPr>
            <a:xfrm>
              <a:off x="1772334" y="855811"/>
              <a:ext cx="886167" cy="886167"/>
              <a:chOff x="0" y="0"/>
              <a:chExt cx="1913890" cy="1913890"/>
            </a:xfrm>
          </p:grpSpPr>
          <p:sp>
            <p:nvSpPr>
              <p:cNvPr id="2526" name="Google Shape;2526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7" name="Google Shape;2527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28" name="Google Shape;2528;p57"/>
            <p:cNvGrpSpPr/>
            <p:nvPr/>
          </p:nvGrpSpPr>
          <p:grpSpPr>
            <a:xfrm>
              <a:off x="2658501" y="855811"/>
              <a:ext cx="886167" cy="886167"/>
              <a:chOff x="0" y="0"/>
              <a:chExt cx="1913890" cy="1913890"/>
            </a:xfrm>
          </p:grpSpPr>
          <p:sp>
            <p:nvSpPr>
              <p:cNvPr id="2529" name="Google Shape;2529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0" name="Google Shape;2530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31" name="Google Shape;2531;p57"/>
            <p:cNvGrpSpPr/>
            <p:nvPr/>
          </p:nvGrpSpPr>
          <p:grpSpPr>
            <a:xfrm>
              <a:off x="3747141" y="886167"/>
              <a:ext cx="855811" cy="855811"/>
              <a:chOff x="0" y="0"/>
              <a:chExt cx="1913890" cy="1913890"/>
            </a:xfrm>
          </p:grpSpPr>
          <p:sp>
            <p:nvSpPr>
              <p:cNvPr id="2532" name="Google Shape;2532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3" name="Google Shape;2533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34" name="Google Shape;2534;p57"/>
            <p:cNvGrpSpPr/>
            <p:nvPr/>
          </p:nvGrpSpPr>
          <p:grpSpPr>
            <a:xfrm>
              <a:off x="0" y="1741978"/>
              <a:ext cx="886167" cy="886167"/>
              <a:chOff x="0" y="0"/>
              <a:chExt cx="1913890" cy="1913890"/>
            </a:xfrm>
          </p:grpSpPr>
          <p:sp>
            <p:nvSpPr>
              <p:cNvPr id="2535" name="Google Shape;2535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6" name="Google Shape;2536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37" name="Google Shape;2537;p57"/>
            <p:cNvGrpSpPr/>
            <p:nvPr/>
          </p:nvGrpSpPr>
          <p:grpSpPr>
            <a:xfrm>
              <a:off x="886167" y="1741978"/>
              <a:ext cx="886167" cy="886167"/>
              <a:chOff x="0" y="0"/>
              <a:chExt cx="1913890" cy="1913890"/>
            </a:xfrm>
          </p:grpSpPr>
          <p:sp>
            <p:nvSpPr>
              <p:cNvPr id="2538" name="Google Shape;2538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39" name="Google Shape;2539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40" name="Google Shape;2540;p57"/>
            <p:cNvGrpSpPr/>
            <p:nvPr/>
          </p:nvGrpSpPr>
          <p:grpSpPr>
            <a:xfrm>
              <a:off x="1772334" y="1741978"/>
              <a:ext cx="886167" cy="886167"/>
              <a:chOff x="0" y="0"/>
              <a:chExt cx="1913890" cy="1913890"/>
            </a:xfrm>
          </p:grpSpPr>
          <p:sp>
            <p:nvSpPr>
              <p:cNvPr id="2541" name="Google Shape;2541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2" name="Google Shape;2542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43" name="Google Shape;2543;p57"/>
            <p:cNvGrpSpPr/>
            <p:nvPr/>
          </p:nvGrpSpPr>
          <p:grpSpPr>
            <a:xfrm>
              <a:off x="2658501" y="1741978"/>
              <a:ext cx="886167" cy="886167"/>
              <a:chOff x="0" y="0"/>
              <a:chExt cx="1913890" cy="1913890"/>
            </a:xfrm>
          </p:grpSpPr>
          <p:sp>
            <p:nvSpPr>
              <p:cNvPr id="2544" name="Google Shape;2544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5" name="Google Shape;2545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46" name="Google Shape;2546;p57"/>
            <p:cNvGrpSpPr/>
            <p:nvPr/>
          </p:nvGrpSpPr>
          <p:grpSpPr>
            <a:xfrm>
              <a:off x="3747141" y="1772334"/>
              <a:ext cx="855811" cy="855811"/>
              <a:chOff x="0" y="0"/>
              <a:chExt cx="1913890" cy="1913890"/>
            </a:xfrm>
          </p:grpSpPr>
          <p:sp>
            <p:nvSpPr>
              <p:cNvPr id="2547" name="Google Shape;2547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48" name="Google Shape;2548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49" name="Google Shape;2549;p57"/>
            <p:cNvGrpSpPr/>
            <p:nvPr/>
          </p:nvGrpSpPr>
          <p:grpSpPr>
            <a:xfrm>
              <a:off x="0" y="2597789"/>
              <a:ext cx="886167" cy="886167"/>
              <a:chOff x="0" y="0"/>
              <a:chExt cx="1913890" cy="1913890"/>
            </a:xfrm>
          </p:grpSpPr>
          <p:sp>
            <p:nvSpPr>
              <p:cNvPr id="2550" name="Google Shape;2550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1" name="Google Shape;2551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52" name="Google Shape;2552;p57"/>
            <p:cNvGrpSpPr/>
            <p:nvPr/>
          </p:nvGrpSpPr>
          <p:grpSpPr>
            <a:xfrm>
              <a:off x="886167" y="2597789"/>
              <a:ext cx="886167" cy="886167"/>
              <a:chOff x="0" y="0"/>
              <a:chExt cx="1913890" cy="1913890"/>
            </a:xfrm>
          </p:grpSpPr>
          <p:sp>
            <p:nvSpPr>
              <p:cNvPr id="2553" name="Google Shape;2553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4" name="Google Shape;2554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55" name="Google Shape;2555;p57"/>
            <p:cNvGrpSpPr/>
            <p:nvPr/>
          </p:nvGrpSpPr>
          <p:grpSpPr>
            <a:xfrm>
              <a:off x="1772334" y="2597789"/>
              <a:ext cx="886167" cy="886167"/>
              <a:chOff x="0" y="0"/>
              <a:chExt cx="1913890" cy="1913890"/>
            </a:xfrm>
          </p:grpSpPr>
          <p:sp>
            <p:nvSpPr>
              <p:cNvPr id="2556" name="Google Shape;2556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7" name="Google Shape;2557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58" name="Google Shape;2558;p57"/>
            <p:cNvGrpSpPr/>
            <p:nvPr/>
          </p:nvGrpSpPr>
          <p:grpSpPr>
            <a:xfrm>
              <a:off x="2658501" y="2597789"/>
              <a:ext cx="886167" cy="886167"/>
              <a:chOff x="0" y="0"/>
              <a:chExt cx="1913890" cy="1913890"/>
            </a:xfrm>
          </p:grpSpPr>
          <p:sp>
            <p:nvSpPr>
              <p:cNvPr id="2559" name="Google Shape;2559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0" name="Google Shape;2560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61" name="Google Shape;2561;p57"/>
            <p:cNvGrpSpPr/>
            <p:nvPr/>
          </p:nvGrpSpPr>
          <p:grpSpPr>
            <a:xfrm>
              <a:off x="3747141" y="2628145"/>
              <a:ext cx="855811" cy="855811"/>
              <a:chOff x="0" y="0"/>
              <a:chExt cx="1913890" cy="1913890"/>
            </a:xfrm>
          </p:grpSpPr>
          <p:sp>
            <p:nvSpPr>
              <p:cNvPr id="2562" name="Google Shape;2562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3" name="Google Shape;2563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64" name="Google Shape;2564;p57"/>
            <p:cNvGrpSpPr/>
            <p:nvPr/>
          </p:nvGrpSpPr>
          <p:grpSpPr>
            <a:xfrm>
              <a:off x="0" y="3483957"/>
              <a:ext cx="886167" cy="886167"/>
              <a:chOff x="0" y="0"/>
              <a:chExt cx="1913890" cy="1913890"/>
            </a:xfrm>
          </p:grpSpPr>
          <p:sp>
            <p:nvSpPr>
              <p:cNvPr id="2565" name="Google Shape;2565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6" name="Google Shape;2566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67" name="Google Shape;2567;p57"/>
            <p:cNvGrpSpPr/>
            <p:nvPr/>
          </p:nvGrpSpPr>
          <p:grpSpPr>
            <a:xfrm>
              <a:off x="886167" y="3483957"/>
              <a:ext cx="886167" cy="886167"/>
              <a:chOff x="0" y="0"/>
              <a:chExt cx="1913890" cy="1913890"/>
            </a:xfrm>
          </p:grpSpPr>
          <p:sp>
            <p:nvSpPr>
              <p:cNvPr id="2568" name="Google Shape;2568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9" name="Google Shape;2569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70" name="Google Shape;2570;p57"/>
            <p:cNvGrpSpPr/>
            <p:nvPr/>
          </p:nvGrpSpPr>
          <p:grpSpPr>
            <a:xfrm>
              <a:off x="1772334" y="3483957"/>
              <a:ext cx="886167" cy="886167"/>
              <a:chOff x="0" y="0"/>
              <a:chExt cx="1913890" cy="1913890"/>
            </a:xfrm>
          </p:grpSpPr>
          <p:sp>
            <p:nvSpPr>
              <p:cNvPr id="2571" name="Google Shape;2571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2" name="Google Shape;2572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73" name="Google Shape;2573;p57"/>
            <p:cNvGrpSpPr/>
            <p:nvPr/>
          </p:nvGrpSpPr>
          <p:grpSpPr>
            <a:xfrm>
              <a:off x="2658501" y="3483957"/>
              <a:ext cx="886167" cy="886167"/>
              <a:chOff x="0" y="0"/>
              <a:chExt cx="1913890" cy="1913890"/>
            </a:xfrm>
          </p:grpSpPr>
          <p:sp>
            <p:nvSpPr>
              <p:cNvPr id="2574" name="Google Shape;2574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5" name="Google Shape;2575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76" name="Google Shape;2576;p57"/>
            <p:cNvGrpSpPr/>
            <p:nvPr/>
          </p:nvGrpSpPr>
          <p:grpSpPr>
            <a:xfrm>
              <a:off x="3747141" y="3514313"/>
              <a:ext cx="855811" cy="855811"/>
              <a:chOff x="0" y="0"/>
              <a:chExt cx="1913890" cy="1913890"/>
            </a:xfrm>
          </p:grpSpPr>
          <p:sp>
            <p:nvSpPr>
              <p:cNvPr id="2577" name="Google Shape;2577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8" name="Google Shape;2578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79" name="Google Shape;2579;p57"/>
            <p:cNvGrpSpPr/>
            <p:nvPr/>
          </p:nvGrpSpPr>
          <p:grpSpPr>
            <a:xfrm>
              <a:off x="0" y="4339768"/>
              <a:ext cx="886167" cy="886167"/>
              <a:chOff x="0" y="0"/>
              <a:chExt cx="1913890" cy="1913890"/>
            </a:xfrm>
          </p:grpSpPr>
          <p:sp>
            <p:nvSpPr>
              <p:cNvPr id="2580" name="Google Shape;2580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1" name="Google Shape;2581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82" name="Google Shape;2582;p57"/>
            <p:cNvGrpSpPr/>
            <p:nvPr/>
          </p:nvGrpSpPr>
          <p:grpSpPr>
            <a:xfrm>
              <a:off x="886167" y="4339768"/>
              <a:ext cx="886167" cy="886167"/>
              <a:chOff x="0" y="0"/>
              <a:chExt cx="1913890" cy="1913890"/>
            </a:xfrm>
          </p:grpSpPr>
          <p:sp>
            <p:nvSpPr>
              <p:cNvPr id="2583" name="Google Shape;2583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4" name="Google Shape;2584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85" name="Google Shape;2585;p57"/>
            <p:cNvGrpSpPr/>
            <p:nvPr/>
          </p:nvGrpSpPr>
          <p:grpSpPr>
            <a:xfrm>
              <a:off x="1772334" y="4339768"/>
              <a:ext cx="886167" cy="886167"/>
              <a:chOff x="0" y="0"/>
              <a:chExt cx="1913890" cy="1913890"/>
            </a:xfrm>
          </p:grpSpPr>
          <p:sp>
            <p:nvSpPr>
              <p:cNvPr id="2586" name="Google Shape;2586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7" name="Google Shape;2587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88" name="Google Shape;2588;p57"/>
            <p:cNvGrpSpPr/>
            <p:nvPr/>
          </p:nvGrpSpPr>
          <p:grpSpPr>
            <a:xfrm>
              <a:off x="2658501" y="4339768"/>
              <a:ext cx="886167" cy="886167"/>
              <a:chOff x="0" y="0"/>
              <a:chExt cx="1913890" cy="1913890"/>
            </a:xfrm>
          </p:grpSpPr>
          <p:sp>
            <p:nvSpPr>
              <p:cNvPr id="2589" name="Google Shape;2589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0" name="Google Shape;2590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91" name="Google Shape;2591;p57"/>
            <p:cNvGrpSpPr/>
            <p:nvPr/>
          </p:nvGrpSpPr>
          <p:grpSpPr>
            <a:xfrm>
              <a:off x="3747141" y="4370124"/>
              <a:ext cx="855811" cy="855811"/>
              <a:chOff x="0" y="0"/>
              <a:chExt cx="1913890" cy="1913890"/>
            </a:xfrm>
          </p:grpSpPr>
          <p:sp>
            <p:nvSpPr>
              <p:cNvPr id="2592" name="Google Shape;2592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3" name="Google Shape;2593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94" name="Google Shape;2594;p57"/>
            <p:cNvGrpSpPr/>
            <p:nvPr/>
          </p:nvGrpSpPr>
          <p:grpSpPr>
            <a:xfrm>
              <a:off x="0" y="5225935"/>
              <a:ext cx="886167" cy="886167"/>
              <a:chOff x="0" y="0"/>
              <a:chExt cx="1913890" cy="1913890"/>
            </a:xfrm>
          </p:grpSpPr>
          <p:sp>
            <p:nvSpPr>
              <p:cNvPr id="2595" name="Google Shape;2595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6" name="Google Shape;2596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97" name="Google Shape;2597;p57"/>
            <p:cNvGrpSpPr/>
            <p:nvPr/>
          </p:nvGrpSpPr>
          <p:grpSpPr>
            <a:xfrm>
              <a:off x="886167" y="5225935"/>
              <a:ext cx="886167" cy="886167"/>
              <a:chOff x="0" y="0"/>
              <a:chExt cx="1913890" cy="1913890"/>
            </a:xfrm>
          </p:grpSpPr>
          <p:sp>
            <p:nvSpPr>
              <p:cNvPr id="2598" name="Google Shape;2598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9" name="Google Shape;2599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00" name="Google Shape;2600;p57"/>
            <p:cNvGrpSpPr/>
            <p:nvPr/>
          </p:nvGrpSpPr>
          <p:grpSpPr>
            <a:xfrm>
              <a:off x="1772334" y="5225935"/>
              <a:ext cx="886167" cy="886167"/>
              <a:chOff x="0" y="0"/>
              <a:chExt cx="1913890" cy="1913890"/>
            </a:xfrm>
          </p:grpSpPr>
          <p:sp>
            <p:nvSpPr>
              <p:cNvPr id="2601" name="Google Shape;2601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2" name="Google Shape;2602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03" name="Google Shape;2603;p57"/>
            <p:cNvGrpSpPr/>
            <p:nvPr/>
          </p:nvGrpSpPr>
          <p:grpSpPr>
            <a:xfrm>
              <a:off x="2658501" y="5225935"/>
              <a:ext cx="886167" cy="886167"/>
              <a:chOff x="0" y="0"/>
              <a:chExt cx="1913890" cy="1913890"/>
            </a:xfrm>
          </p:grpSpPr>
          <p:sp>
            <p:nvSpPr>
              <p:cNvPr id="2604" name="Google Shape;2604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5" name="Google Shape;2605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06" name="Google Shape;2606;p57"/>
            <p:cNvGrpSpPr/>
            <p:nvPr/>
          </p:nvGrpSpPr>
          <p:grpSpPr>
            <a:xfrm>
              <a:off x="3747141" y="5256291"/>
              <a:ext cx="855811" cy="855811"/>
              <a:chOff x="0" y="0"/>
              <a:chExt cx="1913890" cy="1913890"/>
            </a:xfrm>
          </p:grpSpPr>
          <p:sp>
            <p:nvSpPr>
              <p:cNvPr id="2607" name="Google Shape;2607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8" name="Google Shape;2608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09" name="Google Shape;2609;p57"/>
            <p:cNvGrpSpPr/>
            <p:nvPr/>
          </p:nvGrpSpPr>
          <p:grpSpPr>
            <a:xfrm>
              <a:off x="0" y="6081746"/>
              <a:ext cx="886167" cy="886167"/>
              <a:chOff x="0" y="0"/>
              <a:chExt cx="1913890" cy="1913890"/>
            </a:xfrm>
          </p:grpSpPr>
          <p:sp>
            <p:nvSpPr>
              <p:cNvPr id="2610" name="Google Shape;2610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1" name="Google Shape;2611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12" name="Google Shape;2612;p57"/>
            <p:cNvGrpSpPr/>
            <p:nvPr/>
          </p:nvGrpSpPr>
          <p:grpSpPr>
            <a:xfrm>
              <a:off x="886167" y="6081746"/>
              <a:ext cx="886167" cy="886167"/>
              <a:chOff x="0" y="0"/>
              <a:chExt cx="1913890" cy="1913890"/>
            </a:xfrm>
          </p:grpSpPr>
          <p:sp>
            <p:nvSpPr>
              <p:cNvPr id="2613" name="Google Shape;2613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4" name="Google Shape;2614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15" name="Google Shape;2615;p57"/>
            <p:cNvGrpSpPr/>
            <p:nvPr/>
          </p:nvGrpSpPr>
          <p:grpSpPr>
            <a:xfrm>
              <a:off x="1772334" y="6081746"/>
              <a:ext cx="886167" cy="886167"/>
              <a:chOff x="0" y="0"/>
              <a:chExt cx="1913890" cy="1913890"/>
            </a:xfrm>
          </p:grpSpPr>
          <p:sp>
            <p:nvSpPr>
              <p:cNvPr id="2616" name="Google Shape;2616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17" name="Google Shape;2617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18" name="Google Shape;2618;p57"/>
            <p:cNvGrpSpPr/>
            <p:nvPr/>
          </p:nvGrpSpPr>
          <p:grpSpPr>
            <a:xfrm>
              <a:off x="2658501" y="6081746"/>
              <a:ext cx="886167" cy="886167"/>
              <a:chOff x="0" y="0"/>
              <a:chExt cx="1913890" cy="1913890"/>
            </a:xfrm>
          </p:grpSpPr>
          <p:sp>
            <p:nvSpPr>
              <p:cNvPr id="2619" name="Google Shape;2619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20" name="Google Shape;2620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21" name="Google Shape;2621;p57"/>
            <p:cNvGrpSpPr/>
            <p:nvPr/>
          </p:nvGrpSpPr>
          <p:grpSpPr>
            <a:xfrm>
              <a:off x="3747141" y="6112102"/>
              <a:ext cx="855811" cy="855811"/>
              <a:chOff x="0" y="0"/>
              <a:chExt cx="1913890" cy="1913890"/>
            </a:xfrm>
          </p:grpSpPr>
          <p:sp>
            <p:nvSpPr>
              <p:cNvPr id="2622" name="Google Shape;2622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23" name="Google Shape;2623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24" name="Google Shape;2624;p57"/>
            <p:cNvSpPr txBox="1"/>
            <p:nvPr/>
          </p:nvSpPr>
          <p:spPr>
            <a:xfrm>
              <a:off x="335001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25" name="Google Shape;2625;p57"/>
            <p:cNvSpPr txBox="1"/>
            <p:nvPr/>
          </p:nvSpPr>
          <p:spPr>
            <a:xfrm>
              <a:off x="1221169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26" name="Google Shape;2626;p57"/>
            <p:cNvSpPr txBox="1"/>
            <p:nvPr/>
          </p:nvSpPr>
          <p:spPr>
            <a:xfrm>
              <a:off x="2107336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27" name="Google Shape;2627;p57"/>
            <p:cNvSpPr txBox="1"/>
            <p:nvPr/>
          </p:nvSpPr>
          <p:spPr>
            <a:xfrm>
              <a:off x="2993503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28" name="Google Shape;2628;p57"/>
            <p:cNvSpPr txBox="1"/>
            <p:nvPr/>
          </p:nvSpPr>
          <p:spPr>
            <a:xfrm>
              <a:off x="4070993" y="211120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29" name="Google Shape;2629;p57"/>
            <p:cNvSpPr txBox="1"/>
            <p:nvPr/>
          </p:nvSpPr>
          <p:spPr>
            <a:xfrm>
              <a:off x="335001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30" name="Google Shape;2630;p57"/>
            <p:cNvSpPr txBox="1"/>
            <p:nvPr/>
          </p:nvSpPr>
          <p:spPr>
            <a:xfrm>
              <a:off x="1221169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31" name="Google Shape;2631;p57"/>
            <p:cNvSpPr txBox="1"/>
            <p:nvPr/>
          </p:nvSpPr>
          <p:spPr>
            <a:xfrm>
              <a:off x="2107336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32" name="Google Shape;2632;p57"/>
            <p:cNvSpPr txBox="1"/>
            <p:nvPr/>
          </p:nvSpPr>
          <p:spPr>
            <a:xfrm>
              <a:off x="2993503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33" name="Google Shape;2633;p57"/>
            <p:cNvSpPr txBox="1"/>
            <p:nvPr/>
          </p:nvSpPr>
          <p:spPr>
            <a:xfrm>
              <a:off x="4070993" y="1066931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34" name="Google Shape;2634;p57"/>
            <p:cNvSpPr txBox="1"/>
            <p:nvPr/>
          </p:nvSpPr>
          <p:spPr>
            <a:xfrm>
              <a:off x="335001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35" name="Google Shape;2635;p57"/>
            <p:cNvSpPr txBox="1"/>
            <p:nvPr/>
          </p:nvSpPr>
          <p:spPr>
            <a:xfrm>
              <a:off x="1221169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36" name="Google Shape;2636;p57"/>
            <p:cNvSpPr txBox="1"/>
            <p:nvPr/>
          </p:nvSpPr>
          <p:spPr>
            <a:xfrm>
              <a:off x="2107336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37" name="Google Shape;2637;p57"/>
            <p:cNvSpPr txBox="1"/>
            <p:nvPr/>
          </p:nvSpPr>
          <p:spPr>
            <a:xfrm>
              <a:off x="2993503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38" name="Google Shape;2638;p57"/>
            <p:cNvSpPr txBox="1"/>
            <p:nvPr/>
          </p:nvSpPr>
          <p:spPr>
            <a:xfrm>
              <a:off x="4070993" y="195309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2</a:t>
              </a:r>
              <a:endParaRPr/>
            </a:p>
          </p:txBody>
        </p:sp>
        <p:sp>
          <p:nvSpPr>
            <p:cNvPr id="2639" name="Google Shape;2639;p57"/>
            <p:cNvSpPr txBox="1"/>
            <p:nvPr/>
          </p:nvSpPr>
          <p:spPr>
            <a:xfrm>
              <a:off x="335001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40" name="Google Shape;2640;p57"/>
            <p:cNvSpPr txBox="1"/>
            <p:nvPr/>
          </p:nvSpPr>
          <p:spPr>
            <a:xfrm>
              <a:off x="1221169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41" name="Google Shape;2641;p57"/>
            <p:cNvSpPr txBox="1"/>
            <p:nvPr/>
          </p:nvSpPr>
          <p:spPr>
            <a:xfrm>
              <a:off x="2107336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42" name="Google Shape;2642;p57"/>
            <p:cNvSpPr txBox="1"/>
            <p:nvPr/>
          </p:nvSpPr>
          <p:spPr>
            <a:xfrm>
              <a:off x="2993503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43" name="Google Shape;2643;p57"/>
            <p:cNvSpPr txBox="1"/>
            <p:nvPr/>
          </p:nvSpPr>
          <p:spPr>
            <a:xfrm>
              <a:off x="4070993" y="2808909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3</a:t>
              </a:r>
              <a:endParaRPr/>
            </a:p>
          </p:txBody>
        </p:sp>
        <p:sp>
          <p:nvSpPr>
            <p:cNvPr id="2644" name="Google Shape;2644;p57"/>
            <p:cNvSpPr txBox="1"/>
            <p:nvPr/>
          </p:nvSpPr>
          <p:spPr>
            <a:xfrm>
              <a:off x="335001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45" name="Google Shape;2645;p57"/>
            <p:cNvSpPr txBox="1"/>
            <p:nvPr/>
          </p:nvSpPr>
          <p:spPr>
            <a:xfrm>
              <a:off x="1221169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46" name="Google Shape;2646;p57"/>
            <p:cNvSpPr txBox="1"/>
            <p:nvPr/>
          </p:nvSpPr>
          <p:spPr>
            <a:xfrm>
              <a:off x="2107336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47" name="Google Shape;2647;p57"/>
            <p:cNvSpPr txBox="1"/>
            <p:nvPr/>
          </p:nvSpPr>
          <p:spPr>
            <a:xfrm>
              <a:off x="2993503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48" name="Google Shape;2648;p57"/>
            <p:cNvSpPr txBox="1"/>
            <p:nvPr/>
          </p:nvSpPr>
          <p:spPr>
            <a:xfrm>
              <a:off x="4070993" y="36950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4</a:t>
              </a:r>
              <a:endParaRPr/>
            </a:p>
          </p:txBody>
        </p:sp>
        <p:sp>
          <p:nvSpPr>
            <p:cNvPr id="2649" name="Google Shape;2649;p57"/>
            <p:cNvSpPr txBox="1"/>
            <p:nvPr/>
          </p:nvSpPr>
          <p:spPr>
            <a:xfrm>
              <a:off x="335001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50" name="Google Shape;2650;p57"/>
            <p:cNvSpPr txBox="1"/>
            <p:nvPr/>
          </p:nvSpPr>
          <p:spPr>
            <a:xfrm>
              <a:off x="1221169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51" name="Google Shape;2651;p57"/>
            <p:cNvSpPr txBox="1"/>
            <p:nvPr/>
          </p:nvSpPr>
          <p:spPr>
            <a:xfrm>
              <a:off x="2107336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52" name="Google Shape;2652;p57"/>
            <p:cNvSpPr txBox="1"/>
            <p:nvPr/>
          </p:nvSpPr>
          <p:spPr>
            <a:xfrm>
              <a:off x="2993503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53" name="Google Shape;2653;p57"/>
            <p:cNvSpPr txBox="1"/>
            <p:nvPr/>
          </p:nvSpPr>
          <p:spPr>
            <a:xfrm>
              <a:off x="4070993" y="455088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5</a:t>
              </a:r>
              <a:endParaRPr/>
            </a:p>
          </p:txBody>
        </p:sp>
        <p:sp>
          <p:nvSpPr>
            <p:cNvPr id="2654" name="Google Shape;2654;p57"/>
            <p:cNvSpPr txBox="1"/>
            <p:nvPr/>
          </p:nvSpPr>
          <p:spPr>
            <a:xfrm>
              <a:off x="335001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55" name="Google Shape;2655;p57"/>
            <p:cNvSpPr txBox="1"/>
            <p:nvPr/>
          </p:nvSpPr>
          <p:spPr>
            <a:xfrm>
              <a:off x="1221169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56" name="Google Shape;2656;p57"/>
            <p:cNvSpPr txBox="1"/>
            <p:nvPr/>
          </p:nvSpPr>
          <p:spPr>
            <a:xfrm>
              <a:off x="2107336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57" name="Google Shape;2657;p57"/>
            <p:cNvSpPr txBox="1"/>
            <p:nvPr/>
          </p:nvSpPr>
          <p:spPr>
            <a:xfrm>
              <a:off x="2993503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58" name="Google Shape;2658;p57"/>
            <p:cNvSpPr txBox="1"/>
            <p:nvPr/>
          </p:nvSpPr>
          <p:spPr>
            <a:xfrm>
              <a:off x="4070993" y="5437055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6</a:t>
              </a:r>
              <a:endParaRPr/>
            </a:p>
          </p:txBody>
        </p:sp>
        <p:sp>
          <p:nvSpPr>
            <p:cNvPr id="2659" name="Google Shape;2659;p57"/>
            <p:cNvSpPr txBox="1"/>
            <p:nvPr/>
          </p:nvSpPr>
          <p:spPr>
            <a:xfrm>
              <a:off x="335001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660" name="Google Shape;2660;p57"/>
            <p:cNvSpPr txBox="1"/>
            <p:nvPr/>
          </p:nvSpPr>
          <p:spPr>
            <a:xfrm>
              <a:off x="1221169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61" name="Google Shape;2661;p57"/>
            <p:cNvSpPr txBox="1"/>
            <p:nvPr/>
          </p:nvSpPr>
          <p:spPr>
            <a:xfrm>
              <a:off x="2107336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62" name="Google Shape;2662;p57"/>
            <p:cNvSpPr txBox="1"/>
            <p:nvPr/>
          </p:nvSpPr>
          <p:spPr>
            <a:xfrm>
              <a:off x="2993503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663" name="Google Shape;2663;p57"/>
            <p:cNvSpPr txBox="1"/>
            <p:nvPr/>
          </p:nvSpPr>
          <p:spPr>
            <a:xfrm>
              <a:off x="4070993" y="629286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7</a:t>
              </a:r>
              <a:endParaRPr/>
            </a:p>
          </p:txBody>
        </p:sp>
        <p:grpSp>
          <p:nvGrpSpPr>
            <p:cNvPr id="2664" name="Google Shape;2664;p57"/>
            <p:cNvGrpSpPr/>
            <p:nvPr/>
          </p:nvGrpSpPr>
          <p:grpSpPr>
            <a:xfrm>
              <a:off x="4833730" y="30356"/>
              <a:ext cx="886167" cy="886167"/>
              <a:chOff x="0" y="0"/>
              <a:chExt cx="1913890" cy="1913890"/>
            </a:xfrm>
          </p:grpSpPr>
          <p:sp>
            <p:nvSpPr>
              <p:cNvPr id="2665" name="Google Shape;2665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6" name="Google Shape;2666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67" name="Google Shape;2667;p57"/>
            <p:cNvGrpSpPr/>
            <p:nvPr/>
          </p:nvGrpSpPr>
          <p:grpSpPr>
            <a:xfrm>
              <a:off x="5719898" y="30356"/>
              <a:ext cx="886167" cy="886167"/>
              <a:chOff x="0" y="0"/>
              <a:chExt cx="1913890" cy="1913890"/>
            </a:xfrm>
          </p:grpSpPr>
          <p:sp>
            <p:nvSpPr>
              <p:cNvPr id="2668" name="Google Shape;2668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69" name="Google Shape;2669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70" name="Google Shape;2670;p57"/>
            <p:cNvGrpSpPr/>
            <p:nvPr/>
          </p:nvGrpSpPr>
          <p:grpSpPr>
            <a:xfrm>
              <a:off x="6606065" y="30356"/>
              <a:ext cx="886167" cy="886167"/>
              <a:chOff x="0" y="0"/>
              <a:chExt cx="1913890" cy="1913890"/>
            </a:xfrm>
          </p:grpSpPr>
          <p:sp>
            <p:nvSpPr>
              <p:cNvPr id="2671" name="Google Shape;2671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2" name="Google Shape;2672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73" name="Google Shape;2673;p57"/>
            <p:cNvGrpSpPr/>
            <p:nvPr/>
          </p:nvGrpSpPr>
          <p:grpSpPr>
            <a:xfrm>
              <a:off x="7492232" y="30356"/>
              <a:ext cx="886167" cy="886167"/>
              <a:chOff x="0" y="0"/>
              <a:chExt cx="1913890" cy="1913890"/>
            </a:xfrm>
          </p:grpSpPr>
          <p:sp>
            <p:nvSpPr>
              <p:cNvPr id="2674" name="Google Shape;2674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5" name="Google Shape;2675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76" name="Google Shape;2676;p57"/>
            <p:cNvGrpSpPr/>
            <p:nvPr/>
          </p:nvGrpSpPr>
          <p:grpSpPr>
            <a:xfrm>
              <a:off x="8549698" y="60712"/>
              <a:ext cx="855811" cy="855811"/>
              <a:chOff x="0" y="0"/>
              <a:chExt cx="1913890" cy="1913890"/>
            </a:xfrm>
          </p:grpSpPr>
          <p:sp>
            <p:nvSpPr>
              <p:cNvPr id="2677" name="Google Shape;2677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8" name="Google Shape;2678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79" name="Google Shape;2679;p57"/>
            <p:cNvGrpSpPr/>
            <p:nvPr/>
          </p:nvGrpSpPr>
          <p:grpSpPr>
            <a:xfrm>
              <a:off x="4833730" y="886167"/>
              <a:ext cx="886167" cy="886167"/>
              <a:chOff x="0" y="0"/>
              <a:chExt cx="1913890" cy="1913890"/>
            </a:xfrm>
          </p:grpSpPr>
          <p:sp>
            <p:nvSpPr>
              <p:cNvPr id="2680" name="Google Shape;2680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1" name="Google Shape;2681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82" name="Google Shape;2682;p57"/>
            <p:cNvGrpSpPr/>
            <p:nvPr/>
          </p:nvGrpSpPr>
          <p:grpSpPr>
            <a:xfrm>
              <a:off x="5719898" y="886167"/>
              <a:ext cx="886167" cy="886167"/>
              <a:chOff x="0" y="0"/>
              <a:chExt cx="1913890" cy="1913890"/>
            </a:xfrm>
          </p:grpSpPr>
          <p:sp>
            <p:nvSpPr>
              <p:cNvPr id="2683" name="Google Shape;2683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4" name="Google Shape;2684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85" name="Google Shape;2685;p57"/>
            <p:cNvGrpSpPr/>
            <p:nvPr/>
          </p:nvGrpSpPr>
          <p:grpSpPr>
            <a:xfrm>
              <a:off x="6606065" y="886167"/>
              <a:ext cx="886167" cy="886167"/>
              <a:chOff x="0" y="0"/>
              <a:chExt cx="1913890" cy="1913890"/>
            </a:xfrm>
          </p:grpSpPr>
          <p:sp>
            <p:nvSpPr>
              <p:cNvPr id="2686" name="Google Shape;2686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7" name="Google Shape;2687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88" name="Google Shape;2688;p57"/>
            <p:cNvGrpSpPr/>
            <p:nvPr/>
          </p:nvGrpSpPr>
          <p:grpSpPr>
            <a:xfrm>
              <a:off x="7492232" y="886167"/>
              <a:ext cx="886167" cy="886167"/>
              <a:chOff x="0" y="0"/>
              <a:chExt cx="1913890" cy="1913890"/>
            </a:xfrm>
          </p:grpSpPr>
          <p:sp>
            <p:nvSpPr>
              <p:cNvPr id="2689" name="Google Shape;2689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0" name="Google Shape;2690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91" name="Google Shape;2691;p57"/>
            <p:cNvGrpSpPr/>
            <p:nvPr/>
          </p:nvGrpSpPr>
          <p:grpSpPr>
            <a:xfrm>
              <a:off x="8549698" y="916523"/>
              <a:ext cx="855811" cy="855811"/>
              <a:chOff x="0" y="0"/>
              <a:chExt cx="1913890" cy="1913890"/>
            </a:xfrm>
          </p:grpSpPr>
          <p:sp>
            <p:nvSpPr>
              <p:cNvPr id="2692" name="Google Shape;2692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3" name="Google Shape;2693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94" name="Google Shape;2694;p57"/>
            <p:cNvGrpSpPr/>
            <p:nvPr/>
          </p:nvGrpSpPr>
          <p:grpSpPr>
            <a:xfrm>
              <a:off x="4833730" y="1772334"/>
              <a:ext cx="886167" cy="886167"/>
              <a:chOff x="0" y="0"/>
              <a:chExt cx="1913890" cy="1913890"/>
            </a:xfrm>
          </p:grpSpPr>
          <p:sp>
            <p:nvSpPr>
              <p:cNvPr id="2695" name="Google Shape;2695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6" name="Google Shape;2696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97" name="Google Shape;2697;p57"/>
            <p:cNvGrpSpPr/>
            <p:nvPr/>
          </p:nvGrpSpPr>
          <p:grpSpPr>
            <a:xfrm>
              <a:off x="5719898" y="1772334"/>
              <a:ext cx="886167" cy="886167"/>
              <a:chOff x="0" y="0"/>
              <a:chExt cx="1913890" cy="1913890"/>
            </a:xfrm>
          </p:grpSpPr>
          <p:sp>
            <p:nvSpPr>
              <p:cNvPr id="2698" name="Google Shape;2698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9" name="Google Shape;2699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00" name="Google Shape;2700;p57"/>
            <p:cNvGrpSpPr/>
            <p:nvPr/>
          </p:nvGrpSpPr>
          <p:grpSpPr>
            <a:xfrm>
              <a:off x="6606065" y="1772334"/>
              <a:ext cx="886167" cy="886167"/>
              <a:chOff x="0" y="0"/>
              <a:chExt cx="1913890" cy="1913890"/>
            </a:xfrm>
          </p:grpSpPr>
          <p:sp>
            <p:nvSpPr>
              <p:cNvPr id="2701" name="Google Shape;2701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02" name="Google Shape;2702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03" name="Google Shape;2703;p57"/>
            <p:cNvGrpSpPr/>
            <p:nvPr/>
          </p:nvGrpSpPr>
          <p:grpSpPr>
            <a:xfrm>
              <a:off x="7492232" y="1772334"/>
              <a:ext cx="886167" cy="886167"/>
              <a:chOff x="0" y="0"/>
              <a:chExt cx="1913890" cy="1913890"/>
            </a:xfrm>
          </p:grpSpPr>
          <p:sp>
            <p:nvSpPr>
              <p:cNvPr id="2704" name="Google Shape;2704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05" name="Google Shape;2705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06" name="Google Shape;2706;p57"/>
            <p:cNvGrpSpPr/>
            <p:nvPr/>
          </p:nvGrpSpPr>
          <p:grpSpPr>
            <a:xfrm>
              <a:off x="8549698" y="1802690"/>
              <a:ext cx="855811" cy="855811"/>
              <a:chOff x="0" y="0"/>
              <a:chExt cx="1913890" cy="1913890"/>
            </a:xfrm>
          </p:grpSpPr>
          <p:sp>
            <p:nvSpPr>
              <p:cNvPr id="2707" name="Google Shape;2707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08" name="Google Shape;2708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09" name="Google Shape;2709;p57"/>
            <p:cNvGrpSpPr/>
            <p:nvPr/>
          </p:nvGrpSpPr>
          <p:grpSpPr>
            <a:xfrm>
              <a:off x="4833730" y="2628145"/>
              <a:ext cx="886167" cy="886167"/>
              <a:chOff x="0" y="0"/>
              <a:chExt cx="1913890" cy="1913890"/>
            </a:xfrm>
          </p:grpSpPr>
          <p:sp>
            <p:nvSpPr>
              <p:cNvPr id="2710" name="Google Shape;2710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1" name="Google Shape;2711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12" name="Google Shape;2712;p57"/>
            <p:cNvGrpSpPr/>
            <p:nvPr/>
          </p:nvGrpSpPr>
          <p:grpSpPr>
            <a:xfrm>
              <a:off x="5719898" y="2628145"/>
              <a:ext cx="886167" cy="886167"/>
              <a:chOff x="0" y="0"/>
              <a:chExt cx="1913890" cy="1913890"/>
            </a:xfrm>
          </p:grpSpPr>
          <p:sp>
            <p:nvSpPr>
              <p:cNvPr id="2713" name="Google Shape;2713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4" name="Google Shape;2714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15" name="Google Shape;2715;p57"/>
            <p:cNvGrpSpPr/>
            <p:nvPr/>
          </p:nvGrpSpPr>
          <p:grpSpPr>
            <a:xfrm>
              <a:off x="6606065" y="2628145"/>
              <a:ext cx="886167" cy="886167"/>
              <a:chOff x="0" y="0"/>
              <a:chExt cx="1913890" cy="1913890"/>
            </a:xfrm>
          </p:grpSpPr>
          <p:sp>
            <p:nvSpPr>
              <p:cNvPr id="2716" name="Google Shape;2716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7" name="Google Shape;2717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18" name="Google Shape;2718;p57"/>
            <p:cNvGrpSpPr/>
            <p:nvPr/>
          </p:nvGrpSpPr>
          <p:grpSpPr>
            <a:xfrm>
              <a:off x="7492232" y="2628145"/>
              <a:ext cx="886167" cy="886167"/>
              <a:chOff x="0" y="0"/>
              <a:chExt cx="1913890" cy="1913890"/>
            </a:xfrm>
          </p:grpSpPr>
          <p:sp>
            <p:nvSpPr>
              <p:cNvPr id="2719" name="Google Shape;2719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0" name="Google Shape;2720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21" name="Google Shape;2721;p57"/>
            <p:cNvGrpSpPr/>
            <p:nvPr/>
          </p:nvGrpSpPr>
          <p:grpSpPr>
            <a:xfrm>
              <a:off x="8549698" y="2658501"/>
              <a:ext cx="855811" cy="855811"/>
              <a:chOff x="0" y="0"/>
              <a:chExt cx="1913890" cy="1913890"/>
            </a:xfrm>
          </p:grpSpPr>
          <p:sp>
            <p:nvSpPr>
              <p:cNvPr id="2722" name="Google Shape;2722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3" name="Google Shape;2723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24" name="Google Shape;2724;p57"/>
            <p:cNvGrpSpPr/>
            <p:nvPr/>
          </p:nvGrpSpPr>
          <p:grpSpPr>
            <a:xfrm>
              <a:off x="4833730" y="3514313"/>
              <a:ext cx="886167" cy="886167"/>
              <a:chOff x="0" y="0"/>
              <a:chExt cx="1913890" cy="1913890"/>
            </a:xfrm>
          </p:grpSpPr>
          <p:sp>
            <p:nvSpPr>
              <p:cNvPr id="2725" name="Google Shape;2725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6" name="Google Shape;2726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27" name="Google Shape;2727;p57"/>
            <p:cNvGrpSpPr/>
            <p:nvPr/>
          </p:nvGrpSpPr>
          <p:grpSpPr>
            <a:xfrm>
              <a:off x="5719898" y="3514313"/>
              <a:ext cx="886167" cy="886167"/>
              <a:chOff x="0" y="0"/>
              <a:chExt cx="1913890" cy="1913890"/>
            </a:xfrm>
          </p:grpSpPr>
          <p:sp>
            <p:nvSpPr>
              <p:cNvPr id="2728" name="Google Shape;2728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9" name="Google Shape;2729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30" name="Google Shape;2730;p57"/>
            <p:cNvGrpSpPr/>
            <p:nvPr/>
          </p:nvGrpSpPr>
          <p:grpSpPr>
            <a:xfrm>
              <a:off x="6606065" y="3514313"/>
              <a:ext cx="886167" cy="886167"/>
              <a:chOff x="0" y="0"/>
              <a:chExt cx="1913890" cy="1913890"/>
            </a:xfrm>
          </p:grpSpPr>
          <p:sp>
            <p:nvSpPr>
              <p:cNvPr id="2731" name="Google Shape;2731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2" name="Google Shape;2732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33" name="Google Shape;2733;p57"/>
            <p:cNvGrpSpPr/>
            <p:nvPr/>
          </p:nvGrpSpPr>
          <p:grpSpPr>
            <a:xfrm>
              <a:off x="7492232" y="3514313"/>
              <a:ext cx="886167" cy="886167"/>
              <a:chOff x="0" y="0"/>
              <a:chExt cx="1913890" cy="1913890"/>
            </a:xfrm>
          </p:grpSpPr>
          <p:sp>
            <p:nvSpPr>
              <p:cNvPr id="2734" name="Google Shape;2734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5" name="Google Shape;2735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36" name="Google Shape;2736;p57"/>
            <p:cNvGrpSpPr/>
            <p:nvPr/>
          </p:nvGrpSpPr>
          <p:grpSpPr>
            <a:xfrm>
              <a:off x="8549698" y="3544669"/>
              <a:ext cx="855811" cy="855811"/>
              <a:chOff x="0" y="0"/>
              <a:chExt cx="1913890" cy="1913890"/>
            </a:xfrm>
          </p:grpSpPr>
          <p:sp>
            <p:nvSpPr>
              <p:cNvPr id="2737" name="Google Shape;2737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8" name="Google Shape;2738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39" name="Google Shape;2739;p57"/>
            <p:cNvGrpSpPr/>
            <p:nvPr/>
          </p:nvGrpSpPr>
          <p:grpSpPr>
            <a:xfrm>
              <a:off x="4833730" y="4370124"/>
              <a:ext cx="886167" cy="886167"/>
              <a:chOff x="0" y="0"/>
              <a:chExt cx="1913890" cy="1913890"/>
            </a:xfrm>
          </p:grpSpPr>
          <p:sp>
            <p:nvSpPr>
              <p:cNvPr id="2740" name="Google Shape;2740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1" name="Google Shape;2741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42" name="Google Shape;2742;p57"/>
            <p:cNvGrpSpPr/>
            <p:nvPr/>
          </p:nvGrpSpPr>
          <p:grpSpPr>
            <a:xfrm>
              <a:off x="5719898" y="4370124"/>
              <a:ext cx="886167" cy="886167"/>
              <a:chOff x="0" y="0"/>
              <a:chExt cx="1913890" cy="1913890"/>
            </a:xfrm>
          </p:grpSpPr>
          <p:sp>
            <p:nvSpPr>
              <p:cNvPr id="2743" name="Google Shape;2743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4" name="Google Shape;2744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45" name="Google Shape;2745;p57"/>
            <p:cNvGrpSpPr/>
            <p:nvPr/>
          </p:nvGrpSpPr>
          <p:grpSpPr>
            <a:xfrm>
              <a:off x="6606065" y="4370124"/>
              <a:ext cx="886167" cy="886167"/>
              <a:chOff x="0" y="0"/>
              <a:chExt cx="1913890" cy="1913890"/>
            </a:xfrm>
          </p:grpSpPr>
          <p:sp>
            <p:nvSpPr>
              <p:cNvPr id="2746" name="Google Shape;2746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7" name="Google Shape;2747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48" name="Google Shape;2748;p57"/>
            <p:cNvGrpSpPr/>
            <p:nvPr/>
          </p:nvGrpSpPr>
          <p:grpSpPr>
            <a:xfrm>
              <a:off x="7492232" y="4370124"/>
              <a:ext cx="886167" cy="886167"/>
              <a:chOff x="0" y="0"/>
              <a:chExt cx="1913890" cy="1913890"/>
            </a:xfrm>
          </p:grpSpPr>
          <p:sp>
            <p:nvSpPr>
              <p:cNvPr id="2749" name="Google Shape;2749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0" name="Google Shape;2750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51" name="Google Shape;2751;p57"/>
            <p:cNvGrpSpPr/>
            <p:nvPr/>
          </p:nvGrpSpPr>
          <p:grpSpPr>
            <a:xfrm>
              <a:off x="8549698" y="4400480"/>
              <a:ext cx="855811" cy="855811"/>
              <a:chOff x="0" y="0"/>
              <a:chExt cx="1913890" cy="1913890"/>
            </a:xfrm>
          </p:grpSpPr>
          <p:sp>
            <p:nvSpPr>
              <p:cNvPr id="2752" name="Google Shape;2752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3" name="Google Shape;2753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54" name="Google Shape;2754;p57"/>
            <p:cNvGrpSpPr/>
            <p:nvPr/>
          </p:nvGrpSpPr>
          <p:grpSpPr>
            <a:xfrm>
              <a:off x="4833730" y="5256291"/>
              <a:ext cx="886167" cy="886167"/>
              <a:chOff x="0" y="0"/>
              <a:chExt cx="1913890" cy="1913890"/>
            </a:xfrm>
          </p:grpSpPr>
          <p:sp>
            <p:nvSpPr>
              <p:cNvPr id="2755" name="Google Shape;2755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6" name="Google Shape;2756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57" name="Google Shape;2757;p57"/>
            <p:cNvGrpSpPr/>
            <p:nvPr/>
          </p:nvGrpSpPr>
          <p:grpSpPr>
            <a:xfrm>
              <a:off x="5719898" y="5256291"/>
              <a:ext cx="886167" cy="886167"/>
              <a:chOff x="0" y="0"/>
              <a:chExt cx="1913890" cy="1913890"/>
            </a:xfrm>
          </p:grpSpPr>
          <p:sp>
            <p:nvSpPr>
              <p:cNvPr id="2758" name="Google Shape;2758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9" name="Google Shape;2759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60" name="Google Shape;2760;p57"/>
            <p:cNvGrpSpPr/>
            <p:nvPr/>
          </p:nvGrpSpPr>
          <p:grpSpPr>
            <a:xfrm>
              <a:off x="6606065" y="5256291"/>
              <a:ext cx="886167" cy="886167"/>
              <a:chOff x="0" y="0"/>
              <a:chExt cx="1913890" cy="1913890"/>
            </a:xfrm>
          </p:grpSpPr>
          <p:sp>
            <p:nvSpPr>
              <p:cNvPr id="2761" name="Google Shape;2761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62" name="Google Shape;2762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63" name="Google Shape;2763;p57"/>
            <p:cNvGrpSpPr/>
            <p:nvPr/>
          </p:nvGrpSpPr>
          <p:grpSpPr>
            <a:xfrm>
              <a:off x="7492232" y="5256291"/>
              <a:ext cx="886167" cy="886167"/>
              <a:chOff x="0" y="0"/>
              <a:chExt cx="1913890" cy="1913890"/>
            </a:xfrm>
          </p:grpSpPr>
          <p:sp>
            <p:nvSpPr>
              <p:cNvPr id="2764" name="Google Shape;2764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65" name="Google Shape;2765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66" name="Google Shape;2766;p57"/>
            <p:cNvGrpSpPr/>
            <p:nvPr/>
          </p:nvGrpSpPr>
          <p:grpSpPr>
            <a:xfrm>
              <a:off x="8549698" y="5286647"/>
              <a:ext cx="855811" cy="855811"/>
              <a:chOff x="0" y="0"/>
              <a:chExt cx="1913890" cy="1913890"/>
            </a:xfrm>
          </p:grpSpPr>
          <p:sp>
            <p:nvSpPr>
              <p:cNvPr id="2767" name="Google Shape;2767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68" name="Google Shape;2768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69" name="Google Shape;2769;p57"/>
            <p:cNvGrpSpPr/>
            <p:nvPr/>
          </p:nvGrpSpPr>
          <p:grpSpPr>
            <a:xfrm>
              <a:off x="4833730" y="6112102"/>
              <a:ext cx="886167" cy="886167"/>
              <a:chOff x="0" y="0"/>
              <a:chExt cx="1913890" cy="1913890"/>
            </a:xfrm>
          </p:grpSpPr>
          <p:sp>
            <p:nvSpPr>
              <p:cNvPr id="2770" name="Google Shape;2770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71" name="Google Shape;2771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72" name="Google Shape;2772;p57"/>
            <p:cNvGrpSpPr/>
            <p:nvPr/>
          </p:nvGrpSpPr>
          <p:grpSpPr>
            <a:xfrm>
              <a:off x="5719898" y="6112102"/>
              <a:ext cx="886167" cy="886167"/>
              <a:chOff x="0" y="0"/>
              <a:chExt cx="1913890" cy="1913890"/>
            </a:xfrm>
          </p:grpSpPr>
          <p:sp>
            <p:nvSpPr>
              <p:cNvPr id="2773" name="Google Shape;2773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74" name="Google Shape;2774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75" name="Google Shape;2775;p57"/>
            <p:cNvGrpSpPr/>
            <p:nvPr/>
          </p:nvGrpSpPr>
          <p:grpSpPr>
            <a:xfrm>
              <a:off x="6606065" y="6112102"/>
              <a:ext cx="886167" cy="886167"/>
              <a:chOff x="0" y="0"/>
              <a:chExt cx="1913890" cy="1913890"/>
            </a:xfrm>
          </p:grpSpPr>
          <p:sp>
            <p:nvSpPr>
              <p:cNvPr id="2776" name="Google Shape;2776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77" name="Google Shape;2777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78" name="Google Shape;2778;p57"/>
            <p:cNvGrpSpPr/>
            <p:nvPr/>
          </p:nvGrpSpPr>
          <p:grpSpPr>
            <a:xfrm>
              <a:off x="7492232" y="6112102"/>
              <a:ext cx="886167" cy="886167"/>
              <a:chOff x="0" y="0"/>
              <a:chExt cx="1913890" cy="1913890"/>
            </a:xfrm>
          </p:grpSpPr>
          <p:sp>
            <p:nvSpPr>
              <p:cNvPr id="2779" name="Google Shape;2779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80" name="Google Shape;2780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81" name="Google Shape;2781;p57"/>
            <p:cNvGrpSpPr/>
            <p:nvPr/>
          </p:nvGrpSpPr>
          <p:grpSpPr>
            <a:xfrm>
              <a:off x="8549698" y="6142458"/>
              <a:ext cx="855811" cy="855811"/>
              <a:chOff x="0" y="0"/>
              <a:chExt cx="1913890" cy="1913890"/>
            </a:xfrm>
          </p:grpSpPr>
          <p:sp>
            <p:nvSpPr>
              <p:cNvPr id="2782" name="Google Shape;2782;p57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83" name="Google Shape;2783;p57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784" name="Google Shape;2784;p57"/>
            <p:cNvSpPr txBox="1"/>
            <p:nvPr/>
          </p:nvSpPr>
          <p:spPr>
            <a:xfrm>
              <a:off x="5168732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785" name="Google Shape;2785;p57"/>
            <p:cNvSpPr txBox="1"/>
            <p:nvPr/>
          </p:nvSpPr>
          <p:spPr>
            <a:xfrm>
              <a:off x="6054899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786" name="Google Shape;2786;p57"/>
            <p:cNvSpPr txBox="1"/>
            <p:nvPr/>
          </p:nvSpPr>
          <p:spPr>
            <a:xfrm>
              <a:off x="6941066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787" name="Google Shape;2787;p57"/>
            <p:cNvSpPr txBox="1"/>
            <p:nvPr/>
          </p:nvSpPr>
          <p:spPr>
            <a:xfrm>
              <a:off x="7827233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788" name="Google Shape;2788;p57"/>
            <p:cNvSpPr txBox="1"/>
            <p:nvPr/>
          </p:nvSpPr>
          <p:spPr>
            <a:xfrm>
              <a:off x="8873550" y="2414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8</a:t>
              </a:r>
              <a:endParaRPr/>
            </a:p>
          </p:txBody>
        </p:sp>
        <p:sp>
          <p:nvSpPr>
            <p:cNvPr id="2789" name="Google Shape;2789;p57"/>
            <p:cNvSpPr txBox="1"/>
            <p:nvPr/>
          </p:nvSpPr>
          <p:spPr>
            <a:xfrm>
              <a:off x="5168732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790" name="Google Shape;2790;p57"/>
            <p:cNvSpPr txBox="1"/>
            <p:nvPr/>
          </p:nvSpPr>
          <p:spPr>
            <a:xfrm>
              <a:off x="6054899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791" name="Google Shape;2791;p57"/>
            <p:cNvSpPr txBox="1"/>
            <p:nvPr/>
          </p:nvSpPr>
          <p:spPr>
            <a:xfrm>
              <a:off x="6941066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792" name="Google Shape;2792;p57"/>
            <p:cNvSpPr txBox="1"/>
            <p:nvPr/>
          </p:nvSpPr>
          <p:spPr>
            <a:xfrm>
              <a:off x="7827233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793" name="Google Shape;2793;p57"/>
            <p:cNvSpPr txBox="1"/>
            <p:nvPr/>
          </p:nvSpPr>
          <p:spPr>
            <a:xfrm>
              <a:off x="8873550" y="1097287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9</a:t>
              </a:r>
              <a:endParaRPr/>
            </a:p>
          </p:txBody>
        </p:sp>
        <p:sp>
          <p:nvSpPr>
            <p:cNvPr id="2794" name="Google Shape;2794;p57"/>
            <p:cNvSpPr txBox="1"/>
            <p:nvPr/>
          </p:nvSpPr>
          <p:spPr>
            <a:xfrm>
              <a:off x="5168732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795" name="Google Shape;2795;p57"/>
            <p:cNvSpPr txBox="1"/>
            <p:nvPr/>
          </p:nvSpPr>
          <p:spPr>
            <a:xfrm>
              <a:off x="6054899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796" name="Google Shape;2796;p57"/>
            <p:cNvSpPr txBox="1"/>
            <p:nvPr/>
          </p:nvSpPr>
          <p:spPr>
            <a:xfrm>
              <a:off x="6941066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797" name="Google Shape;2797;p57"/>
            <p:cNvSpPr txBox="1"/>
            <p:nvPr/>
          </p:nvSpPr>
          <p:spPr>
            <a:xfrm>
              <a:off x="7827233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798" name="Google Shape;2798;p57"/>
            <p:cNvSpPr txBox="1"/>
            <p:nvPr/>
          </p:nvSpPr>
          <p:spPr>
            <a:xfrm>
              <a:off x="8848670" y="1983454"/>
              <a:ext cx="25786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A</a:t>
              </a:r>
              <a:endParaRPr/>
            </a:p>
          </p:txBody>
        </p:sp>
        <p:sp>
          <p:nvSpPr>
            <p:cNvPr id="2799" name="Google Shape;2799;p57"/>
            <p:cNvSpPr txBox="1"/>
            <p:nvPr/>
          </p:nvSpPr>
          <p:spPr>
            <a:xfrm>
              <a:off x="5168732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00" name="Google Shape;2800;p57"/>
            <p:cNvSpPr txBox="1"/>
            <p:nvPr/>
          </p:nvSpPr>
          <p:spPr>
            <a:xfrm>
              <a:off x="6054899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801" name="Google Shape;2801;p57"/>
            <p:cNvSpPr txBox="1"/>
            <p:nvPr/>
          </p:nvSpPr>
          <p:spPr>
            <a:xfrm>
              <a:off x="6941066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02" name="Google Shape;2802;p57"/>
            <p:cNvSpPr txBox="1"/>
            <p:nvPr/>
          </p:nvSpPr>
          <p:spPr>
            <a:xfrm>
              <a:off x="7827233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03" name="Google Shape;2803;p57"/>
            <p:cNvSpPr txBox="1"/>
            <p:nvPr/>
          </p:nvSpPr>
          <p:spPr>
            <a:xfrm>
              <a:off x="8857948" y="2839265"/>
              <a:ext cx="23931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B</a:t>
              </a:r>
              <a:endParaRPr/>
            </a:p>
          </p:txBody>
        </p:sp>
        <p:sp>
          <p:nvSpPr>
            <p:cNvPr id="2804" name="Google Shape;2804;p57"/>
            <p:cNvSpPr txBox="1"/>
            <p:nvPr/>
          </p:nvSpPr>
          <p:spPr>
            <a:xfrm>
              <a:off x="5168732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05" name="Google Shape;2805;p57"/>
            <p:cNvSpPr txBox="1"/>
            <p:nvPr/>
          </p:nvSpPr>
          <p:spPr>
            <a:xfrm>
              <a:off x="6054899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06" name="Google Shape;2806;p57"/>
            <p:cNvSpPr txBox="1"/>
            <p:nvPr/>
          </p:nvSpPr>
          <p:spPr>
            <a:xfrm>
              <a:off x="6941066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807" name="Google Shape;2807;p57"/>
            <p:cNvSpPr txBox="1"/>
            <p:nvPr/>
          </p:nvSpPr>
          <p:spPr>
            <a:xfrm>
              <a:off x="7827233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808" name="Google Shape;2808;p57"/>
            <p:cNvSpPr txBox="1"/>
            <p:nvPr/>
          </p:nvSpPr>
          <p:spPr>
            <a:xfrm>
              <a:off x="8862363" y="3725432"/>
              <a:ext cx="23048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C</a:t>
              </a:r>
              <a:endParaRPr/>
            </a:p>
          </p:txBody>
        </p:sp>
        <p:sp>
          <p:nvSpPr>
            <p:cNvPr id="2809" name="Google Shape;2809;p57"/>
            <p:cNvSpPr txBox="1"/>
            <p:nvPr/>
          </p:nvSpPr>
          <p:spPr>
            <a:xfrm>
              <a:off x="5168732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10" name="Google Shape;2810;p57"/>
            <p:cNvSpPr txBox="1"/>
            <p:nvPr/>
          </p:nvSpPr>
          <p:spPr>
            <a:xfrm>
              <a:off x="6054899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11" name="Google Shape;2811;p57"/>
            <p:cNvSpPr txBox="1"/>
            <p:nvPr/>
          </p:nvSpPr>
          <p:spPr>
            <a:xfrm>
              <a:off x="6941066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812" name="Google Shape;2812;p57"/>
            <p:cNvSpPr txBox="1"/>
            <p:nvPr/>
          </p:nvSpPr>
          <p:spPr>
            <a:xfrm>
              <a:off x="7827233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13" name="Google Shape;2813;p57"/>
            <p:cNvSpPr txBox="1"/>
            <p:nvPr/>
          </p:nvSpPr>
          <p:spPr>
            <a:xfrm>
              <a:off x="8847268" y="4581244"/>
              <a:ext cx="26067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D</a:t>
              </a:r>
              <a:endParaRPr/>
            </a:p>
          </p:txBody>
        </p:sp>
        <p:sp>
          <p:nvSpPr>
            <p:cNvPr id="2814" name="Google Shape;2814;p57"/>
            <p:cNvSpPr txBox="1"/>
            <p:nvPr/>
          </p:nvSpPr>
          <p:spPr>
            <a:xfrm>
              <a:off x="5168732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15" name="Google Shape;2815;p57"/>
            <p:cNvSpPr txBox="1"/>
            <p:nvPr/>
          </p:nvSpPr>
          <p:spPr>
            <a:xfrm>
              <a:off x="6054899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16" name="Google Shape;2816;p57"/>
            <p:cNvSpPr txBox="1"/>
            <p:nvPr/>
          </p:nvSpPr>
          <p:spPr>
            <a:xfrm>
              <a:off x="6941066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17" name="Google Shape;2817;p57"/>
            <p:cNvSpPr txBox="1"/>
            <p:nvPr/>
          </p:nvSpPr>
          <p:spPr>
            <a:xfrm>
              <a:off x="7827233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818" name="Google Shape;2818;p57"/>
            <p:cNvSpPr txBox="1"/>
            <p:nvPr/>
          </p:nvSpPr>
          <p:spPr>
            <a:xfrm>
              <a:off x="8880143" y="5467411"/>
              <a:ext cx="19492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E</a:t>
              </a:r>
              <a:endParaRPr/>
            </a:p>
          </p:txBody>
        </p:sp>
        <p:sp>
          <p:nvSpPr>
            <p:cNvPr id="2819" name="Google Shape;2819;p57"/>
            <p:cNvSpPr txBox="1"/>
            <p:nvPr/>
          </p:nvSpPr>
          <p:spPr>
            <a:xfrm>
              <a:off x="5168732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20" name="Google Shape;2820;p57"/>
            <p:cNvSpPr txBox="1"/>
            <p:nvPr/>
          </p:nvSpPr>
          <p:spPr>
            <a:xfrm>
              <a:off x="6054899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21" name="Google Shape;2821;p57"/>
            <p:cNvSpPr txBox="1"/>
            <p:nvPr/>
          </p:nvSpPr>
          <p:spPr>
            <a:xfrm>
              <a:off x="6941066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22" name="Google Shape;2822;p57"/>
            <p:cNvSpPr txBox="1"/>
            <p:nvPr/>
          </p:nvSpPr>
          <p:spPr>
            <a:xfrm>
              <a:off x="7827233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823" name="Google Shape;2823;p57"/>
            <p:cNvSpPr txBox="1"/>
            <p:nvPr/>
          </p:nvSpPr>
          <p:spPr>
            <a:xfrm>
              <a:off x="8881873" y="6323222"/>
              <a:ext cx="19146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F</a:t>
              </a:r>
              <a:endParaRPr/>
            </a:p>
          </p:txBody>
        </p:sp>
      </p:grpSp>
      <p:sp>
        <p:nvSpPr>
          <p:cNvPr id="2824" name="Google Shape;2824;p57"/>
          <p:cNvSpPr txBox="1"/>
          <p:nvPr/>
        </p:nvSpPr>
        <p:spPr>
          <a:xfrm>
            <a:off x="12160609" y="2059864"/>
            <a:ext cx="462915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 to Hexadecimal Conversion Table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2828" name="Shape 2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9" name="Google Shape;2829;p58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0" name="Google Shape;2830;p58"/>
          <p:cNvSpPr/>
          <p:nvPr/>
        </p:nvSpPr>
        <p:spPr>
          <a:xfrm>
            <a:off x="2379974" y="264383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1" name="Google Shape;2831;p58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2" name="Google Shape;2832;p58"/>
          <p:cNvSpPr txBox="1"/>
          <p:nvPr/>
        </p:nvSpPr>
        <p:spPr>
          <a:xfrm>
            <a:off x="4409873" y="4109"/>
            <a:ext cx="14730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3" name="Google Shape;2833;p58"/>
          <p:cNvSpPr txBox="1"/>
          <p:nvPr/>
        </p:nvSpPr>
        <p:spPr>
          <a:xfrm>
            <a:off x="185736" y="119732"/>
            <a:ext cx="2148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4" name="Google Shape;2834;p58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5" name="Google Shape;2835;p58"/>
          <p:cNvSpPr txBox="1"/>
          <p:nvPr/>
        </p:nvSpPr>
        <p:spPr>
          <a:xfrm>
            <a:off x="2333352" y="866779"/>
            <a:ext cx="4582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F  9  3  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6" name="Google Shape;2836;p58"/>
          <p:cNvSpPr/>
          <p:nvPr/>
        </p:nvSpPr>
        <p:spPr>
          <a:xfrm rot="7089371">
            <a:off x="1297668" y="3028679"/>
            <a:ext cx="1524372" cy="172974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7" name="Google Shape;2837;p58"/>
          <p:cNvSpPr/>
          <p:nvPr/>
        </p:nvSpPr>
        <p:spPr>
          <a:xfrm rot="5400000">
            <a:off x="2735480" y="3289543"/>
            <a:ext cx="2006513" cy="228029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8" name="Google Shape;2838;p58"/>
          <p:cNvSpPr/>
          <p:nvPr/>
        </p:nvSpPr>
        <p:spPr>
          <a:xfrm rot="3913492">
            <a:off x="6412244" y="2970587"/>
            <a:ext cx="1355136" cy="15350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9" name="Google Shape;2839;p58"/>
          <p:cNvSpPr/>
          <p:nvPr/>
        </p:nvSpPr>
        <p:spPr>
          <a:xfrm rot="5351584">
            <a:off x="4545362" y="3035331"/>
            <a:ext cx="1344119" cy="154206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0" name="Google Shape;2840;p58"/>
          <p:cNvSpPr txBox="1"/>
          <p:nvPr/>
        </p:nvSpPr>
        <p:spPr>
          <a:xfrm>
            <a:off x="910385" y="3805793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1" name="Google Shape;2841;p58"/>
          <p:cNvSpPr txBox="1"/>
          <p:nvPr/>
        </p:nvSpPr>
        <p:spPr>
          <a:xfrm>
            <a:off x="3111782" y="4700881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2" name="Google Shape;2842;p58"/>
          <p:cNvSpPr txBox="1"/>
          <p:nvPr/>
        </p:nvSpPr>
        <p:spPr>
          <a:xfrm>
            <a:off x="4801146" y="3920615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3" name="Google Shape;2843;p58"/>
          <p:cNvSpPr txBox="1"/>
          <p:nvPr/>
        </p:nvSpPr>
        <p:spPr>
          <a:xfrm>
            <a:off x="6916172" y="3920615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0101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4" name="Google Shape;2844;p58"/>
          <p:cNvSpPr txBox="1"/>
          <p:nvPr/>
        </p:nvSpPr>
        <p:spPr>
          <a:xfrm>
            <a:off x="631013" y="7751132"/>
            <a:ext cx="19548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5" name="Google Shape;2845;p58"/>
          <p:cNvSpPr txBox="1"/>
          <p:nvPr/>
        </p:nvSpPr>
        <p:spPr>
          <a:xfrm>
            <a:off x="2713031" y="7751132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6" name="Google Shape;2846;p58"/>
          <p:cNvSpPr txBox="1"/>
          <p:nvPr/>
        </p:nvSpPr>
        <p:spPr>
          <a:xfrm>
            <a:off x="3850073" y="7751132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7" name="Google Shape;2847;p58"/>
          <p:cNvSpPr txBox="1"/>
          <p:nvPr/>
        </p:nvSpPr>
        <p:spPr>
          <a:xfrm>
            <a:off x="5131304" y="7751132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8" name="Google Shape;2848;p58"/>
          <p:cNvSpPr txBox="1"/>
          <p:nvPr/>
        </p:nvSpPr>
        <p:spPr>
          <a:xfrm>
            <a:off x="6404243" y="7751132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0101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49" name="Google Shape;2849;p58"/>
          <p:cNvGrpSpPr/>
          <p:nvPr/>
        </p:nvGrpSpPr>
        <p:grpSpPr>
          <a:xfrm>
            <a:off x="10948118" y="3320010"/>
            <a:ext cx="7054131" cy="5248702"/>
            <a:chOff x="0" y="0"/>
            <a:chExt cx="9405509" cy="6998269"/>
          </a:xfrm>
        </p:grpSpPr>
        <p:grpSp>
          <p:nvGrpSpPr>
            <p:cNvPr id="2850" name="Google Shape;2850;p58"/>
            <p:cNvGrpSpPr/>
            <p:nvPr/>
          </p:nvGrpSpPr>
          <p:grpSpPr>
            <a:xfrm>
              <a:off x="0" y="0"/>
              <a:ext cx="886167" cy="886167"/>
              <a:chOff x="0" y="0"/>
              <a:chExt cx="1913890" cy="1913890"/>
            </a:xfrm>
          </p:grpSpPr>
          <p:sp>
            <p:nvSpPr>
              <p:cNvPr id="2851" name="Google Shape;2851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2" name="Google Shape;2852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53" name="Google Shape;2853;p58"/>
            <p:cNvGrpSpPr/>
            <p:nvPr/>
          </p:nvGrpSpPr>
          <p:grpSpPr>
            <a:xfrm>
              <a:off x="886167" y="0"/>
              <a:ext cx="886167" cy="886167"/>
              <a:chOff x="0" y="0"/>
              <a:chExt cx="1913890" cy="1913890"/>
            </a:xfrm>
          </p:grpSpPr>
          <p:sp>
            <p:nvSpPr>
              <p:cNvPr id="2854" name="Google Shape;2854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5" name="Google Shape;2855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56" name="Google Shape;2856;p58"/>
            <p:cNvGrpSpPr/>
            <p:nvPr/>
          </p:nvGrpSpPr>
          <p:grpSpPr>
            <a:xfrm>
              <a:off x="1772334" y="0"/>
              <a:ext cx="886167" cy="886167"/>
              <a:chOff x="0" y="0"/>
              <a:chExt cx="1913890" cy="1913890"/>
            </a:xfrm>
          </p:grpSpPr>
          <p:sp>
            <p:nvSpPr>
              <p:cNvPr id="2857" name="Google Shape;2857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8" name="Google Shape;2858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59" name="Google Shape;2859;p58"/>
            <p:cNvGrpSpPr/>
            <p:nvPr/>
          </p:nvGrpSpPr>
          <p:grpSpPr>
            <a:xfrm>
              <a:off x="2658501" y="0"/>
              <a:ext cx="886167" cy="886167"/>
              <a:chOff x="0" y="0"/>
              <a:chExt cx="1913890" cy="1913890"/>
            </a:xfrm>
          </p:grpSpPr>
          <p:sp>
            <p:nvSpPr>
              <p:cNvPr id="2860" name="Google Shape;2860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1" name="Google Shape;2861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62" name="Google Shape;2862;p58"/>
            <p:cNvGrpSpPr/>
            <p:nvPr/>
          </p:nvGrpSpPr>
          <p:grpSpPr>
            <a:xfrm>
              <a:off x="3747141" y="30356"/>
              <a:ext cx="855811" cy="855811"/>
              <a:chOff x="0" y="0"/>
              <a:chExt cx="1913890" cy="1913890"/>
            </a:xfrm>
          </p:grpSpPr>
          <p:sp>
            <p:nvSpPr>
              <p:cNvPr id="2863" name="Google Shape;2863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4" name="Google Shape;2864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65" name="Google Shape;2865;p58"/>
            <p:cNvGrpSpPr/>
            <p:nvPr/>
          </p:nvGrpSpPr>
          <p:grpSpPr>
            <a:xfrm>
              <a:off x="0" y="855811"/>
              <a:ext cx="886167" cy="886167"/>
              <a:chOff x="0" y="0"/>
              <a:chExt cx="1913890" cy="1913890"/>
            </a:xfrm>
          </p:grpSpPr>
          <p:sp>
            <p:nvSpPr>
              <p:cNvPr id="2866" name="Google Shape;2866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7" name="Google Shape;2867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68" name="Google Shape;2868;p58"/>
            <p:cNvGrpSpPr/>
            <p:nvPr/>
          </p:nvGrpSpPr>
          <p:grpSpPr>
            <a:xfrm>
              <a:off x="886167" y="855811"/>
              <a:ext cx="886167" cy="886167"/>
              <a:chOff x="0" y="0"/>
              <a:chExt cx="1913890" cy="1913890"/>
            </a:xfrm>
          </p:grpSpPr>
          <p:sp>
            <p:nvSpPr>
              <p:cNvPr id="2869" name="Google Shape;2869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0" name="Google Shape;2870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71" name="Google Shape;2871;p58"/>
            <p:cNvGrpSpPr/>
            <p:nvPr/>
          </p:nvGrpSpPr>
          <p:grpSpPr>
            <a:xfrm>
              <a:off x="1772334" y="855811"/>
              <a:ext cx="886167" cy="886167"/>
              <a:chOff x="0" y="0"/>
              <a:chExt cx="1913890" cy="1913890"/>
            </a:xfrm>
          </p:grpSpPr>
          <p:sp>
            <p:nvSpPr>
              <p:cNvPr id="2872" name="Google Shape;2872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3" name="Google Shape;2873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74" name="Google Shape;2874;p58"/>
            <p:cNvGrpSpPr/>
            <p:nvPr/>
          </p:nvGrpSpPr>
          <p:grpSpPr>
            <a:xfrm>
              <a:off x="2658501" y="855811"/>
              <a:ext cx="886167" cy="886167"/>
              <a:chOff x="0" y="0"/>
              <a:chExt cx="1913890" cy="1913890"/>
            </a:xfrm>
          </p:grpSpPr>
          <p:sp>
            <p:nvSpPr>
              <p:cNvPr id="2875" name="Google Shape;2875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6" name="Google Shape;2876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77" name="Google Shape;2877;p58"/>
            <p:cNvGrpSpPr/>
            <p:nvPr/>
          </p:nvGrpSpPr>
          <p:grpSpPr>
            <a:xfrm>
              <a:off x="3747141" y="886167"/>
              <a:ext cx="855811" cy="855811"/>
              <a:chOff x="0" y="0"/>
              <a:chExt cx="1913890" cy="1913890"/>
            </a:xfrm>
          </p:grpSpPr>
          <p:sp>
            <p:nvSpPr>
              <p:cNvPr id="2878" name="Google Shape;2878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9" name="Google Shape;2879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80" name="Google Shape;2880;p58"/>
            <p:cNvGrpSpPr/>
            <p:nvPr/>
          </p:nvGrpSpPr>
          <p:grpSpPr>
            <a:xfrm>
              <a:off x="0" y="1741978"/>
              <a:ext cx="886167" cy="886167"/>
              <a:chOff x="0" y="0"/>
              <a:chExt cx="1913890" cy="1913890"/>
            </a:xfrm>
          </p:grpSpPr>
          <p:sp>
            <p:nvSpPr>
              <p:cNvPr id="2881" name="Google Shape;2881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82" name="Google Shape;2882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83" name="Google Shape;2883;p58"/>
            <p:cNvGrpSpPr/>
            <p:nvPr/>
          </p:nvGrpSpPr>
          <p:grpSpPr>
            <a:xfrm>
              <a:off x="886167" y="1741978"/>
              <a:ext cx="886167" cy="886167"/>
              <a:chOff x="0" y="0"/>
              <a:chExt cx="1913890" cy="1913890"/>
            </a:xfrm>
          </p:grpSpPr>
          <p:sp>
            <p:nvSpPr>
              <p:cNvPr id="2884" name="Google Shape;2884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85" name="Google Shape;2885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86" name="Google Shape;2886;p58"/>
            <p:cNvGrpSpPr/>
            <p:nvPr/>
          </p:nvGrpSpPr>
          <p:grpSpPr>
            <a:xfrm>
              <a:off x="1772334" y="1741978"/>
              <a:ext cx="886167" cy="886167"/>
              <a:chOff x="0" y="0"/>
              <a:chExt cx="1913890" cy="1913890"/>
            </a:xfrm>
          </p:grpSpPr>
          <p:sp>
            <p:nvSpPr>
              <p:cNvPr id="2887" name="Google Shape;2887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88" name="Google Shape;2888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89" name="Google Shape;2889;p58"/>
            <p:cNvGrpSpPr/>
            <p:nvPr/>
          </p:nvGrpSpPr>
          <p:grpSpPr>
            <a:xfrm>
              <a:off x="2658501" y="1741978"/>
              <a:ext cx="886167" cy="886167"/>
              <a:chOff x="0" y="0"/>
              <a:chExt cx="1913890" cy="1913890"/>
            </a:xfrm>
          </p:grpSpPr>
          <p:sp>
            <p:nvSpPr>
              <p:cNvPr id="2890" name="Google Shape;2890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91" name="Google Shape;2891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92" name="Google Shape;2892;p58"/>
            <p:cNvGrpSpPr/>
            <p:nvPr/>
          </p:nvGrpSpPr>
          <p:grpSpPr>
            <a:xfrm>
              <a:off x="3747141" y="1772334"/>
              <a:ext cx="855811" cy="855811"/>
              <a:chOff x="0" y="0"/>
              <a:chExt cx="1913890" cy="1913890"/>
            </a:xfrm>
          </p:grpSpPr>
          <p:sp>
            <p:nvSpPr>
              <p:cNvPr id="2893" name="Google Shape;2893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94" name="Google Shape;2894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95" name="Google Shape;2895;p58"/>
            <p:cNvGrpSpPr/>
            <p:nvPr/>
          </p:nvGrpSpPr>
          <p:grpSpPr>
            <a:xfrm>
              <a:off x="0" y="2597789"/>
              <a:ext cx="886167" cy="886167"/>
              <a:chOff x="0" y="0"/>
              <a:chExt cx="1913890" cy="1913890"/>
            </a:xfrm>
          </p:grpSpPr>
          <p:sp>
            <p:nvSpPr>
              <p:cNvPr id="2896" name="Google Shape;2896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97" name="Google Shape;2897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98" name="Google Shape;2898;p58"/>
            <p:cNvGrpSpPr/>
            <p:nvPr/>
          </p:nvGrpSpPr>
          <p:grpSpPr>
            <a:xfrm>
              <a:off x="886167" y="2597789"/>
              <a:ext cx="886167" cy="886167"/>
              <a:chOff x="0" y="0"/>
              <a:chExt cx="1913890" cy="1913890"/>
            </a:xfrm>
          </p:grpSpPr>
          <p:sp>
            <p:nvSpPr>
              <p:cNvPr id="2899" name="Google Shape;2899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00" name="Google Shape;2900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01" name="Google Shape;2901;p58"/>
            <p:cNvGrpSpPr/>
            <p:nvPr/>
          </p:nvGrpSpPr>
          <p:grpSpPr>
            <a:xfrm>
              <a:off x="1772334" y="2597789"/>
              <a:ext cx="886167" cy="886167"/>
              <a:chOff x="0" y="0"/>
              <a:chExt cx="1913890" cy="1913890"/>
            </a:xfrm>
          </p:grpSpPr>
          <p:sp>
            <p:nvSpPr>
              <p:cNvPr id="2902" name="Google Shape;2902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03" name="Google Shape;2903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04" name="Google Shape;2904;p58"/>
            <p:cNvGrpSpPr/>
            <p:nvPr/>
          </p:nvGrpSpPr>
          <p:grpSpPr>
            <a:xfrm>
              <a:off x="2658501" y="2597789"/>
              <a:ext cx="886167" cy="886167"/>
              <a:chOff x="0" y="0"/>
              <a:chExt cx="1913890" cy="1913890"/>
            </a:xfrm>
          </p:grpSpPr>
          <p:sp>
            <p:nvSpPr>
              <p:cNvPr id="2905" name="Google Shape;2905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06" name="Google Shape;2906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07" name="Google Shape;2907;p58"/>
            <p:cNvGrpSpPr/>
            <p:nvPr/>
          </p:nvGrpSpPr>
          <p:grpSpPr>
            <a:xfrm>
              <a:off x="3747141" y="2628145"/>
              <a:ext cx="855811" cy="855811"/>
              <a:chOff x="0" y="0"/>
              <a:chExt cx="1913890" cy="1913890"/>
            </a:xfrm>
          </p:grpSpPr>
          <p:sp>
            <p:nvSpPr>
              <p:cNvPr id="2908" name="Google Shape;2908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09" name="Google Shape;2909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10" name="Google Shape;2910;p58"/>
            <p:cNvGrpSpPr/>
            <p:nvPr/>
          </p:nvGrpSpPr>
          <p:grpSpPr>
            <a:xfrm>
              <a:off x="0" y="3483957"/>
              <a:ext cx="886167" cy="886167"/>
              <a:chOff x="0" y="0"/>
              <a:chExt cx="1913890" cy="1913890"/>
            </a:xfrm>
          </p:grpSpPr>
          <p:sp>
            <p:nvSpPr>
              <p:cNvPr id="2911" name="Google Shape;2911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12" name="Google Shape;2912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13" name="Google Shape;2913;p58"/>
            <p:cNvGrpSpPr/>
            <p:nvPr/>
          </p:nvGrpSpPr>
          <p:grpSpPr>
            <a:xfrm>
              <a:off x="886167" y="3483957"/>
              <a:ext cx="886167" cy="886167"/>
              <a:chOff x="0" y="0"/>
              <a:chExt cx="1913890" cy="1913890"/>
            </a:xfrm>
          </p:grpSpPr>
          <p:sp>
            <p:nvSpPr>
              <p:cNvPr id="2914" name="Google Shape;2914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15" name="Google Shape;2915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16" name="Google Shape;2916;p58"/>
            <p:cNvGrpSpPr/>
            <p:nvPr/>
          </p:nvGrpSpPr>
          <p:grpSpPr>
            <a:xfrm>
              <a:off x="1772334" y="3483957"/>
              <a:ext cx="886167" cy="886167"/>
              <a:chOff x="0" y="0"/>
              <a:chExt cx="1913890" cy="1913890"/>
            </a:xfrm>
          </p:grpSpPr>
          <p:sp>
            <p:nvSpPr>
              <p:cNvPr id="2917" name="Google Shape;2917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18" name="Google Shape;2918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19" name="Google Shape;2919;p58"/>
            <p:cNvGrpSpPr/>
            <p:nvPr/>
          </p:nvGrpSpPr>
          <p:grpSpPr>
            <a:xfrm>
              <a:off x="2658501" y="3483957"/>
              <a:ext cx="886167" cy="886167"/>
              <a:chOff x="0" y="0"/>
              <a:chExt cx="1913890" cy="1913890"/>
            </a:xfrm>
          </p:grpSpPr>
          <p:sp>
            <p:nvSpPr>
              <p:cNvPr id="2920" name="Google Shape;2920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21" name="Google Shape;2921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22" name="Google Shape;2922;p58"/>
            <p:cNvGrpSpPr/>
            <p:nvPr/>
          </p:nvGrpSpPr>
          <p:grpSpPr>
            <a:xfrm>
              <a:off x="3747141" y="3514313"/>
              <a:ext cx="855811" cy="855811"/>
              <a:chOff x="0" y="0"/>
              <a:chExt cx="1913890" cy="1913890"/>
            </a:xfrm>
          </p:grpSpPr>
          <p:sp>
            <p:nvSpPr>
              <p:cNvPr id="2923" name="Google Shape;2923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24" name="Google Shape;2924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25" name="Google Shape;2925;p58"/>
            <p:cNvGrpSpPr/>
            <p:nvPr/>
          </p:nvGrpSpPr>
          <p:grpSpPr>
            <a:xfrm>
              <a:off x="0" y="4339768"/>
              <a:ext cx="886167" cy="886167"/>
              <a:chOff x="0" y="0"/>
              <a:chExt cx="1913890" cy="1913890"/>
            </a:xfrm>
          </p:grpSpPr>
          <p:sp>
            <p:nvSpPr>
              <p:cNvPr id="2926" name="Google Shape;2926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27" name="Google Shape;2927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28" name="Google Shape;2928;p58"/>
            <p:cNvGrpSpPr/>
            <p:nvPr/>
          </p:nvGrpSpPr>
          <p:grpSpPr>
            <a:xfrm>
              <a:off x="886167" y="4339768"/>
              <a:ext cx="886167" cy="886167"/>
              <a:chOff x="0" y="0"/>
              <a:chExt cx="1913890" cy="1913890"/>
            </a:xfrm>
          </p:grpSpPr>
          <p:sp>
            <p:nvSpPr>
              <p:cNvPr id="2929" name="Google Shape;2929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30" name="Google Shape;2930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31" name="Google Shape;2931;p58"/>
            <p:cNvGrpSpPr/>
            <p:nvPr/>
          </p:nvGrpSpPr>
          <p:grpSpPr>
            <a:xfrm>
              <a:off x="1772334" y="4339768"/>
              <a:ext cx="886167" cy="886167"/>
              <a:chOff x="0" y="0"/>
              <a:chExt cx="1913890" cy="1913890"/>
            </a:xfrm>
          </p:grpSpPr>
          <p:sp>
            <p:nvSpPr>
              <p:cNvPr id="2932" name="Google Shape;2932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33" name="Google Shape;2933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34" name="Google Shape;2934;p58"/>
            <p:cNvGrpSpPr/>
            <p:nvPr/>
          </p:nvGrpSpPr>
          <p:grpSpPr>
            <a:xfrm>
              <a:off x="2658501" y="4339768"/>
              <a:ext cx="886167" cy="886167"/>
              <a:chOff x="0" y="0"/>
              <a:chExt cx="1913890" cy="1913890"/>
            </a:xfrm>
          </p:grpSpPr>
          <p:sp>
            <p:nvSpPr>
              <p:cNvPr id="2935" name="Google Shape;2935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36" name="Google Shape;2936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37" name="Google Shape;2937;p58"/>
            <p:cNvGrpSpPr/>
            <p:nvPr/>
          </p:nvGrpSpPr>
          <p:grpSpPr>
            <a:xfrm>
              <a:off x="3747141" y="4370124"/>
              <a:ext cx="855811" cy="855811"/>
              <a:chOff x="0" y="0"/>
              <a:chExt cx="1913890" cy="1913890"/>
            </a:xfrm>
          </p:grpSpPr>
          <p:sp>
            <p:nvSpPr>
              <p:cNvPr id="2938" name="Google Shape;2938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39" name="Google Shape;2939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40" name="Google Shape;2940;p58"/>
            <p:cNvGrpSpPr/>
            <p:nvPr/>
          </p:nvGrpSpPr>
          <p:grpSpPr>
            <a:xfrm>
              <a:off x="0" y="5225935"/>
              <a:ext cx="886167" cy="886167"/>
              <a:chOff x="0" y="0"/>
              <a:chExt cx="1913890" cy="1913890"/>
            </a:xfrm>
          </p:grpSpPr>
          <p:sp>
            <p:nvSpPr>
              <p:cNvPr id="2941" name="Google Shape;2941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42" name="Google Shape;2942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43" name="Google Shape;2943;p58"/>
            <p:cNvGrpSpPr/>
            <p:nvPr/>
          </p:nvGrpSpPr>
          <p:grpSpPr>
            <a:xfrm>
              <a:off x="886167" y="5225935"/>
              <a:ext cx="886167" cy="886167"/>
              <a:chOff x="0" y="0"/>
              <a:chExt cx="1913890" cy="1913890"/>
            </a:xfrm>
          </p:grpSpPr>
          <p:sp>
            <p:nvSpPr>
              <p:cNvPr id="2944" name="Google Shape;2944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45" name="Google Shape;2945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46" name="Google Shape;2946;p58"/>
            <p:cNvGrpSpPr/>
            <p:nvPr/>
          </p:nvGrpSpPr>
          <p:grpSpPr>
            <a:xfrm>
              <a:off x="1772334" y="5225935"/>
              <a:ext cx="886167" cy="886167"/>
              <a:chOff x="0" y="0"/>
              <a:chExt cx="1913890" cy="1913890"/>
            </a:xfrm>
          </p:grpSpPr>
          <p:sp>
            <p:nvSpPr>
              <p:cNvPr id="2947" name="Google Shape;2947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48" name="Google Shape;2948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49" name="Google Shape;2949;p58"/>
            <p:cNvGrpSpPr/>
            <p:nvPr/>
          </p:nvGrpSpPr>
          <p:grpSpPr>
            <a:xfrm>
              <a:off x="2658501" y="5225935"/>
              <a:ext cx="886167" cy="886167"/>
              <a:chOff x="0" y="0"/>
              <a:chExt cx="1913890" cy="1913890"/>
            </a:xfrm>
          </p:grpSpPr>
          <p:sp>
            <p:nvSpPr>
              <p:cNvPr id="2950" name="Google Shape;2950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51" name="Google Shape;2951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52" name="Google Shape;2952;p58"/>
            <p:cNvGrpSpPr/>
            <p:nvPr/>
          </p:nvGrpSpPr>
          <p:grpSpPr>
            <a:xfrm>
              <a:off x="3747141" y="5256291"/>
              <a:ext cx="855811" cy="855811"/>
              <a:chOff x="0" y="0"/>
              <a:chExt cx="1913890" cy="1913890"/>
            </a:xfrm>
          </p:grpSpPr>
          <p:sp>
            <p:nvSpPr>
              <p:cNvPr id="2953" name="Google Shape;2953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54" name="Google Shape;2954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55" name="Google Shape;2955;p58"/>
            <p:cNvGrpSpPr/>
            <p:nvPr/>
          </p:nvGrpSpPr>
          <p:grpSpPr>
            <a:xfrm>
              <a:off x="0" y="6081746"/>
              <a:ext cx="886167" cy="886167"/>
              <a:chOff x="0" y="0"/>
              <a:chExt cx="1913890" cy="1913890"/>
            </a:xfrm>
          </p:grpSpPr>
          <p:sp>
            <p:nvSpPr>
              <p:cNvPr id="2956" name="Google Shape;2956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57" name="Google Shape;2957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58" name="Google Shape;2958;p58"/>
            <p:cNvGrpSpPr/>
            <p:nvPr/>
          </p:nvGrpSpPr>
          <p:grpSpPr>
            <a:xfrm>
              <a:off x="886167" y="6081746"/>
              <a:ext cx="886167" cy="886167"/>
              <a:chOff x="0" y="0"/>
              <a:chExt cx="1913890" cy="1913890"/>
            </a:xfrm>
          </p:grpSpPr>
          <p:sp>
            <p:nvSpPr>
              <p:cNvPr id="2959" name="Google Shape;2959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60" name="Google Shape;2960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61" name="Google Shape;2961;p58"/>
            <p:cNvGrpSpPr/>
            <p:nvPr/>
          </p:nvGrpSpPr>
          <p:grpSpPr>
            <a:xfrm>
              <a:off x="1772334" y="6081746"/>
              <a:ext cx="886167" cy="886167"/>
              <a:chOff x="0" y="0"/>
              <a:chExt cx="1913890" cy="1913890"/>
            </a:xfrm>
          </p:grpSpPr>
          <p:sp>
            <p:nvSpPr>
              <p:cNvPr id="2962" name="Google Shape;2962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63" name="Google Shape;2963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64" name="Google Shape;2964;p58"/>
            <p:cNvGrpSpPr/>
            <p:nvPr/>
          </p:nvGrpSpPr>
          <p:grpSpPr>
            <a:xfrm>
              <a:off x="2658501" y="6081746"/>
              <a:ext cx="886167" cy="886167"/>
              <a:chOff x="0" y="0"/>
              <a:chExt cx="1913890" cy="1913890"/>
            </a:xfrm>
          </p:grpSpPr>
          <p:sp>
            <p:nvSpPr>
              <p:cNvPr id="2965" name="Google Shape;2965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66" name="Google Shape;2966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967" name="Google Shape;2967;p58"/>
            <p:cNvGrpSpPr/>
            <p:nvPr/>
          </p:nvGrpSpPr>
          <p:grpSpPr>
            <a:xfrm>
              <a:off x="3747141" y="6112102"/>
              <a:ext cx="855811" cy="855811"/>
              <a:chOff x="0" y="0"/>
              <a:chExt cx="1913890" cy="1913890"/>
            </a:xfrm>
          </p:grpSpPr>
          <p:sp>
            <p:nvSpPr>
              <p:cNvPr id="2968" name="Google Shape;2968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69" name="Google Shape;2969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970" name="Google Shape;2970;p58"/>
            <p:cNvSpPr txBox="1"/>
            <p:nvPr/>
          </p:nvSpPr>
          <p:spPr>
            <a:xfrm>
              <a:off x="335001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71" name="Google Shape;2971;p58"/>
            <p:cNvSpPr txBox="1"/>
            <p:nvPr/>
          </p:nvSpPr>
          <p:spPr>
            <a:xfrm>
              <a:off x="1221169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72" name="Google Shape;2972;p58"/>
            <p:cNvSpPr txBox="1"/>
            <p:nvPr/>
          </p:nvSpPr>
          <p:spPr>
            <a:xfrm>
              <a:off x="2107336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73" name="Google Shape;2973;p58"/>
            <p:cNvSpPr txBox="1"/>
            <p:nvPr/>
          </p:nvSpPr>
          <p:spPr>
            <a:xfrm>
              <a:off x="2993503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74" name="Google Shape;2974;p58"/>
            <p:cNvSpPr txBox="1"/>
            <p:nvPr/>
          </p:nvSpPr>
          <p:spPr>
            <a:xfrm>
              <a:off x="4070993" y="211120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75" name="Google Shape;2975;p58"/>
            <p:cNvSpPr txBox="1"/>
            <p:nvPr/>
          </p:nvSpPr>
          <p:spPr>
            <a:xfrm>
              <a:off x="335001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76" name="Google Shape;2976;p58"/>
            <p:cNvSpPr txBox="1"/>
            <p:nvPr/>
          </p:nvSpPr>
          <p:spPr>
            <a:xfrm>
              <a:off x="1221169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77" name="Google Shape;2977;p58"/>
            <p:cNvSpPr txBox="1"/>
            <p:nvPr/>
          </p:nvSpPr>
          <p:spPr>
            <a:xfrm>
              <a:off x="2107336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78" name="Google Shape;2978;p58"/>
            <p:cNvSpPr txBox="1"/>
            <p:nvPr/>
          </p:nvSpPr>
          <p:spPr>
            <a:xfrm>
              <a:off x="2993503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979" name="Google Shape;2979;p58"/>
            <p:cNvSpPr txBox="1"/>
            <p:nvPr/>
          </p:nvSpPr>
          <p:spPr>
            <a:xfrm>
              <a:off x="4070993" y="1066931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980" name="Google Shape;2980;p58"/>
            <p:cNvSpPr txBox="1"/>
            <p:nvPr/>
          </p:nvSpPr>
          <p:spPr>
            <a:xfrm>
              <a:off x="335001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81" name="Google Shape;2981;p58"/>
            <p:cNvSpPr txBox="1"/>
            <p:nvPr/>
          </p:nvSpPr>
          <p:spPr>
            <a:xfrm>
              <a:off x="1221169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82" name="Google Shape;2982;p58"/>
            <p:cNvSpPr txBox="1"/>
            <p:nvPr/>
          </p:nvSpPr>
          <p:spPr>
            <a:xfrm>
              <a:off x="2107336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983" name="Google Shape;2983;p58"/>
            <p:cNvSpPr txBox="1"/>
            <p:nvPr/>
          </p:nvSpPr>
          <p:spPr>
            <a:xfrm>
              <a:off x="2993503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84" name="Google Shape;2984;p58"/>
            <p:cNvSpPr txBox="1"/>
            <p:nvPr/>
          </p:nvSpPr>
          <p:spPr>
            <a:xfrm>
              <a:off x="4070993" y="195309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2</a:t>
              </a:r>
              <a:endParaRPr/>
            </a:p>
          </p:txBody>
        </p:sp>
        <p:sp>
          <p:nvSpPr>
            <p:cNvPr id="2985" name="Google Shape;2985;p58"/>
            <p:cNvSpPr txBox="1"/>
            <p:nvPr/>
          </p:nvSpPr>
          <p:spPr>
            <a:xfrm>
              <a:off x="335001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86" name="Google Shape;2986;p58"/>
            <p:cNvSpPr txBox="1"/>
            <p:nvPr/>
          </p:nvSpPr>
          <p:spPr>
            <a:xfrm>
              <a:off x="1221169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87" name="Google Shape;2987;p58"/>
            <p:cNvSpPr txBox="1"/>
            <p:nvPr/>
          </p:nvSpPr>
          <p:spPr>
            <a:xfrm>
              <a:off x="2107336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988" name="Google Shape;2988;p58"/>
            <p:cNvSpPr txBox="1"/>
            <p:nvPr/>
          </p:nvSpPr>
          <p:spPr>
            <a:xfrm>
              <a:off x="2993503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989" name="Google Shape;2989;p58"/>
            <p:cNvSpPr txBox="1"/>
            <p:nvPr/>
          </p:nvSpPr>
          <p:spPr>
            <a:xfrm>
              <a:off x="4070993" y="2808909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3</a:t>
              </a:r>
              <a:endParaRPr/>
            </a:p>
          </p:txBody>
        </p:sp>
        <p:sp>
          <p:nvSpPr>
            <p:cNvPr id="2990" name="Google Shape;2990;p58"/>
            <p:cNvSpPr txBox="1"/>
            <p:nvPr/>
          </p:nvSpPr>
          <p:spPr>
            <a:xfrm>
              <a:off x="335001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91" name="Google Shape;2991;p58"/>
            <p:cNvSpPr txBox="1"/>
            <p:nvPr/>
          </p:nvSpPr>
          <p:spPr>
            <a:xfrm>
              <a:off x="1221169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992" name="Google Shape;2992;p58"/>
            <p:cNvSpPr txBox="1"/>
            <p:nvPr/>
          </p:nvSpPr>
          <p:spPr>
            <a:xfrm>
              <a:off x="2107336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93" name="Google Shape;2993;p58"/>
            <p:cNvSpPr txBox="1"/>
            <p:nvPr/>
          </p:nvSpPr>
          <p:spPr>
            <a:xfrm>
              <a:off x="2993503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94" name="Google Shape;2994;p58"/>
            <p:cNvSpPr txBox="1"/>
            <p:nvPr/>
          </p:nvSpPr>
          <p:spPr>
            <a:xfrm>
              <a:off x="4070993" y="36950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4</a:t>
              </a:r>
              <a:endParaRPr/>
            </a:p>
          </p:txBody>
        </p:sp>
        <p:sp>
          <p:nvSpPr>
            <p:cNvPr id="2995" name="Google Shape;2995;p58"/>
            <p:cNvSpPr txBox="1"/>
            <p:nvPr/>
          </p:nvSpPr>
          <p:spPr>
            <a:xfrm>
              <a:off x="335001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96" name="Google Shape;2996;p58"/>
            <p:cNvSpPr txBox="1"/>
            <p:nvPr/>
          </p:nvSpPr>
          <p:spPr>
            <a:xfrm>
              <a:off x="1221169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997" name="Google Shape;2997;p58"/>
            <p:cNvSpPr txBox="1"/>
            <p:nvPr/>
          </p:nvSpPr>
          <p:spPr>
            <a:xfrm>
              <a:off x="2107336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2998" name="Google Shape;2998;p58"/>
            <p:cNvSpPr txBox="1"/>
            <p:nvPr/>
          </p:nvSpPr>
          <p:spPr>
            <a:xfrm>
              <a:off x="2993503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2999" name="Google Shape;2999;p58"/>
            <p:cNvSpPr txBox="1"/>
            <p:nvPr/>
          </p:nvSpPr>
          <p:spPr>
            <a:xfrm>
              <a:off x="4070993" y="455088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5</a:t>
              </a:r>
              <a:endParaRPr/>
            </a:p>
          </p:txBody>
        </p:sp>
        <p:sp>
          <p:nvSpPr>
            <p:cNvPr id="3000" name="Google Shape;3000;p58"/>
            <p:cNvSpPr txBox="1"/>
            <p:nvPr/>
          </p:nvSpPr>
          <p:spPr>
            <a:xfrm>
              <a:off x="335001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001" name="Google Shape;3001;p58"/>
            <p:cNvSpPr txBox="1"/>
            <p:nvPr/>
          </p:nvSpPr>
          <p:spPr>
            <a:xfrm>
              <a:off x="1221169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002" name="Google Shape;3002;p58"/>
            <p:cNvSpPr txBox="1"/>
            <p:nvPr/>
          </p:nvSpPr>
          <p:spPr>
            <a:xfrm>
              <a:off x="2107336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003" name="Google Shape;3003;p58"/>
            <p:cNvSpPr txBox="1"/>
            <p:nvPr/>
          </p:nvSpPr>
          <p:spPr>
            <a:xfrm>
              <a:off x="2993503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004" name="Google Shape;3004;p58"/>
            <p:cNvSpPr txBox="1"/>
            <p:nvPr/>
          </p:nvSpPr>
          <p:spPr>
            <a:xfrm>
              <a:off x="4070993" y="5437055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6</a:t>
              </a:r>
              <a:endParaRPr/>
            </a:p>
          </p:txBody>
        </p:sp>
        <p:sp>
          <p:nvSpPr>
            <p:cNvPr id="3005" name="Google Shape;3005;p58"/>
            <p:cNvSpPr txBox="1"/>
            <p:nvPr/>
          </p:nvSpPr>
          <p:spPr>
            <a:xfrm>
              <a:off x="335001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006" name="Google Shape;3006;p58"/>
            <p:cNvSpPr txBox="1"/>
            <p:nvPr/>
          </p:nvSpPr>
          <p:spPr>
            <a:xfrm>
              <a:off x="1221169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007" name="Google Shape;3007;p58"/>
            <p:cNvSpPr txBox="1"/>
            <p:nvPr/>
          </p:nvSpPr>
          <p:spPr>
            <a:xfrm>
              <a:off x="2107336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008" name="Google Shape;3008;p58"/>
            <p:cNvSpPr txBox="1"/>
            <p:nvPr/>
          </p:nvSpPr>
          <p:spPr>
            <a:xfrm>
              <a:off x="2993503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009" name="Google Shape;3009;p58"/>
            <p:cNvSpPr txBox="1"/>
            <p:nvPr/>
          </p:nvSpPr>
          <p:spPr>
            <a:xfrm>
              <a:off x="4070993" y="629286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7</a:t>
              </a:r>
              <a:endParaRPr/>
            </a:p>
          </p:txBody>
        </p:sp>
        <p:grpSp>
          <p:nvGrpSpPr>
            <p:cNvPr id="3010" name="Google Shape;3010;p58"/>
            <p:cNvGrpSpPr/>
            <p:nvPr/>
          </p:nvGrpSpPr>
          <p:grpSpPr>
            <a:xfrm>
              <a:off x="4833730" y="30356"/>
              <a:ext cx="886167" cy="886167"/>
              <a:chOff x="0" y="0"/>
              <a:chExt cx="1913890" cy="1913890"/>
            </a:xfrm>
          </p:grpSpPr>
          <p:sp>
            <p:nvSpPr>
              <p:cNvPr id="3011" name="Google Shape;3011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12" name="Google Shape;3012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13" name="Google Shape;3013;p58"/>
            <p:cNvGrpSpPr/>
            <p:nvPr/>
          </p:nvGrpSpPr>
          <p:grpSpPr>
            <a:xfrm>
              <a:off x="5719898" y="30356"/>
              <a:ext cx="886167" cy="886167"/>
              <a:chOff x="0" y="0"/>
              <a:chExt cx="1913890" cy="1913890"/>
            </a:xfrm>
          </p:grpSpPr>
          <p:sp>
            <p:nvSpPr>
              <p:cNvPr id="3014" name="Google Shape;3014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15" name="Google Shape;3015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16" name="Google Shape;3016;p58"/>
            <p:cNvGrpSpPr/>
            <p:nvPr/>
          </p:nvGrpSpPr>
          <p:grpSpPr>
            <a:xfrm>
              <a:off x="6606065" y="30356"/>
              <a:ext cx="886167" cy="886167"/>
              <a:chOff x="0" y="0"/>
              <a:chExt cx="1913890" cy="1913890"/>
            </a:xfrm>
          </p:grpSpPr>
          <p:sp>
            <p:nvSpPr>
              <p:cNvPr id="3017" name="Google Shape;3017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18" name="Google Shape;3018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19" name="Google Shape;3019;p58"/>
            <p:cNvGrpSpPr/>
            <p:nvPr/>
          </p:nvGrpSpPr>
          <p:grpSpPr>
            <a:xfrm>
              <a:off x="7492232" y="30356"/>
              <a:ext cx="886167" cy="886167"/>
              <a:chOff x="0" y="0"/>
              <a:chExt cx="1913890" cy="1913890"/>
            </a:xfrm>
          </p:grpSpPr>
          <p:sp>
            <p:nvSpPr>
              <p:cNvPr id="3020" name="Google Shape;3020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21" name="Google Shape;3021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22" name="Google Shape;3022;p58"/>
            <p:cNvGrpSpPr/>
            <p:nvPr/>
          </p:nvGrpSpPr>
          <p:grpSpPr>
            <a:xfrm>
              <a:off x="8549698" y="60712"/>
              <a:ext cx="855811" cy="855811"/>
              <a:chOff x="0" y="0"/>
              <a:chExt cx="1913890" cy="1913890"/>
            </a:xfrm>
          </p:grpSpPr>
          <p:sp>
            <p:nvSpPr>
              <p:cNvPr id="3023" name="Google Shape;3023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24" name="Google Shape;3024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25" name="Google Shape;3025;p58"/>
            <p:cNvGrpSpPr/>
            <p:nvPr/>
          </p:nvGrpSpPr>
          <p:grpSpPr>
            <a:xfrm>
              <a:off x="4833730" y="886167"/>
              <a:ext cx="886167" cy="886167"/>
              <a:chOff x="0" y="0"/>
              <a:chExt cx="1913890" cy="1913890"/>
            </a:xfrm>
          </p:grpSpPr>
          <p:sp>
            <p:nvSpPr>
              <p:cNvPr id="3026" name="Google Shape;3026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27" name="Google Shape;3027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28" name="Google Shape;3028;p58"/>
            <p:cNvGrpSpPr/>
            <p:nvPr/>
          </p:nvGrpSpPr>
          <p:grpSpPr>
            <a:xfrm>
              <a:off x="5719898" y="886167"/>
              <a:ext cx="886167" cy="886167"/>
              <a:chOff x="0" y="0"/>
              <a:chExt cx="1913890" cy="1913890"/>
            </a:xfrm>
          </p:grpSpPr>
          <p:sp>
            <p:nvSpPr>
              <p:cNvPr id="3029" name="Google Shape;3029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30" name="Google Shape;3030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31" name="Google Shape;3031;p58"/>
            <p:cNvGrpSpPr/>
            <p:nvPr/>
          </p:nvGrpSpPr>
          <p:grpSpPr>
            <a:xfrm>
              <a:off x="6606065" y="886167"/>
              <a:ext cx="886167" cy="886167"/>
              <a:chOff x="0" y="0"/>
              <a:chExt cx="1913890" cy="1913890"/>
            </a:xfrm>
          </p:grpSpPr>
          <p:sp>
            <p:nvSpPr>
              <p:cNvPr id="3032" name="Google Shape;3032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33" name="Google Shape;3033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34" name="Google Shape;3034;p58"/>
            <p:cNvGrpSpPr/>
            <p:nvPr/>
          </p:nvGrpSpPr>
          <p:grpSpPr>
            <a:xfrm>
              <a:off x="7492232" y="886167"/>
              <a:ext cx="886167" cy="886167"/>
              <a:chOff x="0" y="0"/>
              <a:chExt cx="1913890" cy="1913890"/>
            </a:xfrm>
          </p:grpSpPr>
          <p:sp>
            <p:nvSpPr>
              <p:cNvPr id="3035" name="Google Shape;3035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36" name="Google Shape;3036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37" name="Google Shape;3037;p58"/>
            <p:cNvGrpSpPr/>
            <p:nvPr/>
          </p:nvGrpSpPr>
          <p:grpSpPr>
            <a:xfrm>
              <a:off x="8549698" y="916523"/>
              <a:ext cx="855811" cy="855811"/>
              <a:chOff x="0" y="0"/>
              <a:chExt cx="1913890" cy="1913890"/>
            </a:xfrm>
          </p:grpSpPr>
          <p:sp>
            <p:nvSpPr>
              <p:cNvPr id="3038" name="Google Shape;3038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39" name="Google Shape;3039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40" name="Google Shape;3040;p58"/>
            <p:cNvGrpSpPr/>
            <p:nvPr/>
          </p:nvGrpSpPr>
          <p:grpSpPr>
            <a:xfrm>
              <a:off x="4833730" y="1772334"/>
              <a:ext cx="886167" cy="886167"/>
              <a:chOff x="0" y="0"/>
              <a:chExt cx="1913890" cy="1913890"/>
            </a:xfrm>
          </p:grpSpPr>
          <p:sp>
            <p:nvSpPr>
              <p:cNvPr id="3041" name="Google Shape;3041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42" name="Google Shape;3042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43" name="Google Shape;3043;p58"/>
            <p:cNvGrpSpPr/>
            <p:nvPr/>
          </p:nvGrpSpPr>
          <p:grpSpPr>
            <a:xfrm>
              <a:off x="5719898" y="1772334"/>
              <a:ext cx="886167" cy="886167"/>
              <a:chOff x="0" y="0"/>
              <a:chExt cx="1913890" cy="1913890"/>
            </a:xfrm>
          </p:grpSpPr>
          <p:sp>
            <p:nvSpPr>
              <p:cNvPr id="3044" name="Google Shape;3044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45" name="Google Shape;3045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46" name="Google Shape;3046;p58"/>
            <p:cNvGrpSpPr/>
            <p:nvPr/>
          </p:nvGrpSpPr>
          <p:grpSpPr>
            <a:xfrm>
              <a:off x="6606065" y="1772334"/>
              <a:ext cx="886167" cy="886167"/>
              <a:chOff x="0" y="0"/>
              <a:chExt cx="1913890" cy="1913890"/>
            </a:xfrm>
          </p:grpSpPr>
          <p:sp>
            <p:nvSpPr>
              <p:cNvPr id="3047" name="Google Shape;3047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48" name="Google Shape;3048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49" name="Google Shape;3049;p58"/>
            <p:cNvGrpSpPr/>
            <p:nvPr/>
          </p:nvGrpSpPr>
          <p:grpSpPr>
            <a:xfrm>
              <a:off x="7492232" y="1772334"/>
              <a:ext cx="886167" cy="886167"/>
              <a:chOff x="0" y="0"/>
              <a:chExt cx="1913890" cy="1913890"/>
            </a:xfrm>
          </p:grpSpPr>
          <p:sp>
            <p:nvSpPr>
              <p:cNvPr id="3050" name="Google Shape;3050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51" name="Google Shape;3051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52" name="Google Shape;3052;p58"/>
            <p:cNvGrpSpPr/>
            <p:nvPr/>
          </p:nvGrpSpPr>
          <p:grpSpPr>
            <a:xfrm>
              <a:off x="8549698" y="1802690"/>
              <a:ext cx="855811" cy="855811"/>
              <a:chOff x="0" y="0"/>
              <a:chExt cx="1913890" cy="1913890"/>
            </a:xfrm>
          </p:grpSpPr>
          <p:sp>
            <p:nvSpPr>
              <p:cNvPr id="3053" name="Google Shape;3053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54" name="Google Shape;3054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55" name="Google Shape;3055;p58"/>
            <p:cNvGrpSpPr/>
            <p:nvPr/>
          </p:nvGrpSpPr>
          <p:grpSpPr>
            <a:xfrm>
              <a:off x="4833730" y="2628145"/>
              <a:ext cx="886167" cy="886167"/>
              <a:chOff x="0" y="0"/>
              <a:chExt cx="1913890" cy="1913890"/>
            </a:xfrm>
          </p:grpSpPr>
          <p:sp>
            <p:nvSpPr>
              <p:cNvPr id="3056" name="Google Shape;3056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57" name="Google Shape;3057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58" name="Google Shape;3058;p58"/>
            <p:cNvGrpSpPr/>
            <p:nvPr/>
          </p:nvGrpSpPr>
          <p:grpSpPr>
            <a:xfrm>
              <a:off x="5719898" y="2628145"/>
              <a:ext cx="886167" cy="886167"/>
              <a:chOff x="0" y="0"/>
              <a:chExt cx="1913890" cy="1913890"/>
            </a:xfrm>
          </p:grpSpPr>
          <p:sp>
            <p:nvSpPr>
              <p:cNvPr id="3059" name="Google Shape;3059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60" name="Google Shape;3060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61" name="Google Shape;3061;p58"/>
            <p:cNvGrpSpPr/>
            <p:nvPr/>
          </p:nvGrpSpPr>
          <p:grpSpPr>
            <a:xfrm>
              <a:off x="6606065" y="2628145"/>
              <a:ext cx="886167" cy="886167"/>
              <a:chOff x="0" y="0"/>
              <a:chExt cx="1913890" cy="1913890"/>
            </a:xfrm>
          </p:grpSpPr>
          <p:sp>
            <p:nvSpPr>
              <p:cNvPr id="3062" name="Google Shape;3062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63" name="Google Shape;3063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64" name="Google Shape;3064;p58"/>
            <p:cNvGrpSpPr/>
            <p:nvPr/>
          </p:nvGrpSpPr>
          <p:grpSpPr>
            <a:xfrm>
              <a:off x="7492232" y="2628145"/>
              <a:ext cx="886167" cy="886167"/>
              <a:chOff x="0" y="0"/>
              <a:chExt cx="1913890" cy="1913890"/>
            </a:xfrm>
          </p:grpSpPr>
          <p:sp>
            <p:nvSpPr>
              <p:cNvPr id="3065" name="Google Shape;3065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66" name="Google Shape;3066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67" name="Google Shape;3067;p58"/>
            <p:cNvGrpSpPr/>
            <p:nvPr/>
          </p:nvGrpSpPr>
          <p:grpSpPr>
            <a:xfrm>
              <a:off x="8549698" y="2658501"/>
              <a:ext cx="855811" cy="855811"/>
              <a:chOff x="0" y="0"/>
              <a:chExt cx="1913890" cy="1913890"/>
            </a:xfrm>
          </p:grpSpPr>
          <p:sp>
            <p:nvSpPr>
              <p:cNvPr id="3068" name="Google Shape;3068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69" name="Google Shape;3069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70" name="Google Shape;3070;p58"/>
            <p:cNvGrpSpPr/>
            <p:nvPr/>
          </p:nvGrpSpPr>
          <p:grpSpPr>
            <a:xfrm>
              <a:off x="4833730" y="3514313"/>
              <a:ext cx="886167" cy="886167"/>
              <a:chOff x="0" y="0"/>
              <a:chExt cx="1913890" cy="1913890"/>
            </a:xfrm>
          </p:grpSpPr>
          <p:sp>
            <p:nvSpPr>
              <p:cNvPr id="3071" name="Google Shape;3071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72" name="Google Shape;3072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73" name="Google Shape;3073;p58"/>
            <p:cNvGrpSpPr/>
            <p:nvPr/>
          </p:nvGrpSpPr>
          <p:grpSpPr>
            <a:xfrm>
              <a:off x="5719898" y="3514313"/>
              <a:ext cx="886167" cy="886167"/>
              <a:chOff x="0" y="0"/>
              <a:chExt cx="1913890" cy="1913890"/>
            </a:xfrm>
          </p:grpSpPr>
          <p:sp>
            <p:nvSpPr>
              <p:cNvPr id="3074" name="Google Shape;3074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75" name="Google Shape;3075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76" name="Google Shape;3076;p58"/>
            <p:cNvGrpSpPr/>
            <p:nvPr/>
          </p:nvGrpSpPr>
          <p:grpSpPr>
            <a:xfrm>
              <a:off x="6606065" y="3514313"/>
              <a:ext cx="886167" cy="886167"/>
              <a:chOff x="0" y="0"/>
              <a:chExt cx="1913890" cy="1913890"/>
            </a:xfrm>
          </p:grpSpPr>
          <p:sp>
            <p:nvSpPr>
              <p:cNvPr id="3077" name="Google Shape;3077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78" name="Google Shape;3078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79" name="Google Shape;3079;p58"/>
            <p:cNvGrpSpPr/>
            <p:nvPr/>
          </p:nvGrpSpPr>
          <p:grpSpPr>
            <a:xfrm>
              <a:off x="7492232" y="3514313"/>
              <a:ext cx="886167" cy="886167"/>
              <a:chOff x="0" y="0"/>
              <a:chExt cx="1913890" cy="1913890"/>
            </a:xfrm>
          </p:grpSpPr>
          <p:sp>
            <p:nvSpPr>
              <p:cNvPr id="3080" name="Google Shape;3080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81" name="Google Shape;3081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82" name="Google Shape;3082;p58"/>
            <p:cNvGrpSpPr/>
            <p:nvPr/>
          </p:nvGrpSpPr>
          <p:grpSpPr>
            <a:xfrm>
              <a:off x="8549698" y="3544669"/>
              <a:ext cx="855811" cy="855811"/>
              <a:chOff x="0" y="0"/>
              <a:chExt cx="1913890" cy="1913890"/>
            </a:xfrm>
          </p:grpSpPr>
          <p:sp>
            <p:nvSpPr>
              <p:cNvPr id="3083" name="Google Shape;3083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84" name="Google Shape;3084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85" name="Google Shape;3085;p58"/>
            <p:cNvGrpSpPr/>
            <p:nvPr/>
          </p:nvGrpSpPr>
          <p:grpSpPr>
            <a:xfrm>
              <a:off x="4833730" y="4370124"/>
              <a:ext cx="886167" cy="886167"/>
              <a:chOff x="0" y="0"/>
              <a:chExt cx="1913890" cy="1913890"/>
            </a:xfrm>
          </p:grpSpPr>
          <p:sp>
            <p:nvSpPr>
              <p:cNvPr id="3086" name="Google Shape;3086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87" name="Google Shape;3087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88" name="Google Shape;3088;p58"/>
            <p:cNvGrpSpPr/>
            <p:nvPr/>
          </p:nvGrpSpPr>
          <p:grpSpPr>
            <a:xfrm>
              <a:off x="5719898" y="4370124"/>
              <a:ext cx="886167" cy="886167"/>
              <a:chOff x="0" y="0"/>
              <a:chExt cx="1913890" cy="1913890"/>
            </a:xfrm>
          </p:grpSpPr>
          <p:sp>
            <p:nvSpPr>
              <p:cNvPr id="3089" name="Google Shape;3089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0" name="Google Shape;3090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91" name="Google Shape;3091;p58"/>
            <p:cNvGrpSpPr/>
            <p:nvPr/>
          </p:nvGrpSpPr>
          <p:grpSpPr>
            <a:xfrm>
              <a:off x="6606065" y="4370124"/>
              <a:ext cx="886167" cy="886167"/>
              <a:chOff x="0" y="0"/>
              <a:chExt cx="1913890" cy="1913890"/>
            </a:xfrm>
          </p:grpSpPr>
          <p:sp>
            <p:nvSpPr>
              <p:cNvPr id="3092" name="Google Shape;3092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3" name="Google Shape;3093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94" name="Google Shape;3094;p58"/>
            <p:cNvGrpSpPr/>
            <p:nvPr/>
          </p:nvGrpSpPr>
          <p:grpSpPr>
            <a:xfrm>
              <a:off x="7492232" y="4370124"/>
              <a:ext cx="886167" cy="886167"/>
              <a:chOff x="0" y="0"/>
              <a:chExt cx="1913890" cy="1913890"/>
            </a:xfrm>
          </p:grpSpPr>
          <p:sp>
            <p:nvSpPr>
              <p:cNvPr id="3095" name="Google Shape;3095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6" name="Google Shape;3096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097" name="Google Shape;3097;p58"/>
            <p:cNvGrpSpPr/>
            <p:nvPr/>
          </p:nvGrpSpPr>
          <p:grpSpPr>
            <a:xfrm>
              <a:off x="8549698" y="4400480"/>
              <a:ext cx="855811" cy="855811"/>
              <a:chOff x="0" y="0"/>
              <a:chExt cx="1913890" cy="1913890"/>
            </a:xfrm>
          </p:grpSpPr>
          <p:sp>
            <p:nvSpPr>
              <p:cNvPr id="3098" name="Google Shape;3098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9" name="Google Shape;3099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00" name="Google Shape;3100;p58"/>
            <p:cNvGrpSpPr/>
            <p:nvPr/>
          </p:nvGrpSpPr>
          <p:grpSpPr>
            <a:xfrm>
              <a:off x="4833730" y="5256291"/>
              <a:ext cx="886167" cy="886167"/>
              <a:chOff x="0" y="0"/>
              <a:chExt cx="1913890" cy="1913890"/>
            </a:xfrm>
          </p:grpSpPr>
          <p:sp>
            <p:nvSpPr>
              <p:cNvPr id="3101" name="Google Shape;3101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2" name="Google Shape;3102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03" name="Google Shape;3103;p58"/>
            <p:cNvGrpSpPr/>
            <p:nvPr/>
          </p:nvGrpSpPr>
          <p:grpSpPr>
            <a:xfrm>
              <a:off x="5719898" y="5256291"/>
              <a:ext cx="886167" cy="886167"/>
              <a:chOff x="0" y="0"/>
              <a:chExt cx="1913890" cy="1913890"/>
            </a:xfrm>
          </p:grpSpPr>
          <p:sp>
            <p:nvSpPr>
              <p:cNvPr id="3104" name="Google Shape;3104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5" name="Google Shape;3105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06" name="Google Shape;3106;p58"/>
            <p:cNvGrpSpPr/>
            <p:nvPr/>
          </p:nvGrpSpPr>
          <p:grpSpPr>
            <a:xfrm>
              <a:off x="6606065" y="5256291"/>
              <a:ext cx="886167" cy="886167"/>
              <a:chOff x="0" y="0"/>
              <a:chExt cx="1913890" cy="1913890"/>
            </a:xfrm>
          </p:grpSpPr>
          <p:sp>
            <p:nvSpPr>
              <p:cNvPr id="3107" name="Google Shape;3107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8" name="Google Shape;3108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09" name="Google Shape;3109;p58"/>
            <p:cNvGrpSpPr/>
            <p:nvPr/>
          </p:nvGrpSpPr>
          <p:grpSpPr>
            <a:xfrm>
              <a:off x="7492232" y="5256291"/>
              <a:ext cx="886167" cy="886167"/>
              <a:chOff x="0" y="0"/>
              <a:chExt cx="1913890" cy="1913890"/>
            </a:xfrm>
          </p:grpSpPr>
          <p:sp>
            <p:nvSpPr>
              <p:cNvPr id="3110" name="Google Shape;3110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1" name="Google Shape;3111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12" name="Google Shape;3112;p58"/>
            <p:cNvGrpSpPr/>
            <p:nvPr/>
          </p:nvGrpSpPr>
          <p:grpSpPr>
            <a:xfrm>
              <a:off x="8549698" y="5286647"/>
              <a:ext cx="855811" cy="855811"/>
              <a:chOff x="0" y="0"/>
              <a:chExt cx="1913890" cy="1913890"/>
            </a:xfrm>
          </p:grpSpPr>
          <p:sp>
            <p:nvSpPr>
              <p:cNvPr id="3113" name="Google Shape;3113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4" name="Google Shape;3114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15" name="Google Shape;3115;p58"/>
            <p:cNvGrpSpPr/>
            <p:nvPr/>
          </p:nvGrpSpPr>
          <p:grpSpPr>
            <a:xfrm>
              <a:off x="4833730" y="6112102"/>
              <a:ext cx="886167" cy="886167"/>
              <a:chOff x="0" y="0"/>
              <a:chExt cx="1913890" cy="1913890"/>
            </a:xfrm>
          </p:grpSpPr>
          <p:sp>
            <p:nvSpPr>
              <p:cNvPr id="3116" name="Google Shape;3116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7" name="Google Shape;3117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18" name="Google Shape;3118;p58"/>
            <p:cNvGrpSpPr/>
            <p:nvPr/>
          </p:nvGrpSpPr>
          <p:grpSpPr>
            <a:xfrm>
              <a:off x="5719898" y="6112102"/>
              <a:ext cx="886167" cy="886167"/>
              <a:chOff x="0" y="0"/>
              <a:chExt cx="1913890" cy="1913890"/>
            </a:xfrm>
          </p:grpSpPr>
          <p:sp>
            <p:nvSpPr>
              <p:cNvPr id="3119" name="Google Shape;3119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0" name="Google Shape;3120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21" name="Google Shape;3121;p58"/>
            <p:cNvGrpSpPr/>
            <p:nvPr/>
          </p:nvGrpSpPr>
          <p:grpSpPr>
            <a:xfrm>
              <a:off x="6606065" y="6112102"/>
              <a:ext cx="886167" cy="886167"/>
              <a:chOff x="0" y="0"/>
              <a:chExt cx="1913890" cy="1913890"/>
            </a:xfrm>
          </p:grpSpPr>
          <p:sp>
            <p:nvSpPr>
              <p:cNvPr id="3122" name="Google Shape;3122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3" name="Google Shape;3123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24" name="Google Shape;3124;p58"/>
            <p:cNvGrpSpPr/>
            <p:nvPr/>
          </p:nvGrpSpPr>
          <p:grpSpPr>
            <a:xfrm>
              <a:off x="7492232" y="6112102"/>
              <a:ext cx="886167" cy="886167"/>
              <a:chOff x="0" y="0"/>
              <a:chExt cx="1913890" cy="1913890"/>
            </a:xfrm>
          </p:grpSpPr>
          <p:sp>
            <p:nvSpPr>
              <p:cNvPr id="3125" name="Google Shape;3125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6" name="Google Shape;3126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27" name="Google Shape;3127;p58"/>
            <p:cNvGrpSpPr/>
            <p:nvPr/>
          </p:nvGrpSpPr>
          <p:grpSpPr>
            <a:xfrm>
              <a:off x="8549698" y="6142458"/>
              <a:ext cx="855811" cy="855811"/>
              <a:chOff x="0" y="0"/>
              <a:chExt cx="1913890" cy="1913890"/>
            </a:xfrm>
          </p:grpSpPr>
          <p:sp>
            <p:nvSpPr>
              <p:cNvPr id="3128" name="Google Shape;3128;p58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9" name="Google Shape;3129;p58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130" name="Google Shape;3130;p58"/>
            <p:cNvSpPr txBox="1"/>
            <p:nvPr/>
          </p:nvSpPr>
          <p:spPr>
            <a:xfrm>
              <a:off x="5168732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31" name="Google Shape;3131;p58"/>
            <p:cNvSpPr txBox="1"/>
            <p:nvPr/>
          </p:nvSpPr>
          <p:spPr>
            <a:xfrm>
              <a:off x="6054899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32" name="Google Shape;3132;p58"/>
            <p:cNvSpPr txBox="1"/>
            <p:nvPr/>
          </p:nvSpPr>
          <p:spPr>
            <a:xfrm>
              <a:off x="6941066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33" name="Google Shape;3133;p58"/>
            <p:cNvSpPr txBox="1"/>
            <p:nvPr/>
          </p:nvSpPr>
          <p:spPr>
            <a:xfrm>
              <a:off x="7827233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34" name="Google Shape;3134;p58"/>
            <p:cNvSpPr txBox="1"/>
            <p:nvPr/>
          </p:nvSpPr>
          <p:spPr>
            <a:xfrm>
              <a:off x="8873550" y="2414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8</a:t>
              </a:r>
              <a:endParaRPr/>
            </a:p>
          </p:txBody>
        </p:sp>
        <p:sp>
          <p:nvSpPr>
            <p:cNvPr id="3135" name="Google Shape;3135;p58"/>
            <p:cNvSpPr txBox="1"/>
            <p:nvPr/>
          </p:nvSpPr>
          <p:spPr>
            <a:xfrm>
              <a:off x="5168732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36" name="Google Shape;3136;p58"/>
            <p:cNvSpPr txBox="1"/>
            <p:nvPr/>
          </p:nvSpPr>
          <p:spPr>
            <a:xfrm>
              <a:off x="6054899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37" name="Google Shape;3137;p58"/>
            <p:cNvSpPr txBox="1"/>
            <p:nvPr/>
          </p:nvSpPr>
          <p:spPr>
            <a:xfrm>
              <a:off x="6941066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38" name="Google Shape;3138;p58"/>
            <p:cNvSpPr txBox="1"/>
            <p:nvPr/>
          </p:nvSpPr>
          <p:spPr>
            <a:xfrm>
              <a:off x="7827233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39" name="Google Shape;3139;p58"/>
            <p:cNvSpPr txBox="1"/>
            <p:nvPr/>
          </p:nvSpPr>
          <p:spPr>
            <a:xfrm>
              <a:off x="8873550" y="1097287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9</a:t>
              </a:r>
              <a:endParaRPr/>
            </a:p>
          </p:txBody>
        </p:sp>
        <p:sp>
          <p:nvSpPr>
            <p:cNvPr id="3140" name="Google Shape;3140;p58"/>
            <p:cNvSpPr txBox="1"/>
            <p:nvPr/>
          </p:nvSpPr>
          <p:spPr>
            <a:xfrm>
              <a:off x="5168732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41" name="Google Shape;3141;p58"/>
            <p:cNvSpPr txBox="1"/>
            <p:nvPr/>
          </p:nvSpPr>
          <p:spPr>
            <a:xfrm>
              <a:off x="6054899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42" name="Google Shape;3142;p58"/>
            <p:cNvSpPr txBox="1"/>
            <p:nvPr/>
          </p:nvSpPr>
          <p:spPr>
            <a:xfrm>
              <a:off x="6941066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43" name="Google Shape;3143;p58"/>
            <p:cNvSpPr txBox="1"/>
            <p:nvPr/>
          </p:nvSpPr>
          <p:spPr>
            <a:xfrm>
              <a:off x="7827233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44" name="Google Shape;3144;p58"/>
            <p:cNvSpPr txBox="1"/>
            <p:nvPr/>
          </p:nvSpPr>
          <p:spPr>
            <a:xfrm>
              <a:off x="8848670" y="1983454"/>
              <a:ext cx="25786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A</a:t>
              </a:r>
              <a:endParaRPr/>
            </a:p>
          </p:txBody>
        </p:sp>
        <p:sp>
          <p:nvSpPr>
            <p:cNvPr id="3145" name="Google Shape;3145;p58"/>
            <p:cNvSpPr txBox="1"/>
            <p:nvPr/>
          </p:nvSpPr>
          <p:spPr>
            <a:xfrm>
              <a:off x="5168732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46" name="Google Shape;3146;p58"/>
            <p:cNvSpPr txBox="1"/>
            <p:nvPr/>
          </p:nvSpPr>
          <p:spPr>
            <a:xfrm>
              <a:off x="6054899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47" name="Google Shape;3147;p58"/>
            <p:cNvSpPr txBox="1"/>
            <p:nvPr/>
          </p:nvSpPr>
          <p:spPr>
            <a:xfrm>
              <a:off x="6941066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48" name="Google Shape;3148;p58"/>
            <p:cNvSpPr txBox="1"/>
            <p:nvPr/>
          </p:nvSpPr>
          <p:spPr>
            <a:xfrm>
              <a:off x="7827233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49" name="Google Shape;3149;p58"/>
            <p:cNvSpPr txBox="1"/>
            <p:nvPr/>
          </p:nvSpPr>
          <p:spPr>
            <a:xfrm>
              <a:off x="8857948" y="2839265"/>
              <a:ext cx="23931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B</a:t>
              </a:r>
              <a:endParaRPr/>
            </a:p>
          </p:txBody>
        </p:sp>
        <p:sp>
          <p:nvSpPr>
            <p:cNvPr id="3150" name="Google Shape;3150;p58"/>
            <p:cNvSpPr txBox="1"/>
            <p:nvPr/>
          </p:nvSpPr>
          <p:spPr>
            <a:xfrm>
              <a:off x="5168732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51" name="Google Shape;3151;p58"/>
            <p:cNvSpPr txBox="1"/>
            <p:nvPr/>
          </p:nvSpPr>
          <p:spPr>
            <a:xfrm>
              <a:off x="6054899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52" name="Google Shape;3152;p58"/>
            <p:cNvSpPr txBox="1"/>
            <p:nvPr/>
          </p:nvSpPr>
          <p:spPr>
            <a:xfrm>
              <a:off x="6941066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53" name="Google Shape;3153;p58"/>
            <p:cNvSpPr txBox="1"/>
            <p:nvPr/>
          </p:nvSpPr>
          <p:spPr>
            <a:xfrm>
              <a:off x="7827233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54" name="Google Shape;3154;p58"/>
            <p:cNvSpPr txBox="1"/>
            <p:nvPr/>
          </p:nvSpPr>
          <p:spPr>
            <a:xfrm>
              <a:off x="8862363" y="3725432"/>
              <a:ext cx="23048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C</a:t>
              </a:r>
              <a:endParaRPr/>
            </a:p>
          </p:txBody>
        </p:sp>
        <p:sp>
          <p:nvSpPr>
            <p:cNvPr id="3155" name="Google Shape;3155;p58"/>
            <p:cNvSpPr txBox="1"/>
            <p:nvPr/>
          </p:nvSpPr>
          <p:spPr>
            <a:xfrm>
              <a:off x="5168732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56" name="Google Shape;3156;p58"/>
            <p:cNvSpPr txBox="1"/>
            <p:nvPr/>
          </p:nvSpPr>
          <p:spPr>
            <a:xfrm>
              <a:off x="6054899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57" name="Google Shape;3157;p58"/>
            <p:cNvSpPr txBox="1"/>
            <p:nvPr/>
          </p:nvSpPr>
          <p:spPr>
            <a:xfrm>
              <a:off x="6941066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58" name="Google Shape;3158;p58"/>
            <p:cNvSpPr txBox="1"/>
            <p:nvPr/>
          </p:nvSpPr>
          <p:spPr>
            <a:xfrm>
              <a:off x="7827233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59" name="Google Shape;3159;p58"/>
            <p:cNvSpPr txBox="1"/>
            <p:nvPr/>
          </p:nvSpPr>
          <p:spPr>
            <a:xfrm>
              <a:off x="8847268" y="4581244"/>
              <a:ext cx="26067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D</a:t>
              </a:r>
              <a:endParaRPr/>
            </a:p>
          </p:txBody>
        </p:sp>
        <p:sp>
          <p:nvSpPr>
            <p:cNvPr id="3160" name="Google Shape;3160;p58"/>
            <p:cNvSpPr txBox="1"/>
            <p:nvPr/>
          </p:nvSpPr>
          <p:spPr>
            <a:xfrm>
              <a:off x="5168732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61" name="Google Shape;3161;p58"/>
            <p:cNvSpPr txBox="1"/>
            <p:nvPr/>
          </p:nvSpPr>
          <p:spPr>
            <a:xfrm>
              <a:off x="6054899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62" name="Google Shape;3162;p58"/>
            <p:cNvSpPr txBox="1"/>
            <p:nvPr/>
          </p:nvSpPr>
          <p:spPr>
            <a:xfrm>
              <a:off x="6941066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63" name="Google Shape;3163;p58"/>
            <p:cNvSpPr txBox="1"/>
            <p:nvPr/>
          </p:nvSpPr>
          <p:spPr>
            <a:xfrm>
              <a:off x="7827233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164" name="Google Shape;3164;p58"/>
            <p:cNvSpPr txBox="1"/>
            <p:nvPr/>
          </p:nvSpPr>
          <p:spPr>
            <a:xfrm>
              <a:off x="8880143" y="5467411"/>
              <a:ext cx="19492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E</a:t>
              </a:r>
              <a:endParaRPr/>
            </a:p>
          </p:txBody>
        </p:sp>
        <p:sp>
          <p:nvSpPr>
            <p:cNvPr id="3165" name="Google Shape;3165;p58"/>
            <p:cNvSpPr txBox="1"/>
            <p:nvPr/>
          </p:nvSpPr>
          <p:spPr>
            <a:xfrm>
              <a:off x="5168732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66" name="Google Shape;3166;p58"/>
            <p:cNvSpPr txBox="1"/>
            <p:nvPr/>
          </p:nvSpPr>
          <p:spPr>
            <a:xfrm>
              <a:off x="6054899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67" name="Google Shape;3167;p58"/>
            <p:cNvSpPr txBox="1"/>
            <p:nvPr/>
          </p:nvSpPr>
          <p:spPr>
            <a:xfrm>
              <a:off x="6941066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68" name="Google Shape;3168;p58"/>
            <p:cNvSpPr txBox="1"/>
            <p:nvPr/>
          </p:nvSpPr>
          <p:spPr>
            <a:xfrm>
              <a:off x="7827233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169" name="Google Shape;3169;p58"/>
            <p:cNvSpPr txBox="1"/>
            <p:nvPr/>
          </p:nvSpPr>
          <p:spPr>
            <a:xfrm>
              <a:off x="8881873" y="6323222"/>
              <a:ext cx="19146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F</a:t>
              </a:r>
              <a:endParaRPr/>
            </a:p>
          </p:txBody>
        </p:sp>
      </p:grpSp>
      <p:sp>
        <p:nvSpPr>
          <p:cNvPr id="3170" name="Google Shape;3170;p58"/>
          <p:cNvSpPr txBox="1"/>
          <p:nvPr/>
        </p:nvSpPr>
        <p:spPr>
          <a:xfrm>
            <a:off x="12160609" y="2059864"/>
            <a:ext cx="462915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 to Hexadecimal Conversion Table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8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8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8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8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8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8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8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3174" name="Shape 3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5" name="Google Shape;3175;p59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6" name="Google Shape;3176;p59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7" name="Google Shape;3177;p59"/>
          <p:cNvSpPr txBox="1"/>
          <p:nvPr/>
        </p:nvSpPr>
        <p:spPr>
          <a:xfrm>
            <a:off x="-1850084" y="2483228"/>
            <a:ext cx="13938000" cy="28438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binary form of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BF08?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rgbClr val="000000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3178" name="Google Shape;3178;p59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9" name="Google Shape;3179;p59"/>
          <p:cNvSpPr/>
          <p:nvPr/>
        </p:nvSpPr>
        <p:spPr>
          <a:xfrm>
            <a:off x="2376947" y="297116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0" name="Google Shape;3180;p59"/>
          <p:cNvSpPr txBox="1"/>
          <p:nvPr/>
        </p:nvSpPr>
        <p:spPr>
          <a:xfrm>
            <a:off x="4271508" y="60368"/>
            <a:ext cx="14730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1" name="Google Shape;3181;p59"/>
          <p:cNvSpPr txBox="1"/>
          <p:nvPr/>
        </p:nvSpPr>
        <p:spPr>
          <a:xfrm>
            <a:off x="201395" y="133387"/>
            <a:ext cx="21756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2" name="Google Shape;3182;p59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3" name="Google Shape;3183;p59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84" name="Google Shape;3184;p59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8858252"/>
            <a:ext cx="1828800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3185" name="Google Shape;3185;p59">
            <a:hlinkClick r:id="rId5"/>
          </p:cNvPr>
          <p:cNvSpPr/>
          <p:nvPr/>
        </p:nvSpPr>
        <p:spPr>
          <a:xfrm>
            <a:off x="0" y="10414001"/>
            <a:ext cx="25200" cy="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86" name="Google Shape;3186;p59"/>
          <p:cNvGrpSpPr/>
          <p:nvPr/>
        </p:nvGrpSpPr>
        <p:grpSpPr>
          <a:xfrm>
            <a:off x="10948118" y="3320010"/>
            <a:ext cx="7054131" cy="5248702"/>
            <a:chOff x="0" y="0"/>
            <a:chExt cx="9405509" cy="6998269"/>
          </a:xfrm>
        </p:grpSpPr>
        <p:grpSp>
          <p:nvGrpSpPr>
            <p:cNvPr id="3187" name="Google Shape;3187;p59"/>
            <p:cNvGrpSpPr/>
            <p:nvPr/>
          </p:nvGrpSpPr>
          <p:grpSpPr>
            <a:xfrm>
              <a:off x="0" y="0"/>
              <a:ext cx="886167" cy="886167"/>
              <a:chOff x="0" y="0"/>
              <a:chExt cx="1913890" cy="1913890"/>
            </a:xfrm>
          </p:grpSpPr>
          <p:sp>
            <p:nvSpPr>
              <p:cNvPr id="3188" name="Google Shape;3188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9" name="Google Shape;3189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90" name="Google Shape;3190;p59"/>
            <p:cNvGrpSpPr/>
            <p:nvPr/>
          </p:nvGrpSpPr>
          <p:grpSpPr>
            <a:xfrm>
              <a:off x="886167" y="0"/>
              <a:ext cx="886167" cy="886167"/>
              <a:chOff x="0" y="0"/>
              <a:chExt cx="1913890" cy="1913890"/>
            </a:xfrm>
          </p:grpSpPr>
          <p:sp>
            <p:nvSpPr>
              <p:cNvPr id="3191" name="Google Shape;3191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2" name="Google Shape;3192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93" name="Google Shape;3193;p59"/>
            <p:cNvGrpSpPr/>
            <p:nvPr/>
          </p:nvGrpSpPr>
          <p:grpSpPr>
            <a:xfrm>
              <a:off x="1772334" y="0"/>
              <a:ext cx="886167" cy="886167"/>
              <a:chOff x="0" y="0"/>
              <a:chExt cx="1913890" cy="1913890"/>
            </a:xfrm>
          </p:grpSpPr>
          <p:sp>
            <p:nvSpPr>
              <p:cNvPr id="3194" name="Google Shape;3194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5" name="Google Shape;3195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96" name="Google Shape;3196;p59"/>
            <p:cNvGrpSpPr/>
            <p:nvPr/>
          </p:nvGrpSpPr>
          <p:grpSpPr>
            <a:xfrm>
              <a:off x="2658501" y="0"/>
              <a:ext cx="886167" cy="886167"/>
              <a:chOff x="0" y="0"/>
              <a:chExt cx="1913890" cy="1913890"/>
            </a:xfrm>
          </p:grpSpPr>
          <p:sp>
            <p:nvSpPr>
              <p:cNvPr id="3197" name="Google Shape;3197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8" name="Google Shape;3198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99" name="Google Shape;3199;p59"/>
            <p:cNvGrpSpPr/>
            <p:nvPr/>
          </p:nvGrpSpPr>
          <p:grpSpPr>
            <a:xfrm>
              <a:off x="3747141" y="30356"/>
              <a:ext cx="855811" cy="855811"/>
              <a:chOff x="0" y="0"/>
              <a:chExt cx="1913890" cy="1913890"/>
            </a:xfrm>
          </p:grpSpPr>
          <p:sp>
            <p:nvSpPr>
              <p:cNvPr id="3200" name="Google Shape;3200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1" name="Google Shape;3201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02" name="Google Shape;3202;p59"/>
            <p:cNvGrpSpPr/>
            <p:nvPr/>
          </p:nvGrpSpPr>
          <p:grpSpPr>
            <a:xfrm>
              <a:off x="0" y="855811"/>
              <a:ext cx="886167" cy="886167"/>
              <a:chOff x="0" y="0"/>
              <a:chExt cx="1913890" cy="1913890"/>
            </a:xfrm>
          </p:grpSpPr>
          <p:sp>
            <p:nvSpPr>
              <p:cNvPr id="3203" name="Google Shape;3203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4" name="Google Shape;3204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05" name="Google Shape;3205;p59"/>
            <p:cNvGrpSpPr/>
            <p:nvPr/>
          </p:nvGrpSpPr>
          <p:grpSpPr>
            <a:xfrm>
              <a:off x="886167" y="855811"/>
              <a:ext cx="886167" cy="886167"/>
              <a:chOff x="0" y="0"/>
              <a:chExt cx="1913890" cy="1913890"/>
            </a:xfrm>
          </p:grpSpPr>
          <p:sp>
            <p:nvSpPr>
              <p:cNvPr id="3206" name="Google Shape;3206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7" name="Google Shape;3207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08" name="Google Shape;3208;p59"/>
            <p:cNvGrpSpPr/>
            <p:nvPr/>
          </p:nvGrpSpPr>
          <p:grpSpPr>
            <a:xfrm>
              <a:off x="1772334" y="855811"/>
              <a:ext cx="886167" cy="886167"/>
              <a:chOff x="0" y="0"/>
              <a:chExt cx="1913890" cy="1913890"/>
            </a:xfrm>
          </p:grpSpPr>
          <p:sp>
            <p:nvSpPr>
              <p:cNvPr id="3209" name="Google Shape;3209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10" name="Google Shape;3210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11" name="Google Shape;3211;p59"/>
            <p:cNvGrpSpPr/>
            <p:nvPr/>
          </p:nvGrpSpPr>
          <p:grpSpPr>
            <a:xfrm>
              <a:off x="2658501" y="855811"/>
              <a:ext cx="886167" cy="886167"/>
              <a:chOff x="0" y="0"/>
              <a:chExt cx="1913890" cy="1913890"/>
            </a:xfrm>
          </p:grpSpPr>
          <p:sp>
            <p:nvSpPr>
              <p:cNvPr id="3212" name="Google Shape;3212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13" name="Google Shape;3213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14" name="Google Shape;3214;p59"/>
            <p:cNvGrpSpPr/>
            <p:nvPr/>
          </p:nvGrpSpPr>
          <p:grpSpPr>
            <a:xfrm>
              <a:off x="3747141" y="886167"/>
              <a:ext cx="855811" cy="855811"/>
              <a:chOff x="0" y="0"/>
              <a:chExt cx="1913890" cy="1913890"/>
            </a:xfrm>
          </p:grpSpPr>
          <p:sp>
            <p:nvSpPr>
              <p:cNvPr id="3215" name="Google Shape;3215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16" name="Google Shape;3216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17" name="Google Shape;3217;p59"/>
            <p:cNvGrpSpPr/>
            <p:nvPr/>
          </p:nvGrpSpPr>
          <p:grpSpPr>
            <a:xfrm>
              <a:off x="0" y="1741978"/>
              <a:ext cx="886167" cy="886167"/>
              <a:chOff x="0" y="0"/>
              <a:chExt cx="1913890" cy="1913890"/>
            </a:xfrm>
          </p:grpSpPr>
          <p:sp>
            <p:nvSpPr>
              <p:cNvPr id="3218" name="Google Shape;3218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19" name="Google Shape;3219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20" name="Google Shape;3220;p59"/>
            <p:cNvGrpSpPr/>
            <p:nvPr/>
          </p:nvGrpSpPr>
          <p:grpSpPr>
            <a:xfrm>
              <a:off x="886167" y="1741978"/>
              <a:ext cx="886167" cy="886167"/>
              <a:chOff x="0" y="0"/>
              <a:chExt cx="1913890" cy="1913890"/>
            </a:xfrm>
          </p:grpSpPr>
          <p:sp>
            <p:nvSpPr>
              <p:cNvPr id="3221" name="Google Shape;3221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22" name="Google Shape;3222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23" name="Google Shape;3223;p59"/>
            <p:cNvGrpSpPr/>
            <p:nvPr/>
          </p:nvGrpSpPr>
          <p:grpSpPr>
            <a:xfrm>
              <a:off x="1772334" y="1741978"/>
              <a:ext cx="886167" cy="886167"/>
              <a:chOff x="0" y="0"/>
              <a:chExt cx="1913890" cy="1913890"/>
            </a:xfrm>
          </p:grpSpPr>
          <p:sp>
            <p:nvSpPr>
              <p:cNvPr id="3224" name="Google Shape;3224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25" name="Google Shape;3225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26" name="Google Shape;3226;p59"/>
            <p:cNvGrpSpPr/>
            <p:nvPr/>
          </p:nvGrpSpPr>
          <p:grpSpPr>
            <a:xfrm>
              <a:off x="2658501" y="1741978"/>
              <a:ext cx="886167" cy="886167"/>
              <a:chOff x="0" y="0"/>
              <a:chExt cx="1913890" cy="1913890"/>
            </a:xfrm>
          </p:grpSpPr>
          <p:sp>
            <p:nvSpPr>
              <p:cNvPr id="3227" name="Google Shape;3227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28" name="Google Shape;3228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29" name="Google Shape;3229;p59"/>
            <p:cNvGrpSpPr/>
            <p:nvPr/>
          </p:nvGrpSpPr>
          <p:grpSpPr>
            <a:xfrm>
              <a:off x="3747141" y="1772334"/>
              <a:ext cx="855811" cy="855811"/>
              <a:chOff x="0" y="0"/>
              <a:chExt cx="1913890" cy="1913890"/>
            </a:xfrm>
          </p:grpSpPr>
          <p:sp>
            <p:nvSpPr>
              <p:cNvPr id="3230" name="Google Shape;3230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31" name="Google Shape;3231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32" name="Google Shape;3232;p59"/>
            <p:cNvGrpSpPr/>
            <p:nvPr/>
          </p:nvGrpSpPr>
          <p:grpSpPr>
            <a:xfrm>
              <a:off x="0" y="2597789"/>
              <a:ext cx="886167" cy="886167"/>
              <a:chOff x="0" y="0"/>
              <a:chExt cx="1913890" cy="1913890"/>
            </a:xfrm>
          </p:grpSpPr>
          <p:sp>
            <p:nvSpPr>
              <p:cNvPr id="3233" name="Google Shape;3233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34" name="Google Shape;3234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35" name="Google Shape;3235;p59"/>
            <p:cNvGrpSpPr/>
            <p:nvPr/>
          </p:nvGrpSpPr>
          <p:grpSpPr>
            <a:xfrm>
              <a:off x="886167" y="2597789"/>
              <a:ext cx="886167" cy="886167"/>
              <a:chOff x="0" y="0"/>
              <a:chExt cx="1913890" cy="1913890"/>
            </a:xfrm>
          </p:grpSpPr>
          <p:sp>
            <p:nvSpPr>
              <p:cNvPr id="3236" name="Google Shape;3236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37" name="Google Shape;3237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38" name="Google Shape;3238;p59"/>
            <p:cNvGrpSpPr/>
            <p:nvPr/>
          </p:nvGrpSpPr>
          <p:grpSpPr>
            <a:xfrm>
              <a:off x="1772334" y="2597789"/>
              <a:ext cx="886167" cy="886167"/>
              <a:chOff x="0" y="0"/>
              <a:chExt cx="1913890" cy="1913890"/>
            </a:xfrm>
          </p:grpSpPr>
          <p:sp>
            <p:nvSpPr>
              <p:cNvPr id="3239" name="Google Shape;3239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0" name="Google Shape;3240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1" name="Google Shape;3241;p59"/>
            <p:cNvGrpSpPr/>
            <p:nvPr/>
          </p:nvGrpSpPr>
          <p:grpSpPr>
            <a:xfrm>
              <a:off x="2658501" y="2597789"/>
              <a:ext cx="886167" cy="886167"/>
              <a:chOff x="0" y="0"/>
              <a:chExt cx="1913890" cy="1913890"/>
            </a:xfrm>
          </p:grpSpPr>
          <p:sp>
            <p:nvSpPr>
              <p:cNvPr id="3242" name="Google Shape;3242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3" name="Google Shape;3243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4" name="Google Shape;3244;p59"/>
            <p:cNvGrpSpPr/>
            <p:nvPr/>
          </p:nvGrpSpPr>
          <p:grpSpPr>
            <a:xfrm>
              <a:off x="3747141" y="2628145"/>
              <a:ext cx="855811" cy="855811"/>
              <a:chOff x="0" y="0"/>
              <a:chExt cx="1913890" cy="1913890"/>
            </a:xfrm>
          </p:grpSpPr>
          <p:sp>
            <p:nvSpPr>
              <p:cNvPr id="3245" name="Google Shape;3245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6" name="Google Shape;3246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7" name="Google Shape;3247;p59"/>
            <p:cNvGrpSpPr/>
            <p:nvPr/>
          </p:nvGrpSpPr>
          <p:grpSpPr>
            <a:xfrm>
              <a:off x="0" y="3483957"/>
              <a:ext cx="886167" cy="886167"/>
              <a:chOff x="0" y="0"/>
              <a:chExt cx="1913890" cy="1913890"/>
            </a:xfrm>
          </p:grpSpPr>
          <p:sp>
            <p:nvSpPr>
              <p:cNvPr id="3248" name="Google Shape;3248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9" name="Google Shape;3249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50" name="Google Shape;3250;p59"/>
            <p:cNvGrpSpPr/>
            <p:nvPr/>
          </p:nvGrpSpPr>
          <p:grpSpPr>
            <a:xfrm>
              <a:off x="886167" y="3483957"/>
              <a:ext cx="886167" cy="886167"/>
              <a:chOff x="0" y="0"/>
              <a:chExt cx="1913890" cy="1913890"/>
            </a:xfrm>
          </p:grpSpPr>
          <p:sp>
            <p:nvSpPr>
              <p:cNvPr id="3251" name="Google Shape;3251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52" name="Google Shape;3252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53" name="Google Shape;3253;p59"/>
            <p:cNvGrpSpPr/>
            <p:nvPr/>
          </p:nvGrpSpPr>
          <p:grpSpPr>
            <a:xfrm>
              <a:off x="1772334" y="3483957"/>
              <a:ext cx="886167" cy="886167"/>
              <a:chOff x="0" y="0"/>
              <a:chExt cx="1913890" cy="1913890"/>
            </a:xfrm>
          </p:grpSpPr>
          <p:sp>
            <p:nvSpPr>
              <p:cNvPr id="3254" name="Google Shape;3254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55" name="Google Shape;3255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56" name="Google Shape;3256;p59"/>
            <p:cNvGrpSpPr/>
            <p:nvPr/>
          </p:nvGrpSpPr>
          <p:grpSpPr>
            <a:xfrm>
              <a:off x="2658501" y="3483957"/>
              <a:ext cx="886167" cy="886167"/>
              <a:chOff x="0" y="0"/>
              <a:chExt cx="1913890" cy="1913890"/>
            </a:xfrm>
          </p:grpSpPr>
          <p:sp>
            <p:nvSpPr>
              <p:cNvPr id="3257" name="Google Shape;3257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58" name="Google Shape;3258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59" name="Google Shape;3259;p59"/>
            <p:cNvGrpSpPr/>
            <p:nvPr/>
          </p:nvGrpSpPr>
          <p:grpSpPr>
            <a:xfrm>
              <a:off x="3747141" y="3514313"/>
              <a:ext cx="855811" cy="855811"/>
              <a:chOff x="0" y="0"/>
              <a:chExt cx="1913890" cy="1913890"/>
            </a:xfrm>
          </p:grpSpPr>
          <p:sp>
            <p:nvSpPr>
              <p:cNvPr id="3260" name="Google Shape;3260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61" name="Google Shape;3261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62" name="Google Shape;3262;p59"/>
            <p:cNvGrpSpPr/>
            <p:nvPr/>
          </p:nvGrpSpPr>
          <p:grpSpPr>
            <a:xfrm>
              <a:off x="0" y="4339768"/>
              <a:ext cx="886167" cy="886167"/>
              <a:chOff x="0" y="0"/>
              <a:chExt cx="1913890" cy="1913890"/>
            </a:xfrm>
          </p:grpSpPr>
          <p:sp>
            <p:nvSpPr>
              <p:cNvPr id="3263" name="Google Shape;3263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64" name="Google Shape;3264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65" name="Google Shape;3265;p59"/>
            <p:cNvGrpSpPr/>
            <p:nvPr/>
          </p:nvGrpSpPr>
          <p:grpSpPr>
            <a:xfrm>
              <a:off x="886167" y="4339768"/>
              <a:ext cx="886167" cy="886167"/>
              <a:chOff x="0" y="0"/>
              <a:chExt cx="1913890" cy="1913890"/>
            </a:xfrm>
          </p:grpSpPr>
          <p:sp>
            <p:nvSpPr>
              <p:cNvPr id="3266" name="Google Shape;3266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67" name="Google Shape;3267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68" name="Google Shape;3268;p59"/>
            <p:cNvGrpSpPr/>
            <p:nvPr/>
          </p:nvGrpSpPr>
          <p:grpSpPr>
            <a:xfrm>
              <a:off x="1772334" y="4339768"/>
              <a:ext cx="886167" cy="886167"/>
              <a:chOff x="0" y="0"/>
              <a:chExt cx="1913890" cy="1913890"/>
            </a:xfrm>
          </p:grpSpPr>
          <p:sp>
            <p:nvSpPr>
              <p:cNvPr id="3269" name="Google Shape;3269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70" name="Google Shape;3270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1" name="Google Shape;3271;p59"/>
            <p:cNvGrpSpPr/>
            <p:nvPr/>
          </p:nvGrpSpPr>
          <p:grpSpPr>
            <a:xfrm>
              <a:off x="2658501" y="4339768"/>
              <a:ext cx="886167" cy="886167"/>
              <a:chOff x="0" y="0"/>
              <a:chExt cx="1913890" cy="1913890"/>
            </a:xfrm>
          </p:grpSpPr>
          <p:sp>
            <p:nvSpPr>
              <p:cNvPr id="3272" name="Google Shape;3272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73" name="Google Shape;3273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4" name="Google Shape;3274;p59"/>
            <p:cNvGrpSpPr/>
            <p:nvPr/>
          </p:nvGrpSpPr>
          <p:grpSpPr>
            <a:xfrm>
              <a:off x="3747141" y="4370124"/>
              <a:ext cx="855811" cy="855811"/>
              <a:chOff x="0" y="0"/>
              <a:chExt cx="1913890" cy="1913890"/>
            </a:xfrm>
          </p:grpSpPr>
          <p:sp>
            <p:nvSpPr>
              <p:cNvPr id="3275" name="Google Shape;3275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76" name="Google Shape;3276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7" name="Google Shape;3277;p59"/>
            <p:cNvGrpSpPr/>
            <p:nvPr/>
          </p:nvGrpSpPr>
          <p:grpSpPr>
            <a:xfrm>
              <a:off x="0" y="5225935"/>
              <a:ext cx="886167" cy="886167"/>
              <a:chOff x="0" y="0"/>
              <a:chExt cx="1913890" cy="1913890"/>
            </a:xfrm>
          </p:grpSpPr>
          <p:sp>
            <p:nvSpPr>
              <p:cNvPr id="3278" name="Google Shape;3278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79" name="Google Shape;3279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80" name="Google Shape;3280;p59"/>
            <p:cNvGrpSpPr/>
            <p:nvPr/>
          </p:nvGrpSpPr>
          <p:grpSpPr>
            <a:xfrm>
              <a:off x="886167" y="5225935"/>
              <a:ext cx="886167" cy="886167"/>
              <a:chOff x="0" y="0"/>
              <a:chExt cx="1913890" cy="1913890"/>
            </a:xfrm>
          </p:grpSpPr>
          <p:sp>
            <p:nvSpPr>
              <p:cNvPr id="3281" name="Google Shape;3281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82" name="Google Shape;3282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83" name="Google Shape;3283;p59"/>
            <p:cNvGrpSpPr/>
            <p:nvPr/>
          </p:nvGrpSpPr>
          <p:grpSpPr>
            <a:xfrm>
              <a:off x="1772334" y="5225935"/>
              <a:ext cx="886167" cy="886167"/>
              <a:chOff x="0" y="0"/>
              <a:chExt cx="1913890" cy="1913890"/>
            </a:xfrm>
          </p:grpSpPr>
          <p:sp>
            <p:nvSpPr>
              <p:cNvPr id="3284" name="Google Shape;3284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85" name="Google Shape;3285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86" name="Google Shape;3286;p59"/>
            <p:cNvGrpSpPr/>
            <p:nvPr/>
          </p:nvGrpSpPr>
          <p:grpSpPr>
            <a:xfrm>
              <a:off x="2658501" y="5225935"/>
              <a:ext cx="886167" cy="886167"/>
              <a:chOff x="0" y="0"/>
              <a:chExt cx="1913890" cy="1913890"/>
            </a:xfrm>
          </p:grpSpPr>
          <p:sp>
            <p:nvSpPr>
              <p:cNvPr id="3287" name="Google Shape;3287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88" name="Google Shape;3288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89" name="Google Shape;3289;p59"/>
            <p:cNvGrpSpPr/>
            <p:nvPr/>
          </p:nvGrpSpPr>
          <p:grpSpPr>
            <a:xfrm>
              <a:off x="3747141" y="5256291"/>
              <a:ext cx="855811" cy="855811"/>
              <a:chOff x="0" y="0"/>
              <a:chExt cx="1913890" cy="1913890"/>
            </a:xfrm>
          </p:grpSpPr>
          <p:sp>
            <p:nvSpPr>
              <p:cNvPr id="3290" name="Google Shape;3290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91" name="Google Shape;3291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92" name="Google Shape;3292;p59"/>
            <p:cNvGrpSpPr/>
            <p:nvPr/>
          </p:nvGrpSpPr>
          <p:grpSpPr>
            <a:xfrm>
              <a:off x="0" y="6081746"/>
              <a:ext cx="886167" cy="886167"/>
              <a:chOff x="0" y="0"/>
              <a:chExt cx="1913890" cy="1913890"/>
            </a:xfrm>
          </p:grpSpPr>
          <p:sp>
            <p:nvSpPr>
              <p:cNvPr id="3293" name="Google Shape;3293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94" name="Google Shape;3294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95" name="Google Shape;3295;p59"/>
            <p:cNvGrpSpPr/>
            <p:nvPr/>
          </p:nvGrpSpPr>
          <p:grpSpPr>
            <a:xfrm>
              <a:off x="886167" y="6081746"/>
              <a:ext cx="886167" cy="886167"/>
              <a:chOff x="0" y="0"/>
              <a:chExt cx="1913890" cy="1913890"/>
            </a:xfrm>
          </p:grpSpPr>
          <p:sp>
            <p:nvSpPr>
              <p:cNvPr id="3296" name="Google Shape;3296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97" name="Google Shape;3297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98" name="Google Shape;3298;p59"/>
            <p:cNvGrpSpPr/>
            <p:nvPr/>
          </p:nvGrpSpPr>
          <p:grpSpPr>
            <a:xfrm>
              <a:off x="1772334" y="6081746"/>
              <a:ext cx="886167" cy="886167"/>
              <a:chOff x="0" y="0"/>
              <a:chExt cx="1913890" cy="1913890"/>
            </a:xfrm>
          </p:grpSpPr>
          <p:sp>
            <p:nvSpPr>
              <p:cNvPr id="3299" name="Google Shape;3299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00" name="Google Shape;3300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01" name="Google Shape;3301;p59"/>
            <p:cNvGrpSpPr/>
            <p:nvPr/>
          </p:nvGrpSpPr>
          <p:grpSpPr>
            <a:xfrm>
              <a:off x="2658501" y="6081746"/>
              <a:ext cx="886167" cy="886167"/>
              <a:chOff x="0" y="0"/>
              <a:chExt cx="1913890" cy="1913890"/>
            </a:xfrm>
          </p:grpSpPr>
          <p:sp>
            <p:nvSpPr>
              <p:cNvPr id="3302" name="Google Shape;3302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03" name="Google Shape;3303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04" name="Google Shape;3304;p59"/>
            <p:cNvGrpSpPr/>
            <p:nvPr/>
          </p:nvGrpSpPr>
          <p:grpSpPr>
            <a:xfrm>
              <a:off x="3747141" y="6112102"/>
              <a:ext cx="855811" cy="855811"/>
              <a:chOff x="0" y="0"/>
              <a:chExt cx="1913890" cy="1913890"/>
            </a:xfrm>
          </p:grpSpPr>
          <p:sp>
            <p:nvSpPr>
              <p:cNvPr id="3305" name="Google Shape;3305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06" name="Google Shape;3306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307" name="Google Shape;3307;p59"/>
            <p:cNvSpPr txBox="1"/>
            <p:nvPr/>
          </p:nvSpPr>
          <p:spPr>
            <a:xfrm>
              <a:off x="335001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08" name="Google Shape;3308;p59"/>
            <p:cNvSpPr txBox="1"/>
            <p:nvPr/>
          </p:nvSpPr>
          <p:spPr>
            <a:xfrm>
              <a:off x="1221169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09" name="Google Shape;3309;p59"/>
            <p:cNvSpPr txBox="1"/>
            <p:nvPr/>
          </p:nvSpPr>
          <p:spPr>
            <a:xfrm>
              <a:off x="2107336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10" name="Google Shape;3310;p59"/>
            <p:cNvSpPr txBox="1"/>
            <p:nvPr/>
          </p:nvSpPr>
          <p:spPr>
            <a:xfrm>
              <a:off x="2993503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11" name="Google Shape;3311;p59"/>
            <p:cNvSpPr txBox="1"/>
            <p:nvPr/>
          </p:nvSpPr>
          <p:spPr>
            <a:xfrm>
              <a:off x="4070993" y="211120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12" name="Google Shape;3312;p59"/>
            <p:cNvSpPr txBox="1"/>
            <p:nvPr/>
          </p:nvSpPr>
          <p:spPr>
            <a:xfrm>
              <a:off x="335001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13" name="Google Shape;3313;p59"/>
            <p:cNvSpPr txBox="1"/>
            <p:nvPr/>
          </p:nvSpPr>
          <p:spPr>
            <a:xfrm>
              <a:off x="1221169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14" name="Google Shape;3314;p59"/>
            <p:cNvSpPr txBox="1"/>
            <p:nvPr/>
          </p:nvSpPr>
          <p:spPr>
            <a:xfrm>
              <a:off x="2107336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15" name="Google Shape;3315;p59"/>
            <p:cNvSpPr txBox="1"/>
            <p:nvPr/>
          </p:nvSpPr>
          <p:spPr>
            <a:xfrm>
              <a:off x="2993503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16" name="Google Shape;3316;p59"/>
            <p:cNvSpPr txBox="1"/>
            <p:nvPr/>
          </p:nvSpPr>
          <p:spPr>
            <a:xfrm>
              <a:off x="4070993" y="1066931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17" name="Google Shape;3317;p59"/>
            <p:cNvSpPr txBox="1"/>
            <p:nvPr/>
          </p:nvSpPr>
          <p:spPr>
            <a:xfrm>
              <a:off x="335001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18" name="Google Shape;3318;p59"/>
            <p:cNvSpPr txBox="1"/>
            <p:nvPr/>
          </p:nvSpPr>
          <p:spPr>
            <a:xfrm>
              <a:off x="1221169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19" name="Google Shape;3319;p59"/>
            <p:cNvSpPr txBox="1"/>
            <p:nvPr/>
          </p:nvSpPr>
          <p:spPr>
            <a:xfrm>
              <a:off x="2107336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20" name="Google Shape;3320;p59"/>
            <p:cNvSpPr txBox="1"/>
            <p:nvPr/>
          </p:nvSpPr>
          <p:spPr>
            <a:xfrm>
              <a:off x="2993503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21" name="Google Shape;3321;p59"/>
            <p:cNvSpPr txBox="1"/>
            <p:nvPr/>
          </p:nvSpPr>
          <p:spPr>
            <a:xfrm>
              <a:off x="4070993" y="195309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2</a:t>
              </a:r>
              <a:endParaRPr/>
            </a:p>
          </p:txBody>
        </p:sp>
        <p:sp>
          <p:nvSpPr>
            <p:cNvPr id="3322" name="Google Shape;3322;p59"/>
            <p:cNvSpPr txBox="1"/>
            <p:nvPr/>
          </p:nvSpPr>
          <p:spPr>
            <a:xfrm>
              <a:off x="335001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23" name="Google Shape;3323;p59"/>
            <p:cNvSpPr txBox="1"/>
            <p:nvPr/>
          </p:nvSpPr>
          <p:spPr>
            <a:xfrm>
              <a:off x="1221169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24" name="Google Shape;3324;p59"/>
            <p:cNvSpPr txBox="1"/>
            <p:nvPr/>
          </p:nvSpPr>
          <p:spPr>
            <a:xfrm>
              <a:off x="2107336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25" name="Google Shape;3325;p59"/>
            <p:cNvSpPr txBox="1"/>
            <p:nvPr/>
          </p:nvSpPr>
          <p:spPr>
            <a:xfrm>
              <a:off x="2993503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26" name="Google Shape;3326;p59"/>
            <p:cNvSpPr txBox="1"/>
            <p:nvPr/>
          </p:nvSpPr>
          <p:spPr>
            <a:xfrm>
              <a:off x="4070993" y="2808909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3</a:t>
              </a:r>
              <a:endParaRPr/>
            </a:p>
          </p:txBody>
        </p:sp>
        <p:sp>
          <p:nvSpPr>
            <p:cNvPr id="3327" name="Google Shape;3327;p59"/>
            <p:cNvSpPr txBox="1"/>
            <p:nvPr/>
          </p:nvSpPr>
          <p:spPr>
            <a:xfrm>
              <a:off x="335001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28" name="Google Shape;3328;p59"/>
            <p:cNvSpPr txBox="1"/>
            <p:nvPr/>
          </p:nvSpPr>
          <p:spPr>
            <a:xfrm>
              <a:off x="1221169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29" name="Google Shape;3329;p59"/>
            <p:cNvSpPr txBox="1"/>
            <p:nvPr/>
          </p:nvSpPr>
          <p:spPr>
            <a:xfrm>
              <a:off x="2107336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30" name="Google Shape;3330;p59"/>
            <p:cNvSpPr txBox="1"/>
            <p:nvPr/>
          </p:nvSpPr>
          <p:spPr>
            <a:xfrm>
              <a:off x="2993503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31" name="Google Shape;3331;p59"/>
            <p:cNvSpPr txBox="1"/>
            <p:nvPr/>
          </p:nvSpPr>
          <p:spPr>
            <a:xfrm>
              <a:off x="4070993" y="36950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4</a:t>
              </a:r>
              <a:endParaRPr/>
            </a:p>
          </p:txBody>
        </p:sp>
        <p:sp>
          <p:nvSpPr>
            <p:cNvPr id="3332" name="Google Shape;3332;p59"/>
            <p:cNvSpPr txBox="1"/>
            <p:nvPr/>
          </p:nvSpPr>
          <p:spPr>
            <a:xfrm>
              <a:off x="335001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33" name="Google Shape;3333;p59"/>
            <p:cNvSpPr txBox="1"/>
            <p:nvPr/>
          </p:nvSpPr>
          <p:spPr>
            <a:xfrm>
              <a:off x="1221169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34" name="Google Shape;3334;p59"/>
            <p:cNvSpPr txBox="1"/>
            <p:nvPr/>
          </p:nvSpPr>
          <p:spPr>
            <a:xfrm>
              <a:off x="2107336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35" name="Google Shape;3335;p59"/>
            <p:cNvSpPr txBox="1"/>
            <p:nvPr/>
          </p:nvSpPr>
          <p:spPr>
            <a:xfrm>
              <a:off x="2993503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36" name="Google Shape;3336;p59"/>
            <p:cNvSpPr txBox="1"/>
            <p:nvPr/>
          </p:nvSpPr>
          <p:spPr>
            <a:xfrm>
              <a:off x="4070993" y="455088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5</a:t>
              </a:r>
              <a:endParaRPr/>
            </a:p>
          </p:txBody>
        </p:sp>
        <p:sp>
          <p:nvSpPr>
            <p:cNvPr id="3337" name="Google Shape;3337;p59"/>
            <p:cNvSpPr txBox="1"/>
            <p:nvPr/>
          </p:nvSpPr>
          <p:spPr>
            <a:xfrm>
              <a:off x="335001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38" name="Google Shape;3338;p59"/>
            <p:cNvSpPr txBox="1"/>
            <p:nvPr/>
          </p:nvSpPr>
          <p:spPr>
            <a:xfrm>
              <a:off x="1221169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39" name="Google Shape;3339;p59"/>
            <p:cNvSpPr txBox="1"/>
            <p:nvPr/>
          </p:nvSpPr>
          <p:spPr>
            <a:xfrm>
              <a:off x="2107336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40" name="Google Shape;3340;p59"/>
            <p:cNvSpPr txBox="1"/>
            <p:nvPr/>
          </p:nvSpPr>
          <p:spPr>
            <a:xfrm>
              <a:off x="2993503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41" name="Google Shape;3341;p59"/>
            <p:cNvSpPr txBox="1"/>
            <p:nvPr/>
          </p:nvSpPr>
          <p:spPr>
            <a:xfrm>
              <a:off x="4070993" y="5437055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6</a:t>
              </a:r>
              <a:endParaRPr/>
            </a:p>
          </p:txBody>
        </p:sp>
        <p:sp>
          <p:nvSpPr>
            <p:cNvPr id="3342" name="Google Shape;3342;p59"/>
            <p:cNvSpPr txBox="1"/>
            <p:nvPr/>
          </p:nvSpPr>
          <p:spPr>
            <a:xfrm>
              <a:off x="335001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343" name="Google Shape;3343;p59"/>
            <p:cNvSpPr txBox="1"/>
            <p:nvPr/>
          </p:nvSpPr>
          <p:spPr>
            <a:xfrm>
              <a:off x="1221169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44" name="Google Shape;3344;p59"/>
            <p:cNvSpPr txBox="1"/>
            <p:nvPr/>
          </p:nvSpPr>
          <p:spPr>
            <a:xfrm>
              <a:off x="2107336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45" name="Google Shape;3345;p59"/>
            <p:cNvSpPr txBox="1"/>
            <p:nvPr/>
          </p:nvSpPr>
          <p:spPr>
            <a:xfrm>
              <a:off x="2993503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346" name="Google Shape;3346;p59"/>
            <p:cNvSpPr txBox="1"/>
            <p:nvPr/>
          </p:nvSpPr>
          <p:spPr>
            <a:xfrm>
              <a:off x="4070993" y="629286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7</a:t>
              </a:r>
              <a:endParaRPr/>
            </a:p>
          </p:txBody>
        </p:sp>
        <p:grpSp>
          <p:nvGrpSpPr>
            <p:cNvPr id="3347" name="Google Shape;3347;p59"/>
            <p:cNvGrpSpPr/>
            <p:nvPr/>
          </p:nvGrpSpPr>
          <p:grpSpPr>
            <a:xfrm>
              <a:off x="4833730" y="30356"/>
              <a:ext cx="886167" cy="886167"/>
              <a:chOff x="0" y="0"/>
              <a:chExt cx="1913890" cy="1913890"/>
            </a:xfrm>
          </p:grpSpPr>
          <p:sp>
            <p:nvSpPr>
              <p:cNvPr id="3348" name="Google Shape;3348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49" name="Google Shape;3349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50" name="Google Shape;3350;p59"/>
            <p:cNvGrpSpPr/>
            <p:nvPr/>
          </p:nvGrpSpPr>
          <p:grpSpPr>
            <a:xfrm>
              <a:off x="5719898" y="30356"/>
              <a:ext cx="886167" cy="886167"/>
              <a:chOff x="0" y="0"/>
              <a:chExt cx="1913890" cy="1913890"/>
            </a:xfrm>
          </p:grpSpPr>
          <p:sp>
            <p:nvSpPr>
              <p:cNvPr id="3351" name="Google Shape;3351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52" name="Google Shape;3352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53" name="Google Shape;3353;p59"/>
            <p:cNvGrpSpPr/>
            <p:nvPr/>
          </p:nvGrpSpPr>
          <p:grpSpPr>
            <a:xfrm>
              <a:off x="6606065" y="30356"/>
              <a:ext cx="886167" cy="886167"/>
              <a:chOff x="0" y="0"/>
              <a:chExt cx="1913890" cy="1913890"/>
            </a:xfrm>
          </p:grpSpPr>
          <p:sp>
            <p:nvSpPr>
              <p:cNvPr id="3354" name="Google Shape;3354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55" name="Google Shape;3355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56" name="Google Shape;3356;p59"/>
            <p:cNvGrpSpPr/>
            <p:nvPr/>
          </p:nvGrpSpPr>
          <p:grpSpPr>
            <a:xfrm>
              <a:off x="7492232" y="30356"/>
              <a:ext cx="886167" cy="886167"/>
              <a:chOff x="0" y="0"/>
              <a:chExt cx="1913890" cy="1913890"/>
            </a:xfrm>
          </p:grpSpPr>
          <p:sp>
            <p:nvSpPr>
              <p:cNvPr id="3357" name="Google Shape;3357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58" name="Google Shape;3358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59" name="Google Shape;3359;p59"/>
            <p:cNvGrpSpPr/>
            <p:nvPr/>
          </p:nvGrpSpPr>
          <p:grpSpPr>
            <a:xfrm>
              <a:off x="8549698" y="60712"/>
              <a:ext cx="855811" cy="855811"/>
              <a:chOff x="0" y="0"/>
              <a:chExt cx="1913890" cy="1913890"/>
            </a:xfrm>
          </p:grpSpPr>
          <p:sp>
            <p:nvSpPr>
              <p:cNvPr id="3360" name="Google Shape;3360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61" name="Google Shape;3361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62" name="Google Shape;3362;p59"/>
            <p:cNvGrpSpPr/>
            <p:nvPr/>
          </p:nvGrpSpPr>
          <p:grpSpPr>
            <a:xfrm>
              <a:off x="4833730" y="886167"/>
              <a:ext cx="886167" cy="886167"/>
              <a:chOff x="0" y="0"/>
              <a:chExt cx="1913890" cy="1913890"/>
            </a:xfrm>
          </p:grpSpPr>
          <p:sp>
            <p:nvSpPr>
              <p:cNvPr id="3363" name="Google Shape;3363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64" name="Google Shape;3364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65" name="Google Shape;3365;p59"/>
            <p:cNvGrpSpPr/>
            <p:nvPr/>
          </p:nvGrpSpPr>
          <p:grpSpPr>
            <a:xfrm>
              <a:off x="5719898" y="886167"/>
              <a:ext cx="886167" cy="886167"/>
              <a:chOff x="0" y="0"/>
              <a:chExt cx="1913890" cy="1913890"/>
            </a:xfrm>
          </p:grpSpPr>
          <p:sp>
            <p:nvSpPr>
              <p:cNvPr id="3366" name="Google Shape;3366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67" name="Google Shape;3367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68" name="Google Shape;3368;p59"/>
            <p:cNvGrpSpPr/>
            <p:nvPr/>
          </p:nvGrpSpPr>
          <p:grpSpPr>
            <a:xfrm>
              <a:off x="6606065" y="886167"/>
              <a:ext cx="886167" cy="886167"/>
              <a:chOff x="0" y="0"/>
              <a:chExt cx="1913890" cy="1913890"/>
            </a:xfrm>
          </p:grpSpPr>
          <p:sp>
            <p:nvSpPr>
              <p:cNvPr id="3369" name="Google Shape;3369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70" name="Google Shape;3370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71" name="Google Shape;3371;p59"/>
            <p:cNvGrpSpPr/>
            <p:nvPr/>
          </p:nvGrpSpPr>
          <p:grpSpPr>
            <a:xfrm>
              <a:off x="7492232" y="886167"/>
              <a:ext cx="886167" cy="886167"/>
              <a:chOff x="0" y="0"/>
              <a:chExt cx="1913890" cy="1913890"/>
            </a:xfrm>
          </p:grpSpPr>
          <p:sp>
            <p:nvSpPr>
              <p:cNvPr id="3372" name="Google Shape;3372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73" name="Google Shape;3373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74" name="Google Shape;3374;p59"/>
            <p:cNvGrpSpPr/>
            <p:nvPr/>
          </p:nvGrpSpPr>
          <p:grpSpPr>
            <a:xfrm>
              <a:off x="8549698" y="916523"/>
              <a:ext cx="855811" cy="855811"/>
              <a:chOff x="0" y="0"/>
              <a:chExt cx="1913890" cy="1913890"/>
            </a:xfrm>
          </p:grpSpPr>
          <p:sp>
            <p:nvSpPr>
              <p:cNvPr id="3375" name="Google Shape;3375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76" name="Google Shape;3376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77" name="Google Shape;3377;p59"/>
            <p:cNvGrpSpPr/>
            <p:nvPr/>
          </p:nvGrpSpPr>
          <p:grpSpPr>
            <a:xfrm>
              <a:off x="4833730" y="1772334"/>
              <a:ext cx="886167" cy="886167"/>
              <a:chOff x="0" y="0"/>
              <a:chExt cx="1913890" cy="1913890"/>
            </a:xfrm>
          </p:grpSpPr>
          <p:sp>
            <p:nvSpPr>
              <p:cNvPr id="3378" name="Google Shape;3378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79" name="Google Shape;3379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80" name="Google Shape;3380;p59"/>
            <p:cNvGrpSpPr/>
            <p:nvPr/>
          </p:nvGrpSpPr>
          <p:grpSpPr>
            <a:xfrm>
              <a:off x="5719898" y="1772334"/>
              <a:ext cx="886167" cy="886167"/>
              <a:chOff x="0" y="0"/>
              <a:chExt cx="1913890" cy="1913890"/>
            </a:xfrm>
          </p:grpSpPr>
          <p:sp>
            <p:nvSpPr>
              <p:cNvPr id="3381" name="Google Shape;3381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2" name="Google Shape;3382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83" name="Google Shape;3383;p59"/>
            <p:cNvGrpSpPr/>
            <p:nvPr/>
          </p:nvGrpSpPr>
          <p:grpSpPr>
            <a:xfrm>
              <a:off x="6606065" y="1772334"/>
              <a:ext cx="886167" cy="886167"/>
              <a:chOff x="0" y="0"/>
              <a:chExt cx="1913890" cy="1913890"/>
            </a:xfrm>
          </p:grpSpPr>
          <p:sp>
            <p:nvSpPr>
              <p:cNvPr id="3384" name="Google Shape;3384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5" name="Google Shape;3385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86" name="Google Shape;3386;p59"/>
            <p:cNvGrpSpPr/>
            <p:nvPr/>
          </p:nvGrpSpPr>
          <p:grpSpPr>
            <a:xfrm>
              <a:off x="7492232" y="1772334"/>
              <a:ext cx="886167" cy="886167"/>
              <a:chOff x="0" y="0"/>
              <a:chExt cx="1913890" cy="1913890"/>
            </a:xfrm>
          </p:grpSpPr>
          <p:sp>
            <p:nvSpPr>
              <p:cNvPr id="3387" name="Google Shape;3387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8" name="Google Shape;3388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89" name="Google Shape;3389;p59"/>
            <p:cNvGrpSpPr/>
            <p:nvPr/>
          </p:nvGrpSpPr>
          <p:grpSpPr>
            <a:xfrm>
              <a:off x="8549698" y="1802690"/>
              <a:ext cx="855811" cy="855811"/>
              <a:chOff x="0" y="0"/>
              <a:chExt cx="1913890" cy="1913890"/>
            </a:xfrm>
          </p:grpSpPr>
          <p:sp>
            <p:nvSpPr>
              <p:cNvPr id="3390" name="Google Shape;3390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91" name="Google Shape;3391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92" name="Google Shape;3392;p59"/>
            <p:cNvGrpSpPr/>
            <p:nvPr/>
          </p:nvGrpSpPr>
          <p:grpSpPr>
            <a:xfrm>
              <a:off x="4833730" y="2628145"/>
              <a:ext cx="886167" cy="886167"/>
              <a:chOff x="0" y="0"/>
              <a:chExt cx="1913890" cy="1913890"/>
            </a:xfrm>
          </p:grpSpPr>
          <p:sp>
            <p:nvSpPr>
              <p:cNvPr id="3393" name="Google Shape;3393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94" name="Google Shape;3394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95" name="Google Shape;3395;p59"/>
            <p:cNvGrpSpPr/>
            <p:nvPr/>
          </p:nvGrpSpPr>
          <p:grpSpPr>
            <a:xfrm>
              <a:off x="5719898" y="2628145"/>
              <a:ext cx="886167" cy="886167"/>
              <a:chOff x="0" y="0"/>
              <a:chExt cx="1913890" cy="1913890"/>
            </a:xfrm>
          </p:grpSpPr>
          <p:sp>
            <p:nvSpPr>
              <p:cNvPr id="3396" name="Google Shape;3396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97" name="Google Shape;3397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98" name="Google Shape;3398;p59"/>
            <p:cNvGrpSpPr/>
            <p:nvPr/>
          </p:nvGrpSpPr>
          <p:grpSpPr>
            <a:xfrm>
              <a:off x="6606065" y="2628145"/>
              <a:ext cx="886167" cy="886167"/>
              <a:chOff x="0" y="0"/>
              <a:chExt cx="1913890" cy="1913890"/>
            </a:xfrm>
          </p:grpSpPr>
          <p:sp>
            <p:nvSpPr>
              <p:cNvPr id="3399" name="Google Shape;3399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00" name="Google Shape;3400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01" name="Google Shape;3401;p59"/>
            <p:cNvGrpSpPr/>
            <p:nvPr/>
          </p:nvGrpSpPr>
          <p:grpSpPr>
            <a:xfrm>
              <a:off x="7492232" y="2628145"/>
              <a:ext cx="886167" cy="886167"/>
              <a:chOff x="0" y="0"/>
              <a:chExt cx="1913890" cy="1913890"/>
            </a:xfrm>
          </p:grpSpPr>
          <p:sp>
            <p:nvSpPr>
              <p:cNvPr id="3402" name="Google Shape;3402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03" name="Google Shape;3403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04" name="Google Shape;3404;p59"/>
            <p:cNvGrpSpPr/>
            <p:nvPr/>
          </p:nvGrpSpPr>
          <p:grpSpPr>
            <a:xfrm>
              <a:off x="8549698" y="2658501"/>
              <a:ext cx="855811" cy="855811"/>
              <a:chOff x="0" y="0"/>
              <a:chExt cx="1913890" cy="1913890"/>
            </a:xfrm>
          </p:grpSpPr>
          <p:sp>
            <p:nvSpPr>
              <p:cNvPr id="3405" name="Google Shape;3405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06" name="Google Shape;3406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07" name="Google Shape;3407;p59"/>
            <p:cNvGrpSpPr/>
            <p:nvPr/>
          </p:nvGrpSpPr>
          <p:grpSpPr>
            <a:xfrm>
              <a:off x="4833730" y="3514313"/>
              <a:ext cx="886167" cy="886167"/>
              <a:chOff x="0" y="0"/>
              <a:chExt cx="1913890" cy="1913890"/>
            </a:xfrm>
          </p:grpSpPr>
          <p:sp>
            <p:nvSpPr>
              <p:cNvPr id="3408" name="Google Shape;3408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09" name="Google Shape;3409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10" name="Google Shape;3410;p59"/>
            <p:cNvGrpSpPr/>
            <p:nvPr/>
          </p:nvGrpSpPr>
          <p:grpSpPr>
            <a:xfrm>
              <a:off x="5719898" y="3514313"/>
              <a:ext cx="886167" cy="886167"/>
              <a:chOff x="0" y="0"/>
              <a:chExt cx="1913890" cy="1913890"/>
            </a:xfrm>
          </p:grpSpPr>
          <p:sp>
            <p:nvSpPr>
              <p:cNvPr id="3411" name="Google Shape;3411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12" name="Google Shape;3412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13" name="Google Shape;3413;p59"/>
            <p:cNvGrpSpPr/>
            <p:nvPr/>
          </p:nvGrpSpPr>
          <p:grpSpPr>
            <a:xfrm>
              <a:off x="6606065" y="3514313"/>
              <a:ext cx="886167" cy="886167"/>
              <a:chOff x="0" y="0"/>
              <a:chExt cx="1913890" cy="1913890"/>
            </a:xfrm>
          </p:grpSpPr>
          <p:sp>
            <p:nvSpPr>
              <p:cNvPr id="3414" name="Google Shape;3414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15" name="Google Shape;3415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16" name="Google Shape;3416;p59"/>
            <p:cNvGrpSpPr/>
            <p:nvPr/>
          </p:nvGrpSpPr>
          <p:grpSpPr>
            <a:xfrm>
              <a:off x="7492232" y="3514313"/>
              <a:ext cx="886167" cy="886167"/>
              <a:chOff x="0" y="0"/>
              <a:chExt cx="1913890" cy="1913890"/>
            </a:xfrm>
          </p:grpSpPr>
          <p:sp>
            <p:nvSpPr>
              <p:cNvPr id="3417" name="Google Shape;3417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18" name="Google Shape;3418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19" name="Google Shape;3419;p59"/>
            <p:cNvGrpSpPr/>
            <p:nvPr/>
          </p:nvGrpSpPr>
          <p:grpSpPr>
            <a:xfrm>
              <a:off x="8549698" y="3544669"/>
              <a:ext cx="855811" cy="855811"/>
              <a:chOff x="0" y="0"/>
              <a:chExt cx="1913890" cy="1913890"/>
            </a:xfrm>
          </p:grpSpPr>
          <p:sp>
            <p:nvSpPr>
              <p:cNvPr id="3420" name="Google Shape;3420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21" name="Google Shape;3421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22" name="Google Shape;3422;p59"/>
            <p:cNvGrpSpPr/>
            <p:nvPr/>
          </p:nvGrpSpPr>
          <p:grpSpPr>
            <a:xfrm>
              <a:off x="4833730" y="4370124"/>
              <a:ext cx="886167" cy="886167"/>
              <a:chOff x="0" y="0"/>
              <a:chExt cx="1913890" cy="1913890"/>
            </a:xfrm>
          </p:grpSpPr>
          <p:sp>
            <p:nvSpPr>
              <p:cNvPr id="3423" name="Google Shape;3423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24" name="Google Shape;3424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25" name="Google Shape;3425;p59"/>
            <p:cNvGrpSpPr/>
            <p:nvPr/>
          </p:nvGrpSpPr>
          <p:grpSpPr>
            <a:xfrm>
              <a:off x="5719898" y="4370124"/>
              <a:ext cx="886167" cy="886167"/>
              <a:chOff x="0" y="0"/>
              <a:chExt cx="1913890" cy="1913890"/>
            </a:xfrm>
          </p:grpSpPr>
          <p:sp>
            <p:nvSpPr>
              <p:cNvPr id="3426" name="Google Shape;3426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27" name="Google Shape;3427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28" name="Google Shape;3428;p59"/>
            <p:cNvGrpSpPr/>
            <p:nvPr/>
          </p:nvGrpSpPr>
          <p:grpSpPr>
            <a:xfrm>
              <a:off x="6606065" y="4370124"/>
              <a:ext cx="886167" cy="886167"/>
              <a:chOff x="0" y="0"/>
              <a:chExt cx="1913890" cy="1913890"/>
            </a:xfrm>
          </p:grpSpPr>
          <p:sp>
            <p:nvSpPr>
              <p:cNvPr id="3429" name="Google Shape;3429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0" name="Google Shape;3430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31" name="Google Shape;3431;p59"/>
            <p:cNvGrpSpPr/>
            <p:nvPr/>
          </p:nvGrpSpPr>
          <p:grpSpPr>
            <a:xfrm>
              <a:off x="7492232" y="4370124"/>
              <a:ext cx="886167" cy="886167"/>
              <a:chOff x="0" y="0"/>
              <a:chExt cx="1913890" cy="1913890"/>
            </a:xfrm>
          </p:grpSpPr>
          <p:sp>
            <p:nvSpPr>
              <p:cNvPr id="3432" name="Google Shape;3432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3" name="Google Shape;3433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34" name="Google Shape;3434;p59"/>
            <p:cNvGrpSpPr/>
            <p:nvPr/>
          </p:nvGrpSpPr>
          <p:grpSpPr>
            <a:xfrm>
              <a:off x="8549698" y="4400480"/>
              <a:ext cx="855811" cy="855811"/>
              <a:chOff x="0" y="0"/>
              <a:chExt cx="1913890" cy="1913890"/>
            </a:xfrm>
          </p:grpSpPr>
          <p:sp>
            <p:nvSpPr>
              <p:cNvPr id="3435" name="Google Shape;3435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6" name="Google Shape;3436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37" name="Google Shape;3437;p59"/>
            <p:cNvGrpSpPr/>
            <p:nvPr/>
          </p:nvGrpSpPr>
          <p:grpSpPr>
            <a:xfrm>
              <a:off x="4833730" y="5256291"/>
              <a:ext cx="886167" cy="886167"/>
              <a:chOff x="0" y="0"/>
              <a:chExt cx="1913890" cy="1913890"/>
            </a:xfrm>
          </p:grpSpPr>
          <p:sp>
            <p:nvSpPr>
              <p:cNvPr id="3438" name="Google Shape;3438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9" name="Google Shape;3439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40" name="Google Shape;3440;p59"/>
            <p:cNvGrpSpPr/>
            <p:nvPr/>
          </p:nvGrpSpPr>
          <p:grpSpPr>
            <a:xfrm>
              <a:off x="5719898" y="5256291"/>
              <a:ext cx="886167" cy="886167"/>
              <a:chOff x="0" y="0"/>
              <a:chExt cx="1913890" cy="1913890"/>
            </a:xfrm>
          </p:grpSpPr>
          <p:sp>
            <p:nvSpPr>
              <p:cNvPr id="3441" name="Google Shape;3441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42" name="Google Shape;3442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43" name="Google Shape;3443;p59"/>
            <p:cNvGrpSpPr/>
            <p:nvPr/>
          </p:nvGrpSpPr>
          <p:grpSpPr>
            <a:xfrm>
              <a:off x="6606065" y="5256291"/>
              <a:ext cx="886167" cy="886167"/>
              <a:chOff x="0" y="0"/>
              <a:chExt cx="1913890" cy="1913890"/>
            </a:xfrm>
          </p:grpSpPr>
          <p:sp>
            <p:nvSpPr>
              <p:cNvPr id="3444" name="Google Shape;3444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45" name="Google Shape;3445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46" name="Google Shape;3446;p59"/>
            <p:cNvGrpSpPr/>
            <p:nvPr/>
          </p:nvGrpSpPr>
          <p:grpSpPr>
            <a:xfrm>
              <a:off x="7492232" y="5256291"/>
              <a:ext cx="886167" cy="886167"/>
              <a:chOff x="0" y="0"/>
              <a:chExt cx="1913890" cy="1913890"/>
            </a:xfrm>
          </p:grpSpPr>
          <p:sp>
            <p:nvSpPr>
              <p:cNvPr id="3447" name="Google Shape;3447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48" name="Google Shape;3448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49" name="Google Shape;3449;p59"/>
            <p:cNvGrpSpPr/>
            <p:nvPr/>
          </p:nvGrpSpPr>
          <p:grpSpPr>
            <a:xfrm>
              <a:off x="8549698" y="5286647"/>
              <a:ext cx="855811" cy="855811"/>
              <a:chOff x="0" y="0"/>
              <a:chExt cx="1913890" cy="1913890"/>
            </a:xfrm>
          </p:grpSpPr>
          <p:sp>
            <p:nvSpPr>
              <p:cNvPr id="3450" name="Google Shape;3450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51" name="Google Shape;3451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52" name="Google Shape;3452;p59"/>
            <p:cNvGrpSpPr/>
            <p:nvPr/>
          </p:nvGrpSpPr>
          <p:grpSpPr>
            <a:xfrm>
              <a:off x="4833730" y="6112102"/>
              <a:ext cx="886167" cy="886167"/>
              <a:chOff x="0" y="0"/>
              <a:chExt cx="1913890" cy="1913890"/>
            </a:xfrm>
          </p:grpSpPr>
          <p:sp>
            <p:nvSpPr>
              <p:cNvPr id="3453" name="Google Shape;3453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54" name="Google Shape;3454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55" name="Google Shape;3455;p59"/>
            <p:cNvGrpSpPr/>
            <p:nvPr/>
          </p:nvGrpSpPr>
          <p:grpSpPr>
            <a:xfrm>
              <a:off x="5719898" y="6112102"/>
              <a:ext cx="886167" cy="886167"/>
              <a:chOff x="0" y="0"/>
              <a:chExt cx="1913890" cy="1913890"/>
            </a:xfrm>
          </p:grpSpPr>
          <p:sp>
            <p:nvSpPr>
              <p:cNvPr id="3456" name="Google Shape;3456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57" name="Google Shape;3457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58" name="Google Shape;3458;p59"/>
            <p:cNvGrpSpPr/>
            <p:nvPr/>
          </p:nvGrpSpPr>
          <p:grpSpPr>
            <a:xfrm>
              <a:off x="6606065" y="6112102"/>
              <a:ext cx="886167" cy="886167"/>
              <a:chOff x="0" y="0"/>
              <a:chExt cx="1913890" cy="1913890"/>
            </a:xfrm>
          </p:grpSpPr>
          <p:sp>
            <p:nvSpPr>
              <p:cNvPr id="3459" name="Google Shape;3459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60" name="Google Shape;3460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61" name="Google Shape;3461;p59"/>
            <p:cNvGrpSpPr/>
            <p:nvPr/>
          </p:nvGrpSpPr>
          <p:grpSpPr>
            <a:xfrm>
              <a:off x="7492232" y="6112102"/>
              <a:ext cx="886167" cy="886167"/>
              <a:chOff x="0" y="0"/>
              <a:chExt cx="1913890" cy="1913890"/>
            </a:xfrm>
          </p:grpSpPr>
          <p:sp>
            <p:nvSpPr>
              <p:cNvPr id="3462" name="Google Shape;3462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63" name="Google Shape;3463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64" name="Google Shape;3464;p59"/>
            <p:cNvGrpSpPr/>
            <p:nvPr/>
          </p:nvGrpSpPr>
          <p:grpSpPr>
            <a:xfrm>
              <a:off x="8549698" y="6142458"/>
              <a:ext cx="855811" cy="855811"/>
              <a:chOff x="0" y="0"/>
              <a:chExt cx="1913890" cy="1913890"/>
            </a:xfrm>
          </p:grpSpPr>
          <p:sp>
            <p:nvSpPr>
              <p:cNvPr id="3465" name="Google Shape;3465;p59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66" name="Google Shape;3466;p59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467" name="Google Shape;3467;p59"/>
            <p:cNvSpPr txBox="1"/>
            <p:nvPr/>
          </p:nvSpPr>
          <p:spPr>
            <a:xfrm>
              <a:off x="5168732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68" name="Google Shape;3468;p59"/>
            <p:cNvSpPr txBox="1"/>
            <p:nvPr/>
          </p:nvSpPr>
          <p:spPr>
            <a:xfrm>
              <a:off x="6054899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69" name="Google Shape;3469;p59"/>
            <p:cNvSpPr txBox="1"/>
            <p:nvPr/>
          </p:nvSpPr>
          <p:spPr>
            <a:xfrm>
              <a:off x="6941066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70" name="Google Shape;3470;p59"/>
            <p:cNvSpPr txBox="1"/>
            <p:nvPr/>
          </p:nvSpPr>
          <p:spPr>
            <a:xfrm>
              <a:off x="7827233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71" name="Google Shape;3471;p59"/>
            <p:cNvSpPr txBox="1"/>
            <p:nvPr/>
          </p:nvSpPr>
          <p:spPr>
            <a:xfrm>
              <a:off x="8873550" y="2414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8</a:t>
              </a:r>
              <a:endParaRPr/>
            </a:p>
          </p:txBody>
        </p:sp>
        <p:sp>
          <p:nvSpPr>
            <p:cNvPr id="3472" name="Google Shape;3472;p59"/>
            <p:cNvSpPr txBox="1"/>
            <p:nvPr/>
          </p:nvSpPr>
          <p:spPr>
            <a:xfrm>
              <a:off x="5168732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73" name="Google Shape;3473;p59"/>
            <p:cNvSpPr txBox="1"/>
            <p:nvPr/>
          </p:nvSpPr>
          <p:spPr>
            <a:xfrm>
              <a:off x="6054899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74" name="Google Shape;3474;p59"/>
            <p:cNvSpPr txBox="1"/>
            <p:nvPr/>
          </p:nvSpPr>
          <p:spPr>
            <a:xfrm>
              <a:off x="6941066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75" name="Google Shape;3475;p59"/>
            <p:cNvSpPr txBox="1"/>
            <p:nvPr/>
          </p:nvSpPr>
          <p:spPr>
            <a:xfrm>
              <a:off x="7827233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76" name="Google Shape;3476;p59"/>
            <p:cNvSpPr txBox="1"/>
            <p:nvPr/>
          </p:nvSpPr>
          <p:spPr>
            <a:xfrm>
              <a:off x="8873550" y="1097287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9</a:t>
              </a:r>
              <a:endParaRPr/>
            </a:p>
          </p:txBody>
        </p:sp>
        <p:sp>
          <p:nvSpPr>
            <p:cNvPr id="3477" name="Google Shape;3477;p59"/>
            <p:cNvSpPr txBox="1"/>
            <p:nvPr/>
          </p:nvSpPr>
          <p:spPr>
            <a:xfrm>
              <a:off x="5168732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78" name="Google Shape;3478;p59"/>
            <p:cNvSpPr txBox="1"/>
            <p:nvPr/>
          </p:nvSpPr>
          <p:spPr>
            <a:xfrm>
              <a:off x="6054899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79" name="Google Shape;3479;p59"/>
            <p:cNvSpPr txBox="1"/>
            <p:nvPr/>
          </p:nvSpPr>
          <p:spPr>
            <a:xfrm>
              <a:off x="6941066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80" name="Google Shape;3480;p59"/>
            <p:cNvSpPr txBox="1"/>
            <p:nvPr/>
          </p:nvSpPr>
          <p:spPr>
            <a:xfrm>
              <a:off x="7827233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81" name="Google Shape;3481;p59"/>
            <p:cNvSpPr txBox="1"/>
            <p:nvPr/>
          </p:nvSpPr>
          <p:spPr>
            <a:xfrm>
              <a:off x="8848670" y="1983454"/>
              <a:ext cx="25786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A</a:t>
              </a:r>
              <a:endParaRPr/>
            </a:p>
          </p:txBody>
        </p:sp>
        <p:sp>
          <p:nvSpPr>
            <p:cNvPr id="3482" name="Google Shape;3482;p59"/>
            <p:cNvSpPr txBox="1"/>
            <p:nvPr/>
          </p:nvSpPr>
          <p:spPr>
            <a:xfrm>
              <a:off x="5168732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83" name="Google Shape;3483;p59"/>
            <p:cNvSpPr txBox="1"/>
            <p:nvPr/>
          </p:nvSpPr>
          <p:spPr>
            <a:xfrm>
              <a:off x="6054899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84" name="Google Shape;3484;p59"/>
            <p:cNvSpPr txBox="1"/>
            <p:nvPr/>
          </p:nvSpPr>
          <p:spPr>
            <a:xfrm>
              <a:off x="6941066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85" name="Google Shape;3485;p59"/>
            <p:cNvSpPr txBox="1"/>
            <p:nvPr/>
          </p:nvSpPr>
          <p:spPr>
            <a:xfrm>
              <a:off x="7827233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86" name="Google Shape;3486;p59"/>
            <p:cNvSpPr txBox="1"/>
            <p:nvPr/>
          </p:nvSpPr>
          <p:spPr>
            <a:xfrm>
              <a:off x="8857948" y="2839265"/>
              <a:ext cx="23931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B</a:t>
              </a:r>
              <a:endParaRPr/>
            </a:p>
          </p:txBody>
        </p:sp>
        <p:sp>
          <p:nvSpPr>
            <p:cNvPr id="3487" name="Google Shape;3487;p59"/>
            <p:cNvSpPr txBox="1"/>
            <p:nvPr/>
          </p:nvSpPr>
          <p:spPr>
            <a:xfrm>
              <a:off x="5168732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88" name="Google Shape;3488;p59"/>
            <p:cNvSpPr txBox="1"/>
            <p:nvPr/>
          </p:nvSpPr>
          <p:spPr>
            <a:xfrm>
              <a:off x="6054899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89" name="Google Shape;3489;p59"/>
            <p:cNvSpPr txBox="1"/>
            <p:nvPr/>
          </p:nvSpPr>
          <p:spPr>
            <a:xfrm>
              <a:off x="6941066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90" name="Google Shape;3490;p59"/>
            <p:cNvSpPr txBox="1"/>
            <p:nvPr/>
          </p:nvSpPr>
          <p:spPr>
            <a:xfrm>
              <a:off x="7827233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91" name="Google Shape;3491;p59"/>
            <p:cNvSpPr txBox="1"/>
            <p:nvPr/>
          </p:nvSpPr>
          <p:spPr>
            <a:xfrm>
              <a:off x="8862363" y="3725432"/>
              <a:ext cx="23048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C</a:t>
              </a:r>
              <a:endParaRPr/>
            </a:p>
          </p:txBody>
        </p:sp>
        <p:sp>
          <p:nvSpPr>
            <p:cNvPr id="3492" name="Google Shape;3492;p59"/>
            <p:cNvSpPr txBox="1"/>
            <p:nvPr/>
          </p:nvSpPr>
          <p:spPr>
            <a:xfrm>
              <a:off x="5168732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93" name="Google Shape;3493;p59"/>
            <p:cNvSpPr txBox="1"/>
            <p:nvPr/>
          </p:nvSpPr>
          <p:spPr>
            <a:xfrm>
              <a:off x="6054899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94" name="Google Shape;3494;p59"/>
            <p:cNvSpPr txBox="1"/>
            <p:nvPr/>
          </p:nvSpPr>
          <p:spPr>
            <a:xfrm>
              <a:off x="6941066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495" name="Google Shape;3495;p59"/>
            <p:cNvSpPr txBox="1"/>
            <p:nvPr/>
          </p:nvSpPr>
          <p:spPr>
            <a:xfrm>
              <a:off x="7827233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96" name="Google Shape;3496;p59"/>
            <p:cNvSpPr txBox="1"/>
            <p:nvPr/>
          </p:nvSpPr>
          <p:spPr>
            <a:xfrm>
              <a:off x="8847268" y="4581244"/>
              <a:ext cx="26067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D</a:t>
              </a:r>
              <a:endParaRPr/>
            </a:p>
          </p:txBody>
        </p:sp>
        <p:sp>
          <p:nvSpPr>
            <p:cNvPr id="3497" name="Google Shape;3497;p59"/>
            <p:cNvSpPr txBox="1"/>
            <p:nvPr/>
          </p:nvSpPr>
          <p:spPr>
            <a:xfrm>
              <a:off x="5168732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98" name="Google Shape;3498;p59"/>
            <p:cNvSpPr txBox="1"/>
            <p:nvPr/>
          </p:nvSpPr>
          <p:spPr>
            <a:xfrm>
              <a:off x="6054899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499" name="Google Shape;3499;p59"/>
            <p:cNvSpPr txBox="1"/>
            <p:nvPr/>
          </p:nvSpPr>
          <p:spPr>
            <a:xfrm>
              <a:off x="6941066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500" name="Google Shape;3500;p59"/>
            <p:cNvSpPr txBox="1"/>
            <p:nvPr/>
          </p:nvSpPr>
          <p:spPr>
            <a:xfrm>
              <a:off x="7827233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501" name="Google Shape;3501;p59"/>
            <p:cNvSpPr txBox="1"/>
            <p:nvPr/>
          </p:nvSpPr>
          <p:spPr>
            <a:xfrm>
              <a:off x="8880143" y="5467411"/>
              <a:ext cx="19492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E</a:t>
              </a:r>
              <a:endParaRPr/>
            </a:p>
          </p:txBody>
        </p:sp>
        <p:sp>
          <p:nvSpPr>
            <p:cNvPr id="3502" name="Google Shape;3502;p59"/>
            <p:cNvSpPr txBox="1"/>
            <p:nvPr/>
          </p:nvSpPr>
          <p:spPr>
            <a:xfrm>
              <a:off x="5168732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503" name="Google Shape;3503;p59"/>
            <p:cNvSpPr txBox="1"/>
            <p:nvPr/>
          </p:nvSpPr>
          <p:spPr>
            <a:xfrm>
              <a:off x="6054899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504" name="Google Shape;3504;p59"/>
            <p:cNvSpPr txBox="1"/>
            <p:nvPr/>
          </p:nvSpPr>
          <p:spPr>
            <a:xfrm>
              <a:off x="6941066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505" name="Google Shape;3505;p59"/>
            <p:cNvSpPr txBox="1"/>
            <p:nvPr/>
          </p:nvSpPr>
          <p:spPr>
            <a:xfrm>
              <a:off x="7827233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506" name="Google Shape;3506;p59"/>
            <p:cNvSpPr txBox="1"/>
            <p:nvPr/>
          </p:nvSpPr>
          <p:spPr>
            <a:xfrm>
              <a:off x="8881873" y="6323222"/>
              <a:ext cx="19146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F</a:t>
              </a:r>
              <a:endParaRPr/>
            </a:p>
          </p:txBody>
        </p:sp>
      </p:grpSp>
      <p:sp>
        <p:nvSpPr>
          <p:cNvPr id="3507" name="Google Shape;3507;p59"/>
          <p:cNvSpPr txBox="1"/>
          <p:nvPr/>
        </p:nvSpPr>
        <p:spPr>
          <a:xfrm>
            <a:off x="12160609" y="2059864"/>
            <a:ext cx="462915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 to Hexadecimal Conversion Table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3511" name="Shape 3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2" name="Google Shape;3512;p60"/>
          <p:cNvSpPr txBox="1"/>
          <p:nvPr/>
        </p:nvSpPr>
        <p:spPr>
          <a:xfrm>
            <a:off x="2283098" y="866803"/>
            <a:ext cx="47028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  F  0  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3" name="Google Shape;3513;p60"/>
          <p:cNvSpPr/>
          <p:nvPr/>
        </p:nvSpPr>
        <p:spPr>
          <a:xfrm rot="7089371">
            <a:off x="1297668" y="3028679"/>
            <a:ext cx="1524372" cy="172974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4" name="Google Shape;3514;p60"/>
          <p:cNvSpPr/>
          <p:nvPr/>
        </p:nvSpPr>
        <p:spPr>
          <a:xfrm rot="5400000">
            <a:off x="2735480" y="3289543"/>
            <a:ext cx="2006513" cy="228029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5" name="Google Shape;3515;p60"/>
          <p:cNvSpPr/>
          <p:nvPr/>
        </p:nvSpPr>
        <p:spPr>
          <a:xfrm rot="3913492">
            <a:off x="6412244" y="2970587"/>
            <a:ext cx="1355136" cy="153500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6" name="Google Shape;3516;p60"/>
          <p:cNvSpPr/>
          <p:nvPr/>
        </p:nvSpPr>
        <p:spPr>
          <a:xfrm rot="5351584">
            <a:off x="4545362" y="3035331"/>
            <a:ext cx="1344119" cy="154206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7" name="Google Shape;3517;p60"/>
          <p:cNvSpPr txBox="1"/>
          <p:nvPr/>
        </p:nvSpPr>
        <p:spPr>
          <a:xfrm>
            <a:off x="3111782" y="4700881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8" name="Google Shape;3518;p60"/>
          <p:cNvSpPr txBox="1"/>
          <p:nvPr/>
        </p:nvSpPr>
        <p:spPr>
          <a:xfrm>
            <a:off x="4801146" y="3920615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9" name="Google Shape;3519;p60"/>
          <p:cNvSpPr txBox="1"/>
          <p:nvPr/>
        </p:nvSpPr>
        <p:spPr>
          <a:xfrm>
            <a:off x="6916172" y="3920615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0" name="Google Shape;3520;p60"/>
          <p:cNvSpPr txBox="1"/>
          <p:nvPr/>
        </p:nvSpPr>
        <p:spPr>
          <a:xfrm>
            <a:off x="631013" y="7751132"/>
            <a:ext cx="19548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1" name="Google Shape;3521;p60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2" name="Google Shape;3522;p60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3" name="Google Shape;3523;p60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4" name="Google Shape;3524;p60"/>
          <p:cNvSpPr/>
          <p:nvPr/>
        </p:nvSpPr>
        <p:spPr>
          <a:xfrm>
            <a:off x="2376947" y="297116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5" name="Google Shape;3525;p60"/>
          <p:cNvSpPr txBox="1"/>
          <p:nvPr/>
        </p:nvSpPr>
        <p:spPr>
          <a:xfrm>
            <a:off x="4271508" y="-25662"/>
            <a:ext cx="14730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6" name="Google Shape;3526;p60"/>
          <p:cNvSpPr txBox="1"/>
          <p:nvPr/>
        </p:nvSpPr>
        <p:spPr>
          <a:xfrm>
            <a:off x="201395" y="133387"/>
            <a:ext cx="2082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7" name="Google Shape;3527;p60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8" name="Google Shape;3528;p60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9" name="Google Shape;3529;p60"/>
          <p:cNvSpPr txBox="1"/>
          <p:nvPr/>
        </p:nvSpPr>
        <p:spPr>
          <a:xfrm>
            <a:off x="906678" y="3920615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0" name="Google Shape;3530;p60"/>
          <p:cNvSpPr txBox="1"/>
          <p:nvPr/>
        </p:nvSpPr>
        <p:spPr>
          <a:xfrm>
            <a:off x="2713031" y="7751132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1" name="Google Shape;3531;p60"/>
          <p:cNvSpPr txBox="1"/>
          <p:nvPr/>
        </p:nvSpPr>
        <p:spPr>
          <a:xfrm>
            <a:off x="3850073" y="7751132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2" name="Google Shape;3532;p60"/>
          <p:cNvSpPr txBox="1"/>
          <p:nvPr/>
        </p:nvSpPr>
        <p:spPr>
          <a:xfrm>
            <a:off x="5007836" y="7751132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3" name="Google Shape;3533;p60"/>
          <p:cNvSpPr txBox="1"/>
          <p:nvPr/>
        </p:nvSpPr>
        <p:spPr>
          <a:xfrm>
            <a:off x="6223422" y="7751132"/>
            <a:ext cx="1024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34" name="Google Shape;3534;p60"/>
          <p:cNvGrpSpPr/>
          <p:nvPr/>
        </p:nvGrpSpPr>
        <p:grpSpPr>
          <a:xfrm>
            <a:off x="10948118" y="3320010"/>
            <a:ext cx="7054131" cy="5248702"/>
            <a:chOff x="0" y="0"/>
            <a:chExt cx="9405509" cy="6998269"/>
          </a:xfrm>
        </p:grpSpPr>
        <p:grpSp>
          <p:nvGrpSpPr>
            <p:cNvPr id="3535" name="Google Shape;3535;p60"/>
            <p:cNvGrpSpPr/>
            <p:nvPr/>
          </p:nvGrpSpPr>
          <p:grpSpPr>
            <a:xfrm>
              <a:off x="0" y="0"/>
              <a:ext cx="886167" cy="886167"/>
              <a:chOff x="0" y="0"/>
              <a:chExt cx="1913890" cy="1913890"/>
            </a:xfrm>
          </p:grpSpPr>
          <p:sp>
            <p:nvSpPr>
              <p:cNvPr id="3536" name="Google Shape;3536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37" name="Google Shape;3537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38" name="Google Shape;3538;p60"/>
            <p:cNvGrpSpPr/>
            <p:nvPr/>
          </p:nvGrpSpPr>
          <p:grpSpPr>
            <a:xfrm>
              <a:off x="886167" y="0"/>
              <a:ext cx="886167" cy="886167"/>
              <a:chOff x="0" y="0"/>
              <a:chExt cx="1913890" cy="1913890"/>
            </a:xfrm>
          </p:grpSpPr>
          <p:sp>
            <p:nvSpPr>
              <p:cNvPr id="3539" name="Google Shape;3539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40" name="Google Shape;3540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41" name="Google Shape;3541;p60"/>
            <p:cNvGrpSpPr/>
            <p:nvPr/>
          </p:nvGrpSpPr>
          <p:grpSpPr>
            <a:xfrm>
              <a:off x="1772334" y="0"/>
              <a:ext cx="886167" cy="886167"/>
              <a:chOff x="0" y="0"/>
              <a:chExt cx="1913890" cy="1913890"/>
            </a:xfrm>
          </p:grpSpPr>
          <p:sp>
            <p:nvSpPr>
              <p:cNvPr id="3542" name="Google Shape;3542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43" name="Google Shape;3543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44" name="Google Shape;3544;p60"/>
            <p:cNvGrpSpPr/>
            <p:nvPr/>
          </p:nvGrpSpPr>
          <p:grpSpPr>
            <a:xfrm>
              <a:off x="2658501" y="0"/>
              <a:ext cx="886167" cy="886167"/>
              <a:chOff x="0" y="0"/>
              <a:chExt cx="1913890" cy="1913890"/>
            </a:xfrm>
          </p:grpSpPr>
          <p:sp>
            <p:nvSpPr>
              <p:cNvPr id="3545" name="Google Shape;3545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46" name="Google Shape;3546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47" name="Google Shape;3547;p60"/>
            <p:cNvGrpSpPr/>
            <p:nvPr/>
          </p:nvGrpSpPr>
          <p:grpSpPr>
            <a:xfrm>
              <a:off x="3747141" y="30356"/>
              <a:ext cx="855811" cy="855811"/>
              <a:chOff x="0" y="0"/>
              <a:chExt cx="1913890" cy="1913890"/>
            </a:xfrm>
          </p:grpSpPr>
          <p:sp>
            <p:nvSpPr>
              <p:cNvPr id="3548" name="Google Shape;3548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49" name="Google Shape;3549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50" name="Google Shape;3550;p60"/>
            <p:cNvGrpSpPr/>
            <p:nvPr/>
          </p:nvGrpSpPr>
          <p:grpSpPr>
            <a:xfrm>
              <a:off x="0" y="855811"/>
              <a:ext cx="886167" cy="886167"/>
              <a:chOff x="0" y="0"/>
              <a:chExt cx="1913890" cy="1913890"/>
            </a:xfrm>
          </p:grpSpPr>
          <p:sp>
            <p:nvSpPr>
              <p:cNvPr id="3551" name="Google Shape;3551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52" name="Google Shape;3552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53" name="Google Shape;3553;p60"/>
            <p:cNvGrpSpPr/>
            <p:nvPr/>
          </p:nvGrpSpPr>
          <p:grpSpPr>
            <a:xfrm>
              <a:off x="886167" y="855811"/>
              <a:ext cx="886167" cy="886167"/>
              <a:chOff x="0" y="0"/>
              <a:chExt cx="1913890" cy="1913890"/>
            </a:xfrm>
          </p:grpSpPr>
          <p:sp>
            <p:nvSpPr>
              <p:cNvPr id="3554" name="Google Shape;3554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55" name="Google Shape;3555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56" name="Google Shape;3556;p60"/>
            <p:cNvGrpSpPr/>
            <p:nvPr/>
          </p:nvGrpSpPr>
          <p:grpSpPr>
            <a:xfrm>
              <a:off x="1772334" y="855811"/>
              <a:ext cx="886167" cy="886167"/>
              <a:chOff x="0" y="0"/>
              <a:chExt cx="1913890" cy="1913890"/>
            </a:xfrm>
          </p:grpSpPr>
          <p:sp>
            <p:nvSpPr>
              <p:cNvPr id="3557" name="Google Shape;3557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58" name="Google Shape;3558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59" name="Google Shape;3559;p60"/>
            <p:cNvGrpSpPr/>
            <p:nvPr/>
          </p:nvGrpSpPr>
          <p:grpSpPr>
            <a:xfrm>
              <a:off x="2658501" y="855811"/>
              <a:ext cx="886167" cy="886167"/>
              <a:chOff x="0" y="0"/>
              <a:chExt cx="1913890" cy="1913890"/>
            </a:xfrm>
          </p:grpSpPr>
          <p:sp>
            <p:nvSpPr>
              <p:cNvPr id="3560" name="Google Shape;3560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61" name="Google Shape;3561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62" name="Google Shape;3562;p60"/>
            <p:cNvGrpSpPr/>
            <p:nvPr/>
          </p:nvGrpSpPr>
          <p:grpSpPr>
            <a:xfrm>
              <a:off x="3747141" y="886167"/>
              <a:ext cx="855811" cy="855811"/>
              <a:chOff x="0" y="0"/>
              <a:chExt cx="1913890" cy="1913890"/>
            </a:xfrm>
          </p:grpSpPr>
          <p:sp>
            <p:nvSpPr>
              <p:cNvPr id="3563" name="Google Shape;3563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64" name="Google Shape;3564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65" name="Google Shape;3565;p60"/>
            <p:cNvGrpSpPr/>
            <p:nvPr/>
          </p:nvGrpSpPr>
          <p:grpSpPr>
            <a:xfrm>
              <a:off x="0" y="1741978"/>
              <a:ext cx="886167" cy="886167"/>
              <a:chOff x="0" y="0"/>
              <a:chExt cx="1913890" cy="1913890"/>
            </a:xfrm>
          </p:grpSpPr>
          <p:sp>
            <p:nvSpPr>
              <p:cNvPr id="3566" name="Google Shape;3566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67" name="Google Shape;3567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68" name="Google Shape;3568;p60"/>
            <p:cNvGrpSpPr/>
            <p:nvPr/>
          </p:nvGrpSpPr>
          <p:grpSpPr>
            <a:xfrm>
              <a:off x="886167" y="1741978"/>
              <a:ext cx="886167" cy="886167"/>
              <a:chOff x="0" y="0"/>
              <a:chExt cx="1913890" cy="1913890"/>
            </a:xfrm>
          </p:grpSpPr>
          <p:sp>
            <p:nvSpPr>
              <p:cNvPr id="3569" name="Google Shape;3569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70" name="Google Shape;3570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71" name="Google Shape;3571;p60"/>
            <p:cNvGrpSpPr/>
            <p:nvPr/>
          </p:nvGrpSpPr>
          <p:grpSpPr>
            <a:xfrm>
              <a:off x="1772334" y="1741978"/>
              <a:ext cx="886167" cy="886167"/>
              <a:chOff x="0" y="0"/>
              <a:chExt cx="1913890" cy="1913890"/>
            </a:xfrm>
          </p:grpSpPr>
          <p:sp>
            <p:nvSpPr>
              <p:cNvPr id="3572" name="Google Shape;3572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73" name="Google Shape;3573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74" name="Google Shape;3574;p60"/>
            <p:cNvGrpSpPr/>
            <p:nvPr/>
          </p:nvGrpSpPr>
          <p:grpSpPr>
            <a:xfrm>
              <a:off x="2658501" y="1741978"/>
              <a:ext cx="886167" cy="886167"/>
              <a:chOff x="0" y="0"/>
              <a:chExt cx="1913890" cy="1913890"/>
            </a:xfrm>
          </p:grpSpPr>
          <p:sp>
            <p:nvSpPr>
              <p:cNvPr id="3575" name="Google Shape;3575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76" name="Google Shape;3576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77" name="Google Shape;3577;p60"/>
            <p:cNvGrpSpPr/>
            <p:nvPr/>
          </p:nvGrpSpPr>
          <p:grpSpPr>
            <a:xfrm>
              <a:off x="3747141" y="1772334"/>
              <a:ext cx="855811" cy="855811"/>
              <a:chOff x="0" y="0"/>
              <a:chExt cx="1913890" cy="1913890"/>
            </a:xfrm>
          </p:grpSpPr>
          <p:sp>
            <p:nvSpPr>
              <p:cNvPr id="3578" name="Google Shape;3578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79" name="Google Shape;3579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80" name="Google Shape;3580;p60"/>
            <p:cNvGrpSpPr/>
            <p:nvPr/>
          </p:nvGrpSpPr>
          <p:grpSpPr>
            <a:xfrm>
              <a:off x="0" y="2597789"/>
              <a:ext cx="886167" cy="886167"/>
              <a:chOff x="0" y="0"/>
              <a:chExt cx="1913890" cy="1913890"/>
            </a:xfrm>
          </p:grpSpPr>
          <p:sp>
            <p:nvSpPr>
              <p:cNvPr id="3581" name="Google Shape;3581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82" name="Google Shape;3582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83" name="Google Shape;3583;p60"/>
            <p:cNvGrpSpPr/>
            <p:nvPr/>
          </p:nvGrpSpPr>
          <p:grpSpPr>
            <a:xfrm>
              <a:off x="886167" y="2597789"/>
              <a:ext cx="886167" cy="886167"/>
              <a:chOff x="0" y="0"/>
              <a:chExt cx="1913890" cy="1913890"/>
            </a:xfrm>
          </p:grpSpPr>
          <p:sp>
            <p:nvSpPr>
              <p:cNvPr id="3584" name="Google Shape;3584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85" name="Google Shape;3585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86" name="Google Shape;3586;p60"/>
            <p:cNvGrpSpPr/>
            <p:nvPr/>
          </p:nvGrpSpPr>
          <p:grpSpPr>
            <a:xfrm>
              <a:off x="1772334" y="2597789"/>
              <a:ext cx="886167" cy="886167"/>
              <a:chOff x="0" y="0"/>
              <a:chExt cx="1913890" cy="1913890"/>
            </a:xfrm>
          </p:grpSpPr>
          <p:sp>
            <p:nvSpPr>
              <p:cNvPr id="3587" name="Google Shape;3587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88" name="Google Shape;3588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89" name="Google Shape;3589;p60"/>
            <p:cNvGrpSpPr/>
            <p:nvPr/>
          </p:nvGrpSpPr>
          <p:grpSpPr>
            <a:xfrm>
              <a:off x="2658501" y="2597789"/>
              <a:ext cx="886167" cy="886167"/>
              <a:chOff x="0" y="0"/>
              <a:chExt cx="1913890" cy="1913890"/>
            </a:xfrm>
          </p:grpSpPr>
          <p:sp>
            <p:nvSpPr>
              <p:cNvPr id="3590" name="Google Shape;3590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91" name="Google Shape;3591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92" name="Google Shape;3592;p60"/>
            <p:cNvGrpSpPr/>
            <p:nvPr/>
          </p:nvGrpSpPr>
          <p:grpSpPr>
            <a:xfrm>
              <a:off x="3747141" y="2628145"/>
              <a:ext cx="855811" cy="855811"/>
              <a:chOff x="0" y="0"/>
              <a:chExt cx="1913890" cy="1913890"/>
            </a:xfrm>
          </p:grpSpPr>
          <p:sp>
            <p:nvSpPr>
              <p:cNvPr id="3593" name="Google Shape;3593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94" name="Google Shape;3594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95" name="Google Shape;3595;p60"/>
            <p:cNvGrpSpPr/>
            <p:nvPr/>
          </p:nvGrpSpPr>
          <p:grpSpPr>
            <a:xfrm>
              <a:off x="0" y="3483957"/>
              <a:ext cx="886167" cy="886167"/>
              <a:chOff x="0" y="0"/>
              <a:chExt cx="1913890" cy="1913890"/>
            </a:xfrm>
          </p:grpSpPr>
          <p:sp>
            <p:nvSpPr>
              <p:cNvPr id="3596" name="Google Shape;3596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97" name="Google Shape;3597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598" name="Google Shape;3598;p60"/>
            <p:cNvGrpSpPr/>
            <p:nvPr/>
          </p:nvGrpSpPr>
          <p:grpSpPr>
            <a:xfrm>
              <a:off x="886167" y="3483957"/>
              <a:ext cx="886167" cy="886167"/>
              <a:chOff x="0" y="0"/>
              <a:chExt cx="1913890" cy="1913890"/>
            </a:xfrm>
          </p:grpSpPr>
          <p:sp>
            <p:nvSpPr>
              <p:cNvPr id="3599" name="Google Shape;3599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00" name="Google Shape;3600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01" name="Google Shape;3601;p60"/>
            <p:cNvGrpSpPr/>
            <p:nvPr/>
          </p:nvGrpSpPr>
          <p:grpSpPr>
            <a:xfrm>
              <a:off x="1772334" y="3483957"/>
              <a:ext cx="886167" cy="886167"/>
              <a:chOff x="0" y="0"/>
              <a:chExt cx="1913890" cy="1913890"/>
            </a:xfrm>
          </p:grpSpPr>
          <p:sp>
            <p:nvSpPr>
              <p:cNvPr id="3602" name="Google Shape;3602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03" name="Google Shape;3603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04" name="Google Shape;3604;p60"/>
            <p:cNvGrpSpPr/>
            <p:nvPr/>
          </p:nvGrpSpPr>
          <p:grpSpPr>
            <a:xfrm>
              <a:off x="2658501" y="3483957"/>
              <a:ext cx="886167" cy="886167"/>
              <a:chOff x="0" y="0"/>
              <a:chExt cx="1913890" cy="1913890"/>
            </a:xfrm>
          </p:grpSpPr>
          <p:sp>
            <p:nvSpPr>
              <p:cNvPr id="3605" name="Google Shape;3605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06" name="Google Shape;3606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07" name="Google Shape;3607;p60"/>
            <p:cNvGrpSpPr/>
            <p:nvPr/>
          </p:nvGrpSpPr>
          <p:grpSpPr>
            <a:xfrm>
              <a:off x="3747141" y="3514313"/>
              <a:ext cx="855811" cy="855811"/>
              <a:chOff x="0" y="0"/>
              <a:chExt cx="1913890" cy="1913890"/>
            </a:xfrm>
          </p:grpSpPr>
          <p:sp>
            <p:nvSpPr>
              <p:cNvPr id="3608" name="Google Shape;3608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09" name="Google Shape;3609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10" name="Google Shape;3610;p60"/>
            <p:cNvGrpSpPr/>
            <p:nvPr/>
          </p:nvGrpSpPr>
          <p:grpSpPr>
            <a:xfrm>
              <a:off x="0" y="4339768"/>
              <a:ext cx="886167" cy="886167"/>
              <a:chOff x="0" y="0"/>
              <a:chExt cx="1913890" cy="1913890"/>
            </a:xfrm>
          </p:grpSpPr>
          <p:sp>
            <p:nvSpPr>
              <p:cNvPr id="3611" name="Google Shape;3611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12" name="Google Shape;3612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13" name="Google Shape;3613;p60"/>
            <p:cNvGrpSpPr/>
            <p:nvPr/>
          </p:nvGrpSpPr>
          <p:grpSpPr>
            <a:xfrm>
              <a:off x="886167" y="4339768"/>
              <a:ext cx="886167" cy="886167"/>
              <a:chOff x="0" y="0"/>
              <a:chExt cx="1913890" cy="1913890"/>
            </a:xfrm>
          </p:grpSpPr>
          <p:sp>
            <p:nvSpPr>
              <p:cNvPr id="3614" name="Google Shape;3614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15" name="Google Shape;3615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16" name="Google Shape;3616;p60"/>
            <p:cNvGrpSpPr/>
            <p:nvPr/>
          </p:nvGrpSpPr>
          <p:grpSpPr>
            <a:xfrm>
              <a:off x="1772334" y="4339768"/>
              <a:ext cx="886167" cy="886167"/>
              <a:chOff x="0" y="0"/>
              <a:chExt cx="1913890" cy="1913890"/>
            </a:xfrm>
          </p:grpSpPr>
          <p:sp>
            <p:nvSpPr>
              <p:cNvPr id="3617" name="Google Shape;3617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18" name="Google Shape;3618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19" name="Google Shape;3619;p60"/>
            <p:cNvGrpSpPr/>
            <p:nvPr/>
          </p:nvGrpSpPr>
          <p:grpSpPr>
            <a:xfrm>
              <a:off x="2658501" y="4339768"/>
              <a:ext cx="886167" cy="886167"/>
              <a:chOff x="0" y="0"/>
              <a:chExt cx="1913890" cy="1913890"/>
            </a:xfrm>
          </p:grpSpPr>
          <p:sp>
            <p:nvSpPr>
              <p:cNvPr id="3620" name="Google Shape;3620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21" name="Google Shape;3621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22" name="Google Shape;3622;p60"/>
            <p:cNvGrpSpPr/>
            <p:nvPr/>
          </p:nvGrpSpPr>
          <p:grpSpPr>
            <a:xfrm>
              <a:off x="3747141" y="4370124"/>
              <a:ext cx="855811" cy="855811"/>
              <a:chOff x="0" y="0"/>
              <a:chExt cx="1913890" cy="1913890"/>
            </a:xfrm>
          </p:grpSpPr>
          <p:sp>
            <p:nvSpPr>
              <p:cNvPr id="3623" name="Google Shape;3623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24" name="Google Shape;3624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25" name="Google Shape;3625;p60"/>
            <p:cNvGrpSpPr/>
            <p:nvPr/>
          </p:nvGrpSpPr>
          <p:grpSpPr>
            <a:xfrm>
              <a:off x="0" y="5225935"/>
              <a:ext cx="886167" cy="886167"/>
              <a:chOff x="0" y="0"/>
              <a:chExt cx="1913890" cy="1913890"/>
            </a:xfrm>
          </p:grpSpPr>
          <p:sp>
            <p:nvSpPr>
              <p:cNvPr id="3626" name="Google Shape;3626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27" name="Google Shape;3627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28" name="Google Shape;3628;p60"/>
            <p:cNvGrpSpPr/>
            <p:nvPr/>
          </p:nvGrpSpPr>
          <p:grpSpPr>
            <a:xfrm>
              <a:off x="886167" y="5225935"/>
              <a:ext cx="886167" cy="886167"/>
              <a:chOff x="0" y="0"/>
              <a:chExt cx="1913890" cy="1913890"/>
            </a:xfrm>
          </p:grpSpPr>
          <p:sp>
            <p:nvSpPr>
              <p:cNvPr id="3629" name="Google Shape;3629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30" name="Google Shape;3630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31" name="Google Shape;3631;p60"/>
            <p:cNvGrpSpPr/>
            <p:nvPr/>
          </p:nvGrpSpPr>
          <p:grpSpPr>
            <a:xfrm>
              <a:off x="1772334" y="5225935"/>
              <a:ext cx="886167" cy="886167"/>
              <a:chOff x="0" y="0"/>
              <a:chExt cx="1913890" cy="1913890"/>
            </a:xfrm>
          </p:grpSpPr>
          <p:sp>
            <p:nvSpPr>
              <p:cNvPr id="3632" name="Google Shape;3632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33" name="Google Shape;3633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34" name="Google Shape;3634;p60"/>
            <p:cNvGrpSpPr/>
            <p:nvPr/>
          </p:nvGrpSpPr>
          <p:grpSpPr>
            <a:xfrm>
              <a:off x="2658501" y="5225935"/>
              <a:ext cx="886167" cy="886167"/>
              <a:chOff x="0" y="0"/>
              <a:chExt cx="1913890" cy="1913890"/>
            </a:xfrm>
          </p:grpSpPr>
          <p:sp>
            <p:nvSpPr>
              <p:cNvPr id="3635" name="Google Shape;3635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36" name="Google Shape;3636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37" name="Google Shape;3637;p60"/>
            <p:cNvGrpSpPr/>
            <p:nvPr/>
          </p:nvGrpSpPr>
          <p:grpSpPr>
            <a:xfrm>
              <a:off x="3747141" y="5256291"/>
              <a:ext cx="855811" cy="855811"/>
              <a:chOff x="0" y="0"/>
              <a:chExt cx="1913890" cy="1913890"/>
            </a:xfrm>
          </p:grpSpPr>
          <p:sp>
            <p:nvSpPr>
              <p:cNvPr id="3638" name="Google Shape;3638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39" name="Google Shape;3639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40" name="Google Shape;3640;p60"/>
            <p:cNvGrpSpPr/>
            <p:nvPr/>
          </p:nvGrpSpPr>
          <p:grpSpPr>
            <a:xfrm>
              <a:off x="0" y="6081746"/>
              <a:ext cx="886167" cy="886167"/>
              <a:chOff x="0" y="0"/>
              <a:chExt cx="1913890" cy="1913890"/>
            </a:xfrm>
          </p:grpSpPr>
          <p:sp>
            <p:nvSpPr>
              <p:cNvPr id="3641" name="Google Shape;3641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2" name="Google Shape;3642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43" name="Google Shape;3643;p60"/>
            <p:cNvGrpSpPr/>
            <p:nvPr/>
          </p:nvGrpSpPr>
          <p:grpSpPr>
            <a:xfrm>
              <a:off x="886167" y="6081746"/>
              <a:ext cx="886167" cy="886167"/>
              <a:chOff x="0" y="0"/>
              <a:chExt cx="1913890" cy="1913890"/>
            </a:xfrm>
          </p:grpSpPr>
          <p:sp>
            <p:nvSpPr>
              <p:cNvPr id="3644" name="Google Shape;3644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5" name="Google Shape;3645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46" name="Google Shape;3646;p60"/>
            <p:cNvGrpSpPr/>
            <p:nvPr/>
          </p:nvGrpSpPr>
          <p:grpSpPr>
            <a:xfrm>
              <a:off x="1772334" y="6081746"/>
              <a:ext cx="886167" cy="886167"/>
              <a:chOff x="0" y="0"/>
              <a:chExt cx="1913890" cy="1913890"/>
            </a:xfrm>
          </p:grpSpPr>
          <p:sp>
            <p:nvSpPr>
              <p:cNvPr id="3647" name="Google Shape;3647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8" name="Google Shape;3648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49" name="Google Shape;3649;p60"/>
            <p:cNvGrpSpPr/>
            <p:nvPr/>
          </p:nvGrpSpPr>
          <p:grpSpPr>
            <a:xfrm>
              <a:off x="2658501" y="6081746"/>
              <a:ext cx="886167" cy="886167"/>
              <a:chOff x="0" y="0"/>
              <a:chExt cx="1913890" cy="1913890"/>
            </a:xfrm>
          </p:grpSpPr>
          <p:sp>
            <p:nvSpPr>
              <p:cNvPr id="3650" name="Google Shape;3650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1" name="Google Shape;3651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52" name="Google Shape;3652;p60"/>
            <p:cNvGrpSpPr/>
            <p:nvPr/>
          </p:nvGrpSpPr>
          <p:grpSpPr>
            <a:xfrm>
              <a:off x="3747141" y="6112102"/>
              <a:ext cx="855811" cy="855811"/>
              <a:chOff x="0" y="0"/>
              <a:chExt cx="1913890" cy="1913890"/>
            </a:xfrm>
          </p:grpSpPr>
          <p:sp>
            <p:nvSpPr>
              <p:cNvPr id="3653" name="Google Shape;3653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4" name="Google Shape;3654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655" name="Google Shape;3655;p60"/>
            <p:cNvSpPr txBox="1"/>
            <p:nvPr/>
          </p:nvSpPr>
          <p:spPr>
            <a:xfrm>
              <a:off x="335001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56" name="Google Shape;3656;p60"/>
            <p:cNvSpPr txBox="1"/>
            <p:nvPr/>
          </p:nvSpPr>
          <p:spPr>
            <a:xfrm>
              <a:off x="1221169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57" name="Google Shape;3657;p60"/>
            <p:cNvSpPr txBox="1"/>
            <p:nvPr/>
          </p:nvSpPr>
          <p:spPr>
            <a:xfrm>
              <a:off x="2107336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58" name="Google Shape;3658;p60"/>
            <p:cNvSpPr txBox="1"/>
            <p:nvPr/>
          </p:nvSpPr>
          <p:spPr>
            <a:xfrm>
              <a:off x="2993503" y="18852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59" name="Google Shape;3659;p60"/>
            <p:cNvSpPr txBox="1"/>
            <p:nvPr/>
          </p:nvSpPr>
          <p:spPr>
            <a:xfrm>
              <a:off x="4070993" y="211120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60" name="Google Shape;3660;p60"/>
            <p:cNvSpPr txBox="1"/>
            <p:nvPr/>
          </p:nvSpPr>
          <p:spPr>
            <a:xfrm>
              <a:off x="335001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61" name="Google Shape;3661;p60"/>
            <p:cNvSpPr txBox="1"/>
            <p:nvPr/>
          </p:nvSpPr>
          <p:spPr>
            <a:xfrm>
              <a:off x="1221169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62" name="Google Shape;3662;p60"/>
            <p:cNvSpPr txBox="1"/>
            <p:nvPr/>
          </p:nvSpPr>
          <p:spPr>
            <a:xfrm>
              <a:off x="2107336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63" name="Google Shape;3663;p60"/>
            <p:cNvSpPr txBox="1"/>
            <p:nvPr/>
          </p:nvSpPr>
          <p:spPr>
            <a:xfrm>
              <a:off x="2993503" y="104433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64" name="Google Shape;3664;p60"/>
            <p:cNvSpPr txBox="1"/>
            <p:nvPr/>
          </p:nvSpPr>
          <p:spPr>
            <a:xfrm>
              <a:off x="4070993" y="1066931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65" name="Google Shape;3665;p60"/>
            <p:cNvSpPr txBox="1"/>
            <p:nvPr/>
          </p:nvSpPr>
          <p:spPr>
            <a:xfrm>
              <a:off x="335001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66" name="Google Shape;3666;p60"/>
            <p:cNvSpPr txBox="1"/>
            <p:nvPr/>
          </p:nvSpPr>
          <p:spPr>
            <a:xfrm>
              <a:off x="1221169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67" name="Google Shape;3667;p60"/>
            <p:cNvSpPr txBox="1"/>
            <p:nvPr/>
          </p:nvSpPr>
          <p:spPr>
            <a:xfrm>
              <a:off x="2107336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68" name="Google Shape;3668;p60"/>
            <p:cNvSpPr txBox="1"/>
            <p:nvPr/>
          </p:nvSpPr>
          <p:spPr>
            <a:xfrm>
              <a:off x="2993503" y="193050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69" name="Google Shape;3669;p60"/>
            <p:cNvSpPr txBox="1"/>
            <p:nvPr/>
          </p:nvSpPr>
          <p:spPr>
            <a:xfrm>
              <a:off x="4070993" y="195309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2</a:t>
              </a:r>
              <a:endParaRPr/>
            </a:p>
          </p:txBody>
        </p:sp>
        <p:sp>
          <p:nvSpPr>
            <p:cNvPr id="3670" name="Google Shape;3670;p60"/>
            <p:cNvSpPr txBox="1"/>
            <p:nvPr/>
          </p:nvSpPr>
          <p:spPr>
            <a:xfrm>
              <a:off x="335001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71" name="Google Shape;3671;p60"/>
            <p:cNvSpPr txBox="1"/>
            <p:nvPr/>
          </p:nvSpPr>
          <p:spPr>
            <a:xfrm>
              <a:off x="1221169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72" name="Google Shape;3672;p60"/>
            <p:cNvSpPr txBox="1"/>
            <p:nvPr/>
          </p:nvSpPr>
          <p:spPr>
            <a:xfrm>
              <a:off x="2107336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73" name="Google Shape;3673;p60"/>
            <p:cNvSpPr txBox="1"/>
            <p:nvPr/>
          </p:nvSpPr>
          <p:spPr>
            <a:xfrm>
              <a:off x="2993503" y="2786317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74" name="Google Shape;3674;p60"/>
            <p:cNvSpPr txBox="1"/>
            <p:nvPr/>
          </p:nvSpPr>
          <p:spPr>
            <a:xfrm>
              <a:off x="4070993" y="2808909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3</a:t>
              </a:r>
              <a:endParaRPr/>
            </a:p>
          </p:txBody>
        </p:sp>
        <p:sp>
          <p:nvSpPr>
            <p:cNvPr id="3675" name="Google Shape;3675;p60"/>
            <p:cNvSpPr txBox="1"/>
            <p:nvPr/>
          </p:nvSpPr>
          <p:spPr>
            <a:xfrm>
              <a:off x="335001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76" name="Google Shape;3676;p60"/>
            <p:cNvSpPr txBox="1"/>
            <p:nvPr/>
          </p:nvSpPr>
          <p:spPr>
            <a:xfrm>
              <a:off x="1221169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77" name="Google Shape;3677;p60"/>
            <p:cNvSpPr txBox="1"/>
            <p:nvPr/>
          </p:nvSpPr>
          <p:spPr>
            <a:xfrm>
              <a:off x="2107336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78" name="Google Shape;3678;p60"/>
            <p:cNvSpPr txBox="1"/>
            <p:nvPr/>
          </p:nvSpPr>
          <p:spPr>
            <a:xfrm>
              <a:off x="2993503" y="367248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79" name="Google Shape;3679;p60"/>
            <p:cNvSpPr txBox="1"/>
            <p:nvPr/>
          </p:nvSpPr>
          <p:spPr>
            <a:xfrm>
              <a:off x="4070993" y="36950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4</a:t>
              </a:r>
              <a:endParaRPr/>
            </a:p>
          </p:txBody>
        </p:sp>
        <p:sp>
          <p:nvSpPr>
            <p:cNvPr id="3680" name="Google Shape;3680;p60"/>
            <p:cNvSpPr txBox="1"/>
            <p:nvPr/>
          </p:nvSpPr>
          <p:spPr>
            <a:xfrm>
              <a:off x="335001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81" name="Google Shape;3681;p60"/>
            <p:cNvSpPr txBox="1"/>
            <p:nvPr/>
          </p:nvSpPr>
          <p:spPr>
            <a:xfrm>
              <a:off x="1221169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82" name="Google Shape;3682;p60"/>
            <p:cNvSpPr txBox="1"/>
            <p:nvPr/>
          </p:nvSpPr>
          <p:spPr>
            <a:xfrm>
              <a:off x="2107336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83" name="Google Shape;3683;p60"/>
            <p:cNvSpPr txBox="1"/>
            <p:nvPr/>
          </p:nvSpPr>
          <p:spPr>
            <a:xfrm>
              <a:off x="2993503" y="4528295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84" name="Google Shape;3684;p60"/>
            <p:cNvSpPr txBox="1"/>
            <p:nvPr/>
          </p:nvSpPr>
          <p:spPr>
            <a:xfrm>
              <a:off x="4070993" y="4550888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5</a:t>
              </a:r>
              <a:endParaRPr/>
            </a:p>
          </p:txBody>
        </p:sp>
        <p:sp>
          <p:nvSpPr>
            <p:cNvPr id="3685" name="Google Shape;3685;p60"/>
            <p:cNvSpPr txBox="1"/>
            <p:nvPr/>
          </p:nvSpPr>
          <p:spPr>
            <a:xfrm>
              <a:off x="335001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86" name="Google Shape;3686;p60"/>
            <p:cNvSpPr txBox="1"/>
            <p:nvPr/>
          </p:nvSpPr>
          <p:spPr>
            <a:xfrm>
              <a:off x="1221169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87" name="Google Shape;3687;p60"/>
            <p:cNvSpPr txBox="1"/>
            <p:nvPr/>
          </p:nvSpPr>
          <p:spPr>
            <a:xfrm>
              <a:off x="2107336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88" name="Google Shape;3688;p60"/>
            <p:cNvSpPr txBox="1"/>
            <p:nvPr/>
          </p:nvSpPr>
          <p:spPr>
            <a:xfrm>
              <a:off x="2993503" y="541446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89" name="Google Shape;3689;p60"/>
            <p:cNvSpPr txBox="1"/>
            <p:nvPr/>
          </p:nvSpPr>
          <p:spPr>
            <a:xfrm>
              <a:off x="4070993" y="5437055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6</a:t>
              </a:r>
              <a:endParaRPr/>
            </a:p>
          </p:txBody>
        </p:sp>
        <p:sp>
          <p:nvSpPr>
            <p:cNvPr id="3690" name="Google Shape;3690;p60"/>
            <p:cNvSpPr txBox="1"/>
            <p:nvPr/>
          </p:nvSpPr>
          <p:spPr>
            <a:xfrm>
              <a:off x="335001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691" name="Google Shape;3691;p60"/>
            <p:cNvSpPr txBox="1"/>
            <p:nvPr/>
          </p:nvSpPr>
          <p:spPr>
            <a:xfrm>
              <a:off x="1221169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92" name="Google Shape;3692;p60"/>
            <p:cNvSpPr txBox="1"/>
            <p:nvPr/>
          </p:nvSpPr>
          <p:spPr>
            <a:xfrm>
              <a:off x="2107336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93" name="Google Shape;3693;p60"/>
            <p:cNvSpPr txBox="1"/>
            <p:nvPr/>
          </p:nvSpPr>
          <p:spPr>
            <a:xfrm>
              <a:off x="2993503" y="627027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694" name="Google Shape;3694;p60"/>
            <p:cNvSpPr txBox="1"/>
            <p:nvPr/>
          </p:nvSpPr>
          <p:spPr>
            <a:xfrm>
              <a:off x="4070993" y="629286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7</a:t>
              </a:r>
              <a:endParaRPr/>
            </a:p>
          </p:txBody>
        </p:sp>
        <p:grpSp>
          <p:nvGrpSpPr>
            <p:cNvPr id="3695" name="Google Shape;3695;p60"/>
            <p:cNvGrpSpPr/>
            <p:nvPr/>
          </p:nvGrpSpPr>
          <p:grpSpPr>
            <a:xfrm>
              <a:off x="4833730" y="30356"/>
              <a:ext cx="886167" cy="886167"/>
              <a:chOff x="0" y="0"/>
              <a:chExt cx="1913890" cy="1913890"/>
            </a:xfrm>
          </p:grpSpPr>
          <p:sp>
            <p:nvSpPr>
              <p:cNvPr id="3696" name="Google Shape;3696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97" name="Google Shape;3697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698" name="Google Shape;3698;p60"/>
            <p:cNvGrpSpPr/>
            <p:nvPr/>
          </p:nvGrpSpPr>
          <p:grpSpPr>
            <a:xfrm>
              <a:off x="5719898" y="30356"/>
              <a:ext cx="886167" cy="886167"/>
              <a:chOff x="0" y="0"/>
              <a:chExt cx="1913890" cy="1913890"/>
            </a:xfrm>
          </p:grpSpPr>
          <p:sp>
            <p:nvSpPr>
              <p:cNvPr id="3699" name="Google Shape;3699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0" name="Google Shape;3700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01" name="Google Shape;3701;p60"/>
            <p:cNvGrpSpPr/>
            <p:nvPr/>
          </p:nvGrpSpPr>
          <p:grpSpPr>
            <a:xfrm>
              <a:off x="6606065" y="30356"/>
              <a:ext cx="886167" cy="886167"/>
              <a:chOff x="0" y="0"/>
              <a:chExt cx="1913890" cy="1913890"/>
            </a:xfrm>
          </p:grpSpPr>
          <p:sp>
            <p:nvSpPr>
              <p:cNvPr id="3702" name="Google Shape;3702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3" name="Google Shape;3703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04" name="Google Shape;3704;p60"/>
            <p:cNvGrpSpPr/>
            <p:nvPr/>
          </p:nvGrpSpPr>
          <p:grpSpPr>
            <a:xfrm>
              <a:off x="7492232" y="30356"/>
              <a:ext cx="886167" cy="886167"/>
              <a:chOff x="0" y="0"/>
              <a:chExt cx="1913890" cy="1913890"/>
            </a:xfrm>
          </p:grpSpPr>
          <p:sp>
            <p:nvSpPr>
              <p:cNvPr id="3705" name="Google Shape;3705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6" name="Google Shape;3706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07" name="Google Shape;3707;p60"/>
            <p:cNvGrpSpPr/>
            <p:nvPr/>
          </p:nvGrpSpPr>
          <p:grpSpPr>
            <a:xfrm>
              <a:off x="8549698" y="60712"/>
              <a:ext cx="855811" cy="855811"/>
              <a:chOff x="0" y="0"/>
              <a:chExt cx="1913890" cy="1913890"/>
            </a:xfrm>
          </p:grpSpPr>
          <p:sp>
            <p:nvSpPr>
              <p:cNvPr id="3708" name="Google Shape;3708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9" name="Google Shape;3709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10" name="Google Shape;3710;p60"/>
            <p:cNvGrpSpPr/>
            <p:nvPr/>
          </p:nvGrpSpPr>
          <p:grpSpPr>
            <a:xfrm>
              <a:off x="4833730" y="886167"/>
              <a:ext cx="886167" cy="886167"/>
              <a:chOff x="0" y="0"/>
              <a:chExt cx="1913890" cy="1913890"/>
            </a:xfrm>
          </p:grpSpPr>
          <p:sp>
            <p:nvSpPr>
              <p:cNvPr id="3711" name="Google Shape;3711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12" name="Google Shape;3712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13" name="Google Shape;3713;p60"/>
            <p:cNvGrpSpPr/>
            <p:nvPr/>
          </p:nvGrpSpPr>
          <p:grpSpPr>
            <a:xfrm>
              <a:off x="5719898" y="886167"/>
              <a:ext cx="886167" cy="886167"/>
              <a:chOff x="0" y="0"/>
              <a:chExt cx="1913890" cy="1913890"/>
            </a:xfrm>
          </p:grpSpPr>
          <p:sp>
            <p:nvSpPr>
              <p:cNvPr id="3714" name="Google Shape;3714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15" name="Google Shape;3715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16" name="Google Shape;3716;p60"/>
            <p:cNvGrpSpPr/>
            <p:nvPr/>
          </p:nvGrpSpPr>
          <p:grpSpPr>
            <a:xfrm>
              <a:off x="6606065" y="886167"/>
              <a:ext cx="886167" cy="886167"/>
              <a:chOff x="0" y="0"/>
              <a:chExt cx="1913890" cy="1913890"/>
            </a:xfrm>
          </p:grpSpPr>
          <p:sp>
            <p:nvSpPr>
              <p:cNvPr id="3717" name="Google Shape;3717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18" name="Google Shape;3718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19" name="Google Shape;3719;p60"/>
            <p:cNvGrpSpPr/>
            <p:nvPr/>
          </p:nvGrpSpPr>
          <p:grpSpPr>
            <a:xfrm>
              <a:off x="7492232" y="886167"/>
              <a:ext cx="886167" cy="886167"/>
              <a:chOff x="0" y="0"/>
              <a:chExt cx="1913890" cy="1913890"/>
            </a:xfrm>
          </p:grpSpPr>
          <p:sp>
            <p:nvSpPr>
              <p:cNvPr id="3720" name="Google Shape;3720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21" name="Google Shape;3721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22" name="Google Shape;3722;p60"/>
            <p:cNvGrpSpPr/>
            <p:nvPr/>
          </p:nvGrpSpPr>
          <p:grpSpPr>
            <a:xfrm>
              <a:off x="8549698" y="916523"/>
              <a:ext cx="855811" cy="855811"/>
              <a:chOff x="0" y="0"/>
              <a:chExt cx="1913890" cy="1913890"/>
            </a:xfrm>
          </p:grpSpPr>
          <p:sp>
            <p:nvSpPr>
              <p:cNvPr id="3723" name="Google Shape;3723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24" name="Google Shape;3724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25" name="Google Shape;3725;p60"/>
            <p:cNvGrpSpPr/>
            <p:nvPr/>
          </p:nvGrpSpPr>
          <p:grpSpPr>
            <a:xfrm>
              <a:off x="4833730" y="1772334"/>
              <a:ext cx="886167" cy="886167"/>
              <a:chOff x="0" y="0"/>
              <a:chExt cx="1913890" cy="1913890"/>
            </a:xfrm>
          </p:grpSpPr>
          <p:sp>
            <p:nvSpPr>
              <p:cNvPr id="3726" name="Google Shape;3726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27" name="Google Shape;3727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28" name="Google Shape;3728;p60"/>
            <p:cNvGrpSpPr/>
            <p:nvPr/>
          </p:nvGrpSpPr>
          <p:grpSpPr>
            <a:xfrm>
              <a:off x="5719898" y="1772334"/>
              <a:ext cx="886167" cy="886167"/>
              <a:chOff x="0" y="0"/>
              <a:chExt cx="1913890" cy="1913890"/>
            </a:xfrm>
          </p:grpSpPr>
          <p:sp>
            <p:nvSpPr>
              <p:cNvPr id="3729" name="Google Shape;3729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30" name="Google Shape;3730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31" name="Google Shape;3731;p60"/>
            <p:cNvGrpSpPr/>
            <p:nvPr/>
          </p:nvGrpSpPr>
          <p:grpSpPr>
            <a:xfrm>
              <a:off x="6606065" y="1772334"/>
              <a:ext cx="886167" cy="886167"/>
              <a:chOff x="0" y="0"/>
              <a:chExt cx="1913890" cy="1913890"/>
            </a:xfrm>
          </p:grpSpPr>
          <p:sp>
            <p:nvSpPr>
              <p:cNvPr id="3732" name="Google Shape;3732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33" name="Google Shape;3733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34" name="Google Shape;3734;p60"/>
            <p:cNvGrpSpPr/>
            <p:nvPr/>
          </p:nvGrpSpPr>
          <p:grpSpPr>
            <a:xfrm>
              <a:off x="7492232" y="1772334"/>
              <a:ext cx="886167" cy="886167"/>
              <a:chOff x="0" y="0"/>
              <a:chExt cx="1913890" cy="1913890"/>
            </a:xfrm>
          </p:grpSpPr>
          <p:sp>
            <p:nvSpPr>
              <p:cNvPr id="3735" name="Google Shape;3735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36" name="Google Shape;3736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37" name="Google Shape;3737;p60"/>
            <p:cNvGrpSpPr/>
            <p:nvPr/>
          </p:nvGrpSpPr>
          <p:grpSpPr>
            <a:xfrm>
              <a:off x="8549698" y="1802690"/>
              <a:ext cx="855811" cy="855811"/>
              <a:chOff x="0" y="0"/>
              <a:chExt cx="1913890" cy="1913890"/>
            </a:xfrm>
          </p:grpSpPr>
          <p:sp>
            <p:nvSpPr>
              <p:cNvPr id="3738" name="Google Shape;3738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39" name="Google Shape;3739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40" name="Google Shape;3740;p60"/>
            <p:cNvGrpSpPr/>
            <p:nvPr/>
          </p:nvGrpSpPr>
          <p:grpSpPr>
            <a:xfrm>
              <a:off x="4833730" y="2628145"/>
              <a:ext cx="886167" cy="886167"/>
              <a:chOff x="0" y="0"/>
              <a:chExt cx="1913890" cy="1913890"/>
            </a:xfrm>
          </p:grpSpPr>
          <p:sp>
            <p:nvSpPr>
              <p:cNvPr id="3741" name="Google Shape;3741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2" name="Google Shape;3742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43" name="Google Shape;3743;p60"/>
            <p:cNvGrpSpPr/>
            <p:nvPr/>
          </p:nvGrpSpPr>
          <p:grpSpPr>
            <a:xfrm>
              <a:off x="5719898" y="2628145"/>
              <a:ext cx="886167" cy="886167"/>
              <a:chOff x="0" y="0"/>
              <a:chExt cx="1913890" cy="1913890"/>
            </a:xfrm>
          </p:grpSpPr>
          <p:sp>
            <p:nvSpPr>
              <p:cNvPr id="3744" name="Google Shape;3744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5" name="Google Shape;3745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46" name="Google Shape;3746;p60"/>
            <p:cNvGrpSpPr/>
            <p:nvPr/>
          </p:nvGrpSpPr>
          <p:grpSpPr>
            <a:xfrm>
              <a:off x="6606065" y="2628145"/>
              <a:ext cx="886167" cy="886167"/>
              <a:chOff x="0" y="0"/>
              <a:chExt cx="1913890" cy="1913890"/>
            </a:xfrm>
          </p:grpSpPr>
          <p:sp>
            <p:nvSpPr>
              <p:cNvPr id="3747" name="Google Shape;3747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8" name="Google Shape;3748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49" name="Google Shape;3749;p60"/>
            <p:cNvGrpSpPr/>
            <p:nvPr/>
          </p:nvGrpSpPr>
          <p:grpSpPr>
            <a:xfrm>
              <a:off x="7492232" y="2628145"/>
              <a:ext cx="886167" cy="886167"/>
              <a:chOff x="0" y="0"/>
              <a:chExt cx="1913890" cy="1913890"/>
            </a:xfrm>
          </p:grpSpPr>
          <p:sp>
            <p:nvSpPr>
              <p:cNvPr id="3750" name="Google Shape;3750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51" name="Google Shape;3751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52" name="Google Shape;3752;p60"/>
            <p:cNvGrpSpPr/>
            <p:nvPr/>
          </p:nvGrpSpPr>
          <p:grpSpPr>
            <a:xfrm>
              <a:off x="8549698" y="2658501"/>
              <a:ext cx="855811" cy="855811"/>
              <a:chOff x="0" y="0"/>
              <a:chExt cx="1913890" cy="1913890"/>
            </a:xfrm>
          </p:grpSpPr>
          <p:sp>
            <p:nvSpPr>
              <p:cNvPr id="3753" name="Google Shape;3753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54" name="Google Shape;3754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55" name="Google Shape;3755;p60"/>
            <p:cNvGrpSpPr/>
            <p:nvPr/>
          </p:nvGrpSpPr>
          <p:grpSpPr>
            <a:xfrm>
              <a:off x="4833730" y="3514313"/>
              <a:ext cx="886167" cy="886167"/>
              <a:chOff x="0" y="0"/>
              <a:chExt cx="1913890" cy="1913890"/>
            </a:xfrm>
          </p:grpSpPr>
          <p:sp>
            <p:nvSpPr>
              <p:cNvPr id="3756" name="Google Shape;3756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57" name="Google Shape;3757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58" name="Google Shape;3758;p60"/>
            <p:cNvGrpSpPr/>
            <p:nvPr/>
          </p:nvGrpSpPr>
          <p:grpSpPr>
            <a:xfrm>
              <a:off x="5719898" y="3514313"/>
              <a:ext cx="886167" cy="886167"/>
              <a:chOff x="0" y="0"/>
              <a:chExt cx="1913890" cy="1913890"/>
            </a:xfrm>
          </p:grpSpPr>
          <p:sp>
            <p:nvSpPr>
              <p:cNvPr id="3759" name="Google Shape;3759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0" name="Google Shape;3760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61" name="Google Shape;3761;p60"/>
            <p:cNvGrpSpPr/>
            <p:nvPr/>
          </p:nvGrpSpPr>
          <p:grpSpPr>
            <a:xfrm>
              <a:off x="6606065" y="3514313"/>
              <a:ext cx="886167" cy="886167"/>
              <a:chOff x="0" y="0"/>
              <a:chExt cx="1913890" cy="1913890"/>
            </a:xfrm>
          </p:grpSpPr>
          <p:sp>
            <p:nvSpPr>
              <p:cNvPr id="3762" name="Google Shape;3762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3" name="Google Shape;3763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64" name="Google Shape;3764;p60"/>
            <p:cNvGrpSpPr/>
            <p:nvPr/>
          </p:nvGrpSpPr>
          <p:grpSpPr>
            <a:xfrm>
              <a:off x="7492232" y="3514313"/>
              <a:ext cx="886167" cy="886167"/>
              <a:chOff x="0" y="0"/>
              <a:chExt cx="1913890" cy="1913890"/>
            </a:xfrm>
          </p:grpSpPr>
          <p:sp>
            <p:nvSpPr>
              <p:cNvPr id="3765" name="Google Shape;3765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6" name="Google Shape;3766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67" name="Google Shape;3767;p60"/>
            <p:cNvGrpSpPr/>
            <p:nvPr/>
          </p:nvGrpSpPr>
          <p:grpSpPr>
            <a:xfrm>
              <a:off x="8549698" y="3544669"/>
              <a:ext cx="855811" cy="855811"/>
              <a:chOff x="0" y="0"/>
              <a:chExt cx="1913890" cy="1913890"/>
            </a:xfrm>
          </p:grpSpPr>
          <p:sp>
            <p:nvSpPr>
              <p:cNvPr id="3768" name="Google Shape;3768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9" name="Google Shape;3769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70" name="Google Shape;3770;p60"/>
            <p:cNvGrpSpPr/>
            <p:nvPr/>
          </p:nvGrpSpPr>
          <p:grpSpPr>
            <a:xfrm>
              <a:off x="4833730" y="4370124"/>
              <a:ext cx="886167" cy="886167"/>
              <a:chOff x="0" y="0"/>
              <a:chExt cx="1913890" cy="1913890"/>
            </a:xfrm>
          </p:grpSpPr>
          <p:sp>
            <p:nvSpPr>
              <p:cNvPr id="3771" name="Google Shape;3771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2" name="Google Shape;3772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73" name="Google Shape;3773;p60"/>
            <p:cNvGrpSpPr/>
            <p:nvPr/>
          </p:nvGrpSpPr>
          <p:grpSpPr>
            <a:xfrm>
              <a:off x="5719898" y="4370124"/>
              <a:ext cx="886167" cy="886167"/>
              <a:chOff x="0" y="0"/>
              <a:chExt cx="1913890" cy="1913890"/>
            </a:xfrm>
          </p:grpSpPr>
          <p:sp>
            <p:nvSpPr>
              <p:cNvPr id="3774" name="Google Shape;3774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5" name="Google Shape;3775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76" name="Google Shape;3776;p60"/>
            <p:cNvGrpSpPr/>
            <p:nvPr/>
          </p:nvGrpSpPr>
          <p:grpSpPr>
            <a:xfrm>
              <a:off x="6606065" y="4370124"/>
              <a:ext cx="886167" cy="886167"/>
              <a:chOff x="0" y="0"/>
              <a:chExt cx="1913890" cy="1913890"/>
            </a:xfrm>
          </p:grpSpPr>
          <p:sp>
            <p:nvSpPr>
              <p:cNvPr id="3777" name="Google Shape;3777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8" name="Google Shape;3778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79" name="Google Shape;3779;p60"/>
            <p:cNvGrpSpPr/>
            <p:nvPr/>
          </p:nvGrpSpPr>
          <p:grpSpPr>
            <a:xfrm>
              <a:off x="7492232" y="4370124"/>
              <a:ext cx="886167" cy="886167"/>
              <a:chOff x="0" y="0"/>
              <a:chExt cx="1913890" cy="1913890"/>
            </a:xfrm>
          </p:grpSpPr>
          <p:sp>
            <p:nvSpPr>
              <p:cNvPr id="3780" name="Google Shape;3780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1" name="Google Shape;3781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82" name="Google Shape;3782;p60"/>
            <p:cNvGrpSpPr/>
            <p:nvPr/>
          </p:nvGrpSpPr>
          <p:grpSpPr>
            <a:xfrm>
              <a:off x="8549698" y="4400480"/>
              <a:ext cx="855811" cy="855811"/>
              <a:chOff x="0" y="0"/>
              <a:chExt cx="1913890" cy="1913890"/>
            </a:xfrm>
          </p:grpSpPr>
          <p:sp>
            <p:nvSpPr>
              <p:cNvPr id="3783" name="Google Shape;3783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4" name="Google Shape;3784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85" name="Google Shape;3785;p60"/>
            <p:cNvGrpSpPr/>
            <p:nvPr/>
          </p:nvGrpSpPr>
          <p:grpSpPr>
            <a:xfrm>
              <a:off x="4833730" y="5256291"/>
              <a:ext cx="886167" cy="886167"/>
              <a:chOff x="0" y="0"/>
              <a:chExt cx="1913890" cy="1913890"/>
            </a:xfrm>
          </p:grpSpPr>
          <p:sp>
            <p:nvSpPr>
              <p:cNvPr id="3786" name="Google Shape;3786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7" name="Google Shape;3787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88" name="Google Shape;3788;p60"/>
            <p:cNvGrpSpPr/>
            <p:nvPr/>
          </p:nvGrpSpPr>
          <p:grpSpPr>
            <a:xfrm>
              <a:off x="5719898" y="5256291"/>
              <a:ext cx="886167" cy="886167"/>
              <a:chOff x="0" y="0"/>
              <a:chExt cx="1913890" cy="1913890"/>
            </a:xfrm>
          </p:grpSpPr>
          <p:sp>
            <p:nvSpPr>
              <p:cNvPr id="3789" name="Google Shape;3789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0" name="Google Shape;3790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91" name="Google Shape;3791;p60"/>
            <p:cNvGrpSpPr/>
            <p:nvPr/>
          </p:nvGrpSpPr>
          <p:grpSpPr>
            <a:xfrm>
              <a:off x="6606065" y="5256291"/>
              <a:ext cx="886167" cy="886167"/>
              <a:chOff x="0" y="0"/>
              <a:chExt cx="1913890" cy="1913890"/>
            </a:xfrm>
          </p:grpSpPr>
          <p:sp>
            <p:nvSpPr>
              <p:cNvPr id="3792" name="Google Shape;3792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3" name="Google Shape;3793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94" name="Google Shape;3794;p60"/>
            <p:cNvGrpSpPr/>
            <p:nvPr/>
          </p:nvGrpSpPr>
          <p:grpSpPr>
            <a:xfrm>
              <a:off x="7492232" y="5256291"/>
              <a:ext cx="886167" cy="886167"/>
              <a:chOff x="0" y="0"/>
              <a:chExt cx="1913890" cy="1913890"/>
            </a:xfrm>
          </p:grpSpPr>
          <p:sp>
            <p:nvSpPr>
              <p:cNvPr id="3795" name="Google Shape;3795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6" name="Google Shape;3796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97" name="Google Shape;3797;p60"/>
            <p:cNvGrpSpPr/>
            <p:nvPr/>
          </p:nvGrpSpPr>
          <p:grpSpPr>
            <a:xfrm>
              <a:off x="8549698" y="5286647"/>
              <a:ext cx="855811" cy="855811"/>
              <a:chOff x="0" y="0"/>
              <a:chExt cx="1913890" cy="1913890"/>
            </a:xfrm>
          </p:grpSpPr>
          <p:sp>
            <p:nvSpPr>
              <p:cNvPr id="3798" name="Google Shape;3798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9" name="Google Shape;3799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800" name="Google Shape;3800;p60"/>
            <p:cNvGrpSpPr/>
            <p:nvPr/>
          </p:nvGrpSpPr>
          <p:grpSpPr>
            <a:xfrm>
              <a:off x="4833730" y="6112102"/>
              <a:ext cx="886167" cy="886167"/>
              <a:chOff x="0" y="0"/>
              <a:chExt cx="1913890" cy="1913890"/>
            </a:xfrm>
          </p:grpSpPr>
          <p:sp>
            <p:nvSpPr>
              <p:cNvPr id="3801" name="Google Shape;3801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02" name="Google Shape;3802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803" name="Google Shape;3803;p60"/>
            <p:cNvGrpSpPr/>
            <p:nvPr/>
          </p:nvGrpSpPr>
          <p:grpSpPr>
            <a:xfrm>
              <a:off x="5719898" y="6112102"/>
              <a:ext cx="886167" cy="886167"/>
              <a:chOff x="0" y="0"/>
              <a:chExt cx="1913890" cy="1913890"/>
            </a:xfrm>
          </p:grpSpPr>
          <p:sp>
            <p:nvSpPr>
              <p:cNvPr id="3804" name="Google Shape;3804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05" name="Google Shape;3805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806" name="Google Shape;3806;p60"/>
            <p:cNvGrpSpPr/>
            <p:nvPr/>
          </p:nvGrpSpPr>
          <p:grpSpPr>
            <a:xfrm>
              <a:off x="6606065" y="6112102"/>
              <a:ext cx="886167" cy="886167"/>
              <a:chOff x="0" y="0"/>
              <a:chExt cx="1913890" cy="1913890"/>
            </a:xfrm>
          </p:grpSpPr>
          <p:sp>
            <p:nvSpPr>
              <p:cNvPr id="3807" name="Google Shape;3807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08" name="Google Shape;3808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809" name="Google Shape;3809;p60"/>
            <p:cNvGrpSpPr/>
            <p:nvPr/>
          </p:nvGrpSpPr>
          <p:grpSpPr>
            <a:xfrm>
              <a:off x="7492232" y="6112102"/>
              <a:ext cx="886167" cy="886167"/>
              <a:chOff x="0" y="0"/>
              <a:chExt cx="1913890" cy="1913890"/>
            </a:xfrm>
          </p:grpSpPr>
          <p:sp>
            <p:nvSpPr>
              <p:cNvPr id="3810" name="Google Shape;3810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FAFAFA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11" name="Google Shape;3811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019D9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812" name="Google Shape;3812;p60"/>
            <p:cNvGrpSpPr/>
            <p:nvPr/>
          </p:nvGrpSpPr>
          <p:grpSpPr>
            <a:xfrm>
              <a:off x="8549698" y="6142458"/>
              <a:ext cx="855811" cy="855811"/>
              <a:chOff x="0" y="0"/>
              <a:chExt cx="1913890" cy="1913890"/>
            </a:xfrm>
          </p:grpSpPr>
          <p:sp>
            <p:nvSpPr>
              <p:cNvPr id="3813" name="Google Shape;3813;p60"/>
              <p:cNvSpPr/>
              <p:nvPr/>
            </p:nvSpPr>
            <p:spPr>
              <a:xfrm>
                <a:off x="31750" y="31750"/>
                <a:ext cx="1850390" cy="1850390"/>
              </a:xfrm>
              <a:custGeom>
                <a:rect b="b" l="l" r="r" t="t"/>
                <a:pathLst>
                  <a:path extrusionOk="0" h="1850390" w="1850390">
                    <a:moveTo>
                      <a:pt x="1757680" y="1850390"/>
                    </a:moveTo>
                    <a:lnTo>
                      <a:pt x="92710" y="1850390"/>
                    </a:lnTo>
                    <a:cubicBezTo>
                      <a:pt x="41910" y="1850390"/>
                      <a:pt x="0" y="1808480"/>
                      <a:pt x="0" y="1757680"/>
                    </a:cubicBezTo>
                    <a:lnTo>
                      <a:pt x="0" y="92710"/>
                    </a:lnTo>
                    <a:cubicBezTo>
                      <a:pt x="0" y="41910"/>
                      <a:pt x="41910" y="0"/>
                      <a:pt x="92710" y="0"/>
                    </a:cubicBezTo>
                    <a:lnTo>
                      <a:pt x="1756410" y="0"/>
                    </a:lnTo>
                    <a:cubicBezTo>
                      <a:pt x="1807210" y="0"/>
                      <a:pt x="1849120" y="41910"/>
                      <a:pt x="1849120" y="92710"/>
                    </a:cubicBezTo>
                    <a:lnTo>
                      <a:pt x="1849120" y="1756410"/>
                    </a:lnTo>
                    <a:cubicBezTo>
                      <a:pt x="1850390" y="1808480"/>
                      <a:pt x="1808480" y="1850390"/>
                      <a:pt x="1757680" y="1850390"/>
                    </a:cubicBezTo>
                    <a:close/>
                  </a:path>
                </a:pathLst>
              </a:custGeom>
              <a:solidFill>
                <a:srgbClr val="3F40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14" name="Google Shape;3814;p60"/>
              <p:cNvSpPr/>
              <p:nvPr/>
            </p:nvSpPr>
            <p:spPr>
              <a:xfrm>
                <a:off x="0" y="0"/>
                <a:ext cx="1913890" cy="1913890"/>
              </a:xfrm>
              <a:custGeom>
                <a:rect b="b" l="l" r="r" t="t"/>
                <a:pathLst>
                  <a:path extrusionOk="0" h="1913890" w="1913890">
                    <a:moveTo>
                      <a:pt x="1789430" y="59690"/>
                    </a:moveTo>
                    <a:cubicBezTo>
                      <a:pt x="1824990" y="59690"/>
                      <a:pt x="1854200" y="88900"/>
                      <a:pt x="1854200" y="124460"/>
                    </a:cubicBezTo>
                    <a:lnTo>
                      <a:pt x="1854200" y="1789430"/>
                    </a:lnTo>
                    <a:cubicBezTo>
                      <a:pt x="1854200" y="1824990"/>
                      <a:pt x="1824990" y="1854200"/>
                      <a:pt x="1789430" y="1854200"/>
                    </a:cubicBezTo>
                    <a:lnTo>
                      <a:pt x="124460" y="1854200"/>
                    </a:lnTo>
                    <a:cubicBezTo>
                      <a:pt x="88900" y="1854200"/>
                      <a:pt x="59690" y="1824990"/>
                      <a:pt x="59690" y="1789430"/>
                    </a:cubicBezTo>
                    <a:lnTo>
                      <a:pt x="59690" y="124460"/>
                    </a:lnTo>
                    <a:cubicBezTo>
                      <a:pt x="59690" y="88900"/>
                      <a:pt x="88900" y="59690"/>
                      <a:pt x="124460" y="59690"/>
                    </a:cubicBezTo>
                    <a:lnTo>
                      <a:pt x="1789430" y="59690"/>
                    </a:lnTo>
                    <a:moveTo>
                      <a:pt x="1789430" y="0"/>
                    </a:moveTo>
                    <a:lnTo>
                      <a:pt x="124460" y="0"/>
                    </a:lnTo>
                    <a:cubicBezTo>
                      <a:pt x="55880" y="0"/>
                      <a:pt x="0" y="55880"/>
                      <a:pt x="0" y="124460"/>
                    </a:cubicBezTo>
                    <a:lnTo>
                      <a:pt x="0" y="1789430"/>
                    </a:lnTo>
                    <a:cubicBezTo>
                      <a:pt x="0" y="1858010"/>
                      <a:pt x="55880" y="1913890"/>
                      <a:pt x="124460" y="1913890"/>
                    </a:cubicBezTo>
                    <a:lnTo>
                      <a:pt x="1789430" y="1913890"/>
                    </a:lnTo>
                    <a:cubicBezTo>
                      <a:pt x="1858010" y="1913890"/>
                      <a:pt x="1913890" y="1858010"/>
                      <a:pt x="1913890" y="1789430"/>
                    </a:cubicBezTo>
                    <a:lnTo>
                      <a:pt x="1913890" y="124460"/>
                    </a:lnTo>
                    <a:cubicBezTo>
                      <a:pt x="1913890" y="55880"/>
                      <a:pt x="1858010" y="0"/>
                      <a:pt x="1789430" y="0"/>
                    </a:cubicBezTo>
                    <a:close/>
                  </a:path>
                </a:pathLst>
              </a:custGeom>
              <a:solidFill>
                <a:srgbClr val="642EC7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815" name="Google Shape;3815;p60"/>
            <p:cNvSpPr txBox="1"/>
            <p:nvPr/>
          </p:nvSpPr>
          <p:spPr>
            <a:xfrm>
              <a:off x="5168732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16" name="Google Shape;3816;p60"/>
            <p:cNvSpPr txBox="1"/>
            <p:nvPr/>
          </p:nvSpPr>
          <p:spPr>
            <a:xfrm>
              <a:off x="6054899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17" name="Google Shape;3817;p60"/>
            <p:cNvSpPr txBox="1"/>
            <p:nvPr/>
          </p:nvSpPr>
          <p:spPr>
            <a:xfrm>
              <a:off x="6941066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18" name="Google Shape;3818;p60"/>
            <p:cNvSpPr txBox="1"/>
            <p:nvPr/>
          </p:nvSpPr>
          <p:spPr>
            <a:xfrm>
              <a:off x="7827233" y="218883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19" name="Google Shape;3819;p60"/>
            <p:cNvSpPr txBox="1"/>
            <p:nvPr/>
          </p:nvSpPr>
          <p:spPr>
            <a:xfrm>
              <a:off x="8873550" y="241476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8</a:t>
              </a:r>
              <a:endParaRPr/>
            </a:p>
          </p:txBody>
        </p:sp>
        <p:sp>
          <p:nvSpPr>
            <p:cNvPr id="3820" name="Google Shape;3820;p60"/>
            <p:cNvSpPr txBox="1"/>
            <p:nvPr/>
          </p:nvSpPr>
          <p:spPr>
            <a:xfrm>
              <a:off x="5168732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21" name="Google Shape;3821;p60"/>
            <p:cNvSpPr txBox="1"/>
            <p:nvPr/>
          </p:nvSpPr>
          <p:spPr>
            <a:xfrm>
              <a:off x="6054899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22" name="Google Shape;3822;p60"/>
            <p:cNvSpPr txBox="1"/>
            <p:nvPr/>
          </p:nvSpPr>
          <p:spPr>
            <a:xfrm>
              <a:off x="6941066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23" name="Google Shape;3823;p60"/>
            <p:cNvSpPr txBox="1"/>
            <p:nvPr/>
          </p:nvSpPr>
          <p:spPr>
            <a:xfrm>
              <a:off x="7827233" y="1074694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24" name="Google Shape;3824;p60"/>
            <p:cNvSpPr txBox="1"/>
            <p:nvPr/>
          </p:nvSpPr>
          <p:spPr>
            <a:xfrm>
              <a:off x="8873550" y="1097287"/>
              <a:ext cx="20810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9</a:t>
              </a:r>
              <a:endParaRPr/>
            </a:p>
          </p:txBody>
        </p:sp>
        <p:sp>
          <p:nvSpPr>
            <p:cNvPr id="3825" name="Google Shape;3825;p60"/>
            <p:cNvSpPr txBox="1"/>
            <p:nvPr/>
          </p:nvSpPr>
          <p:spPr>
            <a:xfrm>
              <a:off x="5168732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26" name="Google Shape;3826;p60"/>
            <p:cNvSpPr txBox="1"/>
            <p:nvPr/>
          </p:nvSpPr>
          <p:spPr>
            <a:xfrm>
              <a:off x="6054899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27" name="Google Shape;3827;p60"/>
            <p:cNvSpPr txBox="1"/>
            <p:nvPr/>
          </p:nvSpPr>
          <p:spPr>
            <a:xfrm>
              <a:off x="6941066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28" name="Google Shape;3828;p60"/>
            <p:cNvSpPr txBox="1"/>
            <p:nvPr/>
          </p:nvSpPr>
          <p:spPr>
            <a:xfrm>
              <a:off x="7827233" y="196086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29" name="Google Shape;3829;p60"/>
            <p:cNvSpPr txBox="1"/>
            <p:nvPr/>
          </p:nvSpPr>
          <p:spPr>
            <a:xfrm>
              <a:off x="8848670" y="1983454"/>
              <a:ext cx="257868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A</a:t>
              </a:r>
              <a:endParaRPr/>
            </a:p>
          </p:txBody>
        </p:sp>
        <p:sp>
          <p:nvSpPr>
            <p:cNvPr id="3830" name="Google Shape;3830;p60"/>
            <p:cNvSpPr txBox="1"/>
            <p:nvPr/>
          </p:nvSpPr>
          <p:spPr>
            <a:xfrm>
              <a:off x="5168732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31" name="Google Shape;3831;p60"/>
            <p:cNvSpPr txBox="1"/>
            <p:nvPr/>
          </p:nvSpPr>
          <p:spPr>
            <a:xfrm>
              <a:off x="6054899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32" name="Google Shape;3832;p60"/>
            <p:cNvSpPr txBox="1"/>
            <p:nvPr/>
          </p:nvSpPr>
          <p:spPr>
            <a:xfrm>
              <a:off x="6941066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33" name="Google Shape;3833;p60"/>
            <p:cNvSpPr txBox="1"/>
            <p:nvPr/>
          </p:nvSpPr>
          <p:spPr>
            <a:xfrm>
              <a:off x="7827233" y="2816672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34" name="Google Shape;3834;p60"/>
            <p:cNvSpPr txBox="1"/>
            <p:nvPr/>
          </p:nvSpPr>
          <p:spPr>
            <a:xfrm>
              <a:off x="8857948" y="2839265"/>
              <a:ext cx="23931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B</a:t>
              </a:r>
              <a:endParaRPr/>
            </a:p>
          </p:txBody>
        </p:sp>
        <p:sp>
          <p:nvSpPr>
            <p:cNvPr id="3835" name="Google Shape;3835;p60"/>
            <p:cNvSpPr txBox="1"/>
            <p:nvPr/>
          </p:nvSpPr>
          <p:spPr>
            <a:xfrm>
              <a:off x="5168732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36" name="Google Shape;3836;p60"/>
            <p:cNvSpPr txBox="1"/>
            <p:nvPr/>
          </p:nvSpPr>
          <p:spPr>
            <a:xfrm>
              <a:off x="6054899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37" name="Google Shape;3837;p60"/>
            <p:cNvSpPr txBox="1"/>
            <p:nvPr/>
          </p:nvSpPr>
          <p:spPr>
            <a:xfrm>
              <a:off x="6941066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38" name="Google Shape;3838;p60"/>
            <p:cNvSpPr txBox="1"/>
            <p:nvPr/>
          </p:nvSpPr>
          <p:spPr>
            <a:xfrm>
              <a:off x="7827233" y="3702840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39" name="Google Shape;3839;p60"/>
            <p:cNvSpPr txBox="1"/>
            <p:nvPr/>
          </p:nvSpPr>
          <p:spPr>
            <a:xfrm>
              <a:off x="8862363" y="3725432"/>
              <a:ext cx="23048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C</a:t>
              </a:r>
              <a:endParaRPr/>
            </a:p>
          </p:txBody>
        </p:sp>
        <p:sp>
          <p:nvSpPr>
            <p:cNvPr id="3840" name="Google Shape;3840;p60"/>
            <p:cNvSpPr txBox="1"/>
            <p:nvPr/>
          </p:nvSpPr>
          <p:spPr>
            <a:xfrm>
              <a:off x="5168732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41" name="Google Shape;3841;p60"/>
            <p:cNvSpPr txBox="1"/>
            <p:nvPr/>
          </p:nvSpPr>
          <p:spPr>
            <a:xfrm>
              <a:off x="6054899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42" name="Google Shape;3842;p60"/>
            <p:cNvSpPr txBox="1"/>
            <p:nvPr/>
          </p:nvSpPr>
          <p:spPr>
            <a:xfrm>
              <a:off x="6941066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43" name="Google Shape;3843;p60"/>
            <p:cNvSpPr txBox="1"/>
            <p:nvPr/>
          </p:nvSpPr>
          <p:spPr>
            <a:xfrm>
              <a:off x="7827233" y="4558651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44" name="Google Shape;3844;p60"/>
            <p:cNvSpPr txBox="1"/>
            <p:nvPr/>
          </p:nvSpPr>
          <p:spPr>
            <a:xfrm>
              <a:off x="8847268" y="4581244"/>
              <a:ext cx="26067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D</a:t>
              </a:r>
              <a:endParaRPr/>
            </a:p>
          </p:txBody>
        </p:sp>
        <p:sp>
          <p:nvSpPr>
            <p:cNvPr id="3845" name="Google Shape;3845;p60"/>
            <p:cNvSpPr txBox="1"/>
            <p:nvPr/>
          </p:nvSpPr>
          <p:spPr>
            <a:xfrm>
              <a:off x="5168732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46" name="Google Shape;3846;p60"/>
            <p:cNvSpPr txBox="1"/>
            <p:nvPr/>
          </p:nvSpPr>
          <p:spPr>
            <a:xfrm>
              <a:off x="6054899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47" name="Google Shape;3847;p60"/>
            <p:cNvSpPr txBox="1"/>
            <p:nvPr/>
          </p:nvSpPr>
          <p:spPr>
            <a:xfrm>
              <a:off x="6941066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48" name="Google Shape;3848;p60"/>
            <p:cNvSpPr txBox="1"/>
            <p:nvPr/>
          </p:nvSpPr>
          <p:spPr>
            <a:xfrm>
              <a:off x="7827233" y="5444818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0</a:t>
              </a:r>
              <a:endParaRPr/>
            </a:p>
          </p:txBody>
        </p:sp>
        <p:sp>
          <p:nvSpPr>
            <p:cNvPr id="3849" name="Google Shape;3849;p60"/>
            <p:cNvSpPr txBox="1"/>
            <p:nvPr/>
          </p:nvSpPr>
          <p:spPr>
            <a:xfrm>
              <a:off x="8880143" y="5467411"/>
              <a:ext cx="19492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E</a:t>
              </a:r>
              <a:endParaRPr/>
            </a:p>
          </p:txBody>
        </p:sp>
        <p:sp>
          <p:nvSpPr>
            <p:cNvPr id="3850" name="Google Shape;3850;p60"/>
            <p:cNvSpPr txBox="1"/>
            <p:nvPr/>
          </p:nvSpPr>
          <p:spPr>
            <a:xfrm>
              <a:off x="5168732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51" name="Google Shape;3851;p60"/>
            <p:cNvSpPr txBox="1"/>
            <p:nvPr/>
          </p:nvSpPr>
          <p:spPr>
            <a:xfrm>
              <a:off x="6054899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52" name="Google Shape;3852;p60"/>
            <p:cNvSpPr txBox="1"/>
            <p:nvPr/>
          </p:nvSpPr>
          <p:spPr>
            <a:xfrm>
              <a:off x="6941066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53" name="Google Shape;3853;p60"/>
            <p:cNvSpPr txBox="1"/>
            <p:nvPr/>
          </p:nvSpPr>
          <p:spPr>
            <a:xfrm>
              <a:off x="7827233" y="6300629"/>
              <a:ext cx="216164" cy="480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78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1</a:t>
              </a:r>
              <a:endParaRPr/>
            </a:p>
          </p:txBody>
        </p:sp>
        <p:sp>
          <p:nvSpPr>
            <p:cNvPr id="3854" name="Google Shape;3854;p60"/>
            <p:cNvSpPr txBox="1"/>
            <p:nvPr/>
          </p:nvSpPr>
          <p:spPr>
            <a:xfrm>
              <a:off x="8881873" y="6323222"/>
              <a:ext cx="191462" cy="4632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7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104">
                  <a:solidFill>
                    <a:srgbClr val="FAFAFA"/>
                  </a:solidFill>
                  <a:latin typeface="Open Sans ExtraBold"/>
                  <a:ea typeface="Open Sans ExtraBold"/>
                  <a:cs typeface="Open Sans ExtraBold"/>
                  <a:sym typeface="Open Sans ExtraBold"/>
                </a:rPr>
                <a:t>F</a:t>
              </a:r>
              <a:endParaRPr/>
            </a:p>
          </p:txBody>
        </p:sp>
      </p:grpSp>
      <p:sp>
        <p:nvSpPr>
          <p:cNvPr id="3855" name="Google Shape;3855;p60"/>
          <p:cNvSpPr txBox="1"/>
          <p:nvPr/>
        </p:nvSpPr>
        <p:spPr>
          <a:xfrm>
            <a:off x="12160609" y="2059864"/>
            <a:ext cx="462915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Binary to Hexadecimal Conversion Table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3859" name="Shape 3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0" name="Google Shape;3860;p61"/>
          <p:cNvSpPr/>
          <p:nvPr/>
        </p:nvSpPr>
        <p:spPr>
          <a:xfrm>
            <a:off x="8565097" y="2570097"/>
            <a:ext cx="4145528" cy="475602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8037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1" name="Google Shape;3861;p61"/>
          <p:cNvSpPr/>
          <p:nvPr/>
        </p:nvSpPr>
        <p:spPr>
          <a:xfrm>
            <a:off x="7207783" y="5748039"/>
            <a:ext cx="4145528" cy="475602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008037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62" name="Google Shape;3862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085" y="1335735"/>
            <a:ext cx="1407918" cy="1407918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3" name="Google Shape;3863;p6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4499" y="4512344"/>
            <a:ext cx="1476504" cy="1476504"/>
          </a:xfrm>
          <a:prstGeom prst="rect">
            <a:avLst/>
          </a:prstGeom>
          <a:noFill/>
          <a:ln>
            <a:noFill/>
          </a:ln>
        </p:spPr>
      </p:pic>
      <p:sp>
        <p:nvSpPr>
          <p:cNvPr id="3864" name="Google Shape;3864;p61"/>
          <p:cNvSpPr txBox="1"/>
          <p:nvPr/>
        </p:nvSpPr>
        <p:spPr>
          <a:xfrm>
            <a:off x="2635468" y="5141126"/>
            <a:ext cx="4572314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5" name="Google Shape;3865;p61"/>
          <p:cNvSpPr txBox="1"/>
          <p:nvPr/>
        </p:nvSpPr>
        <p:spPr>
          <a:xfrm>
            <a:off x="13002518" y="1727942"/>
            <a:ext cx="4402398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6" name="Google Shape;3866;p61"/>
          <p:cNvSpPr txBox="1"/>
          <p:nvPr/>
        </p:nvSpPr>
        <p:spPr>
          <a:xfrm>
            <a:off x="11831408" y="5381153"/>
            <a:ext cx="56424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7" name="Google Shape;3867;p61"/>
          <p:cNvSpPr txBox="1"/>
          <p:nvPr/>
        </p:nvSpPr>
        <p:spPr>
          <a:xfrm>
            <a:off x="2440296" y="2169893"/>
            <a:ext cx="55608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8" name="Google Shape;3868;p61"/>
          <p:cNvSpPr txBox="1"/>
          <p:nvPr/>
        </p:nvSpPr>
        <p:spPr>
          <a:xfrm>
            <a:off x="273587" y="75108"/>
            <a:ext cx="8463000" cy="12064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600">
                <a:solidFill>
                  <a:srgbClr val="008037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Conversion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8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3872" name="Shape 3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73" name="Google Shape;3873;p62"/>
          <p:cNvGrpSpPr/>
          <p:nvPr/>
        </p:nvGrpSpPr>
        <p:grpSpPr>
          <a:xfrm>
            <a:off x="4690815" y="4237811"/>
            <a:ext cx="2745666" cy="2745666"/>
            <a:chOff x="0" y="0"/>
            <a:chExt cx="1913890" cy="1913890"/>
          </a:xfrm>
        </p:grpSpPr>
        <p:sp>
          <p:nvSpPr>
            <p:cNvPr id="3874" name="Google Shape;3874;p6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5" name="Google Shape;3875;p6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76" name="Google Shape;3876;p62"/>
          <p:cNvSpPr txBox="1"/>
          <p:nvPr/>
        </p:nvSpPr>
        <p:spPr>
          <a:xfrm>
            <a:off x="861170" y="1562717"/>
            <a:ext cx="39552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Eg. "111"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77" name="Google Shape;3877;p62"/>
          <p:cNvGrpSpPr/>
          <p:nvPr/>
        </p:nvGrpSpPr>
        <p:grpSpPr>
          <a:xfrm>
            <a:off x="7436363" y="4237811"/>
            <a:ext cx="2745666" cy="2745666"/>
            <a:chOff x="0" y="0"/>
            <a:chExt cx="1913890" cy="1913890"/>
          </a:xfrm>
        </p:grpSpPr>
        <p:sp>
          <p:nvSpPr>
            <p:cNvPr id="3878" name="Google Shape;3878;p6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9" name="Google Shape;3879;p6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80" name="Google Shape;3880;p62"/>
          <p:cNvGrpSpPr/>
          <p:nvPr/>
        </p:nvGrpSpPr>
        <p:grpSpPr>
          <a:xfrm>
            <a:off x="10181912" y="4237811"/>
            <a:ext cx="2745666" cy="2745666"/>
            <a:chOff x="0" y="0"/>
            <a:chExt cx="1913890" cy="1913890"/>
          </a:xfrm>
        </p:grpSpPr>
        <p:sp>
          <p:nvSpPr>
            <p:cNvPr id="3881" name="Google Shape;3881;p62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2" name="Google Shape;3882;p62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83" name="Google Shape;3883;p62"/>
          <p:cNvSpPr txBox="1"/>
          <p:nvPr/>
        </p:nvSpPr>
        <p:spPr>
          <a:xfrm>
            <a:off x="5728727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4" name="Google Shape;3884;p62"/>
          <p:cNvSpPr txBox="1"/>
          <p:nvPr/>
        </p:nvSpPr>
        <p:spPr>
          <a:xfrm>
            <a:off x="8474273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5" name="Google Shape;3885;p62"/>
          <p:cNvSpPr txBox="1"/>
          <p:nvPr/>
        </p:nvSpPr>
        <p:spPr>
          <a:xfrm>
            <a:off x="11219822" y="477802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6" name="Google Shape;3886;p62"/>
          <p:cNvSpPr txBox="1"/>
          <p:nvPr/>
        </p:nvSpPr>
        <p:spPr>
          <a:xfrm>
            <a:off x="2328380" y="7553294"/>
            <a:ext cx="143382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(1x4) + (1x2) + (1x1) = 7 in 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7" name="Google Shape;3887;p62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8" name="Google Shape;3888;p62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RECAP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9" name="Google Shape;3889;p62"/>
          <p:cNvSpPr/>
          <p:nvPr/>
        </p:nvSpPr>
        <p:spPr>
          <a:xfrm>
            <a:off x="2" y="-12303"/>
            <a:ext cx="5952198" cy="63170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0" name="Google Shape;3890;p62"/>
          <p:cNvSpPr/>
          <p:nvPr/>
        </p:nvSpPr>
        <p:spPr>
          <a:xfrm>
            <a:off x="2000553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1" name="Google Shape;3891;p62"/>
          <p:cNvSpPr txBox="1"/>
          <p:nvPr/>
        </p:nvSpPr>
        <p:spPr>
          <a:xfrm>
            <a:off x="3830486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2" name="Google Shape;3892;p62"/>
          <p:cNvSpPr txBox="1"/>
          <p:nvPr/>
        </p:nvSpPr>
        <p:spPr>
          <a:xfrm>
            <a:off x="368945" y="16523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3" name="Google Shape;3893;p62"/>
          <p:cNvSpPr txBox="1"/>
          <p:nvPr/>
        </p:nvSpPr>
        <p:spPr>
          <a:xfrm>
            <a:off x="4286093" y="3244643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4" name="Google Shape;3894;p62"/>
          <p:cNvSpPr txBox="1"/>
          <p:nvPr/>
        </p:nvSpPr>
        <p:spPr>
          <a:xfrm>
            <a:off x="7148951" y="3187922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5" name="Google Shape;3895;p62"/>
          <p:cNvSpPr txBox="1"/>
          <p:nvPr/>
        </p:nvSpPr>
        <p:spPr>
          <a:xfrm>
            <a:off x="9753600" y="3222764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r>
              <a:rPr b="1" baseline="30000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3899" name="Shape 3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0" name="Google Shape;3900;p63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1" name="Google Shape;3901;p63"/>
          <p:cNvSpPr/>
          <p:nvPr/>
        </p:nvSpPr>
        <p:spPr>
          <a:xfrm>
            <a:off x="2518094" y="208198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2" name="Google Shape;3902;p63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3" name="Google Shape;3903;p63"/>
          <p:cNvSpPr txBox="1"/>
          <p:nvPr/>
        </p:nvSpPr>
        <p:spPr>
          <a:xfrm>
            <a:off x="4339176" y="-28549"/>
            <a:ext cx="1627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4" name="Google Shape;3904;p63"/>
          <p:cNvSpPr txBox="1"/>
          <p:nvPr/>
        </p:nvSpPr>
        <p:spPr>
          <a:xfrm>
            <a:off x="201395" y="77201"/>
            <a:ext cx="2081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5" name="Google Shape;3905;p63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06" name="Google Shape;3906;p63"/>
          <p:cNvGrpSpPr/>
          <p:nvPr/>
        </p:nvGrpSpPr>
        <p:grpSpPr>
          <a:xfrm>
            <a:off x="4690815" y="4191827"/>
            <a:ext cx="2745666" cy="2745666"/>
            <a:chOff x="0" y="0"/>
            <a:chExt cx="1913890" cy="1913890"/>
          </a:xfrm>
        </p:grpSpPr>
        <p:sp>
          <p:nvSpPr>
            <p:cNvPr id="3907" name="Google Shape;3907;p6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8" name="Google Shape;3908;p6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09" name="Google Shape;3909;p63"/>
          <p:cNvSpPr txBox="1"/>
          <p:nvPr/>
        </p:nvSpPr>
        <p:spPr>
          <a:xfrm>
            <a:off x="803100" y="1516730"/>
            <a:ext cx="40710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Eg. "45A"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10" name="Google Shape;3910;p63"/>
          <p:cNvGrpSpPr/>
          <p:nvPr/>
        </p:nvGrpSpPr>
        <p:grpSpPr>
          <a:xfrm>
            <a:off x="7436363" y="4191827"/>
            <a:ext cx="2745666" cy="2745666"/>
            <a:chOff x="0" y="0"/>
            <a:chExt cx="1913890" cy="1913890"/>
          </a:xfrm>
        </p:grpSpPr>
        <p:sp>
          <p:nvSpPr>
            <p:cNvPr id="3911" name="Google Shape;3911;p6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2" name="Google Shape;3912;p6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13" name="Google Shape;3913;p63"/>
          <p:cNvGrpSpPr/>
          <p:nvPr/>
        </p:nvGrpSpPr>
        <p:grpSpPr>
          <a:xfrm>
            <a:off x="10181912" y="4191827"/>
            <a:ext cx="2745666" cy="2745666"/>
            <a:chOff x="0" y="0"/>
            <a:chExt cx="1913890" cy="1913890"/>
          </a:xfrm>
        </p:grpSpPr>
        <p:sp>
          <p:nvSpPr>
            <p:cNvPr id="3914" name="Google Shape;3914;p63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5" name="Google Shape;3915;p63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16" name="Google Shape;3916;p63"/>
          <p:cNvSpPr txBox="1"/>
          <p:nvPr/>
        </p:nvSpPr>
        <p:spPr>
          <a:xfrm>
            <a:off x="5728727" y="4732043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7" name="Google Shape;3917;p63"/>
          <p:cNvSpPr txBox="1"/>
          <p:nvPr/>
        </p:nvSpPr>
        <p:spPr>
          <a:xfrm>
            <a:off x="8474273" y="4732043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8" name="Google Shape;3918;p63"/>
          <p:cNvSpPr txBox="1"/>
          <p:nvPr/>
        </p:nvSpPr>
        <p:spPr>
          <a:xfrm>
            <a:off x="11139678" y="4732043"/>
            <a:ext cx="8304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9" name="Google Shape;3919;p63"/>
          <p:cNvSpPr txBox="1"/>
          <p:nvPr/>
        </p:nvSpPr>
        <p:spPr>
          <a:xfrm>
            <a:off x="2118768" y="7426283"/>
            <a:ext cx="145692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(4x256) + (5x16) + (10x1) = 1114 in 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0" name="Google Shape;3920;p63"/>
          <p:cNvSpPr txBox="1"/>
          <p:nvPr/>
        </p:nvSpPr>
        <p:spPr>
          <a:xfrm>
            <a:off x="14514816" y="6113258"/>
            <a:ext cx="3422400" cy="10341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Note: A=10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1" name="Google Shape;3921;p63"/>
          <p:cNvSpPr txBox="1"/>
          <p:nvPr/>
        </p:nvSpPr>
        <p:spPr>
          <a:xfrm>
            <a:off x="4305906" y="3280877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=256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2" name="Google Shape;3922;p63"/>
          <p:cNvSpPr txBox="1"/>
          <p:nvPr/>
        </p:nvSpPr>
        <p:spPr>
          <a:xfrm>
            <a:off x="7043951" y="3285470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3" name="Google Shape;3923;p63"/>
          <p:cNvSpPr txBox="1"/>
          <p:nvPr/>
        </p:nvSpPr>
        <p:spPr>
          <a:xfrm>
            <a:off x="9801336" y="328581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9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9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3927" name="Shape 3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8" name="Google Shape;3928;p64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9" name="Google Shape;3929;p64"/>
          <p:cNvSpPr/>
          <p:nvPr/>
        </p:nvSpPr>
        <p:spPr>
          <a:xfrm>
            <a:off x="2518094" y="208198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0" name="Google Shape;3930;p64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1" name="Google Shape;3931;p64"/>
          <p:cNvSpPr txBox="1"/>
          <p:nvPr/>
        </p:nvSpPr>
        <p:spPr>
          <a:xfrm>
            <a:off x="4339176" y="-28549"/>
            <a:ext cx="1627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2" name="Google Shape;3932;p64"/>
          <p:cNvSpPr txBox="1"/>
          <p:nvPr/>
        </p:nvSpPr>
        <p:spPr>
          <a:xfrm>
            <a:off x="201395" y="77201"/>
            <a:ext cx="21612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3" name="Google Shape;3933;p64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34" name="Google Shape;3934;p64"/>
          <p:cNvGrpSpPr/>
          <p:nvPr/>
        </p:nvGrpSpPr>
        <p:grpSpPr>
          <a:xfrm>
            <a:off x="4690815" y="4191827"/>
            <a:ext cx="2745666" cy="2745666"/>
            <a:chOff x="0" y="0"/>
            <a:chExt cx="1913890" cy="1913890"/>
          </a:xfrm>
        </p:grpSpPr>
        <p:sp>
          <p:nvSpPr>
            <p:cNvPr id="3935" name="Google Shape;3935;p6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6" name="Google Shape;3936;p6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37" name="Google Shape;3937;p64"/>
          <p:cNvSpPr txBox="1"/>
          <p:nvPr/>
        </p:nvSpPr>
        <p:spPr>
          <a:xfrm>
            <a:off x="854520" y="1516730"/>
            <a:ext cx="39684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Eg. "C8F"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38" name="Google Shape;3938;p64"/>
          <p:cNvGrpSpPr/>
          <p:nvPr/>
        </p:nvGrpSpPr>
        <p:grpSpPr>
          <a:xfrm>
            <a:off x="7436363" y="4191827"/>
            <a:ext cx="2745666" cy="2745666"/>
            <a:chOff x="0" y="0"/>
            <a:chExt cx="1913890" cy="1913890"/>
          </a:xfrm>
        </p:grpSpPr>
        <p:sp>
          <p:nvSpPr>
            <p:cNvPr id="3939" name="Google Shape;3939;p6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0" name="Google Shape;3940;p6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41" name="Google Shape;3941;p64"/>
          <p:cNvGrpSpPr/>
          <p:nvPr/>
        </p:nvGrpSpPr>
        <p:grpSpPr>
          <a:xfrm>
            <a:off x="10181912" y="4191827"/>
            <a:ext cx="2745666" cy="2745666"/>
            <a:chOff x="0" y="0"/>
            <a:chExt cx="1913890" cy="1913890"/>
          </a:xfrm>
        </p:grpSpPr>
        <p:sp>
          <p:nvSpPr>
            <p:cNvPr id="3942" name="Google Shape;3942;p64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3" name="Google Shape;3943;p64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44" name="Google Shape;3944;p64"/>
          <p:cNvSpPr txBox="1"/>
          <p:nvPr/>
        </p:nvSpPr>
        <p:spPr>
          <a:xfrm>
            <a:off x="5692709" y="4732043"/>
            <a:ext cx="7422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5" name="Google Shape;3945;p64"/>
          <p:cNvSpPr txBox="1"/>
          <p:nvPr/>
        </p:nvSpPr>
        <p:spPr>
          <a:xfrm>
            <a:off x="8474273" y="4732043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6" name="Google Shape;3946;p64"/>
          <p:cNvSpPr txBox="1"/>
          <p:nvPr/>
        </p:nvSpPr>
        <p:spPr>
          <a:xfrm>
            <a:off x="11246610" y="4732043"/>
            <a:ext cx="6162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F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7" name="Google Shape;3947;p64"/>
          <p:cNvSpPr txBox="1"/>
          <p:nvPr/>
        </p:nvSpPr>
        <p:spPr>
          <a:xfrm>
            <a:off x="1351550" y="7426283"/>
            <a:ext cx="15336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(12x256) + (8x16) + (15x1) = 3215 in 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8" name="Google Shape;3948;p64"/>
          <p:cNvSpPr txBox="1"/>
          <p:nvPr/>
        </p:nvSpPr>
        <p:spPr>
          <a:xfrm>
            <a:off x="14320733" y="6370562"/>
            <a:ext cx="3577200" cy="6034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Note: C=12, F=15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9" name="Google Shape;3949;p64"/>
          <p:cNvSpPr txBox="1"/>
          <p:nvPr/>
        </p:nvSpPr>
        <p:spPr>
          <a:xfrm>
            <a:off x="4305906" y="3280877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=256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0" name="Google Shape;3950;p64"/>
          <p:cNvSpPr txBox="1"/>
          <p:nvPr/>
        </p:nvSpPr>
        <p:spPr>
          <a:xfrm>
            <a:off x="7043951" y="3285470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1" name="Google Shape;3951;p64"/>
          <p:cNvSpPr txBox="1"/>
          <p:nvPr/>
        </p:nvSpPr>
        <p:spPr>
          <a:xfrm>
            <a:off x="9801336" y="3285811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9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9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3955" name="Shape 3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6" name="Google Shape;3956;p65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7" name="Google Shape;3957;p65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8" name="Google Shape;3958;p65"/>
          <p:cNvSpPr txBox="1"/>
          <p:nvPr/>
        </p:nvSpPr>
        <p:spPr>
          <a:xfrm>
            <a:off x="-791148" y="1813349"/>
            <a:ext cx="19188600" cy="1636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799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denary form of BF08?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799">
              <a:solidFill>
                <a:srgbClr val="000000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3959" name="Google Shape;3959;p65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0" name="Google Shape;3960;p65"/>
          <p:cNvSpPr/>
          <p:nvPr/>
        </p:nvSpPr>
        <p:spPr>
          <a:xfrm>
            <a:off x="2376947" y="297116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1" name="Google Shape;3961;p65"/>
          <p:cNvSpPr txBox="1"/>
          <p:nvPr/>
        </p:nvSpPr>
        <p:spPr>
          <a:xfrm>
            <a:off x="4194377" y="60368"/>
            <a:ext cx="1627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2" name="Google Shape;3962;p65"/>
          <p:cNvSpPr txBox="1"/>
          <p:nvPr/>
        </p:nvSpPr>
        <p:spPr>
          <a:xfrm>
            <a:off x="185738" y="119732"/>
            <a:ext cx="21912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3" name="Google Shape;3963;p65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4" name="Google Shape;3964;p65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65" name="Google Shape;3965;p65"/>
          <p:cNvGrpSpPr/>
          <p:nvPr/>
        </p:nvGrpSpPr>
        <p:grpSpPr>
          <a:xfrm>
            <a:off x="3532157" y="4645895"/>
            <a:ext cx="2745666" cy="2745666"/>
            <a:chOff x="0" y="0"/>
            <a:chExt cx="1913890" cy="1913890"/>
          </a:xfrm>
        </p:grpSpPr>
        <p:sp>
          <p:nvSpPr>
            <p:cNvPr id="3966" name="Google Shape;3966;p6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7" name="Google Shape;3967;p6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68" name="Google Shape;3968;p65"/>
          <p:cNvGrpSpPr/>
          <p:nvPr/>
        </p:nvGrpSpPr>
        <p:grpSpPr>
          <a:xfrm>
            <a:off x="6277707" y="4645895"/>
            <a:ext cx="2745666" cy="2745666"/>
            <a:chOff x="0" y="0"/>
            <a:chExt cx="1913890" cy="1913890"/>
          </a:xfrm>
        </p:grpSpPr>
        <p:sp>
          <p:nvSpPr>
            <p:cNvPr id="3969" name="Google Shape;3969;p6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0" name="Google Shape;3970;p6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71" name="Google Shape;3971;p65"/>
          <p:cNvGrpSpPr/>
          <p:nvPr/>
        </p:nvGrpSpPr>
        <p:grpSpPr>
          <a:xfrm>
            <a:off x="9023255" y="4645895"/>
            <a:ext cx="2745666" cy="2745666"/>
            <a:chOff x="0" y="0"/>
            <a:chExt cx="1913890" cy="1913890"/>
          </a:xfrm>
        </p:grpSpPr>
        <p:sp>
          <p:nvSpPr>
            <p:cNvPr id="3972" name="Google Shape;3972;p6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3" name="Google Shape;3973;p6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74" name="Google Shape;3974;p65"/>
          <p:cNvSpPr txBox="1"/>
          <p:nvPr/>
        </p:nvSpPr>
        <p:spPr>
          <a:xfrm>
            <a:off x="4519838" y="5186111"/>
            <a:ext cx="7704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5" name="Google Shape;3975;p65"/>
          <p:cNvSpPr txBox="1"/>
          <p:nvPr/>
        </p:nvSpPr>
        <p:spPr>
          <a:xfrm>
            <a:off x="7342404" y="5186111"/>
            <a:ext cx="6162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F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6" name="Google Shape;3976;p65"/>
          <p:cNvSpPr txBox="1"/>
          <p:nvPr/>
        </p:nvSpPr>
        <p:spPr>
          <a:xfrm>
            <a:off x="10061165" y="5186111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77" name="Google Shape;3977;p65"/>
          <p:cNvGrpSpPr/>
          <p:nvPr/>
        </p:nvGrpSpPr>
        <p:grpSpPr>
          <a:xfrm>
            <a:off x="11768804" y="4661063"/>
            <a:ext cx="2745666" cy="2745666"/>
            <a:chOff x="0" y="0"/>
            <a:chExt cx="1913890" cy="1913890"/>
          </a:xfrm>
        </p:grpSpPr>
        <p:sp>
          <p:nvSpPr>
            <p:cNvPr id="3978" name="Google Shape;3978;p65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9" name="Google Shape;3979;p65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80" name="Google Shape;3980;p65"/>
          <p:cNvSpPr txBox="1"/>
          <p:nvPr/>
        </p:nvSpPr>
        <p:spPr>
          <a:xfrm>
            <a:off x="12806714" y="5201280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1" name="Google Shape;3981;p65"/>
          <p:cNvSpPr txBox="1"/>
          <p:nvPr/>
        </p:nvSpPr>
        <p:spPr>
          <a:xfrm>
            <a:off x="5948756" y="3748202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=256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2" name="Google Shape;3982;p65"/>
          <p:cNvSpPr txBox="1"/>
          <p:nvPr/>
        </p:nvSpPr>
        <p:spPr>
          <a:xfrm>
            <a:off x="8686800" y="3752795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3" name="Google Shape;3983;p65"/>
          <p:cNvSpPr txBox="1"/>
          <p:nvPr/>
        </p:nvSpPr>
        <p:spPr>
          <a:xfrm>
            <a:off x="11444186" y="3753134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4" name="Google Shape;3984;p65"/>
          <p:cNvSpPr txBox="1"/>
          <p:nvPr/>
        </p:nvSpPr>
        <p:spPr>
          <a:xfrm>
            <a:off x="3347648" y="370141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=4096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85" name="Google Shape;3985;p65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8858252"/>
            <a:ext cx="1828800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3986" name="Google Shape;3986;p65">
            <a:hlinkClick r:id="rId5"/>
          </p:cNvPr>
          <p:cNvSpPr/>
          <p:nvPr/>
        </p:nvSpPr>
        <p:spPr>
          <a:xfrm>
            <a:off x="0" y="10414001"/>
            <a:ext cx="25200" cy="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3990" name="Shape 3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1" name="Google Shape;3991;p66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2" name="Google Shape;3992;p66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3" name="Google Shape;3993;p66"/>
          <p:cNvSpPr txBox="1"/>
          <p:nvPr/>
        </p:nvSpPr>
        <p:spPr>
          <a:xfrm>
            <a:off x="-791148" y="1813349"/>
            <a:ext cx="19188600" cy="8184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799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ANSWER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4" name="Google Shape;3994;p66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5" name="Google Shape;3995;p66"/>
          <p:cNvSpPr/>
          <p:nvPr/>
        </p:nvSpPr>
        <p:spPr>
          <a:xfrm>
            <a:off x="2376947" y="297116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6" name="Google Shape;3996;p66"/>
          <p:cNvSpPr txBox="1"/>
          <p:nvPr/>
        </p:nvSpPr>
        <p:spPr>
          <a:xfrm>
            <a:off x="4194377" y="60368"/>
            <a:ext cx="1627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7" name="Google Shape;3997;p66"/>
          <p:cNvSpPr txBox="1"/>
          <p:nvPr/>
        </p:nvSpPr>
        <p:spPr>
          <a:xfrm>
            <a:off x="185738" y="119732"/>
            <a:ext cx="21912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8" name="Google Shape;3998;p66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9" name="Google Shape;3999;p66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00" name="Google Shape;4000;p66"/>
          <p:cNvGrpSpPr/>
          <p:nvPr/>
        </p:nvGrpSpPr>
        <p:grpSpPr>
          <a:xfrm>
            <a:off x="3532157" y="4645895"/>
            <a:ext cx="2745666" cy="2745666"/>
            <a:chOff x="0" y="0"/>
            <a:chExt cx="1913890" cy="1913890"/>
          </a:xfrm>
        </p:grpSpPr>
        <p:sp>
          <p:nvSpPr>
            <p:cNvPr id="4001" name="Google Shape;4001;p66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2" name="Google Shape;4002;p66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03" name="Google Shape;4003;p66"/>
          <p:cNvGrpSpPr/>
          <p:nvPr/>
        </p:nvGrpSpPr>
        <p:grpSpPr>
          <a:xfrm>
            <a:off x="6277707" y="4645895"/>
            <a:ext cx="2745666" cy="2745666"/>
            <a:chOff x="0" y="0"/>
            <a:chExt cx="1913890" cy="1913890"/>
          </a:xfrm>
        </p:grpSpPr>
        <p:sp>
          <p:nvSpPr>
            <p:cNvPr id="4004" name="Google Shape;4004;p66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5" name="Google Shape;4005;p66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06" name="Google Shape;4006;p66"/>
          <p:cNvGrpSpPr/>
          <p:nvPr/>
        </p:nvGrpSpPr>
        <p:grpSpPr>
          <a:xfrm>
            <a:off x="9023255" y="4645895"/>
            <a:ext cx="2745666" cy="2745666"/>
            <a:chOff x="0" y="0"/>
            <a:chExt cx="1913890" cy="1913890"/>
          </a:xfrm>
        </p:grpSpPr>
        <p:sp>
          <p:nvSpPr>
            <p:cNvPr id="4007" name="Google Shape;4007;p66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8" name="Google Shape;4008;p66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09" name="Google Shape;4009;p66"/>
          <p:cNvSpPr txBox="1"/>
          <p:nvPr/>
        </p:nvSpPr>
        <p:spPr>
          <a:xfrm>
            <a:off x="4519838" y="5186111"/>
            <a:ext cx="7704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0" name="Google Shape;4010;p66"/>
          <p:cNvSpPr txBox="1"/>
          <p:nvPr/>
        </p:nvSpPr>
        <p:spPr>
          <a:xfrm>
            <a:off x="7342404" y="5186111"/>
            <a:ext cx="6162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F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1" name="Google Shape;4011;p66"/>
          <p:cNvSpPr txBox="1"/>
          <p:nvPr/>
        </p:nvSpPr>
        <p:spPr>
          <a:xfrm>
            <a:off x="10061165" y="5186111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12" name="Google Shape;4012;p66"/>
          <p:cNvGrpSpPr/>
          <p:nvPr/>
        </p:nvGrpSpPr>
        <p:grpSpPr>
          <a:xfrm>
            <a:off x="11768804" y="4661063"/>
            <a:ext cx="2745666" cy="2745666"/>
            <a:chOff x="0" y="0"/>
            <a:chExt cx="1913890" cy="1913890"/>
          </a:xfrm>
        </p:grpSpPr>
        <p:sp>
          <p:nvSpPr>
            <p:cNvPr id="4013" name="Google Shape;4013;p66"/>
            <p:cNvSpPr/>
            <p:nvPr/>
          </p:nvSpPr>
          <p:spPr>
            <a:xfrm>
              <a:off x="31750" y="31750"/>
              <a:ext cx="1850390" cy="1850390"/>
            </a:xfrm>
            <a:custGeom>
              <a:rect b="b" l="l" r="r" t="t"/>
              <a:pathLst>
                <a:path extrusionOk="0" h="1850390" w="1850390">
                  <a:moveTo>
                    <a:pt x="1757680" y="1850390"/>
                  </a:moveTo>
                  <a:lnTo>
                    <a:pt x="92710" y="1850390"/>
                  </a:lnTo>
                  <a:cubicBezTo>
                    <a:pt x="41910" y="1850390"/>
                    <a:pt x="0" y="1808480"/>
                    <a:pt x="0" y="1757680"/>
                  </a:cubicBezTo>
                  <a:lnTo>
                    <a:pt x="0" y="92710"/>
                  </a:lnTo>
                  <a:cubicBezTo>
                    <a:pt x="0" y="41910"/>
                    <a:pt x="41910" y="0"/>
                    <a:pt x="92710" y="0"/>
                  </a:cubicBezTo>
                  <a:lnTo>
                    <a:pt x="1756410" y="0"/>
                  </a:lnTo>
                  <a:cubicBezTo>
                    <a:pt x="1807210" y="0"/>
                    <a:pt x="1849120" y="41910"/>
                    <a:pt x="1849120" y="92710"/>
                  </a:cubicBezTo>
                  <a:lnTo>
                    <a:pt x="1849120" y="1756410"/>
                  </a:lnTo>
                  <a:cubicBezTo>
                    <a:pt x="1850390" y="1808480"/>
                    <a:pt x="1808480" y="1850390"/>
                    <a:pt x="1757680" y="185039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4" name="Google Shape;4014;p66"/>
            <p:cNvSpPr/>
            <p:nvPr/>
          </p:nvSpPr>
          <p:spPr>
            <a:xfrm>
              <a:off x="0" y="0"/>
              <a:ext cx="1913890" cy="1913890"/>
            </a:xfrm>
            <a:custGeom>
              <a:rect b="b" l="l" r="r" t="t"/>
              <a:pathLst>
                <a:path extrusionOk="0" h="1913890" w="1913890">
                  <a:moveTo>
                    <a:pt x="1789430" y="59690"/>
                  </a:moveTo>
                  <a:cubicBezTo>
                    <a:pt x="1824990" y="59690"/>
                    <a:pt x="1854200" y="88900"/>
                    <a:pt x="1854200" y="124460"/>
                  </a:cubicBezTo>
                  <a:lnTo>
                    <a:pt x="1854200" y="1789430"/>
                  </a:lnTo>
                  <a:cubicBezTo>
                    <a:pt x="1854200" y="1824990"/>
                    <a:pt x="1824990" y="1854200"/>
                    <a:pt x="1789430" y="1854200"/>
                  </a:cubicBezTo>
                  <a:lnTo>
                    <a:pt x="124460" y="1854200"/>
                  </a:lnTo>
                  <a:cubicBezTo>
                    <a:pt x="88900" y="1854200"/>
                    <a:pt x="59690" y="1824990"/>
                    <a:pt x="59690" y="1789430"/>
                  </a:cubicBezTo>
                  <a:lnTo>
                    <a:pt x="59690" y="124460"/>
                  </a:lnTo>
                  <a:cubicBezTo>
                    <a:pt x="59690" y="88900"/>
                    <a:pt x="88900" y="59690"/>
                    <a:pt x="124460" y="59690"/>
                  </a:cubicBezTo>
                  <a:lnTo>
                    <a:pt x="1789430" y="59690"/>
                  </a:lnTo>
                  <a:moveTo>
                    <a:pt x="1789430" y="0"/>
                  </a:moveTo>
                  <a:lnTo>
                    <a:pt x="124460" y="0"/>
                  </a:lnTo>
                  <a:cubicBezTo>
                    <a:pt x="55880" y="0"/>
                    <a:pt x="0" y="55880"/>
                    <a:pt x="0" y="124460"/>
                  </a:cubicBezTo>
                  <a:lnTo>
                    <a:pt x="0" y="1789430"/>
                  </a:lnTo>
                  <a:cubicBezTo>
                    <a:pt x="0" y="1858010"/>
                    <a:pt x="55880" y="1913890"/>
                    <a:pt x="124460" y="1913890"/>
                  </a:cubicBezTo>
                  <a:lnTo>
                    <a:pt x="1789430" y="1913890"/>
                  </a:lnTo>
                  <a:cubicBezTo>
                    <a:pt x="1858010" y="1913890"/>
                    <a:pt x="1913890" y="1858010"/>
                    <a:pt x="1913890" y="1789430"/>
                  </a:cubicBezTo>
                  <a:lnTo>
                    <a:pt x="1913890" y="124460"/>
                  </a:lnTo>
                  <a:cubicBezTo>
                    <a:pt x="1913890" y="55880"/>
                    <a:pt x="1858010" y="0"/>
                    <a:pt x="1789430" y="0"/>
                  </a:cubicBezTo>
                  <a:close/>
                </a:path>
              </a:pathLst>
            </a:custGeom>
            <a:solidFill>
              <a:srgbClr val="5CE1E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15" name="Google Shape;4015;p66"/>
          <p:cNvSpPr txBox="1"/>
          <p:nvPr/>
        </p:nvSpPr>
        <p:spPr>
          <a:xfrm>
            <a:off x="12806714" y="5201280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6" name="Google Shape;4016;p66"/>
          <p:cNvSpPr txBox="1"/>
          <p:nvPr/>
        </p:nvSpPr>
        <p:spPr>
          <a:xfrm>
            <a:off x="1219667" y="8668775"/>
            <a:ext cx="163980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(11x4096) + (15x256) + (0x16) + (8x1) = 48904 in 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7" name="Google Shape;4017;p66"/>
          <p:cNvSpPr txBox="1"/>
          <p:nvPr/>
        </p:nvSpPr>
        <p:spPr>
          <a:xfrm>
            <a:off x="5948756" y="3748202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=256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8" name="Google Shape;4018;p66"/>
          <p:cNvSpPr txBox="1"/>
          <p:nvPr/>
        </p:nvSpPr>
        <p:spPr>
          <a:xfrm>
            <a:off x="8686800" y="3752795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9" name="Google Shape;4019;p66"/>
          <p:cNvSpPr txBox="1"/>
          <p:nvPr/>
        </p:nvSpPr>
        <p:spPr>
          <a:xfrm>
            <a:off x="11444186" y="3753134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0" name="Google Shape;4020;p66"/>
          <p:cNvSpPr txBox="1"/>
          <p:nvPr/>
        </p:nvSpPr>
        <p:spPr>
          <a:xfrm>
            <a:off x="3347648" y="3701419"/>
            <a:ext cx="3320400" cy="1112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5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r>
              <a:rPr b="1" baseline="30000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 </a:t>
            </a:r>
            <a:r>
              <a:rPr b="1" lang="en" sz="3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=4096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43C1"/>
        </a:solidFill>
      </p:bgPr>
    </p:bg>
    <p:spTree>
      <p:nvGrpSpPr>
        <p:cNvPr id="4024" name="Shape 4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5" name="Google Shape;4025;p67"/>
          <p:cNvSpPr/>
          <p:nvPr/>
        </p:nvSpPr>
        <p:spPr>
          <a:xfrm>
            <a:off x="1" y="-12303"/>
            <a:ext cx="7537004" cy="631706"/>
          </a:xfrm>
          <a:custGeom>
            <a:rect b="b" l="l" r="r" t="t"/>
            <a:pathLst>
              <a:path extrusionOk="0" h="203121" w="2423474">
                <a:moveTo>
                  <a:pt x="0" y="0"/>
                </a:moveTo>
                <a:lnTo>
                  <a:pt x="2423474" y="0"/>
                </a:lnTo>
                <a:lnTo>
                  <a:pt x="2423474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6" name="Google Shape;4026;p67"/>
          <p:cNvSpPr/>
          <p:nvPr/>
        </p:nvSpPr>
        <p:spPr>
          <a:xfrm>
            <a:off x="1808411" y="220766"/>
            <a:ext cx="1419702" cy="162878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7" name="Google Shape;4027;p67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8" name="Google Shape;4028;p67"/>
          <p:cNvSpPr/>
          <p:nvPr/>
        </p:nvSpPr>
        <p:spPr>
          <a:xfrm>
            <a:off x="8149747" y="3966275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9" name="Google Shape;4029;p67"/>
          <p:cNvSpPr/>
          <p:nvPr/>
        </p:nvSpPr>
        <p:spPr>
          <a:xfrm>
            <a:off x="10114160" y="3966275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0" name="Google Shape;4030;p67"/>
          <p:cNvSpPr/>
          <p:nvPr/>
        </p:nvSpPr>
        <p:spPr>
          <a:xfrm>
            <a:off x="12078576" y="3966275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1" name="Google Shape;4031;p67"/>
          <p:cNvSpPr/>
          <p:nvPr/>
        </p:nvSpPr>
        <p:spPr>
          <a:xfrm>
            <a:off x="6811632" y="3966275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2" name="Google Shape;4032;p67"/>
          <p:cNvSpPr/>
          <p:nvPr/>
        </p:nvSpPr>
        <p:spPr>
          <a:xfrm>
            <a:off x="8149747" y="4779156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3" name="Google Shape;4033;p67"/>
          <p:cNvSpPr/>
          <p:nvPr/>
        </p:nvSpPr>
        <p:spPr>
          <a:xfrm>
            <a:off x="10114160" y="4779156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4" name="Google Shape;4034;p67"/>
          <p:cNvSpPr/>
          <p:nvPr/>
        </p:nvSpPr>
        <p:spPr>
          <a:xfrm>
            <a:off x="12078576" y="4779156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5" name="Google Shape;4035;p67"/>
          <p:cNvSpPr/>
          <p:nvPr/>
        </p:nvSpPr>
        <p:spPr>
          <a:xfrm>
            <a:off x="6811632" y="4779156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6" name="Google Shape;4036;p67"/>
          <p:cNvSpPr/>
          <p:nvPr/>
        </p:nvSpPr>
        <p:spPr>
          <a:xfrm>
            <a:off x="8149747" y="559203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7" name="Google Shape;4037;p67"/>
          <p:cNvSpPr/>
          <p:nvPr/>
        </p:nvSpPr>
        <p:spPr>
          <a:xfrm>
            <a:off x="10114160" y="559203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8" name="Google Shape;4038;p67"/>
          <p:cNvSpPr/>
          <p:nvPr/>
        </p:nvSpPr>
        <p:spPr>
          <a:xfrm>
            <a:off x="12078576" y="559203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9" name="Google Shape;4039;p67"/>
          <p:cNvSpPr/>
          <p:nvPr/>
        </p:nvSpPr>
        <p:spPr>
          <a:xfrm>
            <a:off x="6811632" y="559203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0" name="Google Shape;4040;p67"/>
          <p:cNvSpPr txBox="1"/>
          <p:nvPr/>
        </p:nvSpPr>
        <p:spPr>
          <a:xfrm>
            <a:off x="8893646" y="3760839"/>
            <a:ext cx="4770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1" name="Google Shape;4041;p67"/>
          <p:cNvSpPr txBox="1"/>
          <p:nvPr/>
        </p:nvSpPr>
        <p:spPr>
          <a:xfrm>
            <a:off x="7254779" y="4599104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2" name="Google Shape;4042;p67"/>
          <p:cNvSpPr txBox="1"/>
          <p:nvPr/>
        </p:nvSpPr>
        <p:spPr>
          <a:xfrm>
            <a:off x="7254779" y="5411988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3" name="Google Shape;4043;p67"/>
          <p:cNvSpPr txBox="1"/>
          <p:nvPr/>
        </p:nvSpPr>
        <p:spPr>
          <a:xfrm>
            <a:off x="8893646" y="4599105"/>
            <a:ext cx="4770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4" name="Google Shape;4044;p67"/>
          <p:cNvSpPr txBox="1"/>
          <p:nvPr/>
        </p:nvSpPr>
        <p:spPr>
          <a:xfrm>
            <a:off x="8893646" y="5411988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5" name="Google Shape;4045;p67"/>
          <p:cNvSpPr txBox="1"/>
          <p:nvPr/>
        </p:nvSpPr>
        <p:spPr>
          <a:xfrm>
            <a:off x="12509327" y="4548333"/>
            <a:ext cx="477000" cy="1379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4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6" name="Google Shape;4046;p67"/>
          <p:cNvSpPr txBox="1"/>
          <p:nvPr/>
        </p:nvSpPr>
        <p:spPr>
          <a:xfrm>
            <a:off x="12534116" y="5400000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7" name="Google Shape;4047;p67"/>
          <p:cNvSpPr/>
          <p:nvPr/>
        </p:nvSpPr>
        <p:spPr>
          <a:xfrm>
            <a:off x="8149747" y="6346211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8" name="Google Shape;4048;p67"/>
          <p:cNvSpPr/>
          <p:nvPr/>
        </p:nvSpPr>
        <p:spPr>
          <a:xfrm>
            <a:off x="10114160" y="6346211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5CE1E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9" name="Google Shape;4049;p67"/>
          <p:cNvSpPr/>
          <p:nvPr/>
        </p:nvSpPr>
        <p:spPr>
          <a:xfrm>
            <a:off x="12078576" y="6346211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EA433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0" name="Google Shape;4050;p67"/>
          <p:cNvSpPr/>
          <p:nvPr/>
        </p:nvSpPr>
        <p:spPr>
          <a:xfrm>
            <a:off x="6811632" y="6346211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8F12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51" name="Google Shape;4051;p67"/>
          <p:cNvGrpSpPr/>
          <p:nvPr/>
        </p:nvGrpSpPr>
        <p:grpSpPr>
          <a:xfrm rot="-5400000">
            <a:off x="12251832" y="5071046"/>
            <a:ext cx="3785736" cy="1154573"/>
            <a:chOff x="0" y="1270"/>
            <a:chExt cx="1657503" cy="505460"/>
          </a:xfrm>
        </p:grpSpPr>
        <p:sp>
          <p:nvSpPr>
            <p:cNvPr id="4052" name="Google Shape;4052;p67"/>
            <p:cNvSpPr/>
            <p:nvPr/>
          </p:nvSpPr>
          <p:spPr>
            <a:xfrm>
              <a:off x="0" y="215900"/>
              <a:ext cx="1361593" cy="76200"/>
            </a:xfrm>
            <a:custGeom>
              <a:rect b="b" l="l" r="r" t="t"/>
              <a:pathLst>
                <a:path extrusionOk="0" h="76200" w="1361593">
                  <a:moveTo>
                    <a:pt x="0" y="0"/>
                  </a:moveTo>
                  <a:lnTo>
                    <a:pt x="1361593" y="0"/>
                  </a:lnTo>
                  <a:lnTo>
                    <a:pt x="136159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80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3" name="Google Shape;4053;p67"/>
            <p:cNvSpPr/>
            <p:nvPr/>
          </p:nvSpPr>
          <p:spPr>
            <a:xfrm>
              <a:off x="1282853" y="1270"/>
              <a:ext cx="374650" cy="505460"/>
            </a:xfrm>
            <a:custGeom>
              <a:rect b="b" l="l" r="r" t="t"/>
              <a:pathLst>
                <a:path extrusionOk="0" h="505460" w="374650">
                  <a:moveTo>
                    <a:pt x="0" y="505460"/>
                  </a:moveTo>
                  <a:lnTo>
                    <a:pt x="0" y="0"/>
                  </a:lnTo>
                  <a:lnTo>
                    <a:pt x="374650" y="252730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54" name="Google Shape;4054;p67"/>
          <p:cNvSpPr txBox="1"/>
          <p:nvPr/>
        </p:nvSpPr>
        <p:spPr>
          <a:xfrm>
            <a:off x="248988" y="8802"/>
            <a:ext cx="155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5" name="Google Shape;4055;p67"/>
          <p:cNvSpPr txBox="1"/>
          <p:nvPr/>
        </p:nvSpPr>
        <p:spPr>
          <a:xfrm>
            <a:off x="3354728" y="8802"/>
            <a:ext cx="1319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6" name="Google Shape;4056;p67"/>
          <p:cNvSpPr txBox="1"/>
          <p:nvPr/>
        </p:nvSpPr>
        <p:spPr>
          <a:xfrm>
            <a:off x="0" y="1475555"/>
            <a:ext cx="7423800" cy="10341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  5 to binary: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7" name="Google Shape;4057;p67"/>
          <p:cNvSpPr txBox="1"/>
          <p:nvPr/>
        </p:nvSpPr>
        <p:spPr>
          <a:xfrm>
            <a:off x="2491356" y="3508312"/>
            <a:ext cx="1476600" cy="42657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8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8" name="Google Shape;4058;p67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RECAP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9" name="Google Shape;4059;p67"/>
          <p:cNvSpPr txBox="1"/>
          <p:nvPr/>
        </p:nvSpPr>
        <p:spPr>
          <a:xfrm>
            <a:off x="4808213" y="8802"/>
            <a:ext cx="21756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(Method 2)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0" name="Google Shape;4060;p67"/>
          <p:cNvSpPr txBox="1"/>
          <p:nvPr/>
        </p:nvSpPr>
        <p:spPr>
          <a:xfrm>
            <a:off x="10278881" y="4982899"/>
            <a:ext cx="174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1" name="Google Shape;4061;p67"/>
          <p:cNvSpPr txBox="1"/>
          <p:nvPr/>
        </p:nvSpPr>
        <p:spPr>
          <a:xfrm>
            <a:off x="10278881" y="5758409"/>
            <a:ext cx="174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2" name="Google Shape;4062;p67"/>
          <p:cNvSpPr txBox="1"/>
          <p:nvPr/>
        </p:nvSpPr>
        <p:spPr>
          <a:xfrm>
            <a:off x="7254779" y="6166158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3" name="Google Shape;4063;p67"/>
          <p:cNvSpPr txBox="1"/>
          <p:nvPr/>
        </p:nvSpPr>
        <p:spPr>
          <a:xfrm>
            <a:off x="8893646" y="6166158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4" name="Google Shape;4064;p67"/>
          <p:cNvSpPr txBox="1"/>
          <p:nvPr/>
        </p:nvSpPr>
        <p:spPr>
          <a:xfrm>
            <a:off x="10278881" y="6512581"/>
            <a:ext cx="174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5" name="Google Shape;4065;p67"/>
          <p:cNvSpPr txBox="1"/>
          <p:nvPr/>
        </p:nvSpPr>
        <p:spPr>
          <a:xfrm>
            <a:off x="12534116" y="6154172"/>
            <a:ext cx="451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6" name="Google Shape;4066;p67"/>
          <p:cNvSpPr txBox="1"/>
          <p:nvPr/>
        </p:nvSpPr>
        <p:spPr>
          <a:xfrm>
            <a:off x="14029152" y="5334293"/>
            <a:ext cx="4432200" cy="120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Read the remainder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1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from bottom to top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7" name="Google Shape;4067;p67"/>
          <p:cNvSpPr txBox="1"/>
          <p:nvPr/>
        </p:nvSpPr>
        <p:spPr>
          <a:xfrm>
            <a:off x="5557133" y="8147755"/>
            <a:ext cx="7859058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101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9D8D3"/>
        </a:solidFill>
      </p:bgPr>
    </p:bg>
    <p:spTree>
      <p:nvGrpSpPr>
        <p:cNvPr id="4071" name="Shape 4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2" name="Google Shape;4072;p68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3" name="Google Shape;4073;p68"/>
          <p:cNvSpPr/>
          <p:nvPr/>
        </p:nvSpPr>
        <p:spPr>
          <a:xfrm>
            <a:off x="2518094" y="208198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4" name="Google Shape;4074;p68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5" name="Google Shape;4075;p68"/>
          <p:cNvSpPr/>
          <p:nvPr/>
        </p:nvSpPr>
        <p:spPr>
          <a:xfrm>
            <a:off x="10936789" y="4467314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6" name="Google Shape;4076;p68"/>
          <p:cNvSpPr/>
          <p:nvPr/>
        </p:nvSpPr>
        <p:spPr>
          <a:xfrm>
            <a:off x="12901202" y="4467314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7" name="Google Shape;4077;p68"/>
          <p:cNvSpPr/>
          <p:nvPr/>
        </p:nvSpPr>
        <p:spPr>
          <a:xfrm>
            <a:off x="9598674" y="4467314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8" name="Google Shape;4078;p68"/>
          <p:cNvSpPr/>
          <p:nvPr/>
        </p:nvSpPr>
        <p:spPr>
          <a:xfrm>
            <a:off x="14865618" y="4467314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9" name="Google Shape;4079;p68"/>
          <p:cNvSpPr/>
          <p:nvPr/>
        </p:nvSpPr>
        <p:spPr>
          <a:xfrm>
            <a:off x="10936789" y="5280197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0" name="Google Shape;4080;p68"/>
          <p:cNvSpPr/>
          <p:nvPr/>
        </p:nvSpPr>
        <p:spPr>
          <a:xfrm>
            <a:off x="12901202" y="5280197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1" name="Google Shape;4081;p68"/>
          <p:cNvSpPr/>
          <p:nvPr/>
        </p:nvSpPr>
        <p:spPr>
          <a:xfrm>
            <a:off x="9598674" y="5280197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2" name="Google Shape;4082;p68"/>
          <p:cNvSpPr/>
          <p:nvPr/>
        </p:nvSpPr>
        <p:spPr>
          <a:xfrm>
            <a:off x="14865618" y="5280197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3" name="Google Shape;4083;p68"/>
          <p:cNvSpPr/>
          <p:nvPr/>
        </p:nvSpPr>
        <p:spPr>
          <a:xfrm>
            <a:off x="10936789" y="6093080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4" name="Google Shape;4084;p68"/>
          <p:cNvSpPr/>
          <p:nvPr/>
        </p:nvSpPr>
        <p:spPr>
          <a:xfrm>
            <a:off x="12901202" y="6093080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5" name="Google Shape;4085;p68"/>
          <p:cNvSpPr/>
          <p:nvPr/>
        </p:nvSpPr>
        <p:spPr>
          <a:xfrm>
            <a:off x="9598674" y="6093080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6" name="Google Shape;4086;p68"/>
          <p:cNvSpPr/>
          <p:nvPr/>
        </p:nvSpPr>
        <p:spPr>
          <a:xfrm>
            <a:off x="14865618" y="6093080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87" name="Google Shape;4087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175" y="3501907"/>
            <a:ext cx="1234121" cy="1234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88" name="Google Shape;4088;p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9175" y="6093080"/>
            <a:ext cx="1234121" cy="1234121"/>
          </a:xfrm>
          <a:prstGeom prst="rect">
            <a:avLst/>
          </a:prstGeom>
          <a:noFill/>
          <a:ln>
            <a:noFill/>
          </a:ln>
        </p:spPr>
      </p:pic>
      <p:sp>
        <p:nvSpPr>
          <p:cNvPr id="4089" name="Google Shape;4089;p68"/>
          <p:cNvSpPr txBox="1"/>
          <p:nvPr/>
        </p:nvSpPr>
        <p:spPr>
          <a:xfrm>
            <a:off x="491852" y="-28549"/>
            <a:ext cx="1627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0" name="Google Shape;4090;p68"/>
          <p:cNvSpPr txBox="1"/>
          <p:nvPr/>
        </p:nvSpPr>
        <p:spPr>
          <a:xfrm>
            <a:off x="4330592" y="119732"/>
            <a:ext cx="2223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1" name="Google Shape;4091;p68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Explanation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2" name="Google Shape;4092;p68"/>
          <p:cNvSpPr txBox="1"/>
          <p:nvPr/>
        </p:nvSpPr>
        <p:spPr>
          <a:xfrm>
            <a:off x="759174" y="1297526"/>
            <a:ext cx="4440600" cy="1421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6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Eg. "2004"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3" name="Google Shape;4093;p68"/>
          <p:cNvSpPr txBox="1"/>
          <p:nvPr/>
        </p:nvSpPr>
        <p:spPr>
          <a:xfrm>
            <a:off x="11168010" y="4362540"/>
            <a:ext cx="15024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2004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4" name="Google Shape;4094;p68"/>
          <p:cNvSpPr txBox="1"/>
          <p:nvPr/>
        </p:nvSpPr>
        <p:spPr>
          <a:xfrm>
            <a:off x="9892238" y="5197358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5" name="Google Shape;4095;p68"/>
          <p:cNvSpPr txBox="1"/>
          <p:nvPr/>
        </p:nvSpPr>
        <p:spPr>
          <a:xfrm>
            <a:off x="9892238" y="5988306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6" name="Google Shape;4096;p68"/>
          <p:cNvSpPr txBox="1"/>
          <p:nvPr/>
        </p:nvSpPr>
        <p:spPr>
          <a:xfrm>
            <a:off x="11241614" y="5197358"/>
            <a:ext cx="1126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125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7" name="Google Shape;4097;p68"/>
          <p:cNvSpPr txBox="1"/>
          <p:nvPr/>
        </p:nvSpPr>
        <p:spPr>
          <a:xfrm>
            <a:off x="13066046" y="5483941"/>
            <a:ext cx="1715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8" name="Google Shape;4098;p68"/>
          <p:cNvSpPr txBox="1"/>
          <p:nvPr/>
        </p:nvSpPr>
        <p:spPr>
          <a:xfrm>
            <a:off x="2732942" y="3809135"/>
            <a:ext cx="5263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2004</a:t>
            </a:r>
            <a:r>
              <a:rPr b="1" lang="en" sz="5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/16 =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9" name="Google Shape;4099;p68"/>
          <p:cNvSpPr txBox="1"/>
          <p:nvPr/>
        </p:nvSpPr>
        <p:spPr>
          <a:xfrm>
            <a:off x="2732942" y="4643282"/>
            <a:ext cx="4128600" cy="3016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0" name="Google Shape;4100;p68"/>
          <p:cNvSpPr txBox="1"/>
          <p:nvPr/>
        </p:nvSpPr>
        <p:spPr>
          <a:xfrm>
            <a:off x="15271328" y="5197358"/>
            <a:ext cx="3756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1" name="Google Shape;4101;p68"/>
          <p:cNvSpPr txBox="1"/>
          <p:nvPr/>
        </p:nvSpPr>
        <p:spPr>
          <a:xfrm>
            <a:off x="2732942" y="6372809"/>
            <a:ext cx="4890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125</a:t>
            </a:r>
            <a:r>
              <a:rPr b="1" lang="en" sz="50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/16 =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2" name="Google Shape;4102;p68"/>
          <p:cNvSpPr txBox="1"/>
          <p:nvPr/>
        </p:nvSpPr>
        <p:spPr>
          <a:xfrm>
            <a:off x="11617032" y="5966369"/>
            <a:ext cx="3756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3" name="Google Shape;4103;p68"/>
          <p:cNvSpPr txBox="1"/>
          <p:nvPr/>
        </p:nvSpPr>
        <p:spPr>
          <a:xfrm>
            <a:off x="15159182" y="6010242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13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4" name="Google Shape;4104;p68"/>
          <p:cNvSpPr txBox="1"/>
          <p:nvPr/>
        </p:nvSpPr>
        <p:spPr>
          <a:xfrm>
            <a:off x="13066046" y="6272423"/>
            <a:ext cx="1715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5" name="Google Shape;4105;p68"/>
          <p:cNvSpPr txBox="1"/>
          <p:nvPr/>
        </p:nvSpPr>
        <p:spPr>
          <a:xfrm>
            <a:off x="2732951" y="7212902"/>
            <a:ext cx="5757600" cy="3016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6" name="Google Shape;4106;p68"/>
          <p:cNvSpPr/>
          <p:nvPr/>
        </p:nvSpPr>
        <p:spPr>
          <a:xfrm>
            <a:off x="10936789" y="6856787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7" name="Google Shape;4107;p68"/>
          <p:cNvSpPr/>
          <p:nvPr/>
        </p:nvSpPr>
        <p:spPr>
          <a:xfrm>
            <a:off x="12901202" y="6856787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8" name="Google Shape;4108;p68"/>
          <p:cNvSpPr/>
          <p:nvPr/>
        </p:nvSpPr>
        <p:spPr>
          <a:xfrm>
            <a:off x="9598674" y="6856787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9" name="Google Shape;4109;p68"/>
          <p:cNvSpPr/>
          <p:nvPr/>
        </p:nvSpPr>
        <p:spPr>
          <a:xfrm>
            <a:off x="14865618" y="6856787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0" name="Google Shape;4110;p68"/>
          <p:cNvSpPr txBox="1"/>
          <p:nvPr/>
        </p:nvSpPr>
        <p:spPr>
          <a:xfrm>
            <a:off x="9892238" y="6757314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1" name="Google Shape;4111;p68"/>
          <p:cNvSpPr txBox="1"/>
          <p:nvPr/>
        </p:nvSpPr>
        <p:spPr>
          <a:xfrm>
            <a:off x="11617032" y="6733550"/>
            <a:ext cx="3756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2" name="Google Shape;4112;p68"/>
          <p:cNvSpPr txBox="1"/>
          <p:nvPr/>
        </p:nvSpPr>
        <p:spPr>
          <a:xfrm>
            <a:off x="13066046" y="7019497"/>
            <a:ext cx="1715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3" name="Google Shape;4113;p68"/>
          <p:cNvSpPr txBox="1"/>
          <p:nvPr/>
        </p:nvSpPr>
        <p:spPr>
          <a:xfrm>
            <a:off x="15346926" y="6733550"/>
            <a:ext cx="3756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14" name="Google Shape;4114;p68"/>
          <p:cNvGrpSpPr/>
          <p:nvPr/>
        </p:nvGrpSpPr>
        <p:grpSpPr>
          <a:xfrm rot="-5400000">
            <a:off x="15085847" y="5515862"/>
            <a:ext cx="3785736" cy="1154573"/>
            <a:chOff x="0" y="1270"/>
            <a:chExt cx="1657503" cy="505460"/>
          </a:xfrm>
        </p:grpSpPr>
        <p:sp>
          <p:nvSpPr>
            <p:cNvPr id="4115" name="Google Shape;4115;p68"/>
            <p:cNvSpPr/>
            <p:nvPr/>
          </p:nvSpPr>
          <p:spPr>
            <a:xfrm>
              <a:off x="0" y="215900"/>
              <a:ext cx="1361593" cy="76200"/>
            </a:xfrm>
            <a:custGeom>
              <a:rect b="b" l="l" r="r" t="t"/>
              <a:pathLst>
                <a:path extrusionOk="0" h="76200" w="1361593">
                  <a:moveTo>
                    <a:pt x="0" y="0"/>
                  </a:moveTo>
                  <a:lnTo>
                    <a:pt x="1361593" y="0"/>
                  </a:lnTo>
                  <a:lnTo>
                    <a:pt x="136159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80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6" name="Google Shape;4116;p68"/>
            <p:cNvSpPr/>
            <p:nvPr/>
          </p:nvSpPr>
          <p:spPr>
            <a:xfrm>
              <a:off x="1282853" y="1270"/>
              <a:ext cx="374650" cy="505460"/>
            </a:xfrm>
            <a:custGeom>
              <a:rect b="b" l="l" r="r" t="t"/>
              <a:pathLst>
                <a:path extrusionOk="0" h="505460" w="374650">
                  <a:moveTo>
                    <a:pt x="0" y="505460"/>
                  </a:moveTo>
                  <a:lnTo>
                    <a:pt x="0" y="0"/>
                  </a:lnTo>
                  <a:lnTo>
                    <a:pt x="374650" y="252730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17" name="Google Shape;4117;p68"/>
          <p:cNvSpPr txBox="1"/>
          <p:nvPr/>
        </p:nvSpPr>
        <p:spPr>
          <a:xfrm>
            <a:off x="11241614" y="8496301"/>
            <a:ext cx="6353400" cy="16375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6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7D4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8" name="Google Shape;4118;p68"/>
          <p:cNvSpPr txBox="1"/>
          <p:nvPr/>
        </p:nvSpPr>
        <p:spPr>
          <a:xfrm>
            <a:off x="13029632" y="7879841"/>
            <a:ext cx="3577200" cy="6034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Note: 13=D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9" name="Google Shape;4119;p68"/>
          <p:cNvSpPr txBox="1"/>
          <p:nvPr/>
        </p:nvSpPr>
        <p:spPr>
          <a:xfrm>
            <a:off x="5868023" y="4001708"/>
            <a:ext cx="7197659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125 </a:t>
            </a:r>
            <a:endParaRPr/>
          </a:p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 = 4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0" name="Google Shape;4120;p68"/>
          <p:cNvSpPr txBox="1"/>
          <p:nvPr/>
        </p:nvSpPr>
        <p:spPr>
          <a:xfrm>
            <a:off x="5620106" y="6500751"/>
            <a:ext cx="7197659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</a:t>
            </a:r>
            <a:endParaRPr/>
          </a:p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 = 13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0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4124" name="Shape 4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5" name="Google Shape;4125;p69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6" name="Google Shape;4126;p69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7" name="Google Shape;4127;p69"/>
          <p:cNvSpPr txBox="1"/>
          <p:nvPr/>
        </p:nvSpPr>
        <p:spPr>
          <a:xfrm>
            <a:off x="-791148" y="1813349"/>
            <a:ext cx="19188600" cy="8184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799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hexadecimal form of 3179?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8" name="Google Shape;4128;p69"/>
          <p:cNvSpPr/>
          <p:nvPr/>
        </p:nvSpPr>
        <p:spPr>
          <a:xfrm>
            <a:off x="-13855" y="-97035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9" name="Google Shape;4129;p69"/>
          <p:cNvSpPr/>
          <p:nvPr/>
        </p:nvSpPr>
        <p:spPr>
          <a:xfrm>
            <a:off x="2363093" y="184385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0" name="Google Shape;4130;p69"/>
          <p:cNvSpPr txBox="1"/>
          <p:nvPr/>
        </p:nvSpPr>
        <p:spPr>
          <a:xfrm>
            <a:off x="344426" y="-138390"/>
            <a:ext cx="1627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1" name="Google Shape;4131;p69"/>
          <p:cNvSpPr txBox="1"/>
          <p:nvPr/>
        </p:nvSpPr>
        <p:spPr>
          <a:xfrm>
            <a:off x="4142621" y="20659"/>
            <a:ext cx="2168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2" name="Google Shape;4132;p69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3" name="Google Shape;4133;p69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4" name="Google Shape;4134;p69"/>
          <p:cNvSpPr/>
          <p:nvPr/>
        </p:nvSpPr>
        <p:spPr>
          <a:xfrm>
            <a:off x="10874159" y="3887987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5" name="Google Shape;4135;p69"/>
          <p:cNvSpPr/>
          <p:nvPr/>
        </p:nvSpPr>
        <p:spPr>
          <a:xfrm>
            <a:off x="12838573" y="3887987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6" name="Google Shape;4136;p69"/>
          <p:cNvSpPr/>
          <p:nvPr/>
        </p:nvSpPr>
        <p:spPr>
          <a:xfrm>
            <a:off x="9536045" y="3887987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7" name="Google Shape;4137;p69"/>
          <p:cNvSpPr/>
          <p:nvPr/>
        </p:nvSpPr>
        <p:spPr>
          <a:xfrm>
            <a:off x="14802989" y="3887987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8" name="Google Shape;4138;p69"/>
          <p:cNvSpPr/>
          <p:nvPr/>
        </p:nvSpPr>
        <p:spPr>
          <a:xfrm>
            <a:off x="10874159" y="470086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9" name="Google Shape;4139;p69"/>
          <p:cNvSpPr/>
          <p:nvPr/>
        </p:nvSpPr>
        <p:spPr>
          <a:xfrm>
            <a:off x="12838573" y="470086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0" name="Google Shape;4140;p69"/>
          <p:cNvSpPr/>
          <p:nvPr/>
        </p:nvSpPr>
        <p:spPr>
          <a:xfrm>
            <a:off x="9536045" y="470086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1" name="Google Shape;4141;p69"/>
          <p:cNvSpPr/>
          <p:nvPr/>
        </p:nvSpPr>
        <p:spPr>
          <a:xfrm>
            <a:off x="14802989" y="470086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2" name="Google Shape;4142;p69"/>
          <p:cNvSpPr/>
          <p:nvPr/>
        </p:nvSpPr>
        <p:spPr>
          <a:xfrm>
            <a:off x="10874159" y="5513753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3" name="Google Shape;4143;p69"/>
          <p:cNvSpPr/>
          <p:nvPr/>
        </p:nvSpPr>
        <p:spPr>
          <a:xfrm>
            <a:off x="12838573" y="5513753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4" name="Google Shape;4144;p69"/>
          <p:cNvSpPr/>
          <p:nvPr/>
        </p:nvSpPr>
        <p:spPr>
          <a:xfrm>
            <a:off x="9536045" y="5513753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5" name="Google Shape;4145;p69"/>
          <p:cNvSpPr/>
          <p:nvPr/>
        </p:nvSpPr>
        <p:spPr>
          <a:xfrm>
            <a:off x="14802989" y="5513753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6" name="Google Shape;4146;p69"/>
          <p:cNvSpPr txBox="1"/>
          <p:nvPr/>
        </p:nvSpPr>
        <p:spPr>
          <a:xfrm>
            <a:off x="11105378" y="3783210"/>
            <a:ext cx="15024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3179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7" name="Google Shape;4147;p69"/>
          <p:cNvSpPr txBox="1"/>
          <p:nvPr/>
        </p:nvSpPr>
        <p:spPr>
          <a:xfrm>
            <a:off x="9829608" y="4618031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8" name="Google Shape;4148;p69"/>
          <p:cNvSpPr txBox="1"/>
          <p:nvPr/>
        </p:nvSpPr>
        <p:spPr>
          <a:xfrm>
            <a:off x="9829608" y="5408976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9" name="Google Shape;4149;p69"/>
          <p:cNvSpPr txBox="1"/>
          <p:nvPr/>
        </p:nvSpPr>
        <p:spPr>
          <a:xfrm>
            <a:off x="11178983" y="4618031"/>
            <a:ext cx="1126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198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0" name="Google Shape;4150;p69"/>
          <p:cNvSpPr txBox="1"/>
          <p:nvPr/>
        </p:nvSpPr>
        <p:spPr>
          <a:xfrm>
            <a:off x="13003416" y="4904611"/>
            <a:ext cx="1724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1" name="Google Shape;4151;p69"/>
          <p:cNvSpPr txBox="1"/>
          <p:nvPr/>
        </p:nvSpPr>
        <p:spPr>
          <a:xfrm>
            <a:off x="15234668" y="4618031"/>
            <a:ext cx="324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2" name="Google Shape;4152;p69"/>
          <p:cNvSpPr txBox="1"/>
          <p:nvPr/>
        </p:nvSpPr>
        <p:spPr>
          <a:xfrm>
            <a:off x="11580372" y="5387040"/>
            <a:ext cx="324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3" name="Google Shape;4153;p69"/>
          <p:cNvSpPr txBox="1"/>
          <p:nvPr/>
        </p:nvSpPr>
        <p:spPr>
          <a:xfrm>
            <a:off x="15310268" y="5430912"/>
            <a:ext cx="324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4" name="Google Shape;4154;p69"/>
          <p:cNvSpPr txBox="1"/>
          <p:nvPr/>
        </p:nvSpPr>
        <p:spPr>
          <a:xfrm>
            <a:off x="13003416" y="5693095"/>
            <a:ext cx="1724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5" name="Google Shape;4155;p69"/>
          <p:cNvSpPr/>
          <p:nvPr/>
        </p:nvSpPr>
        <p:spPr>
          <a:xfrm>
            <a:off x="10874159" y="627745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6" name="Google Shape;4156;p69"/>
          <p:cNvSpPr/>
          <p:nvPr/>
        </p:nvSpPr>
        <p:spPr>
          <a:xfrm>
            <a:off x="12838573" y="627745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7" name="Google Shape;4157;p69"/>
          <p:cNvSpPr/>
          <p:nvPr/>
        </p:nvSpPr>
        <p:spPr>
          <a:xfrm>
            <a:off x="9536045" y="627745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8" name="Google Shape;4158;p69"/>
          <p:cNvSpPr/>
          <p:nvPr/>
        </p:nvSpPr>
        <p:spPr>
          <a:xfrm>
            <a:off x="14802989" y="627745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9" name="Google Shape;4159;p69"/>
          <p:cNvSpPr txBox="1"/>
          <p:nvPr/>
        </p:nvSpPr>
        <p:spPr>
          <a:xfrm>
            <a:off x="9829608" y="6177986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0" name="Google Shape;4160;p69"/>
          <p:cNvSpPr txBox="1"/>
          <p:nvPr/>
        </p:nvSpPr>
        <p:spPr>
          <a:xfrm>
            <a:off x="11580372" y="6154223"/>
            <a:ext cx="324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1" name="Google Shape;4161;p69"/>
          <p:cNvSpPr txBox="1"/>
          <p:nvPr/>
        </p:nvSpPr>
        <p:spPr>
          <a:xfrm>
            <a:off x="13003416" y="6440167"/>
            <a:ext cx="1724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2" name="Google Shape;4162;p69"/>
          <p:cNvSpPr txBox="1"/>
          <p:nvPr/>
        </p:nvSpPr>
        <p:spPr>
          <a:xfrm>
            <a:off x="15310268" y="6154223"/>
            <a:ext cx="324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63" name="Google Shape;4163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" y="2949894"/>
            <a:ext cx="981576" cy="981576"/>
          </a:xfrm>
          <a:prstGeom prst="rect">
            <a:avLst/>
          </a:prstGeom>
          <a:noFill/>
          <a:ln>
            <a:noFill/>
          </a:ln>
        </p:spPr>
      </p:pic>
      <p:sp>
        <p:nvSpPr>
          <p:cNvPr id="4164" name="Google Shape;4164;p69"/>
          <p:cNvSpPr txBox="1"/>
          <p:nvPr/>
        </p:nvSpPr>
        <p:spPr>
          <a:xfrm>
            <a:off x="2598566" y="3201389"/>
            <a:ext cx="5097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3179</a:t>
            </a:r>
            <a:r>
              <a:rPr b="1" lang="en" sz="40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/16 = 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65" name="Google Shape;4165;p69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8858252"/>
            <a:ext cx="1828800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4166" name="Google Shape;4166;p69">
            <a:hlinkClick r:id="rId6"/>
          </p:cNvPr>
          <p:cNvSpPr/>
          <p:nvPr/>
        </p:nvSpPr>
        <p:spPr>
          <a:xfrm>
            <a:off x="0" y="10414001"/>
            <a:ext cx="25200" cy="2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BF"/>
        </a:solidFill>
      </p:bgPr>
    </p:bg>
    <p:spTree>
      <p:nvGrpSpPr>
        <p:cNvPr id="4170" name="Shape 4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1" name="Google Shape;4171;p70"/>
          <p:cNvSpPr/>
          <p:nvPr/>
        </p:nvSpPr>
        <p:spPr>
          <a:xfrm>
            <a:off x="12630151" y="2889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2" name="Google Shape;4172;p70"/>
          <p:cNvSpPr txBox="1"/>
          <p:nvPr/>
        </p:nvSpPr>
        <p:spPr>
          <a:xfrm>
            <a:off x="13176506" y="6998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3" name="Google Shape;4173;p70"/>
          <p:cNvSpPr/>
          <p:nvPr/>
        </p:nvSpPr>
        <p:spPr>
          <a:xfrm>
            <a:off x="1" y="-991"/>
            <a:ext cx="6736892" cy="714986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4" name="Google Shape;4174;p70"/>
          <p:cNvSpPr/>
          <p:nvPr/>
        </p:nvSpPr>
        <p:spPr>
          <a:xfrm>
            <a:off x="2376947" y="297116"/>
            <a:ext cx="1590066" cy="182423"/>
          </a:xfrm>
          <a:custGeom>
            <a:rect b="b" l="l" r="r" t="t"/>
            <a:pathLst>
              <a:path extrusionOk="0" h="434340" w="3785870">
                <a:moveTo>
                  <a:pt x="3768090" y="187960"/>
                </a:moveTo>
                <a:lnTo>
                  <a:pt x="3506470" y="11430"/>
                </a:lnTo>
                <a:cubicBezTo>
                  <a:pt x="3488690" y="0"/>
                  <a:pt x="3465830" y="3810"/>
                  <a:pt x="3453130" y="21590"/>
                </a:cubicBezTo>
                <a:cubicBezTo>
                  <a:pt x="3441700" y="39370"/>
                  <a:pt x="3445510" y="62230"/>
                  <a:pt x="3463290" y="74930"/>
                </a:cubicBezTo>
                <a:lnTo>
                  <a:pt x="3622040" y="181610"/>
                </a:lnTo>
                <a:lnTo>
                  <a:pt x="0" y="181610"/>
                </a:lnTo>
                <a:lnTo>
                  <a:pt x="0" y="257810"/>
                </a:lnTo>
                <a:lnTo>
                  <a:pt x="3622040" y="257810"/>
                </a:lnTo>
                <a:lnTo>
                  <a:pt x="3463290" y="364490"/>
                </a:lnTo>
                <a:cubicBezTo>
                  <a:pt x="3445510" y="375920"/>
                  <a:pt x="3441700" y="400050"/>
                  <a:pt x="3453130" y="417830"/>
                </a:cubicBezTo>
                <a:cubicBezTo>
                  <a:pt x="3460750" y="429260"/>
                  <a:pt x="3472180" y="434340"/>
                  <a:pt x="3484880" y="434340"/>
                </a:cubicBezTo>
                <a:cubicBezTo>
                  <a:pt x="3492500" y="434340"/>
                  <a:pt x="3500120" y="431800"/>
                  <a:pt x="3506470" y="427990"/>
                </a:cubicBezTo>
                <a:lnTo>
                  <a:pt x="3769360" y="251460"/>
                </a:lnTo>
                <a:cubicBezTo>
                  <a:pt x="3779520" y="243840"/>
                  <a:pt x="3785870" y="232410"/>
                  <a:pt x="3785870" y="219710"/>
                </a:cubicBezTo>
                <a:cubicBezTo>
                  <a:pt x="3785870" y="207010"/>
                  <a:pt x="3779520" y="195580"/>
                  <a:pt x="3768090" y="187960"/>
                </a:cubicBezTo>
                <a:close/>
              </a:path>
            </a:pathLst>
          </a:custGeom>
          <a:solidFill>
            <a:srgbClr val="ACE8C6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5" name="Google Shape;4175;p70"/>
          <p:cNvSpPr/>
          <p:nvPr/>
        </p:nvSpPr>
        <p:spPr>
          <a:xfrm>
            <a:off x="12630151" y="2"/>
            <a:ext cx="5655545" cy="600222"/>
          </a:xfrm>
          <a:custGeom>
            <a:rect b="b" l="l" r="r" t="t"/>
            <a:pathLst>
              <a:path extrusionOk="0" h="203121" w="1913890">
                <a:moveTo>
                  <a:pt x="0" y="0"/>
                </a:moveTo>
                <a:lnTo>
                  <a:pt x="1913890" y="0"/>
                </a:lnTo>
                <a:lnTo>
                  <a:pt x="1913890" y="203121"/>
                </a:lnTo>
                <a:lnTo>
                  <a:pt x="0" y="2031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6" name="Google Shape;4176;p70"/>
          <p:cNvSpPr/>
          <p:nvPr/>
        </p:nvSpPr>
        <p:spPr>
          <a:xfrm>
            <a:off x="10874159" y="3887987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7" name="Google Shape;4177;p70"/>
          <p:cNvSpPr/>
          <p:nvPr/>
        </p:nvSpPr>
        <p:spPr>
          <a:xfrm>
            <a:off x="12838573" y="3887987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8" name="Google Shape;4178;p70"/>
          <p:cNvSpPr/>
          <p:nvPr/>
        </p:nvSpPr>
        <p:spPr>
          <a:xfrm>
            <a:off x="9536045" y="3887987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9" name="Google Shape;4179;p70"/>
          <p:cNvSpPr/>
          <p:nvPr/>
        </p:nvSpPr>
        <p:spPr>
          <a:xfrm>
            <a:off x="14802989" y="3887987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0" name="Google Shape;4180;p70"/>
          <p:cNvSpPr/>
          <p:nvPr/>
        </p:nvSpPr>
        <p:spPr>
          <a:xfrm>
            <a:off x="10874159" y="470086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1" name="Google Shape;4181;p70"/>
          <p:cNvSpPr/>
          <p:nvPr/>
        </p:nvSpPr>
        <p:spPr>
          <a:xfrm>
            <a:off x="12838573" y="470086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2" name="Google Shape;4182;p70"/>
          <p:cNvSpPr/>
          <p:nvPr/>
        </p:nvSpPr>
        <p:spPr>
          <a:xfrm>
            <a:off x="9536045" y="470086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3" name="Google Shape;4183;p70"/>
          <p:cNvSpPr/>
          <p:nvPr/>
        </p:nvSpPr>
        <p:spPr>
          <a:xfrm>
            <a:off x="14802989" y="470086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4" name="Google Shape;4184;p70"/>
          <p:cNvSpPr/>
          <p:nvPr/>
        </p:nvSpPr>
        <p:spPr>
          <a:xfrm>
            <a:off x="10874159" y="5513753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5" name="Google Shape;4185;p70"/>
          <p:cNvSpPr/>
          <p:nvPr/>
        </p:nvSpPr>
        <p:spPr>
          <a:xfrm>
            <a:off x="12838573" y="5513753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6" name="Google Shape;4186;p70"/>
          <p:cNvSpPr/>
          <p:nvPr/>
        </p:nvSpPr>
        <p:spPr>
          <a:xfrm>
            <a:off x="9536045" y="5513753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7" name="Google Shape;4187;p70"/>
          <p:cNvSpPr/>
          <p:nvPr/>
        </p:nvSpPr>
        <p:spPr>
          <a:xfrm>
            <a:off x="14802989" y="5513753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8" name="Google Shape;4188;p70"/>
          <p:cNvSpPr txBox="1"/>
          <p:nvPr/>
        </p:nvSpPr>
        <p:spPr>
          <a:xfrm>
            <a:off x="9829608" y="5408976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9" name="Google Shape;4189;p70"/>
          <p:cNvSpPr txBox="1"/>
          <p:nvPr/>
        </p:nvSpPr>
        <p:spPr>
          <a:xfrm>
            <a:off x="15284297" y="5430912"/>
            <a:ext cx="3756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0" name="Google Shape;4190;p70"/>
          <p:cNvSpPr/>
          <p:nvPr/>
        </p:nvSpPr>
        <p:spPr>
          <a:xfrm>
            <a:off x="10874159" y="627745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1" name="Google Shape;4191;p70"/>
          <p:cNvSpPr/>
          <p:nvPr/>
        </p:nvSpPr>
        <p:spPr>
          <a:xfrm>
            <a:off x="12838573" y="6277458"/>
            <a:ext cx="1963685" cy="812580"/>
          </a:xfrm>
          <a:custGeom>
            <a:rect b="b" l="l" r="r" t="t"/>
            <a:pathLst>
              <a:path extrusionOk="0" h="647474" w="1564689">
                <a:moveTo>
                  <a:pt x="0" y="0"/>
                </a:moveTo>
                <a:lnTo>
                  <a:pt x="0" y="647474"/>
                </a:lnTo>
                <a:lnTo>
                  <a:pt x="1564689" y="647474"/>
                </a:lnTo>
                <a:lnTo>
                  <a:pt x="1564689" y="0"/>
                </a:lnTo>
                <a:lnTo>
                  <a:pt x="0" y="0"/>
                </a:lnTo>
                <a:close/>
                <a:moveTo>
                  <a:pt x="1503728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503728" y="59690"/>
                </a:lnTo>
                <a:lnTo>
                  <a:pt x="1503728" y="5865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2" name="Google Shape;4192;p70"/>
          <p:cNvSpPr/>
          <p:nvPr/>
        </p:nvSpPr>
        <p:spPr>
          <a:xfrm>
            <a:off x="9536045" y="627745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3" name="Google Shape;4193;p70"/>
          <p:cNvSpPr/>
          <p:nvPr/>
        </p:nvSpPr>
        <p:spPr>
          <a:xfrm>
            <a:off x="14802989" y="6277458"/>
            <a:ext cx="1337616" cy="812580"/>
          </a:xfrm>
          <a:custGeom>
            <a:rect b="b" l="l" r="r" t="t"/>
            <a:pathLst>
              <a:path extrusionOk="0" h="647474" w="1065829">
                <a:moveTo>
                  <a:pt x="0" y="0"/>
                </a:moveTo>
                <a:lnTo>
                  <a:pt x="0" y="647474"/>
                </a:lnTo>
                <a:lnTo>
                  <a:pt x="1065829" y="647474"/>
                </a:lnTo>
                <a:lnTo>
                  <a:pt x="1065829" y="0"/>
                </a:lnTo>
                <a:lnTo>
                  <a:pt x="0" y="0"/>
                </a:lnTo>
                <a:close/>
                <a:moveTo>
                  <a:pt x="1004869" y="586514"/>
                </a:moveTo>
                <a:lnTo>
                  <a:pt x="59690" y="586514"/>
                </a:lnTo>
                <a:lnTo>
                  <a:pt x="59690" y="59690"/>
                </a:lnTo>
                <a:lnTo>
                  <a:pt x="1004869" y="59690"/>
                </a:lnTo>
                <a:lnTo>
                  <a:pt x="1004869" y="586514"/>
                </a:lnTo>
                <a:close/>
              </a:path>
            </a:pathLst>
          </a:custGeom>
          <a:solidFill>
            <a:srgbClr val="FF575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94" name="Google Shape;4194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700" y="2949894"/>
            <a:ext cx="981576" cy="981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5" name="Google Shape;4195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8702" y="5232545"/>
            <a:ext cx="1016351" cy="1016351"/>
          </a:xfrm>
          <a:prstGeom prst="rect">
            <a:avLst/>
          </a:prstGeom>
          <a:noFill/>
          <a:ln>
            <a:noFill/>
          </a:ln>
        </p:spPr>
      </p:pic>
      <p:sp>
        <p:nvSpPr>
          <p:cNvPr id="4196" name="Google Shape;4196;p70"/>
          <p:cNvSpPr txBox="1"/>
          <p:nvPr/>
        </p:nvSpPr>
        <p:spPr>
          <a:xfrm>
            <a:off x="-791148" y="1813349"/>
            <a:ext cx="19188600" cy="8184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799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What is the hexadecimal form of 3179?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7" name="Google Shape;4197;p70"/>
          <p:cNvSpPr txBox="1"/>
          <p:nvPr/>
        </p:nvSpPr>
        <p:spPr>
          <a:xfrm>
            <a:off x="358283" y="-25662"/>
            <a:ext cx="1627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8" name="Google Shape;4198;p70"/>
          <p:cNvSpPr txBox="1"/>
          <p:nvPr/>
        </p:nvSpPr>
        <p:spPr>
          <a:xfrm>
            <a:off x="4156475" y="133387"/>
            <a:ext cx="21684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57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9" name="Google Shape;4199;p70"/>
          <p:cNvSpPr txBox="1"/>
          <p:nvPr/>
        </p:nvSpPr>
        <p:spPr>
          <a:xfrm>
            <a:off x="13176506" y="4109"/>
            <a:ext cx="45654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CE8C6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0" name="Google Shape;4200;p70"/>
          <p:cNvSpPr txBox="1"/>
          <p:nvPr/>
        </p:nvSpPr>
        <p:spPr>
          <a:xfrm>
            <a:off x="11105378" y="3783210"/>
            <a:ext cx="15024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3179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1" name="Google Shape;4201;p70"/>
          <p:cNvSpPr txBox="1"/>
          <p:nvPr/>
        </p:nvSpPr>
        <p:spPr>
          <a:xfrm>
            <a:off x="9829608" y="4618031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2" name="Google Shape;4202;p70"/>
          <p:cNvSpPr txBox="1"/>
          <p:nvPr/>
        </p:nvSpPr>
        <p:spPr>
          <a:xfrm>
            <a:off x="11178983" y="4618031"/>
            <a:ext cx="1126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198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3" name="Google Shape;4203;p70"/>
          <p:cNvSpPr txBox="1"/>
          <p:nvPr/>
        </p:nvSpPr>
        <p:spPr>
          <a:xfrm>
            <a:off x="12920996" y="4927417"/>
            <a:ext cx="180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4" name="Google Shape;4204;p70"/>
          <p:cNvSpPr txBox="1"/>
          <p:nvPr/>
        </p:nvSpPr>
        <p:spPr>
          <a:xfrm>
            <a:off x="15020952" y="4618031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5" name="Google Shape;4205;p70"/>
          <p:cNvSpPr txBox="1"/>
          <p:nvPr/>
        </p:nvSpPr>
        <p:spPr>
          <a:xfrm>
            <a:off x="11366654" y="5387040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6" name="Google Shape;4206;p70"/>
          <p:cNvSpPr txBox="1"/>
          <p:nvPr/>
        </p:nvSpPr>
        <p:spPr>
          <a:xfrm>
            <a:off x="12920996" y="5715899"/>
            <a:ext cx="180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7" name="Google Shape;4207;p70"/>
          <p:cNvSpPr txBox="1"/>
          <p:nvPr/>
        </p:nvSpPr>
        <p:spPr>
          <a:xfrm>
            <a:off x="9829608" y="6177986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8" name="Google Shape;4208;p70"/>
          <p:cNvSpPr txBox="1"/>
          <p:nvPr/>
        </p:nvSpPr>
        <p:spPr>
          <a:xfrm>
            <a:off x="11554403" y="6154223"/>
            <a:ext cx="3756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9" name="Google Shape;4209;p70"/>
          <p:cNvSpPr txBox="1"/>
          <p:nvPr/>
        </p:nvSpPr>
        <p:spPr>
          <a:xfrm>
            <a:off x="12920996" y="6462973"/>
            <a:ext cx="18000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0" name="Google Shape;4210;p70"/>
          <p:cNvSpPr txBox="1"/>
          <p:nvPr/>
        </p:nvSpPr>
        <p:spPr>
          <a:xfrm>
            <a:off x="15096551" y="6154223"/>
            <a:ext cx="7512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32A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1" name="Google Shape;4211;p70"/>
          <p:cNvSpPr txBox="1"/>
          <p:nvPr/>
        </p:nvSpPr>
        <p:spPr>
          <a:xfrm>
            <a:off x="2598566" y="3201389"/>
            <a:ext cx="49452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3179</a:t>
            </a:r>
            <a:r>
              <a:rPr b="1" lang="en" sz="40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/16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2" name="Google Shape;4212;p70"/>
          <p:cNvSpPr txBox="1"/>
          <p:nvPr/>
        </p:nvSpPr>
        <p:spPr>
          <a:xfrm>
            <a:off x="2540622" y="3855272"/>
            <a:ext cx="4213800" cy="3016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3" name="Google Shape;4213;p70"/>
          <p:cNvSpPr txBox="1"/>
          <p:nvPr/>
        </p:nvSpPr>
        <p:spPr>
          <a:xfrm>
            <a:off x="2598566" y="5362768"/>
            <a:ext cx="4213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B76E22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198</a:t>
            </a:r>
            <a:r>
              <a:rPr b="1" lang="en" sz="40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/16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4" name="Google Shape;4214;p70"/>
          <p:cNvSpPr txBox="1"/>
          <p:nvPr/>
        </p:nvSpPr>
        <p:spPr>
          <a:xfrm>
            <a:off x="2598566" y="6023465"/>
            <a:ext cx="3594000" cy="3016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15" name="Google Shape;4215;p70"/>
          <p:cNvGrpSpPr/>
          <p:nvPr/>
        </p:nvGrpSpPr>
        <p:grpSpPr>
          <a:xfrm rot="-5400000">
            <a:off x="15101502" y="4958471"/>
            <a:ext cx="3785736" cy="1154573"/>
            <a:chOff x="0" y="1270"/>
            <a:chExt cx="1657503" cy="505460"/>
          </a:xfrm>
        </p:grpSpPr>
        <p:sp>
          <p:nvSpPr>
            <p:cNvPr id="4216" name="Google Shape;4216;p70"/>
            <p:cNvSpPr/>
            <p:nvPr/>
          </p:nvSpPr>
          <p:spPr>
            <a:xfrm>
              <a:off x="0" y="215900"/>
              <a:ext cx="1361593" cy="76200"/>
            </a:xfrm>
            <a:custGeom>
              <a:rect b="b" l="l" r="r" t="t"/>
              <a:pathLst>
                <a:path extrusionOk="0" h="76200" w="1361593">
                  <a:moveTo>
                    <a:pt x="0" y="0"/>
                  </a:moveTo>
                  <a:lnTo>
                    <a:pt x="1361593" y="0"/>
                  </a:lnTo>
                  <a:lnTo>
                    <a:pt x="136159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80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7" name="Google Shape;4217;p70"/>
            <p:cNvSpPr/>
            <p:nvPr/>
          </p:nvSpPr>
          <p:spPr>
            <a:xfrm>
              <a:off x="1282853" y="1270"/>
              <a:ext cx="374650" cy="505460"/>
            </a:xfrm>
            <a:custGeom>
              <a:rect b="b" l="l" r="r" t="t"/>
              <a:pathLst>
                <a:path extrusionOk="0" h="505460" w="374650">
                  <a:moveTo>
                    <a:pt x="0" y="505460"/>
                  </a:moveTo>
                  <a:lnTo>
                    <a:pt x="0" y="0"/>
                  </a:lnTo>
                  <a:lnTo>
                    <a:pt x="374650" y="252730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18" name="Google Shape;4218;p70"/>
          <p:cNvSpPr txBox="1"/>
          <p:nvPr/>
        </p:nvSpPr>
        <p:spPr>
          <a:xfrm>
            <a:off x="11166578" y="8541437"/>
            <a:ext cx="6356400" cy="16375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60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C6B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9" name="Google Shape;4219;p70"/>
          <p:cNvSpPr txBox="1"/>
          <p:nvPr/>
        </p:nvSpPr>
        <p:spPr>
          <a:xfrm>
            <a:off x="4859566" y="3254091"/>
            <a:ext cx="7197659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198 </a:t>
            </a:r>
            <a:endParaRPr/>
          </a:p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 = 11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0" name="Google Shape;4220;p70"/>
          <p:cNvSpPr txBox="1"/>
          <p:nvPr/>
        </p:nvSpPr>
        <p:spPr>
          <a:xfrm>
            <a:off x="4632868" y="5429714"/>
            <a:ext cx="7197659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12 </a:t>
            </a:r>
            <a:endParaRPr/>
          </a:p>
          <a:p>
            <a:pPr indent="0" lvl="0" marL="0" marR="0" rtl="0" algn="l">
              <a:lnSpc>
                <a:spcPct val="14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1A43C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remainder = 6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1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4" name="Shape 4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25" name="Google Shape;4225;p71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4226" name="Google Shape;4226;p71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7" name="Google Shape;4227;p71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8" name="Google Shape;4228;p71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9" name="Google Shape;4229;p71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0" name="Google Shape;4230;p71"/>
          <p:cNvSpPr txBox="1"/>
          <p:nvPr/>
        </p:nvSpPr>
        <p:spPr>
          <a:xfrm>
            <a:off x="4425439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PAST YEAR QUESTION</a:t>
            </a:r>
            <a:endParaRPr/>
          </a:p>
        </p:txBody>
      </p:sp>
      <p:sp>
        <p:nvSpPr>
          <p:cNvPr id="4231" name="Google Shape;4231;p71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32" name="Google Shape;4232;p7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24185" y="3061036"/>
            <a:ext cx="14263815" cy="580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6" name="Shape 4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7" name="Google Shape;4237;p72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4238" name="Google Shape;4238;p72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9" name="Google Shape;4239;p72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0" name="Google Shape;4240;p72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1" name="Google Shape;4241;p72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2" name="Google Shape;4242;p72"/>
          <p:cNvSpPr txBox="1"/>
          <p:nvPr/>
        </p:nvSpPr>
        <p:spPr>
          <a:xfrm>
            <a:off x="4755005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ANSWER</a:t>
            </a:r>
            <a:endParaRPr/>
          </a:p>
        </p:txBody>
      </p:sp>
      <p:sp>
        <p:nvSpPr>
          <p:cNvPr id="4243" name="Google Shape;4243;p72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44" name="Google Shape;4244;p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32229" y="2920872"/>
            <a:ext cx="8474375" cy="5214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8" name="Shape 4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9" name="Google Shape;4249;p73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4250" name="Google Shape;4250;p73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1" name="Google Shape;4251;p73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2" name="Google Shape;4252;p73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3" name="Google Shape;4253;p73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4" name="Google Shape;4254;p73"/>
          <p:cNvSpPr txBox="1"/>
          <p:nvPr/>
        </p:nvSpPr>
        <p:spPr>
          <a:xfrm>
            <a:off x="4425439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PAST YEAR QUESTION</a:t>
            </a:r>
            <a:endParaRPr/>
          </a:p>
        </p:txBody>
      </p:sp>
      <p:sp>
        <p:nvSpPr>
          <p:cNvPr id="4255" name="Google Shape;4255;p73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56" name="Google Shape;4256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25437" y="1738418"/>
            <a:ext cx="15645935" cy="77459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0" name="Shape 4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61" name="Google Shape;4261;p74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4262" name="Google Shape;4262;p74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3" name="Google Shape;4263;p74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4" name="Google Shape;4264;p74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5" name="Google Shape;4265;p74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6" name="Google Shape;4266;p74"/>
          <p:cNvSpPr txBox="1"/>
          <p:nvPr/>
        </p:nvSpPr>
        <p:spPr>
          <a:xfrm>
            <a:off x="4755005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ANSWER</a:t>
            </a:r>
            <a:endParaRPr/>
          </a:p>
        </p:txBody>
      </p:sp>
      <p:sp>
        <p:nvSpPr>
          <p:cNvPr id="4267" name="Google Shape;4267;p74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68" name="Google Shape;4268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16066" y="1738418"/>
            <a:ext cx="13456419" cy="78693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272" name="Shape 4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73" name="Google Shape;4273;p75"/>
          <p:cNvGrpSpPr/>
          <p:nvPr/>
        </p:nvGrpSpPr>
        <p:grpSpPr>
          <a:xfrm>
            <a:off x="2597486" y="3451718"/>
            <a:ext cx="13410483" cy="3440712"/>
            <a:chOff x="0" y="76200"/>
            <a:chExt cx="17880644" cy="4587617"/>
          </a:xfrm>
        </p:grpSpPr>
        <p:sp>
          <p:nvSpPr>
            <p:cNvPr id="4274" name="Google Shape;4274;p75"/>
            <p:cNvSpPr txBox="1"/>
            <p:nvPr/>
          </p:nvSpPr>
          <p:spPr>
            <a:xfrm>
              <a:off x="0" y="76200"/>
              <a:ext cx="17880644" cy="30280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9995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93B"/>
                </a:buClr>
                <a:buSzPts val="8014"/>
                <a:buFont typeface="Poppins"/>
                <a:buNone/>
              </a:pPr>
              <a:r>
                <a:rPr b="1" i="0" lang="en" sz="8014" u="none" cap="none" strike="noStrike">
                  <a:solidFill>
                    <a:srgbClr val="1A293B"/>
                  </a:solidFill>
                  <a:latin typeface="Poppins"/>
                  <a:ea typeface="Poppins"/>
                  <a:cs typeface="Poppins"/>
                  <a:sym typeface="Poppins"/>
                </a:rPr>
                <a:t>Use of hexadecimal system</a:t>
              </a:r>
              <a:endParaRPr/>
            </a:p>
          </p:txBody>
        </p:sp>
        <p:sp>
          <p:nvSpPr>
            <p:cNvPr id="4275" name="Google Shape;4275;p75"/>
            <p:cNvSpPr txBox="1"/>
            <p:nvPr/>
          </p:nvSpPr>
          <p:spPr>
            <a:xfrm>
              <a:off x="0" y="3999558"/>
              <a:ext cx="17880644" cy="66425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41111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276" name="Google Shape;4276;p75"/>
          <p:cNvSpPr/>
          <p:nvPr/>
        </p:nvSpPr>
        <p:spPr>
          <a:xfrm>
            <a:off x="-4175461" y="-1062010"/>
            <a:ext cx="6772946" cy="6772946"/>
          </a:xfrm>
          <a:custGeom>
            <a:rect b="b" l="l" r="r" t="t"/>
            <a:pathLst>
              <a:path extrusionOk="0" h="6772946" w="6772946">
                <a:moveTo>
                  <a:pt x="0" y="0"/>
                </a:moveTo>
                <a:lnTo>
                  <a:pt x="6772947" y="0"/>
                </a:lnTo>
                <a:lnTo>
                  <a:pt x="6772947" y="6772946"/>
                </a:lnTo>
                <a:lnTo>
                  <a:pt x="0" y="677294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7" name="Google Shape;4277;p75"/>
          <p:cNvSpPr/>
          <p:nvPr/>
        </p:nvSpPr>
        <p:spPr>
          <a:xfrm>
            <a:off x="-788987" y="-806063"/>
            <a:ext cx="3710385" cy="3710385"/>
          </a:xfrm>
          <a:custGeom>
            <a:rect b="b" l="l" r="r" t="t"/>
            <a:pathLst>
              <a:path extrusionOk="0" h="3710385" w="3710385">
                <a:moveTo>
                  <a:pt x="0" y="0"/>
                </a:moveTo>
                <a:lnTo>
                  <a:pt x="3710385" y="0"/>
                </a:lnTo>
                <a:lnTo>
                  <a:pt x="3710385" y="3710386"/>
                </a:lnTo>
                <a:lnTo>
                  <a:pt x="0" y="371038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8" name="Google Shape;4278;p75"/>
          <p:cNvSpPr/>
          <p:nvPr/>
        </p:nvSpPr>
        <p:spPr>
          <a:xfrm>
            <a:off x="2094736" y="1821713"/>
            <a:ext cx="1005500" cy="1005500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9" name="Google Shape;4279;p75"/>
          <p:cNvSpPr/>
          <p:nvPr/>
        </p:nvSpPr>
        <p:spPr>
          <a:xfrm>
            <a:off x="12487633" y="8260965"/>
            <a:ext cx="5546410" cy="5546410"/>
          </a:xfrm>
          <a:custGeom>
            <a:rect b="b" l="l" r="r" t="t"/>
            <a:pathLst>
              <a:path extrusionOk="0" h="5546410" w="5546410">
                <a:moveTo>
                  <a:pt x="0" y="0"/>
                </a:moveTo>
                <a:lnTo>
                  <a:pt x="5546410" y="0"/>
                </a:lnTo>
                <a:lnTo>
                  <a:pt x="5546410" y="5546410"/>
                </a:lnTo>
                <a:lnTo>
                  <a:pt x="0" y="55464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0" name="Google Shape;4280;p75"/>
          <p:cNvSpPr/>
          <p:nvPr/>
        </p:nvSpPr>
        <p:spPr>
          <a:xfrm>
            <a:off x="16203556" y="7665533"/>
            <a:ext cx="1716187" cy="1716187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E8405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1" name="Google Shape;4281;p75"/>
          <p:cNvSpPr/>
          <p:nvPr/>
        </p:nvSpPr>
        <p:spPr>
          <a:xfrm rot="-2700000">
            <a:off x="16642995" y="7356419"/>
            <a:ext cx="1065909" cy="618227"/>
          </a:xfrm>
          <a:custGeom>
            <a:rect b="b" l="l" r="r" t="t"/>
            <a:pathLst>
              <a:path extrusionOk="0" h="618227" w="1065909">
                <a:moveTo>
                  <a:pt x="0" y="0"/>
                </a:moveTo>
                <a:lnTo>
                  <a:pt x="1065909" y="0"/>
                </a:lnTo>
                <a:lnTo>
                  <a:pt x="1065909" y="618228"/>
                </a:lnTo>
                <a:lnTo>
                  <a:pt x="0" y="618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285" name="Shape 4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6" name="Google Shape;4286;p76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7" name="Google Shape;4287;p76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8" name="Google Shape;4288;p76"/>
          <p:cNvSpPr/>
          <p:nvPr/>
        </p:nvSpPr>
        <p:spPr>
          <a:xfrm>
            <a:off x="7497969" y="2891338"/>
            <a:ext cx="3664449" cy="1671905"/>
          </a:xfrm>
          <a:custGeom>
            <a:rect b="b" l="l" r="r" t="t"/>
            <a:pathLst>
              <a:path extrusionOk="0" h="1671905" w="3664449">
                <a:moveTo>
                  <a:pt x="0" y="0"/>
                </a:moveTo>
                <a:lnTo>
                  <a:pt x="3664449" y="0"/>
                </a:lnTo>
                <a:lnTo>
                  <a:pt x="3664449" y="1671905"/>
                </a:lnTo>
                <a:lnTo>
                  <a:pt x="0" y="16719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9" name="Google Shape;4289;p76"/>
          <p:cNvSpPr txBox="1"/>
          <p:nvPr/>
        </p:nvSpPr>
        <p:spPr>
          <a:xfrm>
            <a:off x="11534240" y="6992"/>
            <a:ext cx="627381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Discussion Time</a:t>
            </a:r>
            <a:endParaRPr/>
          </a:p>
        </p:txBody>
      </p:sp>
      <p:sp>
        <p:nvSpPr>
          <p:cNvPr id="4290" name="Google Shape;4290;p76"/>
          <p:cNvSpPr txBox="1"/>
          <p:nvPr/>
        </p:nvSpPr>
        <p:spPr>
          <a:xfrm>
            <a:off x="290763" y="278232"/>
            <a:ext cx="6462997" cy="504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4"/>
              <a:buFont typeface="Poppins"/>
              <a:buNone/>
            </a:pPr>
            <a:r>
              <a:rPr b="1" i="0" lang="en" sz="360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 of hexadecimal system</a:t>
            </a:r>
            <a:endParaRPr/>
          </a:p>
        </p:txBody>
      </p:sp>
      <p:sp>
        <p:nvSpPr>
          <p:cNvPr id="4291" name="Google Shape;4291;p76"/>
          <p:cNvSpPr txBox="1"/>
          <p:nvPr/>
        </p:nvSpPr>
        <p:spPr>
          <a:xfrm>
            <a:off x="3005059" y="2097352"/>
            <a:ext cx="2114177" cy="7939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84"/>
              <a:buFont typeface="Open Sans ExtraBold"/>
              <a:buNone/>
            </a:pPr>
            <a:r>
              <a:rPr b="1" i="0" lang="en" sz="4584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 </a:t>
            </a:r>
            <a:endParaRPr/>
          </a:p>
        </p:txBody>
      </p:sp>
      <p:sp>
        <p:nvSpPr>
          <p:cNvPr id="4292" name="Google Shape;4292;p76"/>
          <p:cNvSpPr txBox="1"/>
          <p:nvPr/>
        </p:nvSpPr>
        <p:spPr>
          <a:xfrm>
            <a:off x="12055272" y="2097352"/>
            <a:ext cx="4632527" cy="7939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84"/>
              <a:buFont typeface="Open Sans ExtraBold"/>
              <a:buNone/>
            </a:pPr>
            <a:r>
              <a:rPr b="1" i="0" lang="en" sz="4584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/>
          </a:p>
        </p:txBody>
      </p:sp>
      <p:sp>
        <p:nvSpPr>
          <p:cNvPr id="4293" name="Google Shape;4293;p76"/>
          <p:cNvSpPr txBox="1"/>
          <p:nvPr/>
        </p:nvSpPr>
        <p:spPr>
          <a:xfrm>
            <a:off x="1281836" y="3192927"/>
            <a:ext cx="5560621" cy="20590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89"/>
              <a:buFont typeface="Open Sans ExtraBold"/>
              <a:buNone/>
            </a:pPr>
            <a:r>
              <a:rPr b="1" i="0" lang="en" sz="5889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110101111110100111001</a:t>
            </a:r>
            <a:endParaRPr/>
          </a:p>
        </p:txBody>
      </p:sp>
      <p:sp>
        <p:nvSpPr>
          <p:cNvPr id="4294" name="Google Shape;4294;p76"/>
          <p:cNvSpPr txBox="1"/>
          <p:nvPr/>
        </p:nvSpPr>
        <p:spPr>
          <a:xfrm>
            <a:off x="11861458" y="3145302"/>
            <a:ext cx="4826342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1AFD39</a:t>
            </a:r>
            <a:endParaRPr/>
          </a:p>
        </p:txBody>
      </p:sp>
      <p:sp>
        <p:nvSpPr>
          <p:cNvPr id="4295" name="Google Shape;4295;p76"/>
          <p:cNvSpPr txBox="1"/>
          <p:nvPr/>
        </p:nvSpPr>
        <p:spPr>
          <a:xfrm>
            <a:off x="2394911" y="6318748"/>
            <a:ext cx="13870565" cy="8986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71"/>
              <a:buFont typeface="Open Sans ExtraBold"/>
              <a:buNone/>
            </a:pPr>
            <a:r>
              <a:rPr b="1" i="0" lang="en" sz="5271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Why is Hexadecimal used?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299" name="Shape 4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" name="Google Shape;4300;p77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1" name="Google Shape;4301;p77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2" name="Google Shape;4302;p77"/>
          <p:cNvSpPr/>
          <p:nvPr/>
        </p:nvSpPr>
        <p:spPr>
          <a:xfrm>
            <a:off x="7497969" y="2891338"/>
            <a:ext cx="3664449" cy="1671905"/>
          </a:xfrm>
          <a:custGeom>
            <a:rect b="b" l="l" r="r" t="t"/>
            <a:pathLst>
              <a:path extrusionOk="0" h="1671905" w="3664449">
                <a:moveTo>
                  <a:pt x="0" y="0"/>
                </a:moveTo>
                <a:lnTo>
                  <a:pt x="3664449" y="0"/>
                </a:lnTo>
                <a:lnTo>
                  <a:pt x="3664449" y="1671905"/>
                </a:lnTo>
                <a:lnTo>
                  <a:pt x="0" y="16719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3" name="Google Shape;4303;p77"/>
          <p:cNvSpPr txBox="1"/>
          <p:nvPr/>
        </p:nvSpPr>
        <p:spPr>
          <a:xfrm>
            <a:off x="11534240" y="6992"/>
            <a:ext cx="627381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Discussion Time</a:t>
            </a:r>
            <a:endParaRPr/>
          </a:p>
        </p:txBody>
      </p:sp>
      <p:sp>
        <p:nvSpPr>
          <p:cNvPr id="4304" name="Google Shape;4304;p77"/>
          <p:cNvSpPr txBox="1"/>
          <p:nvPr/>
        </p:nvSpPr>
        <p:spPr>
          <a:xfrm>
            <a:off x="290763" y="278232"/>
            <a:ext cx="6462997" cy="504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4"/>
              <a:buFont typeface="Poppins"/>
              <a:buNone/>
            </a:pPr>
            <a:r>
              <a:rPr b="1" i="0" lang="en" sz="360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 of hexadecimal system</a:t>
            </a:r>
            <a:endParaRPr/>
          </a:p>
        </p:txBody>
      </p:sp>
      <p:sp>
        <p:nvSpPr>
          <p:cNvPr id="4305" name="Google Shape;4305;p77"/>
          <p:cNvSpPr txBox="1"/>
          <p:nvPr/>
        </p:nvSpPr>
        <p:spPr>
          <a:xfrm>
            <a:off x="3005059" y="2097352"/>
            <a:ext cx="2114177" cy="7939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84"/>
              <a:buFont typeface="Open Sans ExtraBold"/>
              <a:buNone/>
            </a:pPr>
            <a:r>
              <a:rPr b="1" i="0" lang="en" sz="4584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 </a:t>
            </a:r>
            <a:endParaRPr/>
          </a:p>
        </p:txBody>
      </p:sp>
      <p:sp>
        <p:nvSpPr>
          <p:cNvPr id="4306" name="Google Shape;4306;p77"/>
          <p:cNvSpPr txBox="1"/>
          <p:nvPr/>
        </p:nvSpPr>
        <p:spPr>
          <a:xfrm>
            <a:off x="12055272" y="2097352"/>
            <a:ext cx="4294137" cy="7939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84"/>
              <a:buFont typeface="Open Sans ExtraBold"/>
              <a:buNone/>
            </a:pPr>
            <a:r>
              <a:rPr b="1" i="0" lang="en" sz="4584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Hexadecimal</a:t>
            </a:r>
            <a:endParaRPr/>
          </a:p>
        </p:txBody>
      </p:sp>
      <p:sp>
        <p:nvSpPr>
          <p:cNvPr id="4307" name="Google Shape;4307;p77"/>
          <p:cNvSpPr txBox="1"/>
          <p:nvPr/>
        </p:nvSpPr>
        <p:spPr>
          <a:xfrm>
            <a:off x="1281836" y="3192927"/>
            <a:ext cx="5560621" cy="20590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89"/>
              <a:buFont typeface="Open Sans ExtraBold"/>
              <a:buNone/>
            </a:pPr>
            <a:r>
              <a:rPr b="1" i="0" lang="en" sz="5889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110101111110100111001</a:t>
            </a:r>
            <a:endParaRPr/>
          </a:p>
        </p:txBody>
      </p:sp>
      <p:sp>
        <p:nvSpPr>
          <p:cNvPr id="4308" name="Google Shape;4308;p77"/>
          <p:cNvSpPr txBox="1"/>
          <p:nvPr/>
        </p:nvSpPr>
        <p:spPr>
          <a:xfrm>
            <a:off x="11861458" y="3145302"/>
            <a:ext cx="4294138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1AFD39</a:t>
            </a:r>
            <a:endParaRPr/>
          </a:p>
        </p:txBody>
      </p:sp>
      <p:sp>
        <p:nvSpPr>
          <p:cNvPr id="4309" name="Google Shape;4309;p77"/>
          <p:cNvSpPr txBox="1"/>
          <p:nvPr/>
        </p:nvSpPr>
        <p:spPr>
          <a:xfrm>
            <a:off x="2394911" y="6318748"/>
            <a:ext cx="13870565" cy="8986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71"/>
              <a:buFont typeface="Open Sans ExtraBold"/>
              <a:buNone/>
            </a:pPr>
            <a:r>
              <a:rPr b="1" i="0" lang="en" sz="5271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Why is Hexadecimal used?</a:t>
            </a:r>
            <a:endParaRPr/>
          </a:p>
        </p:txBody>
      </p:sp>
      <p:sp>
        <p:nvSpPr>
          <p:cNvPr id="4310" name="Google Shape;4310;p77"/>
          <p:cNvSpPr txBox="1"/>
          <p:nvPr/>
        </p:nvSpPr>
        <p:spPr>
          <a:xfrm>
            <a:off x="2394911" y="7141157"/>
            <a:ext cx="13870565" cy="2903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0"/>
              </a:lnSpc>
              <a:spcBef>
                <a:spcPts val="0"/>
              </a:spcBef>
              <a:spcAft>
                <a:spcPts val="0"/>
              </a:spcAft>
              <a:buClr>
                <a:srgbClr val="5E17EB"/>
              </a:buClr>
              <a:buSzPts val="4171"/>
              <a:buFont typeface="Open Sans ExtraBold"/>
              <a:buNone/>
            </a:pPr>
            <a:r>
              <a:rPr b="1" i="0" lang="en" sz="4171" u="sng" cap="none" strike="noStrike">
                <a:solidFill>
                  <a:srgbClr val="5E17EB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Answer: </a:t>
            </a:r>
            <a:endParaRPr/>
          </a:p>
          <a:p>
            <a:pPr indent="-450304" lvl="1" marL="900607" marR="0" rtl="0" algn="just">
              <a:lnSpc>
                <a:spcPct val="139990"/>
              </a:lnSpc>
              <a:spcBef>
                <a:spcPts val="0"/>
              </a:spcBef>
              <a:spcAft>
                <a:spcPts val="0"/>
              </a:spcAft>
              <a:buClr>
                <a:srgbClr val="5E17EB"/>
              </a:buClr>
              <a:buSzPts val="4171"/>
              <a:buFont typeface="Arial"/>
              <a:buChar char="•"/>
            </a:pPr>
            <a:r>
              <a:rPr b="1" i="0" lang="en" sz="4171" u="none" cap="none" strike="noStrike">
                <a:solidFill>
                  <a:srgbClr val="5E17EB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Easier to read/write</a:t>
            </a:r>
            <a:endParaRPr/>
          </a:p>
          <a:p>
            <a:pPr indent="-450304" lvl="1" marL="900607" marR="0" rtl="0" algn="just">
              <a:lnSpc>
                <a:spcPct val="139990"/>
              </a:lnSpc>
              <a:spcBef>
                <a:spcPts val="0"/>
              </a:spcBef>
              <a:spcAft>
                <a:spcPts val="0"/>
              </a:spcAft>
              <a:buClr>
                <a:srgbClr val="5E17EB"/>
              </a:buClr>
              <a:buSzPts val="4171"/>
              <a:buFont typeface="Arial"/>
              <a:buChar char="•"/>
            </a:pPr>
            <a:r>
              <a:rPr b="1" i="0" lang="en" sz="4171" u="none" cap="none" strike="noStrike">
                <a:solidFill>
                  <a:srgbClr val="5E17EB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Use fewer characters</a:t>
            </a:r>
            <a:endParaRPr/>
          </a:p>
          <a:p>
            <a:pPr indent="-450304" lvl="1" marL="900607" marR="0" rtl="0" algn="just">
              <a:lnSpc>
                <a:spcPct val="139990"/>
              </a:lnSpc>
              <a:spcBef>
                <a:spcPts val="0"/>
              </a:spcBef>
              <a:spcAft>
                <a:spcPts val="0"/>
              </a:spcAft>
              <a:buClr>
                <a:srgbClr val="5E17EB"/>
              </a:buClr>
              <a:buSzPts val="4171"/>
              <a:buFont typeface="Arial"/>
              <a:buChar char="•"/>
            </a:pPr>
            <a:r>
              <a:rPr b="1" i="0" lang="en" sz="4171" u="none" cap="none" strike="noStrike">
                <a:solidFill>
                  <a:srgbClr val="5E17EB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Less likely to make mistakes.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314" name="Shape 4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5" name="Google Shape;4315;p78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6" name="Google Shape;4316;p78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7" name="Google Shape;4317;p78"/>
          <p:cNvSpPr txBox="1"/>
          <p:nvPr/>
        </p:nvSpPr>
        <p:spPr>
          <a:xfrm>
            <a:off x="12573000" y="6992"/>
            <a:ext cx="44578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318" name="Google Shape;4318;p78"/>
          <p:cNvSpPr txBox="1"/>
          <p:nvPr/>
        </p:nvSpPr>
        <p:spPr>
          <a:xfrm>
            <a:off x="290763" y="278232"/>
            <a:ext cx="6462997" cy="504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4"/>
              <a:buFont typeface="Poppins"/>
              <a:buNone/>
            </a:pPr>
            <a:r>
              <a:rPr b="1" i="0" lang="en" sz="360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 of hexadecimal system</a:t>
            </a:r>
            <a:endParaRPr/>
          </a:p>
        </p:txBody>
      </p:sp>
      <p:sp>
        <p:nvSpPr>
          <p:cNvPr id="4319" name="Google Shape;4319;p78"/>
          <p:cNvSpPr txBox="1"/>
          <p:nvPr/>
        </p:nvSpPr>
        <p:spPr>
          <a:xfrm>
            <a:off x="582709" y="1719194"/>
            <a:ext cx="16676591" cy="29619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608572" lvl="1" marL="1217143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37"/>
              <a:buFont typeface="Poppins Light"/>
              <a:buAutoNum type="arabicPeriod"/>
            </a:pPr>
            <a:r>
              <a:rPr b="0" i="0" lang="en" sz="5637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One hex digit represents four binary digits.</a:t>
            </a:r>
            <a:endParaRPr/>
          </a:p>
          <a:p>
            <a:pPr indent="-608570" lvl="1" marL="1217140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37"/>
              <a:buFont typeface="Poppins Light"/>
              <a:buAutoNum type="arabicPeriod"/>
            </a:pPr>
            <a:r>
              <a:rPr b="0" i="0" lang="en" sz="5637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 hex number is far easier for humans to remember, copy and work with.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323" name="Shape 4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4" name="Google Shape;4324;p79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5" name="Google Shape;4325;p79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6" name="Google Shape;4326;p79"/>
          <p:cNvSpPr txBox="1"/>
          <p:nvPr/>
        </p:nvSpPr>
        <p:spPr>
          <a:xfrm>
            <a:off x="12344400" y="6992"/>
            <a:ext cx="46864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327" name="Google Shape;4327;p79"/>
          <p:cNvSpPr txBox="1"/>
          <p:nvPr/>
        </p:nvSpPr>
        <p:spPr>
          <a:xfrm>
            <a:off x="582709" y="255566"/>
            <a:ext cx="4869039" cy="5498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5"/>
              <a:buFont typeface="Poppins"/>
              <a:buNone/>
            </a:pPr>
            <a:r>
              <a:rPr b="1" i="0" lang="en" sz="390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1: Error Code</a:t>
            </a:r>
            <a:endParaRPr/>
          </a:p>
        </p:txBody>
      </p:sp>
      <p:sp>
        <p:nvSpPr>
          <p:cNvPr id="4328" name="Google Shape;4328;p79"/>
          <p:cNvSpPr txBox="1"/>
          <p:nvPr/>
        </p:nvSpPr>
        <p:spPr>
          <a:xfrm>
            <a:off x="582709" y="1719194"/>
            <a:ext cx="16676591" cy="69624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608572" lvl="1" marL="1217143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37"/>
              <a:buFont typeface="Poppins Light"/>
              <a:buAutoNum type="arabicPeriod"/>
            </a:pPr>
            <a:r>
              <a:rPr b="0" i="0" lang="en" sz="5637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Error codes are often shown as </a:t>
            </a:r>
            <a:r>
              <a:rPr b="1" i="0" lang="en" sz="5637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hexadecimal values</a:t>
            </a:r>
            <a:r>
              <a:rPr b="0" i="0" lang="en" sz="5637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.</a:t>
            </a:r>
            <a:endParaRPr/>
          </a:p>
          <a:p>
            <a:pPr indent="-608572" lvl="1" marL="1217143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37"/>
              <a:buFont typeface="Poppins Light"/>
              <a:buAutoNum type="arabicPeriod"/>
            </a:pPr>
            <a:r>
              <a:rPr b="0" i="0" lang="en" sz="5637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These numbers refer to the </a:t>
            </a:r>
            <a:r>
              <a:rPr b="1" i="0" lang="en" sz="5637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memory location</a:t>
            </a:r>
            <a:r>
              <a:rPr b="0" i="0" lang="en" sz="5637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 of the error.</a:t>
            </a:r>
            <a:endParaRPr/>
          </a:p>
          <a:p>
            <a:pPr indent="-608572" lvl="1" marL="1217143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37"/>
              <a:buFont typeface="Poppins Light"/>
              <a:buAutoNum type="arabicPeriod"/>
            </a:pPr>
            <a:r>
              <a:rPr b="0" i="0" lang="en" sz="5637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They are generated by the computer.</a:t>
            </a:r>
            <a:endParaRPr/>
          </a:p>
          <a:p>
            <a:pPr indent="-608572" lvl="1" marL="1217143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37"/>
              <a:buFont typeface="Poppins Light"/>
              <a:buAutoNum type="arabicPeriod"/>
            </a:pPr>
            <a:r>
              <a:rPr b="0" i="0" lang="en" sz="5637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 programmer needs to know how to interpret the hexadecimal error codes.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332" name="Shape 4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3" name="Google Shape;4333;p80"/>
          <p:cNvSpPr/>
          <p:nvPr/>
        </p:nvSpPr>
        <p:spPr>
          <a:xfrm>
            <a:off x="1123379" y="1809473"/>
            <a:ext cx="15907500" cy="7576169"/>
          </a:xfrm>
          <a:custGeom>
            <a:rect b="b" l="l" r="r" t="t"/>
            <a:pathLst>
              <a:path extrusionOk="0" h="7576169" w="15907500">
                <a:moveTo>
                  <a:pt x="0" y="0"/>
                </a:moveTo>
                <a:lnTo>
                  <a:pt x="15907500" y="0"/>
                </a:lnTo>
                <a:lnTo>
                  <a:pt x="15907500" y="7576169"/>
                </a:lnTo>
                <a:lnTo>
                  <a:pt x="0" y="757616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0371" l="0" r="0" t="-20371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4" name="Google Shape;4334;p80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5" name="Google Shape;4335;p80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6" name="Google Shape;4336;p80"/>
          <p:cNvSpPr txBox="1"/>
          <p:nvPr/>
        </p:nvSpPr>
        <p:spPr>
          <a:xfrm>
            <a:off x="12420600" y="6992"/>
            <a:ext cx="46102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337" name="Google Shape;4337;p80"/>
          <p:cNvSpPr txBox="1"/>
          <p:nvPr/>
        </p:nvSpPr>
        <p:spPr>
          <a:xfrm>
            <a:off x="582709" y="255566"/>
            <a:ext cx="4869039" cy="5498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5"/>
              <a:buFont typeface="Poppins"/>
              <a:buNone/>
            </a:pPr>
            <a:r>
              <a:rPr b="1" i="0" lang="en" sz="390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1: Error Code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341" name="Shape 4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2" name="Google Shape;4342;p81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3" name="Google Shape;4343;p81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4" name="Google Shape;4344;p81"/>
          <p:cNvSpPr txBox="1"/>
          <p:nvPr/>
        </p:nvSpPr>
        <p:spPr>
          <a:xfrm>
            <a:off x="12649200" y="6992"/>
            <a:ext cx="43816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345" name="Google Shape;4345;p81"/>
          <p:cNvSpPr txBox="1"/>
          <p:nvPr/>
        </p:nvSpPr>
        <p:spPr>
          <a:xfrm>
            <a:off x="350233" y="255566"/>
            <a:ext cx="5646606" cy="5498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5"/>
              <a:buFont typeface="Poppins"/>
              <a:buNone/>
            </a:pPr>
            <a:r>
              <a:rPr b="1" i="0" lang="en" sz="390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2: MAC address</a:t>
            </a:r>
            <a:endParaRPr/>
          </a:p>
        </p:txBody>
      </p:sp>
      <p:sp>
        <p:nvSpPr>
          <p:cNvPr id="4346" name="Google Shape;4346;p81"/>
          <p:cNvSpPr txBox="1"/>
          <p:nvPr/>
        </p:nvSpPr>
        <p:spPr>
          <a:xfrm>
            <a:off x="811130" y="1779030"/>
            <a:ext cx="16448170" cy="44266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5863" lvl="1" marL="911727" marR="0" rtl="0" algn="l">
              <a:lnSpc>
                <a:spcPct val="1400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22"/>
              <a:buFont typeface="Poppins Light"/>
              <a:buAutoNum type="arabicPeriod"/>
            </a:pPr>
            <a:r>
              <a:rPr b="0" i="0" lang="en" sz="4222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 Media Access Control (MAC) address is a </a:t>
            </a:r>
            <a:r>
              <a:rPr b="1" i="0" lang="en" sz="4222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unique identifier</a:t>
            </a:r>
            <a:r>
              <a:rPr b="0" i="0" lang="en" sz="4222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 assigned to a device on a network. </a:t>
            </a:r>
            <a:endParaRPr/>
          </a:p>
          <a:p>
            <a:pPr indent="-455863" lvl="1" marL="911727" marR="0" rtl="0" algn="l">
              <a:lnSpc>
                <a:spcPct val="1400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22"/>
              <a:buFont typeface="Poppins Light"/>
              <a:buAutoNum type="arabicPeriod"/>
            </a:pPr>
            <a:r>
              <a:rPr b="0" i="0" lang="en" sz="4222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It is linked to the </a:t>
            </a:r>
            <a:r>
              <a:rPr b="1" i="0" lang="en" sz="4222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network interface card (NIC)</a:t>
            </a:r>
            <a:r>
              <a:rPr b="0" i="0" lang="en" sz="4222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 within the device. </a:t>
            </a:r>
            <a:endParaRPr/>
          </a:p>
          <a:p>
            <a:pPr indent="-455863" lvl="1" marL="911727" marR="0" rtl="0" algn="l">
              <a:lnSpc>
                <a:spcPct val="1400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22"/>
              <a:buFont typeface="Poppins Light"/>
              <a:buAutoNum type="arabicPeriod"/>
            </a:pPr>
            <a:r>
              <a:rPr b="0" i="0" lang="en" sz="4222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 MAC address is seldom altered, allowing the device to be consistently recognized regardless of its location.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350" name="Shape 4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1" name="Google Shape;4351;p82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2" name="Google Shape;4352;p82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3" name="Google Shape;4353;p82"/>
          <p:cNvSpPr/>
          <p:nvPr/>
        </p:nvSpPr>
        <p:spPr>
          <a:xfrm>
            <a:off x="816122" y="4193947"/>
            <a:ext cx="3808531" cy="2732621"/>
          </a:xfrm>
          <a:custGeom>
            <a:rect b="b" l="l" r="r" t="t"/>
            <a:pathLst>
              <a:path extrusionOk="0" h="2732621" w="3808531">
                <a:moveTo>
                  <a:pt x="0" y="0"/>
                </a:moveTo>
                <a:lnTo>
                  <a:pt x="3808531" y="0"/>
                </a:lnTo>
                <a:lnTo>
                  <a:pt x="3808531" y="2732622"/>
                </a:lnTo>
                <a:lnTo>
                  <a:pt x="0" y="27326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4" name="Google Shape;4354;p82"/>
          <p:cNvSpPr/>
          <p:nvPr/>
        </p:nvSpPr>
        <p:spPr>
          <a:xfrm rot="1037111">
            <a:off x="1130708" y="6935365"/>
            <a:ext cx="3055551" cy="2581940"/>
          </a:xfrm>
          <a:custGeom>
            <a:rect b="b" l="l" r="r" t="t"/>
            <a:pathLst>
              <a:path extrusionOk="0" h="2581940" w="3055551">
                <a:moveTo>
                  <a:pt x="0" y="0"/>
                </a:moveTo>
                <a:lnTo>
                  <a:pt x="3055550" y="0"/>
                </a:lnTo>
                <a:lnTo>
                  <a:pt x="3055550" y="2581941"/>
                </a:lnTo>
                <a:lnTo>
                  <a:pt x="0" y="25819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5" name="Google Shape;4355;p82"/>
          <p:cNvSpPr txBox="1"/>
          <p:nvPr/>
        </p:nvSpPr>
        <p:spPr>
          <a:xfrm>
            <a:off x="12420600" y="6992"/>
            <a:ext cx="46102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356" name="Google Shape;4356;p82"/>
          <p:cNvSpPr txBox="1"/>
          <p:nvPr/>
        </p:nvSpPr>
        <p:spPr>
          <a:xfrm>
            <a:off x="350233" y="255566"/>
            <a:ext cx="5646606" cy="5498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5"/>
              <a:buFont typeface="Poppins"/>
              <a:buNone/>
            </a:pPr>
            <a:r>
              <a:rPr b="1" i="0" lang="en" sz="390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2: MAC address</a:t>
            </a:r>
            <a:endParaRPr/>
          </a:p>
        </p:txBody>
      </p:sp>
      <p:sp>
        <p:nvSpPr>
          <p:cNvPr id="4357" name="Google Shape;4357;p82"/>
          <p:cNvSpPr txBox="1"/>
          <p:nvPr/>
        </p:nvSpPr>
        <p:spPr>
          <a:xfrm>
            <a:off x="10739550" y="2633323"/>
            <a:ext cx="7548450" cy="87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6"/>
              <a:buFont typeface="Open Sans ExtraBold"/>
              <a:buNone/>
            </a:pPr>
            <a:r>
              <a:rPr b="1" i="0" lang="en" sz="5076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00_1C_B3_4F_25_FE</a:t>
            </a:r>
            <a:endParaRPr/>
          </a:p>
        </p:txBody>
      </p:sp>
      <p:sp>
        <p:nvSpPr>
          <p:cNvPr id="4358" name="Google Shape;4358;p82"/>
          <p:cNvSpPr txBox="1"/>
          <p:nvPr/>
        </p:nvSpPr>
        <p:spPr>
          <a:xfrm>
            <a:off x="10739550" y="6434949"/>
            <a:ext cx="7548450" cy="87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6"/>
              <a:buFont typeface="Open Sans ExtraBold"/>
              <a:buNone/>
            </a:pPr>
            <a:r>
              <a:rPr b="1" i="0" lang="en" sz="5076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00_1C_C3_4F_23_AE</a:t>
            </a:r>
            <a:endParaRPr/>
          </a:p>
        </p:txBody>
      </p:sp>
      <p:sp>
        <p:nvSpPr>
          <p:cNvPr id="4359" name="Google Shape;4359;p82"/>
          <p:cNvSpPr/>
          <p:nvPr/>
        </p:nvSpPr>
        <p:spPr>
          <a:xfrm>
            <a:off x="7446499" y="1758633"/>
            <a:ext cx="3808531" cy="2732621"/>
          </a:xfrm>
          <a:custGeom>
            <a:rect b="b" l="l" r="r" t="t"/>
            <a:pathLst>
              <a:path extrusionOk="0" h="2732621" w="3808531">
                <a:moveTo>
                  <a:pt x="0" y="0"/>
                </a:moveTo>
                <a:lnTo>
                  <a:pt x="3808531" y="0"/>
                </a:lnTo>
                <a:lnTo>
                  <a:pt x="3808531" y="2732621"/>
                </a:lnTo>
                <a:lnTo>
                  <a:pt x="0" y="27326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0" name="Google Shape;4360;p82"/>
          <p:cNvSpPr/>
          <p:nvPr/>
        </p:nvSpPr>
        <p:spPr>
          <a:xfrm>
            <a:off x="7446499" y="5947103"/>
            <a:ext cx="3808531" cy="2732621"/>
          </a:xfrm>
          <a:custGeom>
            <a:rect b="b" l="l" r="r" t="t"/>
            <a:pathLst>
              <a:path extrusionOk="0" h="2732621" w="3808531">
                <a:moveTo>
                  <a:pt x="0" y="0"/>
                </a:moveTo>
                <a:lnTo>
                  <a:pt x="3808531" y="0"/>
                </a:lnTo>
                <a:lnTo>
                  <a:pt x="3808531" y="2732621"/>
                </a:lnTo>
                <a:lnTo>
                  <a:pt x="0" y="27326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364" name="Shape 4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5" name="Google Shape;4365;p83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6" name="Google Shape;4366;p83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7" name="Google Shape;4367;p83"/>
          <p:cNvSpPr txBox="1"/>
          <p:nvPr/>
        </p:nvSpPr>
        <p:spPr>
          <a:xfrm>
            <a:off x="12649200" y="6992"/>
            <a:ext cx="43816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368" name="Google Shape;4368;p83"/>
          <p:cNvSpPr txBox="1"/>
          <p:nvPr/>
        </p:nvSpPr>
        <p:spPr>
          <a:xfrm>
            <a:off x="350233" y="255566"/>
            <a:ext cx="5646606" cy="5498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5"/>
              <a:buFont typeface="Poppins"/>
              <a:buNone/>
            </a:pPr>
            <a:r>
              <a:rPr b="1" i="0" lang="en" sz="390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2: MAC address</a:t>
            </a:r>
            <a:endParaRPr/>
          </a:p>
        </p:txBody>
      </p:sp>
      <p:sp>
        <p:nvSpPr>
          <p:cNvPr id="4369" name="Google Shape;4369;p83"/>
          <p:cNvSpPr txBox="1"/>
          <p:nvPr/>
        </p:nvSpPr>
        <p:spPr>
          <a:xfrm>
            <a:off x="9267228" y="3929462"/>
            <a:ext cx="7548450" cy="87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6"/>
              <a:buFont typeface="Open Sans ExtraBold"/>
              <a:buNone/>
            </a:pPr>
            <a:r>
              <a:rPr b="1" i="0" lang="en" sz="5076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00-1C-B3-4F-25-FE</a:t>
            </a:r>
            <a:endParaRPr/>
          </a:p>
        </p:txBody>
      </p:sp>
      <p:sp>
        <p:nvSpPr>
          <p:cNvPr id="4370" name="Google Shape;4370;p83"/>
          <p:cNvSpPr txBox="1"/>
          <p:nvPr/>
        </p:nvSpPr>
        <p:spPr>
          <a:xfrm>
            <a:off x="4733606" y="2440098"/>
            <a:ext cx="7548450" cy="87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6"/>
              <a:buFont typeface="Open Sans ExtraBold"/>
              <a:buNone/>
            </a:pPr>
            <a:r>
              <a:rPr b="1" i="0" lang="en" sz="5076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NN-NN-NN-DD-DD-DD</a:t>
            </a:r>
            <a:endParaRPr/>
          </a:p>
        </p:txBody>
      </p:sp>
      <p:sp>
        <p:nvSpPr>
          <p:cNvPr id="4371" name="Google Shape;4371;p83"/>
          <p:cNvSpPr txBox="1"/>
          <p:nvPr/>
        </p:nvSpPr>
        <p:spPr>
          <a:xfrm>
            <a:off x="9267228" y="7840085"/>
            <a:ext cx="7548450" cy="87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6"/>
              <a:buFont typeface="Open Sans ExtraBold"/>
              <a:buNone/>
            </a:pPr>
            <a:r>
              <a:rPr b="1" i="0" lang="en" sz="5076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00:1C:B3:4F:25:FE</a:t>
            </a:r>
            <a:endParaRPr/>
          </a:p>
        </p:txBody>
      </p:sp>
      <p:sp>
        <p:nvSpPr>
          <p:cNvPr id="4372" name="Google Shape;4372;p83"/>
          <p:cNvSpPr txBox="1"/>
          <p:nvPr/>
        </p:nvSpPr>
        <p:spPr>
          <a:xfrm>
            <a:off x="4733606" y="6350721"/>
            <a:ext cx="7548450" cy="87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6"/>
              <a:buFont typeface="Open Sans ExtraBold"/>
              <a:buNone/>
            </a:pPr>
            <a:r>
              <a:rPr b="1" i="0" lang="en" sz="5076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NN:NN:NN:DD:DD:DD</a:t>
            </a:r>
            <a:endParaRPr/>
          </a:p>
        </p:txBody>
      </p:sp>
      <p:sp>
        <p:nvSpPr>
          <p:cNvPr id="4373" name="Google Shape;4373;p83"/>
          <p:cNvSpPr txBox="1"/>
          <p:nvPr/>
        </p:nvSpPr>
        <p:spPr>
          <a:xfrm>
            <a:off x="600326" y="1204058"/>
            <a:ext cx="2542620" cy="988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64AAED"/>
              </a:buClr>
              <a:buSzPts val="5734"/>
              <a:buFont typeface="Open Sans ExtraBold"/>
              <a:buNone/>
            </a:pPr>
            <a:r>
              <a:rPr b="1" i="0" lang="en" sz="5734" u="none" cap="none" strike="noStrike">
                <a:solidFill>
                  <a:srgbClr val="64AAED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Form 1</a:t>
            </a:r>
            <a:endParaRPr/>
          </a:p>
        </p:txBody>
      </p:sp>
      <p:sp>
        <p:nvSpPr>
          <p:cNvPr id="4374" name="Google Shape;4374;p83"/>
          <p:cNvSpPr txBox="1"/>
          <p:nvPr/>
        </p:nvSpPr>
        <p:spPr>
          <a:xfrm>
            <a:off x="600326" y="5318858"/>
            <a:ext cx="2542620" cy="9882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64AAED"/>
              </a:buClr>
              <a:buSzPts val="5734"/>
              <a:buFont typeface="Open Sans ExtraBold"/>
              <a:buNone/>
            </a:pPr>
            <a:r>
              <a:rPr b="1" i="0" lang="en" sz="5734" u="none" cap="none" strike="noStrike">
                <a:solidFill>
                  <a:srgbClr val="64AAED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Form 2</a:t>
            </a:r>
            <a:endParaRPr/>
          </a:p>
        </p:txBody>
      </p:sp>
      <p:sp>
        <p:nvSpPr>
          <p:cNvPr id="4375" name="Google Shape;4375;p83"/>
          <p:cNvSpPr/>
          <p:nvPr/>
        </p:nvSpPr>
        <p:spPr>
          <a:xfrm>
            <a:off x="600326" y="2410879"/>
            <a:ext cx="3808531" cy="2732621"/>
          </a:xfrm>
          <a:custGeom>
            <a:rect b="b" l="l" r="r" t="t"/>
            <a:pathLst>
              <a:path extrusionOk="0" h="2732621" w="3808531">
                <a:moveTo>
                  <a:pt x="0" y="0"/>
                </a:moveTo>
                <a:lnTo>
                  <a:pt x="3808531" y="0"/>
                </a:lnTo>
                <a:lnTo>
                  <a:pt x="3808531" y="2732621"/>
                </a:lnTo>
                <a:lnTo>
                  <a:pt x="0" y="27326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6" name="Google Shape;4376;p83"/>
          <p:cNvSpPr/>
          <p:nvPr/>
        </p:nvSpPr>
        <p:spPr>
          <a:xfrm>
            <a:off x="925074" y="6578549"/>
            <a:ext cx="3808531" cy="2732621"/>
          </a:xfrm>
          <a:custGeom>
            <a:rect b="b" l="l" r="r" t="t"/>
            <a:pathLst>
              <a:path extrusionOk="0" h="2732621" w="3808531">
                <a:moveTo>
                  <a:pt x="0" y="0"/>
                </a:moveTo>
                <a:lnTo>
                  <a:pt x="3808532" y="0"/>
                </a:lnTo>
                <a:lnTo>
                  <a:pt x="3808532" y="2732622"/>
                </a:lnTo>
                <a:lnTo>
                  <a:pt x="0" y="27326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380" name="Shape 4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1" name="Google Shape;4381;p84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2" name="Google Shape;4382;p84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3" name="Google Shape;4383;p84"/>
          <p:cNvSpPr/>
          <p:nvPr/>
        </p:nvSpPr>
        <p:spPr>
          <a:xfrm rot="7208445">
            <a:off x="4889205" y="4177105"/>
            <a:ext cx="3097884" cy="1413410"/>
          </a:xfrm>
          <a:custGeom>
            <a:rect b="b" l="l" r="r" t="t"/>
            <a:pathLst>
              <a:path extrusionOk="0" h="1413410" w="3097884">
                <a:moveTo>
                  <a:pt x="0" y="0"/>
                </a:moveTo>
                <a:lnTo>
                  <a:pt x="3097884" y="0"/>
                </a:lnTo>
                <a:lnTo>
                  <a:pt x="3097884" y="1413410"/>
                </a:lnTo>
                <a:lnTo>
                  <a:pt x="0" y="14134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4" name="Google Shape;4384;p84"/>
          <p:cNvSpPr txBox="1"/>
          <p:nvPr/>
        </p:nvSpPr>
        <p:spPr>
          <a:xfrm>
            <a:off x="12791360" y="6992"/>
            <a:ext cx="458223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385" name="Google Shape;4385;p84"/>
          <p:cNvSpPr txBox="1"/>
          <p:nvPr/>
        </p:nvSpPr>
        <p:spPr>
          <a:xfrm>
            <a:off x="350233" y="255566"/>
            <a:ext cx="5646606" cy="5498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5"/>
              <a:buFont typeface="Poppins"/>
              <a:buNone/>
            </a:pPr>
            <a:r>
              <a:rPr b="1" i="0" lang="en" sz="390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2: MAC address</a:t>
            </a:r>
            <a:endParaRPr/>
          </a:p>
        </p:txBody>
      </p:sp>
      <p:sp>
        <p:nvSpPr>
          <p:cNvPr id="4386" name="Google Shape;4386;p84"/>
          <p:cNvSpPr txBox="1"/>
          <p:nvPr/>
        </p:nvSpPr>
        <p:spPr>
          <a:xfrm>
            <a:off x="5049229" y="2440098"/>
            <a:ext cx="4674543" cy="8784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6"/>
              <a:buFont typeface="Open Sans ExtraBold"/>
              <a:buNone/>
            </a:pPr>
            <a:r>
              <a:rPr b="1" i="0" lang="en" sz="5076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00-1C-B3</a:t>
            </a:r>
            <a:endParaRPr/>
          </a:p>
        </p:txBody>
      </p:sp>
      <p:sp>
        <p:nvSpPr>
          <p:cNvPr id="4387" name="Google Shape;4387;p84"/>
          <p:cNvSpPr txBox="1"/>
          <p:nvPr/>
        </p:nvSpPr>
        <p:spPr>
          <a:xfrm>
            <a:off x="10005124" y="2447386"/>
            <a:ext cx="3648875" cy="8711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6"/>
              <a:buFont typeface="Open Sans ExtraBold"/>
              <a:buNone/>
            </a:pPr>
            <a:r>
              <a:rPr b="1" i="0" lang="en" sz="5076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4F-25-FE</a:t>
            </a:r>
            <a:endParaRPr/>
          </a:p>
        </p:txBody>
      </p:sp>
      <p:sp>
        <p:nvSpPr>
          <p:cNvPr id="4388" name="Google Shape;4388;p84"/>
          <p:cNvSpPr txBox="1"/>
          <p:nvPr/>
        </p:nvSpPr>
        <p:spPr>
          <a:xfrm>
            <a:off x="2157046" y="6492456"/>
            <a:ext cx="6753760" cy="16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23"/>
              <a:buFont typeface="Open Sans ExtraBold"/>
              <a:buNone/>
            </a:pPr>
            <a:r>
              <a:rPr b="1" i="0" lang="en" sz="4823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Identity number of the manufacturer</a:t>
            </a:r>
            <a:endParaRPr/>
          </a:p>
        </p:txBody>
      </p:sp>
      <p:sp>
        <p:nvSpPr>
          <p:cNvPr id="4389" name="Google Shape;4389;p84"/>
          <p:cNvSpPr txBox="1"/>
          <p:nvPr/>
        </p:nvSpPr>
        <p:spPr>
          <a:xfrm>
            <a:off x="10277119" y="6492456"/>
            <a:ext cx="6753760" cy="16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23"/>
              <a:buFont typeface="Open Sans ExtraBold"/>
              <a:buNone/>
            </a:pPr>
            <a:r>
              <a:rPr b="1" i="0" lang="en" sz="4823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Identity number of the manufacturer</a:t>
            </a:r>
            <a:endParaRPr/>
          </a:p>
        </p:txBody>
      </p:sp>
      <p:sp>
        <p:nvSpPr>
          <p:cNvPr id="4390" name="Google Shape;4390;p84"/>
          <p:cNvSpPr/>
          <p:nvPr/>
        </p:nvSpPr>
        <p:spPr>
          <a:xfrm rot="3248824">
            <a:off x="10625031" y="4202102"/>
            <a:ext cx="3097884" cy="1413410"/>
          </a:xfrm>
          <a:custGeom>
            <a:rect b="b" l="l" r="r" t="t"/>
            <a:pathLst>
              <a:path extrusionOk="0" h="1413410" w="3097884">
                <a:moveTo>
                  <a:pt x="0" y="0"/>
                </a:moveTo>
                <a:lnTo>
                  <a:pt x="3097884" y="0"/>
                </a:lnTo>
                <a:lnTo>
                  <a:pt x="3097884" y="1413409"/>
                </a:lnTo>
                <a:lnTo>
                  <a:pt x="0" y="14134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1" name="Google Shape;4391;p84"/>
          <p:cNvSpPr txBox="1"/>
          <p:nvPr/>
        </p:nvSpPr>
        <p:spPr>
          <a:xfrm>
            <a:off x="-861754" y="8972794"/>
            <a:ext cx="12791361" cy="17233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61"/>
              <a:buFont typeface="Open Sans ExtraBold"/>
              <a:buNone/>
            </a:pPr>
            <a:r>
              <a:rPr b="1" i="0" lang="en" sz="3261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 – 14 – 22 which identifies devices made by Dell</a:t>
            </a:r>
            <a:endParaRPr/>
          </a:p>
          <a:p>
            <a:pPr indent="0" lvl="0" marL="0" marR="0" rtl="0" algn="ctr">
              <a:lnSpc>
                <a:spcPct val="13998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61"/>
              <a:buFont typeface="Open Sans ExtraBold"/>
              <a:buNone/>
            </a:pPr>
            <a:r>
              <a:rPr b="1" i="0" lang="en" sz="3261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 – a0 – c9 which identifies devices made by Intel </a:t>
            </a:r>
            <a:endParaRPr/>
          </a:p>
          <a:p>
            <a:pPr indent="0" lvl="0" marL="0" marR="0" rtl="0" algn="ctr">
              <a:lnSpc>
                <a:spcPct val="139987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61"/>
              <a:buFont typeface="Calibri"/>
              <a:buNone/>
            </a:pPr>
            <a:r>
              <a:t/>
            </a:r>
            <a:endParaRPr b="1" i="0" sz="3261" u="none" cap="none" strike="noStrike">
              <a:solidFill>
                <a:srgbClr val="000000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sp>
        <p:nvSpPr>
          <p:cNvPr id="4392" name="Google Shape;4392;p84"/>
          <p:cNvSpPr/>
          <p:nvPr/>
        </p:nvSpPr>
        <p:spPr>
          <a:xfrm>
            <a:off x="600326" y="2410879"/>
            <a:ext cx="3808531" cy="2732621"/>
          </a:xfrm>
          <a:custGeom>
            <a:rect b="b" l="l" r="r" t="t"/>
            <a:pathLst>
              <a:path extrusionOk="0" h="2732621" w="3808531">
                <a:moveTo>
                  <a:pt x="0" y="0"/>
                </a:moveTo>
                <a:lnTo>
                  <a:pt x="3808531" y="0"/>
                </a:lnTo>
                <a:lnTo>
                  <a:pt x="3808531" y="2732621"/>
                </a:lnTo>
                <a:lnTo>
                  <a:pt x="0" y="27326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396" name="Shape 4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7" name="Google Shape;4397;p85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8" name="Google Shape;4398;p85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9" name="Google Shape;4399;p85"/>
          <p:cNvSpPr/>
          <p:nvPr/>
        </p:nvSpPr>
        <p:spPr>
          <a:xfrm>
            <a:off x="2109739" y="3450150"/>
            <a:ext cx="14068522" cy="4327324"/>
          </a:xfrm>
          <a:custGeom>
            <a:rect b="b" l="l" r="r" t="t"/>
            <a:pathLst>
              <a:path extrusionOk="0" h="4327324" w="14068522">
                <a:moveTo>
                  <a:pt x="0" y="0"/>
                </a:moveTo>
                <a:lnTo>
                  <a:pt x="14068522" y="0"/>
                </a:lnTo>
                <a:lnTo>
                  <a:pt x="14068522" y="4327324"/>
                </a:lnTo>
                <a:lnTo>
                  <a:pt x="0" y="43273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-130346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0" name="Google Shape;4400;p85"/>
          <p:cNvSpPr txBox="1"/>
          <p:nvPr/>
        </p:nvSpPr>
        <p:spPr>
          <a:xfrm>
            <a:off x="12649200" y="6992"/>
            <a:ext cx="43816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401" name="Google Shape;4401;p85"/>
          <p:cNvSpPr txBox="1"/>
          <p:nvPr/>
        </p:nvSpPr>
        <p:spPr>
          <a:xfrm>
            <a:off x="350233" y="255566"/>
            <a:ext cx="5646606" cy="5498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05"/>
              <a:buFont typeface="Poppins"/>
              <a:buNone/>
            </a:pPr>
            <a:r>
              <a:rPr b="1" i="0" lang="en" sz="390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2: MAC address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405" name="Shape 4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6" name="Google Shape;4406;p86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7" name="Google Shape;4407;p86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8" name="Google Shape;4408;p86"/>
          <p:cNvSpPr txBox="1"/>
          <p:nvPr/>
        </p:nvSpPr>
        <p:spPr>
          <a:xfrm>
            <a:off x="12344400" y="6992"/>
            <a:ext cx="46864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409" name="Google Shape;4409;p86"/>
          <p:cNvSpPr txBox="1"/>
          <p:nvPr/>
        </p:nvSpPr>
        <p:spPr>
          <a:xfrm>
            <a:off x="1028700" y="28575"/>
            <a:ext cx="5175342" cy="8898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84"/>
              <a:buFont typeface="Poppins"/>
              <a:buNone/>
            </a:pPr>
            <a:r>
              <a:rPr b="1" i="0" lang="en" sz="3184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3: Internet Protocol Addresses</a:t>
            </a:r>
            <a:endParaRPr/>
          </a:p>
        </p:txBody>
      </p:sp>
      <p:sp>
        <p:nvSpPr>
          <p:cNvPr id="4410" name="Google Shape;4410;p86"/>
          <p:cNvSpPr txBox="1"/>
          <p:nvPr/>
        </p:nvSpPr>
        <p:spPr>
          <a:xfrm>
            <a:off x="344706" y="1917290"/>
            <a:ext cx="17282572" cy="76894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73968" lvl="1" marL="94793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90"/>
              <a:buFont typeface="Poppins Light"/>
              <a:buAutoNum type="arabicPeriod"/>
            </a:pPr>
            <a:r>
              <a:rPr b="0" i="0" lang="en" sz="4390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Every device connected to a network is assigned an </a:t>
            </a:r>
            <a:r>
              <a:rPr b="1" i="0" lang="en" sz="4390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Internet Protocol (IP) address.</a:t>
            </a:r>
            <a:r>
              <a:rPr b="0" i="0" lang="en" sz="4390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endParaRPr/>
          </a:p>
          <a:p>
            <a:pPr indent="-473968" lvl="1" marL="94793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90"/>
              <a:buFont typeface="Poppins Light"/>
              <a:buAutoNum type="arabicPeriod"/>
            </a:pPr>
            <a:r>
              <a:rPr b="0" i="0" lang="en" sz="4390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An IPv4 address is a 32-bit number, typically written in </a:t>
            </a:r>
            <a:r>
              <a:rPr b="1" i="0" lang="en" sz="4390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decimal or hexadecimal format</a:t>
            </a:r>
            <a:r>
              <a:rPr b="0" i="0" lang="en" sz="4390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, such as 128.65.152.11 (or 80.41.98.0b in hexadecimal). </a:t>
            </a:r>
            <a:endParaRPr/>
          </a:p>
          <a:p>
            <a:pPr indent="-473968" lvl="1" marL="947936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90"/>
              <a:buFont typeface="Poppins Light"/>
              <a:buAutoNum type="arabicPeriod"/>
            </a:pPr>
            <a:r>
              <a:rPr b="0" i="0" lang="en" sz="4390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Recently, IPv4 has been enhanced with the introduction of </a:t>
            </a:r>
            <a:r>
              <a:rPr b="1" i="0" lang="en" sz="4390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IPv6</a:t>
            </a:r>
            <a:r>
              <a:rPr b="0" i="0" lang="en" sz="4390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, which uses a 128-bit number divided into 16-bit segments and represented in hexadecimal format.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90"/>
              <a:buFont typeface="Calibri"/>
              <a:buNone/>
            </a:pPr>
            <a:r>
              <a:t/>
            </a:r>
            <a:endParaRPr b="0" i="0" sz="4390" u="none" cap="none" strike="noStrike">
              <a:solidFill>
                <a:srgbClr val="000000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8405C"/>
              </a:buClr>
              <a:buSzPts val="4390"/>
              <a:buFont typeface="Poppins"/>
              <a:buNone/>
            </a:pPr>
            <a:r>
              <a:rPr b="1" i="0" lang="en" sz="4390" u="none" cap="none" strike="noStrike">
                <a:solidFill>
                  <a:srgbClr val="E8405C"/>
                </a:solidFill>
                <a:latin typeface="Poppins"/>
                <a:ea typeface="Poppins"/>
                <a:cs typeface="Poppins"/>
                <a:sym typeface="Poppins"/>
              </a:rPr>
              <a:t>a8f b:7a88:fff0:0fff:3d21:2085:66f b:f0fa 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CF64"/>
        </a:solidFill>
      </p:bgPr>
    </p:bg>
    <p:spTree>
      <p:nvGrpSpPr>
        <p:cNvPr id="4414" name="Shape 4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5" name="Google Shape;4415;p87"/>
          <p:cNvSpPr/>
          <p:nvPr/>
        </p:nvSpPr>
        <p:spPr>
          <a:xfrm>
            <a:off x="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6" name="Google Shape;4416;p87"/>
          <p:cNvSpPr/>
          <p:nvPr/>
        </p:nvSpPr>
        <p:spPr>
          <a:xfrm>
            <a:off x="11534240" y="-5779"/>
            <a:ext cx="6753760" cy="1034479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64AA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7" name="Google Shape;4417;p87"/>
          <p:cNvSpPr/>
          <p:nvPr/>
        </p:nvSpPr>
        <p:spPr>
          <a:xfrm>
            <a:off x="6753760" y="5480159"/>
            <a:ext cx="5170218" cy="4386852"/>
          </a:xfrm>
          <a:custGeom>
            <a:rect b="b" l="l" r="r" t="t"/>
            <a:pathLst>
              <a:path extrusionOk="0" h="4386852" w="5170218">
                <a:moveTo>
                  <a:pt x="0" y="0"/>
                </a:moveTo>
                <a:lnTo>
                  <a:pt x="5170218" y="0"/>
                </a:lnTo>
                <a:lnTo>
                  <a:pt x="5170218" y="4386852"/>
                </a:lnTo>
                <a:lnTo>
                  <a:pt x="0" y="43868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8" name="Google Shape;4418;p87"/>
          <p:cNvSpPr txBox="1"/>
          <p:nvPr/>
        </p:nvSpPr>
        <p:spPr>
          <a:xfrm>
            <a:off x="12420600" y="6992"/>
            <a:ext cx="4610279" cy="9489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78"/>
              <a:buFont typeface="Poppins"/>
              <a:buNone/>
            </a:pPr>
            <a:r>
              <a:rPr b="1" i="0" lang="en" sz="5278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/>
          </a:p>
        </p:txBody>
      </p:sp>
      <p:sp>
        <p:nvSpPr>
          <p:cNvPr id="4419" name="Google Shape;4419;p87"/>
          <p:cNvSpPr txBox="1"/>
          <p:nvPr/>
        </p:nvSpPr>
        <p:spPr>
          <a:xfrm>
            <a:off x="0" y="28575"/>
            <a:ext cx="6753760" cy="8290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8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73"/>
              <a:buFont typeface="Poppins"/>
              <a:buNone/>
            </a:pPr>
            <a:r>
              <a:rPr b="1" i="0" lang="en" sz="2973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Usage 3: HyperText Markup Language (HTML) colour code</a:t>
            </a:r>
            <a:endParaRPr/>
          </a:p>
        </p:txBody>
      </p:sp>
      <p:sp>
        <p:nvSpPr>
          <p:cNvPr id="4420" name="Google Shape;4420;p87"/>
          <p:cNvSpPr txBox="1"/>
          <p:nvPr/>
        </p:nvSpPr>
        <p:spPr>
          <a:xfrm>
            <a:off x="218831" y="1911323"/>
            <a:ext cx="17850338" cy="38697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74826" lvl="1" marL="949653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98"/>
              <a:buFont typeface="Poppins"/>
              <a:buAutoNum type="arabicPeriod"/>
            </a:pPr>
            <a:r>
              <a:rPr b="1" i="0" lang="en" sz="4398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HyperText Mark-up Language (HTML)</a:t>
            </a:r>
            <a:r>
              <a:rPr b="0" i="0" lang="en" sz="4398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 is used when writing and developing web pages. </a:t>
            </a:r>
            <a:endParaRPr/>
          </a:p>
          <a:p>
            <a:pPr indent="-474826" lvl="1" marL="949653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98"/>
              <a:buFont typeface="Poppins Light"/>
              <a:buAutoNum type="arabicPeriod"/>
            </a:pPr>
            <a:r>
              <a:rPr b="0" i="0" lang="en" sz="4398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It is not a programming language, but a </a:t>
            </a:r>
            <a:r>
              <a:rPr b="1" i="0" lang="en" sz="4398" u="sng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markup language.</a:t>
            </a:r>
            <a:endParaRPr/>
          </a:p>
          <a:p>
            <a:pPr indent="-474826" lvl="1" marL="949653" marR="0" rtl="0" algn="l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98"/>
              <a:buFont typeface="Poppins Light"/>
              <a:buAutoNum type="arabicPeriod"/>
            </a:pPr>
            <a:r>
              <a:rPr b="0" i="0" lang="en" sz="4398" u="none" cap="none" strike="noStrike">
                <a:solidFill>
                  <a:srgbClr val="000000"/>
                </a:solidFill>
                <a:latin typeface="Poppins Light"/>
                <a:ea typeface="Poppins Light"/>
                <a:cs typeface="Poppins Light"/>
                <a:sym typeface="Poppins Light"/>
              </a:rPr>
              <a:t>A mark-up language is used in the processing, definition and presentation of text. 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4" name="Shape 4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25" name="Google Shape;4425;p88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4426" name="Google Shape;4426;p88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7" name="Google Shape;4427;p88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8" name="Google Shape;4428;p88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9" name="Google Shape;4429;p88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0" name="Google Shape;4430;p88"/>
          <p:cNvSpPr txBox="1"/>
          <p:nvPr/>
        </p:nvSpPr>
        <p:spPr>
          <a:xfrm>
            <a:off x="4425439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4383F"/>
              </a:buClr>
              <a:buSzPts val="7500"/>
              <a:buFont typeface="League Spartan"/>
              <a:buNone/>
            </a:pPr>
            <a:r>
              <a:rPr b="0" i="0" lang="en" sz="7500" u="none" cap="none" strike="noStrike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PAST YEAR QUESTION</a:t>
            </a:r>
            <a:endParaRPr/>
          </a:p>
        </p:txBody>
      </p:sp>
      <p:sp>
        <p:nvSpPr>
          <p:cNvPr id="4431" name="Google Shape;4431;p88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32" name="Google Shape;4432;p88"/>
          <p:cNvPicPr preferRelativeResize="0"/>
          <p:nvPr/>
        </p:nvPicPr>
        <p:blipFill rotWithShape="1">
          <a:blip r:embed="rId4">
            <a:alphaModFix/>
          </a:blip>
          <a:srcRect b="0" l="1437" r="1437" t="0"/>
          <a:stretch/>
        </p:blipFill>
        <p:spPr>
          <a:xfrm>
            <a:off x="3944252" y="2793847"/>
            <a:ext cx="14168375" cy="46993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6" name="Shape 4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37" name="Google Shape;4437;p89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4438" name="Google Shape;4438;p89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9" name="Google Shape;4439;p89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0" name="Google Shape;4440;p89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1" name="Google Shape;4441;p89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2" name="Google Shape;4442;p89"/>
          <p:cNvSpPr txBox="1"/>
          <p:nvPr/>
        </p:nvSpPr>
        <p:spPr>
          <a:xfrm>
            <a:off x="4755005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4383F"/>
              </a:buClr>
              <a:buSzPts val="7500"/>
              <a:buFont typeface="League Spartan"/>
              <a:buNone/>
            </a:pPr>
            <a:r>
              <a:rPr b="0" i="0" lang="en" sz="7500" u="none" cap="none" strike="noStrike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ANSWER</a:t>
            </a:r>
            <a:endParaRPr/>
          </a:p>
        </p:txBody>
      </p:sp>
      <p:sp>
        <p:nvSpPr>
          <p:cNvPr id="4443" name="Google Shape;4443;p89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44" name="Google Shape;4444;p8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6583" y="2740740"/>
            <a:ext cx="10134767" cy="5986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48" name="Shape 4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9" name="Google Shape;4449;p90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4450" name="Google Shape;4450;p90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1" name="Google Shape;4451;p90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2" name="Google Shape;4452;p90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3" name="Google Shape;4453;p90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4" name="Google Shape;4454;p90"/>
          <p:cNvSpPr txBox="1"/>
          <p:nvPr/>
        </p:nvSpPr>
        <p:spPr>
          <a:xfrm>
            <a:off x="4425439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4383F"/>
              </a:buClr>
              <a:buSzPts val="7500"/>
              <a:buFont typeface="League Spartan"/>
              <a:buNone/>
            </a:pPr>
            <a:r>
              <a:rPr b="0" i="0" lang="en" sz="7500" u="none" cap="none" strike="noStrike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PAST YEAR QUESTION</a:t>
            </a:r>
            <a:endParaRPr/>
          </a:p>
        </p:txBody>
      </p:sp>
      <p:sp>
        <p:nvSpPr>
          <p:cNvPr id="4455" name="Google Shape;4455;p90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56" name="Google Shape;4456;p9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71851" y="2541053"/>
            <a:ext cx="14531681" cy="642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0" name="Shape 4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1" name="Google Shape;4461;p91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4462" name="Google Shape;4462;p91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3" name="Google Shape;4463;p91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4" name="Google Shape;4464;p91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91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6" name="Google Shape;4466;p91"/>
          <p:cNvSpPr txBox="1"/>
          <p:nvPr/>
        </p:nvSpPr>
        <p:spPr>
          <a:xfrm>
            <a:off x="4755005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4383F"/>
              </a:buClr>
              <a:buSzPts val="7500"/>
              <a:buFont typeface="League Spartan"/>
              <a:buNone/>
            </a:pPr>
            <a:r>
              <a:rPr b="0" i="0" lang="en" sz="7500" u="none" cap="none" strike="noStrike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ANSWER</a:t>
            </a:r>
            <a:endParaRPr/>
          </a:p>
        </p:txBody>
      </p:sp>
      <p:sp>
        <p:nvSpPr>
          <p:cNvPr id="4467" name="Google Shape;4467;p91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68" name="Google Shape;4468;p91"/>
          <p:cNvPicPr preferRelativeResize="0"/>
          <p:nvPr/>
        </p:nvPicPr>
        <p:blipFill rotWithShape="1">
          <a:blip r:embed="rId4">
            <a:alphaModFix/>
          </a:blip>
          <a:srcRect b="0" l="0" r="17687" t="0"/>
          <a:stretch/>
        </p:blipFill>
        <p:spPr>
          <a:xfrm>
            <a:off x="3971850" y="3638763"/>
            <a:ext cx="14316150" cy="4468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472" name="Shape 4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3" name="Google Shape;4473;p92"/>
          <p:cNvSpPr txBox="1"/>
          <p:nvPr/>
        </p:nvSpPr>
        <p:spPr>
          <a:xfrm>
            <a:off x="2609217" y="1684087"/>
            <a:ext cx="13069566" cy="5558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Open Sans ExtraBold"/>
              <a:buNone/>
            </a:pPr>
            <a:r>
              <a:rPr b="1" i="0" lang="en" sz="8600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Chapter 1.3</a:t>
            </a:r>
            <a:endParaRPr/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Open Sans ExtraBold"/>
              <a:buNone/>
            </a:pPr>
            <a:r>
              <a:rPr b="1" i="0" lang="en" sz="8600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Open Sans ExtraBold"/>
              <a:buNone/>
            </a:pPr>
            <a:r>
              <a:rPr b="1" i="0" lang="en" sz="8600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477" name="Shape 4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8" name="Google Shape;4478;p93"/>
          <p:cNvSpPr/>
          <p:nvPr/>
        </p:nvSpPr>
        <p:spPr>
          <a:xfrm>
            <a:off x="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9" name="Google Shape;4479;p93"/>
          <p:cNvSpPr/>
          <p:nvPr/>
        </p:nvSpPr>
        <p:spPr>
          <a:xfrm>
            <a:off x="1153424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0" name="Google Shape;4480;p93"/>
          <p:cNvSpPr txBox="1"/>
          <p:nvPr/>
        </p:nvSpPr>
        <p:spPr>
          <a:xfrm>
            <a:off x="12791360" y="6992"/>
            <a:ext cx="43536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1" name="Google Shape;4481;p93"/>
          <p:cNvSpPr txBox="1"/>
          <p:nvPr/>
        </p:nvSpPr>
        <p:spPr>
          <a:xfrm>
            <a:off x="531446" y="1875275"/>
            <a:ext cx="13899000" cy="9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oppins"/>
              <a:buNone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How do we perform add and carry in denary?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2" name="Google Shape;4482;p93"/>
          <p:cNvSpPr txBox="1"/>
          <p:nvPr/>
        </p:nvSpPr>
        <p:spPr>
          <a:xfrm>
            <a:off x="2616851" y="3071252"/>
            <a:ext cx="47220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+ 0 = 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3" name="Google Shape;4483;p93"/>
          <p:cNvSpPr txBox="1"/>
          <p:nvPr/>
        </p:nvSpPr>
        <p:spPr>
          <a:xfrm>
            <a:off x="2616851" y="4483352"/>
            <a:ext cx="4821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+ 9 = 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4" name="Google Shape;4484;p93"/>
          <p:cNvSpPr txBox="1"/>
          <p:nvPr/>
        </p:nvSpPr>
        <p:spPr>
          <a:xfrm>
            <a:off x="2616848" y="5854952"/>
            <a:ext cx="5118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9 + 0 = 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5" name="Google Shape;4485;p93"/>
          <p:cNvSpPr txBox="1"/>
          <p:nvPr/>
        </p:nvSpPr>
        <p:spPr>
          <a:xfrm>
            <a:off x="2282000" y="7226546"/>
            <a:ext cx="59730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9 + 1 =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6" name="Google Shape;4486;p93"/>
          <p:cNvSpPr txBox="1"/>
          <p:nvPr/>
        </p:nvSpPr>
        <p:spPr>
          <a:xfrm>
            <a:off x="13412954" y="3128423"/>
            <a:ext cx="1651199" cy="3877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  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7" name="Google Shape;4487;p93"/>
          <p:cNvCxnSpPr/>
          <p:nvPr/>
        </p:nvCxnSpPr>
        <p:spPr>
          <a:xfrm>
            <a:off x="12364259" y="6616764"/>
            <a:ext cx="31020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488" name="Google Shape;4488;p93"/>
          <p:cNvCxnSpPr/>
          <p:nvPr/>
        </p:nvCxnSpPr>
        <p:spPr>
          <a:xfrm>
            <a:off x="12364259" y="8032295"/>
            <a:ext cx="31020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89" name="Google Shape;4489;p93"/>
          <p:cNvSpPr txBox="1"/>
          <p:nvPr/>
        </p:nvSpPr>
        <p:spPr>
          <a:xfrm>
            <a:off x="14238678" y="6454841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0" name="Google Shape;4490;p93"/>
          <p:cNvSpPr txBox="1"/>
          <p:nvPr/>
        </p:nvSpPr>
        <p:spPr>
          <a:xfrm>
            <a:off x="13193699" y="3128425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1" name="Google Shape;4491;p93"/>
          <p:cNvSpPr txBox="1"/>
          <p:nvPr/>
        </p:nvSpPr>
        <p:spPr>
          <a:xfrm>
            <a:off x="13568952" y="6454841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2" name="Google Shape;4492;p93"/>
          <p:cNvSpPr txBox="1"/>
          <p:nvPr/>
        </p:nvSpPr>
        <p:spPr>
          <a:xfrm>
            <a:off x="-524787" y="140159"/>
            <a:ext cx="8030819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Open Sans ExtraBold"/>
              <a:buNone/>
            </a:pPr>
            <a:r>
              <a:rPr b="1" i="0" lang="en" sz="32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496" name="Shape 4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7" name="Google Shape;4497;p94"/>
          <p:cNvSpPr/>
          <p:nvPr/>
        </p:nvSpPr>
        <p:spPr>
          <a:xfrm>
            <a:off x="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8" name="Google Shape;4498;p94"/>
          <p:cNvSpPr/>
          <p:nvPr/>
        </p:nvSpPr>
        <p:spPr>
          <a:xfrm>
            <a:off x="1153424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9" name="Google Shape;4499;p94"/>
          <p:cNvSpPr txBox="1"/>
          <p:nvPr/>
        </p:nvSpPr>
        <p:spPr>
          <a:xfrm>
            <a:off x="12791360" y="6992"/>
            <a:ext cx="45060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0" name="Google Shape;4500;p94"/>
          <p:cNvSpPr txBox="1"/>
          <p:nvPr/>
        </p:nvSpPr>
        <p:spPr>
          <a:xfrm>
            <a:off x="531446" y="1875275"/>
            <a:ext cx="13899000" cy="9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oppins"/>
              <a:buNone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How do we perform add and carry in denary?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1" name="Google Shape;4501;p94"/>
          <p:cNvSpPr txBox="1"/>
          <p:nvPr/>
        </p:nvSpPr>
        <p:spPr>
          <a:xfrm>
            <a:off x="2534933" y="3438509"/>
            <a:ext cx="2150825" cy="3877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  56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+79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02" name="Google Shape;4502;p94"/>
          <p:cNvCxnSpPr/>
          <p:nvPr/>
        </p:nvCxnSpPr>
        <p:spPr>
          <a:xfrm>
            <a:off x="2141735" y="6896933"/>
            <a:ext cx="31020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03" name="Google Shape;4503;p94"/>
          <p:cNvCxnSpPr/>
          <p:nvPr/>
        </p:nvCxnSpPr>
        <p:spPr>
          <a:xfrm>
            <a:off x="2141735" y="8312465"/>
            <a:ext cx="31020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04" name="Google Shape;4504;p94"/>
          <p:cNvSpPr txBox="1"/>
          <p:nvPr/>
        </p:nvSpPr>
        <p:spPr>
          <a:xfrm>
            <a:off x="8641122" y="3205883"/>
            <a:ext cx="5989200" cy="1594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00"/>
              <a:buFont typeface="Open Sans ExtraBold"/>
              <a:buNone/>
            </a:pPr>
            <a:r>
              <a:rPr b="1" i="0" lang="en" sz="74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6+9 = 15 (&gt;9)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5" name="Google Shape;4505;p94"/>
          <p:cNvSpPr txBox="1"/>
          <p:nvPr/>
        </p:nvSpPr>
        <p:spPr>
          <a:xfrm>
            <a:off x="4016156" y="673500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6" name="Google Shape;4506;p94"/>
          <p:cNvSpPr txBox="1"/>
          <p:nvPr/>
        </p:nvSpPr>
        <p:spPr>
          <a:xfrm>
            <a:off x="3318774" y="3092776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7" name="Google Shape;4507;p94"/>
          <p:cNvSpPr txBox="1"/>
          <p:nvPr/>
        </p:nvSpPr>
        <p:spPr>
          <a:xfrm>
            <a:off x="8641122" y="4691783"/>
            <a:ext cx="7056000" cy="1594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00"/>
              <a:buFont typeface="Open Sans ExtraBold"/>
              <a:buNone/>
            </a:pPr>
            <a:r>
              <a:rPr b="1" i="0" lang="en" sz="74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1+5+7 = 13 (&gt;9)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8" name="Google Shape;4508;p94"/>
          <p:cNvSpPr txBox="1"/>
          <p:nvPr/>
        </p:nvSpPr>
        <p:spPr>
          <a:xfrm>
            <a:off x="3346428" y="673500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9" name="Google Shape;4509;p94"/>
          <p:cNvSpPr txBox="1"/>
          <p:nvPr/>
        </p:nvSpPr>
        <p:spPr>
          <a:xfrm>
            <a:off x="2485776" y="3092776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0" name="Google Shape;4510;p94"/>
          <p:cNvSpPr txBox="1"/>
          <p:nvPr/>
        </p:nvSpPr>
        <p:spPr>
          <a:xfrm>
            <a:off x="2599511" y="673500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1" name="Google Shape;4511;p94"/>
          <p:cNvSpPr txBox="1"/>
          <p:nvPr/>
        </p:nvSpPr>
        <p:spPr>
          <a:xfrm>
            <a:off x="-524787" y="140159"/>
            <a:ext cx="8030819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Open Sans ExtraBold"/>
              <a:buNone/>
            </a:pPr>
            <a:r>
              <a:rPr b="1" i="0" lang="en" sz="32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515" name="Shape 4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6" name="Google Shape;4516;p95"/>
          <p:cNvSpPr/>
          <p:nvPr/>
        </p:nvSpPr>
        <p:spPr>
          <a:xfrm>
            <a:off x="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7" name="Google Shape;4517;p95"/>
          <p:cNvSpPr/>
          <p:nvPr/>
        </p:nvSpPr>
        <p:spPr>
          <a:xfrm>
            <a:off x="1153424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8" name="Google Shape;4518;p95"/>
          <p:cNvSpPr txBox="1"/>
          <p:nvPr/>
        </p:nvSpPr>
        <p:spPr>
          <a:xfrm>
            <a:off x="12791360" y="6992"/>
            <a:ext cx="43536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9" name="Google Shape;4519;p95"/>
          <p:cNvSpPr txBox="1"/>
          <p:nvPr/>
        </p:nvSpPr>
        <p:spPr>
          <a:xfrm>
            <a:off x="531446" y="1875275"/>
            <a:ext cx="13899000" cy="9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oppins"/>
              <a:buNone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How do we perform add and carry in binary?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0" name="Google Shape;4520;p95"/>
          <p:cNvSpPr txBox="1"/>
          <p:nvPr/>
        </p:nvSpPr>
        <p:spPr>
          <a:xfrm>
            <a:off x="4898951" y="2883703"/>
            <a:ext cx="48204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+ 0 = 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1" name="Google Shape;4521;p95"/>
          <p:cNvSpPr txBox="1"/>
          <p:nvPr/>
        </p:nvSpPr>
        <p:spPr>
          <a:xfrm>
            <a:off x="4898951" y="4295803"/>
            <a:ext cx="48204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 + 1 =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2" name="Google Shape;4522;p95"/>
          <p:cNvSpPr txBox="1"/>
          <p:nvPr/>
        </p:nvSpPr>
        <p:spPr>
          <a:xfrm>
            <a:off x="4898951" y="5667403"/>
            <a:ext cx="46812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+ 0 =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3" name="Google Shape;4523;p95"/>
          <p:cNvSpPr txBox="1"/>
          <p:nvPr/>
        </p:nvSpPr>
        <p:spPr>
          <a:xfrm>
            <a:off x="4564092" y="7038979"/>
            <a:ext cx="59730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 + 1 =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4" name="Google Shape;4524;p95"/>
          <p:cNvSpPr txBox="1"/>
          <p:nvPr/>
        </p:nvSpPr>
        <p:spPr>
          <a:xfrm>
            <a:off x="-524787" y="140159"/>
            <a:ext cx="8030819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Open Sans ExtraBold"/>
              <a:buNone/>
            </a:pPr>
            <a:r>
              <a:rPr b="1" i="0" lang="en" sz="32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5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5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45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528" name="Shape 4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9" name="Google Shape;4529;p96"/>
          <p:cNvSpPr/>
          <p:nvPr/>
        </p:nvSpPr>
        <p:spPr>
          <a:xfrm>
            <a:off x="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0" name="Google Shape;4530;p96"/>
          <p:cNvSpPr/>
          <p:nvPr/>
        </p:nvSpPr>
        <p:spPr>
          <a:xfrm>
            <a:off x="1153424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1" name="Google Shape;4531;p96"/>
          <p:cNvSpPr txBox="1"/>
          <p:nvPr/>
        </p:nvSpPr>
        <p:spPr>
          <a:xfrm>
            <a:off x="12791360" y="6992"/>
            <a:ext cx="44298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2" name="Google Shape;4532;p96"/>
          <p:cNvSpPr txBox="1"/>
          <p:nvPr/>
        </p:nvSpPr>
        <p:spPr>
          <a:xfrm>
            <a:off x="531446" y="1875275"/>
            <a:ext cx="13899000" cy="9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oppins"/>
              <a:buNone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How do we perform add and carry in binary?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3" name="Google Shape;4533;p96"/>
          <p:cNvSpPr txBox="1"/>
          <p:nvPr/>
        </p:nvSpPr>
        <p:spPr>
          <a:xfrm>
            <a:off x="2699348" y="3329449"/>
            <a:ext cx="11208600" cy="3877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  00100111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+01001010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34" name="Google Shape;4534;p96"/>
          <p:cNvCxnSpPr/>
          <p:nvPr/>
        </p:nvCxnSpPr>
        <p:spPr>
          <a:xfrm>
            <a:off x="5243618" y="6873122"/>
            <a:ext cx="65406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35" name="Google Shape;4535;p96"/>
          <p:cNvSpPr txBox="1"/>
          <p:nvPr/>
        </p:nvSpPr>
        <p:spPr>
          <a:xfrm>
            <a:off x="9275936" y="3151714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36" name="Google Shape;4536;p96"/>
          <p:cNvCxnSpPr/>
          <p:nvPr/>
        </p:nvCxnSpPr>
        <p:spPr>
          <a:xfrm>
            <a:off x="5243618" y="8127125"/>
            <a:ext cx="65406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37" name="Google Shape;4537;p96"/>
          <p:cNvSpPr txBox="1"/>
          <p:nvPr/>
        </p:nvSpPr>
        <p:spPr>
          <a:xfrm>
            <a:off x="10864514" y="671119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8" name="Google Shape;4538;p96"/>
          <p:cNvSpPr txBox="1"/>
          <p:nvPr/>
        </p:nvSpPr>
        <p:spPr>
          <a:xfrm>
            <a:off x="10194786" y="671119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9" name="Google Shape;4539;p96"/>
          <p:cNvSpPr txBox="1"/>
          <p:nvPr/>
        </p:nvSpPr>
        <p:spPr>
          <a:xfrm>
            <a:off x="9525060" y="6711197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0" name="Google Shape;4540;p96"/>
          <p:cNvSpPr txBox="1"/>
          <p:nvPr/>
        </p:nvSpPr>
        <p:spPr>
          <a:xfrm>
            <a:off x="8586992" y="3159626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1" name="Google Shape;4541;p96"/>
          <p:cNvSpPr txBox="1"/>
          <p:nvPr/>
        </p:nvSpPr>
        <p:spPr>
          <a:xfrm>
            <a:off x="8809136" y="6758823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2" name="Google Shape;4542;p96"/>
          <p:cNvSpPr txBox="1"/>
          <p:nvPr/>
        </p:nvSpPr>
        <p:spPr>
          <a:xfrm>
            <a:off x="7898048" y="3110372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3" name="Google Shape;4543;p96"/>
          <p:cNvSpPr txBox="1"/>
          <p:nvPr/>
        </p:nvSpPr>
        <p:spPr>
          <a:xfrm>
            <a:off x="8139410" y="6758823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4" name="Google Shape;4544;p96"/>
          <p:cNvSpPr txBox="1"/>
          <p:nvPr/>
        </p:nvSpPr>
        <p:spPr>
          <a:xfrm>
            <a:off x="7480962" y="6758823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5" name="Google Shape;4545;p96"/>
          <p:cNvSpPr txBox="1"/>
          <p:nvPr/>
        </p:nvSpPr>
        <p:spPr>
          <a:xfrm>
            <a:off x="6811236" y="6758823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6" name="Google Shape;4546;p96"/>
          <p:cNvSpPr txBox="1"/>
          <p:nvPr/>
        </p:nvSpPr>
        <p:spPr>
          <a:xfrm>
            <a:off x="6084035" y="673500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7" name="Google Shape;4547;p96"/>
          <p:cNvSpPr txBox="1"/>
          <p:nvPr/>
        </p:nvSpPr>
        <p:spPr>
          <a:xfrm>
            <a:off x="-524787" y="140159"/>
            <a:ext cx="8030819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Open Sans ExtraBold"/>
              <a:buNone/>
            </a:pPr>
            <a:r>
              <a:rPr b="1" i="0" lang="en" sz="32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551" name="Shape 4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2" name="Google Shape;4552;p97"/>
          <p:cNvSpPr/>
          <p:nvPr/>
        </p:nvSpPr>
        <p:spPr>
          <a:xfrm>
            <a:off x="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3" name="Google Shape;4553;p97"/>
          <p:cNvSpPr/>
          <p:nvPr/>
        </p:nvSpPr>
        <p:spPr>
          <a:xfrm>
            <a:off x="1153424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4" name="Google Shape;4554;p97"/>
          <p:cNvSpPr txBox="1"/>
          <p:nvPr/>
        </p:nvSpPr>
        <p:spPr>
          <a:xfrm>
            <a:off x="14325630" y="6992"/>
            <a:ext cx="12954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5" name="Google Shape;4555;p97"/>
          <p:cNvSpPr txBox="1"/>
          <p:nvPr/>
        </p:nvSpPr>
        <p:spPr>
          <a:xfrm>
            <a:off x="531446" y="1875275"/>
            <a:ext cx="13899000" cy="9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oppins"/>
              <a:buNone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How do we perform add and carry in binary?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6" name="Google Shape;4556;p97"/>
          <p:cNvSpPr txBox="1"/>
          <p:nvPr/>
        </p:nvSpPr>
        <p:spPr>
          <a:xfrm>
            <a:off x="2722685" y="3563624"/>
            <a:ext cx="13899000" cy="38350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Poppins"/>
              <a:buNone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Perform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t/>
            </a:r>
            <a:endParaRPr b="1" i="0" sz="4200" u="none" cap="none" strike="noStrik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401"/>
              <a:buFont typeface="Poppins"/>
              <a:buNone/>
            </a:pPr>
            <a:r>
              <a:rPr b="1" i="0" lang="en" sz="94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01111110 + 00111110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7" name="Google Shape;4557;p97"/>
          <p:cNvSpPr txBox="1"/>
          <p:nvPr/>
        </p:nvSpPr>
        <p:spPr>
          <a:xfrm>
            <a:off x="-524787" y="140159"/>
            <a:ext cx="8030819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Open Sans ExtraBold"/>
              <a:buNone/>
            </a:pPr>
            <a:r>
              <a:rPr b="1" i="0" lang="en" sz="32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561" name="Shape 4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2" name="Google Shape;4562;p98"/>
          <p:cNvSpPr/>
          <p:nvPr/>
        </p:nvSpPr>
        <p:spPr>
          <a:xfrm>
            <a:off x="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3" name="Google Shape;4563;p98"/>
          <p:cNvSpPr/>
          <p:nvPr/>
        </p:nvSpPr>
        <p:spPr>
          <a:xfrm>
            <a:off x="1153424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4" name="Google Shape;4564;p98"/>
          <p:cNvSpPr txBox="1"/>
          <p:nvPr/>
        </p:nvSpPr>
        <p:spPr>
          <a:xfrm>
            <a:off x="12791360" y="6992"/>
            <a:ext cx="44298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5" name="Google Shape;4565;p98"/>
          <p:cNvSpPr txBox="1"/>
          <p:nvPr/>
        </p:nvSpPr>
        <p:spPr>
          <a:xfrm>
            <a:off x="771353" y="1635522"/>
            <a:ext cx="115344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overflow condition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6" name="Google Shape;4566;p98"/>
          <p:cNvSpPr txBox="1"/>
          <p:nvPr/>
        </p:nvSpPr>
        <p:spPr>
          <a:xfrm>
            <a:off x="2652782" y="3409823"/>
            <a:ext cx="11208600" cy="27699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  01101110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+11011110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67" name="Google Shape;4567;p98"/>
          <p:cNvCxnSpPr/>
          <p:nvPr/>
        </p:nvCxnSpPr>
        <p:spPr>
          <a:xfrm>
            <a:off x="5399927" y="6281978"/>
            <a:ext cx="65406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68" name="Google Shape;4568;p98"/>
          <p:cNvSpPr txBox="1"/>
          <p:nvPr/>
        </p:nvSpPr>
        <p:spPr>
          <a:xfrm>
            <a:off x="9300308" y="2598620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69" name="Google Shape;4569;p98"/>
          <p:cNvCxnSpPr/>
          <p:nvPr/>
        </p:nvCxnSpPr>
        <p:spPr>
          <a:xfrm>
            <a:off x="5399927" y="7535982"/>
            <a:ext cx="6540600" cy="0"/>
          </a:xfrm>
          <a:prstGeom prst="straightConnector1">
            <a:avLst/>
          </a:prstGeom>
          <a:noFill/>
          <a:ln cap="rnd" cmpd="sng" w="476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70" name="Google Shape;4570;p98"/>
          <p:cNvSpPr txBox="1"/>
          <p:nvPr/>
        </p:nvSpPr>
        <p:spPr>
          <a:xfrm>
            <a:off x="8873105" y="600245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1" name="Google Shape;4571;p98"/>
          <p:cNvSpPr txBox="1"/>
          <p:nvPr/>
        </p:nvSpPr>
        <p:spPr>
          <a:xfrm>
            <a:off x="10928483" y="600245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2" name="Google Shape;4572;p98"/>
          <p:cNvSpPr txBox="1"/>
          <p:nvPr/>
        </p:nvSpPr>
        <p:spPr>
          <a:xfrm>
            <a:off x="10258754" y="600245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3" name="Google Shape;4573;p98"/>
          <p:cNvSpPr txBox="1"/>
          <p:nvPr/>
        </p:nvSpPr>
        <p:spPr>
          <a:xfrm>
            <a:off x="8670252" y="2598620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4" name="Google Shape;4574;p98"/>
          <p:cNvSpPr txBox="1"/>
          <p:nvPr/>
        </p:nvSpPr>
        <p:spPr>
          <a:xfrm>
            <a:off x="8203379" y="6026271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5" name="Google Shape;4575;p98"/>
          <p:cNvSpPr txBox="1"/>
          <p:nvPr/>
        </p:nvSpPr>
        <p:spPr>
          <a:xfrm>
            <a:off x="8054357" y="2598620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6" name="Google Shape;4576;p98"/>
          <p:cNvSpPr txBox="1"/>
          <p:nvPr/>
        </p:nvSpPr>
        <p:spPr>
          <a:xfrm>
            <a:off x="9589028" y="600245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7" name="Google Shape;4577;p98"/>
          <p:cNvSpPr txBox="1"/>
          <p:nvPr/>
        </p:nvSpPr>
        <p:spPr>
          <a:xfrm>
            <a:off x="7587482" y="6026271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8" name="Google Shape;4578;p98"/>
          <p:cNvSpPr txBox="1"/>
          <p:nvPr/>
        </p:nvSpPr>
        <p:spPr>
          <a:xfrm>
            <a:off x="7342079" y="2598620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9" name="Google Shape;4579;p98"/>
          <p:cNvSpPr txBox="1"/>
          <p:nvPr/>
        </p:nvSpPr>
        <p:spPr>
          <a:xfrm>
            <a:off x="6672350" y="2598620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0" name="Google Shape;4580;p98"/>
          <p:cNvSpPr txBox="1"/>
          <p:nvPr/>
        </p:nvSpPr>
        <p:spPr>
          <a:xfrm>
            <a:off x="6875204" y="600245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1" name="Google Shape;4581;p98"/>
          <p:cNvSpPr txBox="1"/>
          <p:nvPr/>
        </p:nvSpPr>
        <p:spPr>
          <a:xfrm>
            <a:off x="5831220" y="2598620"/>
            <a:ext cx="4056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Open Sans ExtraBold"/>
              <a:buNone/>
            </a:pPr>
            <a:r>
              <a:rPr b="1" i="0" lang="en" sz="54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2" name="Google Shape;4582;p98"/>
          <p:cNvSpPr txBox="1"/>
          <p:nvPr/>
        </p:nvSpPr>
        <p:spPr>
          <a:xfrm>
            <a:off x="6205476" y="6002459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3" name="Google Shape;4583;p98"/>
          <p:cNvSpPr txBox="1"/>
          <p:nvPr/>
        </p:nvSpPr>
        <p:spPr>
          <a:xfrm>
            <a:off x="5399927" y="6050082"/>
            <a:ext cx="669600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7ED9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4" name="Google Shape;4584;p98"/>
          <p:cNvSpPr txBox="1"/>
          <p:nvPr/>
        </p:nvSpPr>
        <p:spPr>
          <a:xfrm>
            <a:off x="-524787" y="140159"/>
            <a:ext cx="8030819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Open Sans ExtraBold"/>
              <a:buNone/>
            </a:pPr>
            <a:r>
              <a:rPr b="1" i="0" lang="en" sz="32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588" name="Shape 4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9" name="Google Shape;4589;p99"/>
          <p:cNvSpPr/>
          <p:nvPr/>
        </p:nvSpPr>
        <p:spPr>
          <a:xfrm>
            <a:off x="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0" name="Google Shape;4590;p99"/>
          <p:cNvSpPr/>
          <p:nvPr/>
        </p:nvSpPr>
        <p:spPr>
          <a:xfrm>
            <a:off x="1153424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1" name="Google Shape;4591;p99"/>
          <p:cNvSpPr txBox="1"/>
          <p:nvPr/>
        </p:nvSpPr>
        <p:spPr>
          <a:xfrm>
            <a:off x="-524787" y="140159"/>
            <a:ext cx="8030819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Open Sans ExtraBold"/>
              <a:buNone/>
            </a:pPr>
            <a:r>
              <a:rPr b="1" i="0" lang="en" sz="32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2" name="Google Shape;4592;p99"/>
          <p:cNvSpPr txBox="1"/>
          <p:nvPr/>
        </p:nvSpPr>
        <p:spPr>
          <a:xfrm>
            <a:off x="12791360" y="6992"/>
            <a:ext cx="43536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3" name="Google Shape;4593;p99"/>
          <p:cNvSpPr txBox="1"/>
          <p:nvPr/>
        </p:nvSpPr>
        <p:spPr>
          <a:xfrm>
            <a:off x="771353" y="1635522"/>
            <a:ext cx="115344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overflow condition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4" name="Google Shape;4594;p99"/>
          <p:cNvSpPr txBox="1"/>
          <p:nvPr/>
        </p:nvSpPr>
        <p:spPr>
          <a:xfrm>
            <a:off x="11399009" y="1399250"/>
            <a:ext cx="7461600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  01101110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+11011110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95" name="Google Shape;4595;p99"/>
          <p:cNvCxnSpPr/>
          <p:nvPr/>
        </p:nvCxnSpPr>
        <p:spPr>
          <a:xfrm>
            <a:off x="13227818" y="3710064"/>
            <a:ext cx="4354200" cy="0"/>
          </a:xfrm>
          <a:prstGeom prst="straightConnector1">
            <a:avLst/>
          </a:prstGeom>
          <a:noFill/>
          <a:ln cap="rnd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96" name="Google Shape;4596;p99"/>
          <p:cNvSpPr txBox="1"/>
          <p:nvPr/>
        </p:nvSpPr>
        <p:spPr>
          <a:xfrm>
            <a:off x="15824208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97" name="Google Shape;4597;p99"/>
          <p:cNvCxnSpPr/>
          <p:nvPr/>
        </p:nvCxnSpPr>
        <p:spPr>
          <a:xfrm>
            <a:off x="13227818" y="4544825"/>
            <a:ext cx="4354200" cy="0"/>
          </a:xfrm>
          <a:prstGeom prst="straightConnector1">
            <a:avLst/>
          </a:prstGeom>
          <a:noFill/>
          <a:ln cap="rnd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98" name="Google Shape;4598;p99"/>
          <p:cNvSpPr txBox="1"/>
          <p:nvPr/>
        </p:nvSpPr>
        <p:spPr>
          <a:xfrm>
            <a:off x="15539831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9" name="Google Shape;4599;p99"/>
          <p:cNvSpPr txBox="1"/>
          <p:nvPr/>
        </p:nvSpPr>
        <p:spPr>
          <a:xfrm>
            <a:off x="16908047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0" name="Google Shape;4600;p99"/>
          <p:cNvSpPr txBox="1"/>
          <p:nvPr/>
        </p:nvSpPr>
        <p:spPr>
          <a:xfrm>
            <a:off x="16462224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1" name="Google Shape;4601;p99"/>
          <p:cNvSpPr txBox="1"/>
          <p:nvPr/>
        </p:nvSpPr>
        <p:spPr>
          <a:xfrm>
            <a:off x="15404796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2" name="Google Shape;4602;p99"/>
          <p:cNvSpPr txBox="1"/>
          <p:nvPr/>
        </p:nvSpPr>
        <p:spPr>
          <a:xfrm>
            <a:off x="15094010" y="3542858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3" name="Google Shape;4603;p99"/>
          <p:cNvSpPr txBox="1"/>
          <p:nvPr/>
        </p:nvSpPr>
        <p:spPr>
          <a:xfrm>
            <a:off x="14994809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4" name="Google Shape;4604;p99"/>
          <p:cNvSpPr txBox="1"/>
          <p:nvPr/>
        </p:nvSpPr>
        <p:spPr>
          <a:xfrm>
            <a:off x="16016405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5" name="Google Shape;4605;p99"/>
          <p:cNvSpPr txBox="1"/>
          <p:nvPr/>
        </p:nvSpPr>
        <p:spPr>
          <a:xfrm>
            <a:off x="14684021" y="3542858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6" name="Google Shape;4606;p99"/>
          <p:cNvSpPr txBox="1"/>
          <p:nvPr/>
        </p:nvSpPr>
        <p:spPr>
          <a:xfrm>
            <a:off x="14520660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7" name="Google Shape;4607;p99"/>
          <p:cNvSpPr txBox="1"/>
          <p:nvPr/>
        </p:nvSpPr>
        <p:spPr>
          <a:xfrm>
            <a:off x="14074841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8" name="Google Shape;4608;p99"/>
          <p:cNvSpPr txBox="1"/>
          <p:nvPr/>
        </p:nvSpPr>
        <p:spPr>
          <a:xfrm>
            <a:off x="14209874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9" name="Google Shape;4609;p99"/>
          <p:cNvSpPr txBox="1"/>
          <p:nvPr/>
        </p:nvSpPr>
        <p:spPr>
          <a:xfrm>
            <a:off x="13514918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0" name="Google Shape;4610;p99"/>
          <p:cNvSpPr txBox="1"/>
          <p:nvPr/>
        </p:nvSpPr>
        <p:spPr>
          <a:xfrm>
            <a:off x="13764054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1" name="Google Shape;4611;p99"/>
          <p:cNvSpPr txBox="1"/>
          <p:nvPr/>
        </p:nvSpPr>
        <p:spPr>
          <a:xfrm>
            <a:off x="13227818" y="3558710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7ED9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2" name="Google Shape;4612;p99"/>
          <p:cNvSpPr txBox="1"/>
          <p:nvPr/>
        </p:nvSpPr>
        <p:spPr>
          <a:xfrm>
            <a:off x="829800" y="4857305"/>
            <a:ext cx="16628400" cy="54291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44489" lvl="1" marL="914378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•"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maximum denary of an 8-bit binary number (11111111) is (2</a:t>
            </a:r>
            <a:r>
              <a:rPr b="1" baseline="30000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- 1 ) = 255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44489" lvl="1" marL="914378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•"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generation of a 9th bit is a clear indication that the sum has exceeded this value.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44489" lvl="1" marL="914378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•"/>
            </a:pPr>
            <a:r>
              <a:rPr b="1" i="0" lang="en" sz="4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This is known as an overflow error. The sum is too big to be stored using 8 bits.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405C"/>
        </a:solidFill>
      </p:bgPr>
    </p:bg>
    <p:spTree>
      <p:nvGrpSpPr>
        <p:cNvPr id="4616" name="Shape 4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7" name="Google Shape;4617;p100"/>
          <p:cNvSpPr/>
          <p:nvPr/>
        </p:nvSpPr>
        <p:spPr>
          <a:xfrm>
            <a:off x="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8" name="Google Shape;4618;p100"/>
          <p:cNvSpPr/>
          <p:nvPr/>
        </p:nvSpPr>
        <p:spPr>
          <a:xfrm>
            <a:off x="11534240" y="-5777"/>
            <a:ext cx="6751008" cy="1034058"/>
          </a:xfrm>
          <a:custGeom>
            <a:rect b="b" l="l" r="r" t="t"/>
            <a:pathLst>
              <a:path extrusionOk="0" h="349935" w="2284605">
                <a:moveTo>
                  <a:pt x="0" y="0"/>
                </a:moveTo>
                <a:lnTo>
                  <a:pt x="2284605" y="0"/>
                </a:lnTo>
                <a:lnTo>
                  <a:pt x="2284605" y="349935"/>
                </a:lnTo>
                <a:lnTo>
                  <a:pt x="0" y="349935"/>
                </a:lnTo>
                <a:close/>
              </a:path>
            </a:pathLst>
          </a:custGeom>
          <a:solidFill>
            <a:srgbClr val="F8CF6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9" name="Google Shape;4619;p100"/>
          <p:cNvSpPr txBox="1"/>
          <p:nvPr/>
        </p:nvSpPr>
        <p:spPr>
          <a:xfrm>
            <a:off x="12791360" y="6992"/>
            <a:ext cx="43536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Explanation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0" name="Google Shape;4620;p100"/>
          <p:cNvSpPr txBox="1"/>
          <p:nvPr/>
        </p:nvSpPr>
        <p:spPr>
          <a:xfrm>
            <a:off x="771353" y="1635522"/>
            <a:ext cx="11534400" cy="11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1"/>
              <a:buFont typeface="Poppins"/>
              <a:buNone/>
            </a:pPr>
            <a:r>
              <a:rPr b="1" i="0" lang="en" sz="5201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overflow condition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1" name="Google Shape;4621;p100"/>
          <p:cNvSpPr txBox="1"/>
          <p:nvPr/>
        </p:nvSpPr>
        <p:spPr>
          <a:xfrm>
            <a:off x="11457635" y="1863404"/>
            <a:ext cx="7461600" cy="1846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  01101110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+11011110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22" name="Google Shape;4622;p100"/>
          <p:cNvCxnSpPr/>
          <p:nvPr/>
        </p:nvCxnSpPr>
        <p:spPr>
          <a:xfrm>
            <a:off x="13227818" y="3710064"/>
            <a:ext cx="4354200" cy="0"/>
          </a:xfrm>
          <a:prstGeom prst="straightConnector1">
            <a:avLst/>
          </a:prstGeom>
          <a:noFill/>
          <a:ln cap="rnd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23" name="Google Shape;4623;p100"/>
          <p:cNvSpPr txBox="1"/>
          <p:nvPr/>
        </p:nvSpPr>
        <p:spPr>
          <a:xfrm>
            <a:off x="15824208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24" name="Google Shape;4624;p100"/>
          <p:cNvCxnSpPr/>
          <p:nvPr/>
        </p:nvCxnSpPr>
        <p:spPr>
          <a:xfrm>
            <a:off x="13227818" y="4544825"/>
            <a:ext cx="4354200" cy="0"/>
          </a:xfrm>
          <a:prstGeom prst="straightConnector1">
            <a:avLst/>
          </a:prstGeom>
          <a:noFill/>
          <a:ln cap="rnd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25" name="Google Shape;4625;p100"/>
          <p:cNvSpPr txBox="1"/>
          <p:nvPr/>
        </p:nvSpPr>
        <p:spPr>
          <a:xfrm>
            <a:off x="15539831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6" name="Google Shape;4626;p100"/>
          <p:cNvSpPr txBox="1"/>
          <p:nvPr/>
        </p:nvSpPr>
        <p:spPr>
          <a:xfrm>
            <a:off x="16908047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7" name="Google Shape;4627;p100"/>
          <p:cNvSpPr txBox="1"/>
          <p:nvPr/>
        </p:nvSpPr>
        <p:spPr>
          <a:xfrm>
            <a:off x="16462224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8" name="Google Shape;4628;p100"/>
          <p:cNvSpPr txBox="1"/>
          <p:nvPr/>
        </p:nvSpPr>
        <p:spPr>
          <a:xfrm>
            <a:off x="15404796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9" name="Google Shape;4629;p100"/>
          <p:cNvSpPr txBox="1"/>
          <p:nvPr/>
        </p:nvSpPr>
        <p:spPr>
          <a:xfrm>
            <a:off x="15094010" y="3542858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0" name="Google Shape;4630;p100"/>
          <p:cNvSpPr txBox="1"/>
          <p:nvPr/>
        </p:nvSpPr>
        <p:spPr>
          <a:xfrm>
            <a:off x="14994809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1" name="Google Shape;4631;p100"/>
          <p:cNvSpPr txBox="1"/>
          <p:nvPr/>
        </p:nvSpPr>
        <p:spPr>
          <a:xfrm>
            <a:off x="16016405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2" name="Google Shape;4632;p100"/>
          <p:cNvSpPr txBox="1"/>
          <p:nvPr/>
        </p:nvSpPr>
        <p:spPr>
          <a:xfrm>
            <a:off x="14684021" y="3542858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3" name="Google Shape;4633;p100"/>
          <p:cNvSpPr txBox="1"/>
          <p:nvPr/>
        </p:nvSpPr>
        <p:spPr>
          <a:xfrm>
            <a:off x="14520660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4" name="Google Shape;4634;p100"/>
          <p:cNvSpPr txBox="1"/>
          <p:nvPr/>
        </p:nvSpPr>
        <p:spPr>
          <a:xfrm>
            <a:off x="14074841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5" name="Google Shape;4635;p100"/>
          <p:cNvSpPr txBox="1"/>
          <p:nvPr/>
        </p:nvSpPr>
        <p:spPr>
          <a:xfrm>
            <a:off x="14209874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6" name="Google Shape;4636;p100"/>
          <p:cNvSpPr txBox="1"/>
          <p:nvPr/>
        </p:nvSpPr>
        <p:spPr>
          <a:xfrm>
            <a:off x="13514918" y="1261214"/>
            <a:ext cx="270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Open Sans ExtraBold"/>
              <a:buNone/>
            </a:pPr>
            <a:r>
              <a:rPr b="1" i="0" lang="en" sz="3600" u="none" cap="none" strike="noStrike">
                <a:solidFill>
                  <a:srgbClr val="FFDE59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7" name="Google Shape;4637;p100"/>
          <p:cNvSpPr txBox="1"/>
          <p:nvPr/>
        </p:nvSpPr>
        <p:spPr>
          <a:xfrm>
            <a:off x="13764054" y="3527009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8" name="Google Shape;4638;p100"/>
          <p:cNvSpPr txBox="1"/>
          <p:nvPr/>
        </p:nvSpPr>
        <p:spPr>
          <a:xfrm>
            <a:off x="13227818" y="3558710"/>
            <a:ext cx="4458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Open Sans ExtraBold"/>
              <a:buNone/>
            </a:pPr>
            <a:r>
              <a:rPr b="1" i="0" lang="en" sz="6000" u="none" cap="none" strike="noStrike">
                <a:solidFill>
                  <a:srgbClr val="7ED957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9" name="Google Shape;4639;p100"/>
          <p:cNvSpPr txBox="1"/>
          <p:nvPr/>
        </p:nvSpPr>
        <p:spPr>
          <a:xfrm>
            <a:off x="646451" y="2604452"/>
            <a:ext cx="18288000" cy="72389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Open Sans ExtraBold"/>
              <a:buNone/>
            </a:pPr>
            <a:r>
              <a:rPr b="1" i="0" lang="en" sz="56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01101110 = 110</a:t>
            </a:r>
            <a:endParaRPr b="0" i="0" sz="100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1"/>
              <a:buFont typeface="Arial"/>
              <a:buNone/>
            </a:pPr>
            <a:r>
              <a:rPr b="0" i="0" lang="en" sz="100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\</a:t>
            </a:r>
            <a:r>
              <a:rPr b="1" i="0" lang="en" sz="56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11011110 = 222</a:t>
            </a:r>
            <a:endParaRPr b="1" i="0" sz="5600" u="none" cap="none" strike="noStrike">
              <a:solidFill>
                <a:srgbClr val="000000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t/>
            </a:r>
            <a:endParaRPr b="1" i="0" sz="5600" u="none" cap="none" strike="noStrike">
              <a:solidFill>
                <a:srgbClr val="000000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Open Sans ExtraBold"/>
              <a:buNone/>
            </a:pPr>
            <a:r>
              <a:rPr b="1" i="0" lang="en" sz="56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110 + 222 = 322</a:t>
            </a:r>
            <a:endParaRPr b="1" i="0" sz="5600" u="none" cap="none" strike="noStrike">
              <a:solidFill>
                <a:srgbClr val="000000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Open Sans ExtraBold"/>
              <a:buNone/>
            </a:pPr>
            <a:r>
              <a:rPr b="1" i="0" lang="en" sz="56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322 &gt; 255 (overflow)</a:t>
            </a:r>
            <a:endParaRPr b="1" i="0" sz="5600" u="none" cap="none" strike="noStrike">
              <a:solidFill>
                <a:srgbClr val="000000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Open Sans ExtraBold"/>
              <a:buNone/>
            </a:pPr>
            <a:r>
              <a:rPr b="1" i="0" lang="en" sz="56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The sum is too big to be stored in a 8 bit binary.</a:t>
            </a:r>
            <a:endParaRPr b="1" i="0" sz="5600" u="none" cap="none" strike="noStrike">
              <a:solidFill>
                <a:srgbClr val="000000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sp>
        <p:nvSpPr>
          <p:cNvPr id="4640" name="Google Shape;4640;p100"/>
          <p:cNvSpPr txBox="1"/>
          <p:nvPr/>
        </p:nvSpPr>
        <p:spPr>
          <a:xfrm>
            <a:off x="-524787" y="140159"/>
            <a:ext cx="8030819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Open Sans ExtraBold"/>
              <a:buNone/>
            </a:pPr>
            <a:r>
              <a:rPr b="1" i="0" lang="en" sz="32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Addition of binary number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644" name="Shape 4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45" name="Google Shape;4645;p101"/>
          <p:cNvGrpSpPr/>
          <p:nvPr/>
        </p:nvGrpSpPr>
        <p:grpSpPr>
          <a:xfrm>
            <a:off x="1280555" y="681494"/>
            <a:ext cx="15574050" cy="1960275"/>
            <a:chOff x="0" y="63273"/>
            <a:chExt cx="20765400" cy="2613699"/>
          </a:xfrm>
        </p:grpSpPr>
        <p:sp>
          <p:nvSpPr>
            <p:cNvPr id="4646" name="Google Shape;4646;p101"/>
            <p:cNvSpPr txBox="1"/>
            <p:nvPr/>
          </p:nvSpPr>
          <p:spPr>
            <a:xfrm>
              <a:off x="0" y="63273"/>
              <a:ext cx="20765400" cy="155957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601">
                  <a:solidFill>
                    <a:srgbClr val="FFFFFF"/>
                  </a:solidFill>
                  <a:latin typeface="Gaegu"/>
                  <a:ea typeface="Gaegu"/>
                  <a:cs typeface="Gaegu"/>
                  <a:sym typeface="Gaegu"/>
                </a:rPr>
                <a:t>Lesson Objectives</a:t>
              </a:r>
              <a:endPara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7" name="Google Shape;4647;p101"/>
            <p:cNvSpPr txBox="1"/>
            <p:nvPr/>
          </p:nvSpPr>
          <p:spPr>
            <a:xfrm>
              <a:off x="0" y="1815198"/>
              <a:ext cx="20765400" cy="86177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9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rgbClr val="FBE675"/>
                  </a:solidFill>
                  <a:latin typeface="Arial"/>
                  <a:ea typeface="Arial"/>
                  <a:cs typeface="Arial"/>
                  <a:sym typeface="Arial"/>
                </a:rPr>
                <a:t>Last lesson on the binary system</a:t>
              </a:r>
              <a:endPara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48" name="Google Shape;4648;p101"/>
          <p:cNvGrpSpPr/>
          <p:nvPr/>
        </p:nvGrpSpPr>
        <p:grpSpPr>
          <a:xfrm rot="10800000">
            <a:off x="2663511" y="2951915"/>
            <a:ext cx="6434334" cy="6237809"/>
            <a:chOff x="-3810" y="0"/>
            <a:chExt cx="2970058" cy="2879343"/>
          </a:xfrm>
        </p:grpSpPr>
        <p:sp>
          <p:nvSpPr>
            <p:cNvPr id="4649" name="Google Shape;4649;p101"/>
            <p:cNvSpPr/>
            <p:nvPr/>
          </p:nvSpPr>
          <p:spPr>
            <a:xfrm>
              <a:off x="10160" y="16510"/>
              <a:ext cx="2940848" cy="2852673"/>
            </a:xfrm>
            <a:custGeom>
              <a:rect b="b" l="l" r="r" t="t"/>
              <a:pathLst>
                <a:path extrusionOk="0" h="2852673" w="2940848">
                  <a:moveTo>
                    <a:pt x="2940848" y="2852673"/>
                  </a:moveTo>
                  <a:lnTo>
                    <a:pt x="0" y="2845053"/>
                  </a:lnTo>
                  <a:lnTo>
                    <a:pt x="0" y="1002608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0" name="Google Shape;4650;p101"/>
            <p:cNvSpPr/>
            <p:nvPr/>
          </p:nvSpPr>
          <p:spPr>
            <a:xfrm>
              <a:off x="-3810" y="0"/>
              <a:ext cx="2970058" cy="2879343"/>
            </a:xfrm>
            <a:custGeom>
              <a:rect b="b" l="l" r="r" t="t"/>
              <a:pathLst>
                <a:path extrusionOk="0" h="2879343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106943"/>
                    <a:pt x="2942118" y="168636"/>
                    <a:pt x="2944658" y="228126"/>
                  </a:cubicBezTo>
                  <a:cubicBezTo>
                    <a:pt x="2944658" y="314055"/>
                    <a:pt x="2957358" y="2008410"/>
                    <a:pt x="2963708" y="2094339"/>
                  </a:cubicBezTo>
                  <a:cubicBezTo>
                    <a:pt x="2970058" y="2224335"/>
                    <a:pt x="2966248" y="2356534"/>
                    <a:pt x="2966248" y="2486531"/>
                  </a:cubicBezTo>
                  <a:cubicBezTo>
                    <a:pt x="2966248" y="2601103"/>
                    <a:pt x="2967518" y="2706863"/>
                    <a:pt x="2968788" y="2818383"/>
                  </a:cubicBezTo>
                  <a:cubicBezTo>
                    <a:pt x="2968788" y="2839973"/>
                    <a:pt x="2968788" y="2853943"/>
                    <a:pt x="2968788" y="2878073"/>
                  </a:cubicBezTo>
                  <a:cubicBezTo>
                    <a:pt x="2945928" y="2878073"/>
                    <a:pt x="2925608" y="2879343"/>
                    <a:pt x="2901215" y="2878073"/>
                  </a:cubicBezTo>
                  <a:cubicBezTo>
                    <a:pt x="2753943" y="2872993"/>
                    <a:pt x="2604404" y="2879343"/>
                    <a:pt x="2457131" y="2874263"/>
                  </a:cubicBezTo>
                  <a:cubicBezTo>
                    <a:pt x="2368768" y="2870453"/>
                    <a:pt x="2282670" y="2872993"/>
                    <a:pt x="2194306" y="2870453"/>
                  </a:cubicBezTo>
                  <a:cubicBezTo>
                    <a:pt x="2153523" y="2869183"/>
                    <a:pt x="2112740" y="2867913"/>
                    <a:pt x="2071957" y="2866643"/>
                  </a:cubicBezTo>
                  <a:cubicBezTo>
                    <a:pt x="2047034" y="2866643"/>
                    <a:pt x="2024376" y="2867913"/>
                    <a:pt x="1999453" y="2867913"/>
                  </a:cubicBezTo>
                  <a:cubicBezTo>
                    <a:pt x="1936013" y="2866643"/>
                    <a:pt x="1761551" y="2867913"/>
                    <a:pt x="1698111" y="2866643"/>
                  </a:cubicBezTo>
                  <a:cubicBezTo>
                    <a:pt x="1652796" y="2865373"/>
                    <a:pt x="746503" y="2874263"/>
                    <a:pt x="701188" y="2872993"/>
                  </a:cubicBezTo>
                  <a:cubicBezTo>
                    <a:pt x="689859" y="2872993"/>
                    <a:pt x="676265" y="2874263"/>
                    <a:pt x="664936" y="2874263"/>
                  </a:cubicBezTo>
                  <a:cubicBezTo>
                    <a:pt x="637747" y="2874263"/>
                    <a:pt x="612824" y="2875533"/>
                    <a:pt x="585636" y="2875533"/>
                  </a:cubicBezTo>
                  <a:cubicBezTo>
                    <a:pt x="517664" y="2875533"/>
                    <a:pt x="451957" y="2874263"/>
                    <a:pt x="383985" y="2872993"/>
                  </a:cubicBezTo>
                  <a:cubicBezTo>
                    <a:pt x="343202" y="2871723"/>
                    <a:pt x="302419" y="2870453"/>
                    <a:pt x="263901" y="2869183"/>
                  </a:cubicBezTo>
                  <a:cubicBezTo>
                    <a:pt x="191398" y="2867913"/>
                    <a:pt x="118894" y="2866643"/>
                    <a:pt x="48260" y="2866643"/>
                  </a:cubicBezTo>
                  <a:cubicBezTo>
                    <a:pt x="38100" y="2866643"/>
                    <a:pt x="29210" y="2866643"/>
                    <a:pt x="19050" y="2865373"/>
                  </a:cubicBezTo>
                  <a:cubicBezTo>
                    <a:pt x="10160" y="2864103"/>
                    <a:pt x="5080" y="2857753"/>
                    <a:pt x="7620" y="2848863"/>
                  </a:cubicBezTo>
                  <a:cubicBezTo>
                    <a:pt x="16510" y="2817029"/>
                    <a:pt x="12700" y="2761946"/>
                    <a:pt x="11430" y="2704659"/>
                  </a:cubicBezTo>
                  <a:cubicBezTo>
                    <a:pt x="10160" y="2587883"/>
                    <a:pt x="6350" y="2473311"/>
                    <a:pt x="7620" y="2356534"/>
                  </a:cubicBezTo>
                  <a:cubicBezTo>
                    <a:pt x="5080" y="2211115"/>
                    <a:pt x="0" y="411001"/>
                    <a:pt x="7620" y="263379"/>
                  </a:cubicBezTo>
                  <a:cubicBezTo>
                    <a:pt x="8890" y="234736"/>
                    <a:pt x="7620" y="203889"/>
                    <a:pt x="8890" y="175246"/>
                  </a:cubicBezTo>
                  <a:cubicBezTo>
                    <a:pt x="10160" y="128976"/>
                    <a:pt x="12700" y="78300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3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2861563"/>
                  </a:moveTo>
                  <a:cubicBezTo>
                    <a:pt x="2947198" y="2845053"/>
                    <a:pt x="2948468" y="2832353"/>
                    <a:pt x="2948468" y="2819653"/>
                  </a:cubicBezTo>
                  <a:cubicBezTo>
                    <a:pt x="2947198" y="2695846"/>
                    <a:pt x="2945928" y="2579070"/>
                    <a:pt x="2945928" y="2453481"/>
                  </a:cubicBezTo>
                  <a:cubicBezTo>
                    <a:pt x="2945928" y="2396194"/>
                    <a:pt x="2948468" y="2338908"/>
                    <a:pt x="2947198" y="2281622"/>
                  </a:cubicBezTo>
                  <a:cubicBezTo>
                    <a:pt x="2947198" y="2228742"/>
                    <a:pt x="2945928" y="2173659"/>
                    <a:pt x="2944658" y="2120779"/>
                  </a:cubicBezTo>
                  <a:cubicBezTo>
                    <a:pt x="2939578" y="2039256"/>
                    <a:pt x="2928148" y="351512"/>
                    <a:pt x="2928148" y="269989"/>
                  </a:cubicBezTo>
                  <a:cubicBezTo>
                    <a:pt x="2925608" y="201686"/>
                    <a:pt x="2923068" y="13118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1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71690"/>
                  </a:cubicBezTo>
                  <a:cubicBezTo>
                    <a:pt x="31750" y="111350"/>
                    <a:pt x="31750" y="151010"/>
                    <a:pt x="30480" y="190669"/>
                  </a:cubicBezTo>
                  <a:cubicBezTo>
                    <a:pt x="29210" y="256769"/>
                    <a:pt x="26670" y="320665"/>
                    <a:pt x="25400" y="386765"/>
                  </a:cubicBezTo>
                  <a:cubicBezTo>
                    <a:pt x="20320" y="457271"/>
                    <a:pt x="26670" y="2180269"/>
                    <a:pt x="29210" y="2250775"/>
                  </a:cubicBezTo>
                  <a:cubicBezTo>
                    <a:pt x="29210" y="2325688"/>
                    <a:pt x="29210" y="2402804"/>
                    <a:pt x="30480" y="2477717"/>
                  </a:cubicBezTo>
                  <a:cubicBezTo>
                    <a:pt x="30480" y="2532800"/>
                    <a:pt x="33020" y="2587883"/>
                    <a:pt x="33020" y="2642966"/>
                  </a:cubicBezTo>
                  <a:cubicBezTo>
                    <a:pt x="33020" y="2702456"/>
                    <a:pt x="33020" y="2761946"/>
                    <a:pt x="31750" y="2819653"/>
                  </a:cubicBezTo>
                  <a:cubicBezTo>
                    <a:pt x="31750" y="2823463"/>
                    <a:pt x="31750" y="2826003"/>
                    <a:pt x="31750" y="2829813"/>
                  </a:cubicBezTo>
                  <a:cubicBezTo>
                    <a:pt x="31750" y="2839973"/>
                    <a:pt x="35560" y="2843783"/>
                    <a:pt x="44450" y="2843783"/>
                  </a:cubicBezTo>
                  <a:cubicBezTo>
                    <a:pt x="66783" y="2843783"/>
                    <a:pt x="98503" y="2845053"/>
                    <a:pt x="127957" y="2845053"/>
                  </a:cubicBezTo>
                  <a:cubicBezTo>
                    <a:pt x="171006" y="2845053"/>
                    <a:pt x="216321" y="2842513"/>
                    <a:pt x="259370" y="2845053"/>
                  </a:cubicBezTo>
                  <a:cubicBezTo>
                    <a:pt x="329608" y="2848863"/>
                    <a:pt x="399845" y="2851403"/>
                    <a:pt x="470083" y="2850133"/>
                  </a:cubicBezTo>
                  <a:cubicBezTo>
                    <a:pt x="515398" y="2848863"/>
                    <a:pt x="558447" y="2851403"/>
                    <a:pt x="603762" y="2851403"/>
                  </a:cubicBezTo>
                  <a:cubicBezTo>
                    <a:pt x="669468" y="2851403"/>
                    <a:pt x="735174" y="2850133"/>
                    <a:pt x="800880" y="2851403"/>
                  </a:cubicBezTo>
                  <a:cubicBezTo>
                    <a:pt x="898307" y="2852673"/>
                    <a:pt x="1967733" y="2842513"/>
                    <a:pt x="2067425" y="2845053"/>
                  </a:cubicBezTo>
                  <a:cubicBezTo>
                    <a:pt x="2110474" y="2846323"/>
                    <a:pt x="2153523" y="2847593"/>
                    <a:pt x="2194306" y="2847593"/>
                  </a:cubicBezTo>
                  <a:cubicBezTo>
                    <a:pt x="2269076" y="2850133"/>
                    <a:pt x="2341579" y="2846323"/>
                    <a:pt x="2416348" y="2850133"/>
                  </a:cubicBezTo>
                  <a:cubicBezTo>
                    <a:pt x="2477523" y="2852673"/>
                    <a:pt x="2538698" y="2852673"/>
                    <a:pt x="2599873" y="2855213"/>
                  </a:cubicBezTo>
                  <a:cubicBezTo>
                    <a:pt x="2690502" y="2859023"/>
                    <a:pt x="2781131" y="2861563"/>
                    <a:pt x="2871761" y="2862833"/>
                  </a:cubicBezTo>
                  <a:cubicBezTo>
                    <a:pt x="2905747" y="2862833"/>
                    <a:pt x="2925608" y="2861563"/>
                    <a:pt x="2945928" y="2861563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1" name="Google Shape;4651;p101"/>
          <p:cNvSpPr txBox="1"/>
          <p:nvPr/>
        </p:nvSpPr>
        <p:spPr>
          <a:xfrm>
            <a:off x="3617399" y="3582344"/>
            <a:ext cx="45240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2" name="Google Shape;4652;p101"/>
          <p:cNvSpPr txBox="1"/>
          <p:nvPr/>
        </p:nvSpPr>
        <p:spPr>
          <a:xfrm>
            <a:off x="3617399" y="5060222"/>
            <a:ext cx="4524000" cy="3490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>
                <a:solidFill>
                  <a:srgbClr val="FFFFFF"/>
                </a:solidFill>
                <a:latin typeface="Gaegu Light"/>
                <a:ea typeface="Gaegu Light"/>
                <a:cs typeface="Gaegu Light"/>
                <a:sym typeface="Gaegu Light"/>
              </a:rPr>
              <a:t>Multiplication and division of binary numbers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3" name="Google Shape;4653;p101"/>
          <p:cNvPicPr preferRelativeResize="0"/>
          <p:nvPr/>
        </p:nvPicPr>
        <p:blipFill rotWithShape="1">
          <a:blip r:embed="rId3">
            <a:alphaModFix/>
          </a:blip>
          <a:srcRect b="49655" l="392" r="44371" t="0"/>
          <a:stretch/>
        </p:blipFill>
        <p:spPr>
          <a:xfrm>
            <a:off x="3617401" y="4298758"/>
            <a:ext cx="3919346" cy="168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54" name="Google Shape;4654;p101"/>
          <p:cNvGrpSpPr/>
          <p:nvPr/>
        </p:nvGrpSpPr>
        <p:grpSpPr>
          <a:xfrm rot="10800000">
            <a:off x="9832095" y="2951915"/>
            <a:ext cx="6434334" cy="6237809"/>
            <a:chOff x="-3810" y="0"/>
            <a:chExt cx="2970058" cy="2879343"/>
          </a:xfrm>
        </p:grpSpPr>
        <p:sp>
          <p:nvSpPr>
            <p:cNvPr id="4655" name="Google Shape;4655;p101"/>
            <p:cNvSpPr/>
            <p:nvPr/>
          </p:nvSpPr>
          <p:spPr>
            <a:xfrm>
              <a:off x="10160" y="16510"/>
              <a:ext cx="2940848" cy="2852673"/>
            </a:xfrm>
            <a:custGeom>
              <a:rect b="b" l="l" r="r" t="t"/>
              <a:pathLst>
                <a:path extrusionOk="0" h="2852673" w="2940848">
                  <a:moveTo>
                    <a:pt x="2940848" y="2852673"/>
                  </a:moveTo>
                  <a:lnTo>
                    <a:pt x="0" y="2845053"/>
                  </a:lnTo>
                  <a:lnTo>
                    <a:pt x="0" y="1002608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6" name="Google Shape;4656;p101"/>
            <p:cNvSpPr/>
            <p:nvPr/>
          </p:nvSpPr>
          <p:spPr>
            <a:xfrm>
              <a:off x="-3810" y="0"/>
              <a:ext cx="2970058" cy="2879343"/>
            </a:xfrm>
            <a:custGeom>
              <a:rect b="b" l="l" r="r" t="t"/>
              <a:pathLst>
                <a:path extrusionOk="0" h="2879343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106943"/>
                    <a:pt x="2942118" y="168636"/>
                    <a:pt x="2944658" y="228126"/>
                  </a:cubicBezTo>
                  <a:cubicBezTo>
                    <a:pt x="2944658" y="314055"/>
                    <a:pt x="2957358" y="2008410"/>
                    <a:pt x="2963708" y="2094339"/>
                  </a:cubicBezTo>
                  <a:cubicBezTo>
                    <a:pt x="2970058" y="2224335"/>
                    <a:pt x="2966248" y="2356534"/>
                    <a:pt x="2966248" y="2486531"/>
                  </a:cubicBezTo>
                  <a:cubicBezTo>
                    <a:pt x="2966248" y="2601103"/>
                    <a:pt x="2967518" y="2706863"/>
                    <a:pt x="2968788" y="2818383"/>
                  </a:cubicBezTo>
                  <a:cubicBezTo>
                    <a:pt x="2968788" y="2839973"/>
                    <a:pt x="2968788" y="2853943"/>
                    <a:pt x="2968788" y="2878073"/>
                  </a:cubicBezTo>
                  <a:cubicBezTo>
                    <a:pt x="2945928" y="2878073"/>
                    <a:pt x="2925608" y="2879343"/>
                    <a:pt x="2901215" y="2878073"/>
                  </a:cubicBezTo>
                  <a:cubicBezTo>
                    <a:pt x="2753943" y="2872993"/>
                    <a:pt x="2604404" y="2879343"/>
                    <a:pt x="2457131" y="2874263"/>
                  </a:cubicBezTo>
                  <a:cubicBezTo>
                    <a:pt x="2368768" y="2870453"/>
                    <a:pt x="2282670" y="2872993"/>
                    <a:pt x="2194306" y="2870453"/>
                  </a:cubicBezTo>
                  <a:cubicBezTo>
                    <a:pt x="2153523" y="2869183"/>
                    <a:pt x="2112740" y="2867913"/>
                    <a:pt x="2071957" y="2866643"/>
                  </a:cubicBezTo>
                  <a:cubicBezTo>
                    <a:pt x="2047034" y="2866643"/>
                    <a:pt x="2024376" y="2867913"/>
                    <a:pt x="1999453" y="2867913"/>
                  </a:cubicBezTo>
                  <a:cubicBezTo>
                    <a:pt x="1936013" y="2866643"/>
                    <a:pt x="1761551" y="2867913"/>
                    <a:pt x="1698111" y="2866643"/>
                  </a:cubicBezTo>
                  <a:cubicBezTo>
                    <a:pt x="1652796" y="2865373"/>
                    <a:pt x="746503" y="2874263"/>
                    <a:pt x="701188" y="2872993"/>
                  </a:cubicBezTo>
                  <a:cubicBezTo>
                    <a:pt x="689859" y="2872993"/>
                    <a:pt x="676265" y="2874263"/>
                    <a:pt x="664936" y="2874263"/>
                  </a:cubicBezTo>
                  <a:cubicBezTo>
                    <a:pt x="637747" y="2874263"/>
                    <a:pt x="612824" y="2875533"/>
                    <a:pt x="585636" y="2875533"/>
                  </a:cubicBezTo>
                  <a:cubicBezTo>
                    <a:pt x="517664" y="2875533"/>
                    <a:pt x="451957" y="2874263"/>
                    <a:pt x="383985" y="2872993"/>
                  </a:cubicBezTo>
                  <a:cubicBezTo>
                    <a:pt x="343202" y="2871723"/>
                    <a:pt x="302419" y="2870453"/>
                    <a:pt x="263901" y="2869183"/>
                  </a:cubicBezTo>
                  <a:cubicBezTo>
                    <a:pt x="191398" y="2867913"/>
                    <a:pt x="118894" y="2866643"/>
                    <a:pt x="48260" y="2866643"/>
                  </a:cubicBezTo>
                  <a:cubicBezTo>
                    <a:pt x="38100" y="2866643"/>
                    <a:pt x="29210" y="2866643"/>
                    <a:pt x="19050" y="2865373"/>
                  </a:cubicBezTo>
                  <a:cubicBezTo>
                    <a:pt x="10160" y="2864103"/>
                    <a:pt x="5080" y="2857753"/>
                    <a:pt x="7620" y="2848863"/>
                  </a:cubicBezTo>
                  <a:cubicBezTo>
                    <a:pt x="16510" y="2817029"/>
                    <a:pt x="12700" y="2761946"/>
                    <a:pt x="11430" y="2704659"/>
                  </a:cubicBezTo>
                  <a:cubicBezTo>
                    <a:pt x="10160" y="2587883"/>
                    <a:pt x="6350" y="2473311"/>
                    <a:pt x="7620" y="2356534"/>
                  </a:cubicBezTo>
                  <a:cubicBezTo>
                    <a:pt x="5080" y="2211115"/>
                    <a:pt x="0" y="411001"/>
                    <a:pt x="7620" y="263379"/>
                  </a:cubicBezTo>
                  <a:cubicBezTo>
                    <a:pt x="8890" y="234736"/>
                    <a:pt x="7620" y="203889"/>
                    <a:pt x="8890" y="175246"/>
                  </a:cubicBezTo>
                  <a:cubicBezTo>
                    <a:pt x="10160" y="128976"/>
                    <a:pt x="12700" y="78300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3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2861563"/>
                  </a:moveTo>
                  <a:cubicBezTo>
                    <a:pt x="2947198" y="2845053"/>
                    <a:pt x="2948468" y="2832353"/>
                    <a:pt x="2948468" y="2819653"/>
                  </a:cubicBezTo>
                  <a:cubicBezTo>
                    <a:pt x="2947198" y="2695846"/>
                    <a:pt x="2945928" y="2579070"/>
                    <a:pt x="2945928" y="2453481"/>
                  </a:cubicBezTo>
                  <a:cubicBezTo>
                    <a:pt x="2945928" y="2396194"/>
                    <a:pt x="2948468" y="2338908"/>
                    <a:pt x="2947198" y="2281622"/>
                  </a:cubicBezTo>
                  <a:cubicBezTo>
                    <a:pt x="2947198" y="2228742"/>
                    <a:pt x="2945928" y="2173659"/>
                    <a:pt x="2944658" y="2120779"/>
                  </a:cubicBezTo>
                  <a:cubicBezTo>
                    <a:pt x="2939578" y="2039256"/>
                    <a:pt x="2928148" y="351512"/>
                    <a:pt x="2928148" y="269989"/>
                  </a:cubicBezTo>
                  <a:cubicBezTo>
                    <a:pt x="2925608" y="201686"/>
                    <a:pt x="2923068" y="13118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1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71690"/>
                  </a:cubicBezTo>
                  <a:cubicBezTo>
                    <a:pt x="31750" y="111350"/>
                    <a:pt x="31750" y="151010"/>
                    <a:pt x="30480" y="190669"/>
                  </a:cubicBezTo>
                  <a:cubicBezTo>
                    <a:pt x="29210" y="256769"/>
                    <a:pt x="26670" y="320665"/>
                    <a:pt x="25400" y="386765"/>
                  </a:cubicBezTo>
                  <a:cubicBezTo>
                    <a:pt x="20320" y="457271"/>
                    <a:pt x="26670" y="2180269"/>
                    <a:pt x="29210" y="2250775"/>
                  </a:cubicBezTo>
                  <a:cubicBezTo>
                    <a:pt x="29210" y="2325688"/>
                    <a:pt x="29210" y="2402804"/>
                    <a:pt x="30480" y="2477717"/>
                  </a:cubicBezTo>
                  <a:cubicBezTo>
                    <a:pt x="30480" y="2532800"/>
                    <a:pt x="33020" y="2587883"/>
                    <a:pt x="33020" y="2642966"/>
                  </a:cubicBezTo>
                  <a:cubicBezTo>
                    <a:pt x="33020" y="2702456"/>
                    <a:pt x="33020" y="2761946"/>
                    <a:pt x="31750" y="2819653"/>
                  </a:cubicBezTo>
                  <a:cubicBezTo>
                    <a:pt x="31750" y="2823463"/>
                    <a:pt x="31750" y="2826003"/>
                    <a:pt x="31750" y="2829813"/>
                  </a:cubicBezTo>
                  <a:cubicBezTo>
                    <a:pt x="31750" y="2839973"/>
                    <a:pt x="35560" y="2843783"/>
                    <a:pt x="44450" y="2843783"/>
                  </a:cubicBezTo>
                  <a:cubicBezTo>
                    <a:pt x="66783" y="2843783"/>
                    <a:pt x="98503" y="2845053"/>
                    <a:pt x="127957" y="2845053"/>
                  </a:cubicBezTo>
                  <a:cubicBezTo>
                    <a:pt x="171006" y="2845053"/>
                    <a:pt x="216321" y="2842513"/>
                    <a:pt x="259370" y="2845053"/>
                  </a:cubicBezTo>
                  <a:cubicBezTo>
                    <a:pt x="329608" y="2848863"/>
                    <a:pt x="399845" y="2851403"/>
                    <a:pt x="470083" y="2850133"/>
                  </a:cubicBezTo>
                  <a:cubicBezTo>
                    <a:pt x="515398" y="2848863"/>
                    <a:pt x="558447" y="2851403"/>
                    <a:pt x="603762" y="2851403"/>
                  </a:cubicBezTo>
                  <a:cubicBezTo>
                    <a:pt x="669468" y="2851403"/>
                    <a:pt x="735174" y="2850133"/>
                    <a:pt x="800880" y="2851403"/>
                  </a:cubicBezTo>
                  <a:cubicBezTo>
                    <a:pt x="898307" y="2852673"/>
                    <a:pt x="1967733" y="2842513"/>
                    <a:pt x="2067425" y="2845053"/>
                  </a:cubicBezTo>
                  <a:cubicBezTo>
                    <a:pt x="2110474" y="2846323"/>
                    <a:pt x="2153523" y="2847593"/>
                    <a:pt x="2194306" y="2847593"/>
                  </a:cubicBezTo>
                  <a:cubicBezTo>
                    <a:pt x="2269076" y="2850133"/>
                    <a:pt x="2341579" y="2846323"/>
                    <a:pt x="2416348" y="2850133"/>
                  </a:cubicBezTo>
                  <a:cubicBezTo>
                    <a:pt x="2477523" y="2852673"/>
                    <a:pt x="2538698" y="2852673"/>
                    <a:pt x="2599873" y="2855213"/>
                  </a:cubicBezTo>
                  <a:cubicBezTo>
                    <a:pt x="2690502" y="2859023"/>
                    <a:pt x="2781131" y="2861563"/>
                    <a:pt x="2871761" y="2862833"/>
                  </a:cubicBezTo>
                  <a:cubicBezTo>
                    <a:pt x="2905747" y="2862833"/>
                    <a:pt x="2925608" y="2861563"/>
                    <a:pt x="2945928" y="2861563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7" name="Google Shape;4657;p101"/>
          <p:cNvSpPr txBox="1"/>
          <p:nvPr/>
        </p:nvSpPr>
        <p:spPr>
          <a:xfrm>
            <a:off x="11034125" y="3582346"/>
            <a:ext cx="45240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TWO COMPLEMENTS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8" name="Google Shape;4658;p101"/>
          <p:cNvSpPr txBox="1"/>
          <p:nvPr/>
        </p:nvSpPr>
        <p:spPr>
          <a:xfrm>
            <a:off x="10787258" y="4571902"/>
            <a:ext cx="4524000" cy="4825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600">
                <a:solidFill>
                  <a:srgbClr val="FFFFFF"/>
                </a:solidFill>
                <a:latin typeface="Gaegu Light"/>
                <a:ea typeface="Gaegu Light"/>
                <a:cs typeface="Gaegu Light"/>
                <a:sym typeface="Gaegu Light"/>
              </a:rPr>
              <a:t>Represent negative number in binary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9" name="Google Shape;4659;p101"/>
          <p:cNvPicPr preferRelativeResize="0"/>
          <p:nvPr/>
        </p:nvPicPr>
        <p:blipFill rotWithShape="1">
          <a:blip r:embed="rId4">
            <a:alphaModFix/>
          </a:blip>
          <a:srcRect b="49655" l="392" r="44371" t="0"/>
          <a:stretch/>
        </p:blipFill>
        <p:spPr>
          <a:xfrm>
            <a:off x="11034127" y="4298758"/>
            <a:ext cx="3919346" cy="168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0" name="Google Shape;4660;p10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flipH="1" rot="3978358">
            <a:off x="2421844" y="2258723"/>
            <a:ext cx="803543" cy="1381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1" name="Google Shape;4661;p10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-987158">
            <a:off x="14798029" y="8774929"/>
            <a:ext cx="1210280" cy="829592"/>
          </a:xfrm>
          <a:prstGeom prst="rect">
            <a:avLst/>
          </a:prstGeom>
          <a:noFill/>
          <a:ln>
            <a:noFill/>
          </a:ln>
        </p:spPr>
      </p:pic>
      <p:sp>
        <p:nvSpPr>
          <p:cNvPr id="4662" name="Google Shape;4662;p101"/>
          <p:cNvSpPr/>
          <p:nvPr/>
        </p:nvSpPr>
        <p:spPr>
          <a:xfrm>
            <a:off x="5200156" y="497068"/>
            <a:ext cx="8142134" cy="2238182"/>
          </a:xfrm>
          <a:prstGeom prst="rect">
            <a:avLst/>
          </a:prstGeom>
          <a:solidFill>
            <a:srgbClr val="072A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3" name="Google Shape;4663;p101"/>
          <p:cNvSpPr/>
          <p:nvPr/>
        </p:nvSpPr>
        <p:spPr>
          <a:xfrm>
            <a:off x="9346154" y="2100284"/>
            <a:ext cx="8142134" cy="7595603"/>
          </a:xfrm>
          <a:prstGeom prst="rect">
            <a:avLst/>
          </a:prstGeom>
          <a:solidFill>
            <a:srgbClr val="072A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4" name="Google Shape;4664;p101"/>
          <p:cNvSpPr txBox="1"/>
          <p:nvPr/>
        </p:nvSpPr>
        <p:spPr>
          <a:xfrm>
            <a:off x="4977517" y="1204160"/>
            <a:ext cx="9303029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rgbClr val="FFFFFF"/>
                </a:solidFill>
                <a:latin typeface="Cutive"/>
                <a:ea typeface="Cutive"/>
                <a:cs typeface="Cutive"/>
                <a:sym typeface="Cutive"/>
              </a:rPr>
              <a:t>Chapter 1.4: Binary Shifting  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668" name="Shape 4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69" name="Google Shape;4669;p102"/>
          <p:cNvGrpSpPr/>
          <p:nvPr/>
        </p:nvGrpSpPr>
        <p:grpSpPr>
          <a:xfrm rot="10800000">
            <a:off x="-5596" y="2737"/>
            <a:ext cx="5789156" cy="1025966"/>
            <a:chOff x="-3810" y="0"/>
            <a:chExt cx="2672247" cy="473581"/>
          </a:xfrm>
        </p:grpSpPr>
        <p:sp>
          <p:nvSpPr>
            <p:cNvPr id="4670" name="Google Shape;4670;p102"/>
            <p:cNvSpPr/>
            <p:nvPr/>
          </p:nvSpPr>
          <p:spPr>
            <a:xfrm>
              <a:off x="10160" y="16510"/>
              <a:ext cx="2643037" cy="446911"/>
            </a:xfrm>
            <a:custGeom>
              <a:rect b="b" l="l" r="r" t="t"/>
              <a:pathLst>
                <a:path extrusionOk="0" h="446911" w="2643037">
                  <a:moveTo>
                    <a:pt x="2643037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315842" y="0"/>
                  </a:lnTo>
                  <a:lnTo>
                    <a:pt x="2623987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1" name="Google Shape;4671;p102"/>
            <p:cNvSpPr/>
            <p:nvPr/>
          </p:nvSpPr>
          <p:spPr>
            <a:xfrm>
              <a:off x="-3810" y="0"/>
              <a:ext cx="2672247" cy="473581"/>
            </a:xfrm>
            <a:custGeom>
              <a:rect b="b" l="l" r="r" t="t"/>
              <a:pathLst>
                <a:path extrusionOk="0" h="473581" w="2672247">
                  <a:moveTo>
                    <a:pt x="2637957" y="21590"/>
                  </a:moveTo>
                  <a:cubicBezTo>
                    <a:pt x="2639227" y="34290"/>
                    <a:pt x="2639227" y="44450"/>
                    <a:pt x="2640497" y="54610"/>
                  </a:cubicBezTo>
                  <a:cubicBezTo>
                    <a:pt x="2643037" y="69719"/>
                    <a:pt x="2644307" y="77498"/>
                    <a:pt x="2646847" y="84999"/>
                  </a:cubicBezTo>
                  <a:cubicBezTo>
                    <a:pt x="2646847" y="95834"/>
                    <a:pt x="2659547" y="309479"/>
                    <a:pt x="2665897" y="320314"/>
                  </a:cubicBezTo>
                  <a:cubicBezTo>
                    <a:pt x="2672247" y="336706"/>
                    <a:pt x="2668437" y="353375"/>
                    <a:pt x="2668437" y="369767"/>
                  </a:cubicBezTo>
                  <a:cubicBezTo>
                    <a:pt x="2668437" y="384213"/>
                    <a:pt x="2669707" y="397549"/>
                    <a:pt x="2670977" y="412621"/>
                  </a:cubicBezTo>
                  <a:cubicBezTo>
                    <a:pt x="2670977" y="434211"/>
                    <a:pt x="2670977" y="448181"/>
                    <a:pt x="2670977" y="472311"/>
                  </a:cubicBezTo>
                  <a:cubicBezTo>
                    <a:pt x="2648117" y="472311"/>
                    <a:pt x="2627797" y="473581"/>
                    <a:pt x="2604370" y="472311"/>
                  </a:cubicBezTo>
                  <a:cubicBezTo>
                    <a:pt x="2472449" y="467231"/>
                    <a:pt x="2338499" y="473581"/>
                    <a:pt x="2206578" y="468501"/>
                  </a:cubicBezTo>
                  <a:cubicBezTo>
                    <a:pt x="2127426" y="464691"/>
                    <a:pt x="2050303" y="467231"/>
                    <a:pt x="1971150" y="464691"/>
                  </a:cubicBezTo>
                  <a:cubicBezTo>
                    <a:pt x="1934618" y="463421"/>
                    <a:pt x="1898086" y="462151"/>
                    <a:pt x="1861555" y="460881"/>
                  </a:cubicBezTo>
                  <a:cubicBezTo>
                    <a:pt x="1839229" y="460881"/>
                    <a:pt x="1818934" y="462151"/>
                    <a:pt x="1796609" y="462151"/>
                  </a:cubicBezTo>
                  <a:cubicBezTo>
                    <a:pt x="1739781" y="460881"/>
                    <a:pt x="1583506" y="462151"/>
                    <a:pt x="1526679" y="460881"/>
                  </a:cubicBezTo>
                  <a:cubicBezTo>
                    <a:pt x="1486088" y="459611"/>
                    <a:pt x="674267" y="468501"/>
                    <a:pt x="633676" y="467231"/>
                  </a:cubicBezTo>
                  <a:cubicBezTo>
                    <a:pt x="623528" y="467231"/>
                    <a:pt x="611351" y="468501"/>
                    <a:pt x="601203" y="468501"/>
                  </a:cubicBezTo>
                  <a:cubicBezTo>
                    <a:pt x="576848" y="468501"/>
                    <a:pt x="554523" y="469771"/>
                    <a:pt x="530169" y="469771"/>
                  </a:cubicBezTo>
                  <a:cubicBezTo>
                    <a:pt x="469282" y="469771"/>
                    <a:pt x="410425" y="468501"/>
                    <a:pt x="349539" y="467231"/>
                  </a:cubicBezTo>
                  <a:cubicBezTo>
                    <a:pt x="313007" y="465961"/>
                    <a:pt x="276475" y="464691"/>
                    <a:pt x="241972" y="463421"/>
                  </a:cubicBezTo>
                  <a:cubicBezTo>
                    <a:pt x="177027" y="462151"/>
                    <a:pt x="112081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1342" y="30480"/>
                    <a:pt x="93815" y="29210"/>
                  </a:cubicBezTo>
                  <a:cubicBezTo>
                    <a:pt x="148613" y="25400"/>
                    <a:pt x="203411" y="22860"/>
                    <a:pt x="260238" y="20320"/>
                  </a:cubicBezTo>
                  <a:cubicBezTo>
                    <a:pt x="298800" y="17780"/>
                    <a:pt x="337361" y="16510"/>
                    <a:pt x="373893" y="13970"/>
                  </a:cubicBezTo>
                  <a:cubicBezTo>
                    <a:pt x="410425" y="11430"/>
                    <a:pt x="448987" y="8890"/>
                    <a:pt x="485519" y="8890"/>
                  </a:cubicBezTo>
                  <a:cubicBezTo>
                    <a:pt x="526110" y="7620"/>
                    <a:pt x="566701" y="10160"/>
                    <a:pt x="607292" y="8890"/>
                  </a:cubicBezTo>
                  <a:cubicBezTo>
                    <a:pt x="658031" y="8890"/>
                    <a:pt x="1577417" y="6350"/>
                    <a:pt x="1628156" y="5080"/>
                  </a:cubicBezTo>
                  <a:cubicBezTo>
                    <a:pt x="1676865" y="3810"/>
                    <a:pt x="1725575" y="2540"/>
                    <a:pt x="1776313" y="2540"/>
                  </a:cubicBezTo>
                  <a:cubicBezTo>
                    <a:pt x="1859525" y="1270"/>
                    <a:pt x="1940707" y="0"/>
                    <a:pt x="2023919" y="0"/>
                  </a:cubicBezTo>
                  <a:cubicBezTo>
                    <a:pt x="2058421" y="0"/>
                    <a:pt x="2094953" y="2540"/>
                    <a:pt x="2129455" y="2540"/>
                  </a:cubicBezTo>
                  <a:cubicBezTo>
                    <a:pt x="2224844" y="3810"/>
                    <a:pt x="2322263" y="5080"/>
                    <a:pt x="2417652" y="7620"/>
                  </a:cubicBezTo>
                  <a:cubicBezTo>
                    <a:pt x="2468390" y="8890"/>
                    <a:pt x="2519129" y="12700"/>
                    <a:pt x="2569868" y="16510"/>
                  </a:cubicBezTo>
                  <a:cubicBezTo>
                    <a:pt x="2582045" y="16510"/>
                    <a:pt x="2594223" y="16510"/>
                    <a:pt x="2604370" y="16510"/>
                  </a:cubicBezTo>
                  <a:cubicBezTo>
                    <a:pt x="2618907" y="17780"/>
                    <a:pt x="2627797" y="20320"/>
                    <a:pt x="2637957" y="21590"/>
                  </a:cubicBezTo>
                  <a:close/>
                  <a:moveTo>
                    <a:pt x="2648117" y="455801"/>
                  </a:moveTo>
                  <a:cubicBezTo>
                    <a:pt x="2649387" y="439291"/>
                    <a:pt x="2650657" y="426591"/>
                    <a:pt x="2650657" y="413891"/>
                  </a:cubicBezTo>
                  <a:cubicBezTo>
                    <a:pt x="2649387" y="396160"/>
                    <a:pt x="2648117" y="381435"/>
                    <a:pt x="2648117" y="365599"/>
                  </a:cubicBezTo>
                  <a:cubicBezTo>
                    <a:pt x="2648117" y="358376"/>
                    <a:pt x="2650657" y="351153"/>
                    <a:pt x="2649387" y="343929"/>
                  </a:cubicBezTo>
                  <a:cubicBezTo>
                    <a:pt x="2649387" y="337262"/>
                    <a:pt x="2648117" y="330316"/>
                    <a:pt x="2646847" y="323648"/>
                  </a:cubicBezTo>
                  <a:cubicBezTo>
                    <a:pt x="2641767" y="313369"/>
                    <a:pt x="2630337" y="100557"/>
                    <a:pt x="2630337" y="90278"/>
                  </a:cubicBezTo>
                  <a:cubicBezTo>
                    <a:pt x="2627797" y="81665"/>
                    <a:pt x="2625257" y="72775"/>
                    <a:pt x="2622717" y="63500"/>
                  </a:cubicBezTo>
                  <a:cubicBezTo>
                    <a:pt x="2621447" y="44450"/>
                    <a:pt x="2620177" y="43180"/>
                    <a:pt x="2598282" y="41910"/>
                  </a:cubicBezTo>
                  <a:cubicBezTo>
                    <a:pt x="2592193" y="41910"/>
                    <a:pt x="2588134" y="41910"/>
                    <a:pt x="2582045" y="40640"/>
                  </a:cubicBezTo>
                  <a:cubicBezTo>
                    <a:pt x="2531306" y="36830"/>
                    <a:pt x="2478538" y="31750"/>
                    <a:pt x="2427799" y="30480"/>
                  </a:cubicBezTo>
                  <a:cubicBezTo>
                    <a:pt x="2303997" y="26670"/>
                    <a:pt x="2178165" y="25400"/>
                    <a:pt x="2054362" y="22860"/>
                  </a:cubicBezTo>
                  <a:cubicBezTo>
                    <a:pt x="2036096" y="22860"/>
                    <a:pt x="2015801" y="22860"/>
                    <a:pt x="1997535" y="22860"/>
                  </a:cubicBezTo>
                  <a:cubicBezTo>
                    <a:pt x="1967091" y="22860"/>
                    <a:pt x="1936648" y="22860"/>
                    <a:pt x="1908234" y="22860"/>
                  </a:cubicBezTo>
                  <a:cubicBezTo>
                    <a:pt x="1843289" y="22860"/>
                    <a:pt x="1778343" y="22860"/>
                    <a:pt x="1715427" y="24130"/>
                  </a:cubicBezTo>
                  <a:cubicBezTo>
                    <a:pt x="1660629" y="25400"/>
                    <a:pt x="737183" y="29210"/>
                    <a:pt x="682385" y="29210"/>
                  </a:cubicBezTo>
                  <a:cubicBezTo>
                    <a:pt x="593085" y="29210"/>
                    <a:pt x="503785" y="26670"/>
                    <a:pt x="414484" y="33020"/>
                  </a:cubicBezTo>
                  <a:cubicBezTo>
                    <a:pt x="367805" y="36830"/>
                    <a:pt x="323155" y="36830"/>
                    <a:pt x="278504" y="38100"/>
                  </a:cubicBezTo>
                  <a:cubicBezTo>
                    <a:pt x="201381" y="41910"/>
                    <a:pt x="124259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65402" y="438021"/>
                    <a:pt x="93815" y="439291"/>
                    <a:pt x="120199" y="439291"/>
                  </a:cubicBezTo>
                  <a:cubicBezTo>
                    <a:pt x="158761" y="439291"/>
                    <a:pt x="199352" y="436751"/>
                    <a:pt x="237913" y="439291"/>
                  </a:cubicBezTo>
                  <a:cubicBezTo>
                    <a:pt x="300830" y="443101"/>
                    <a:pt x="363746" y="445641"/>
                    <a:pt x="426662" y="444371"/>
                  </a:cubicBezTo>
                  <a:cubicBezTo>
                    <a:pt x="467253" y="443101"/>
                    <a:pt x="505814" y="445641"/>
                    <a:pt x="546405" y="445641"/>
                  </a:cubicBezTo>
                  <a:cubicBezTo>
                    <a:pt x="605262" y="445641"/>
                    <a:pt x="664119" y="444371"/>
                    <a:pt x="722976" y="445641"/>
                  </a:cubicBezTo>
                  <a:cubicBezTo>
                    <a:pt x="810247" y="446911"/>
                    <a:pt x="1768195" y="436751"/>
                    <a:pt x="1857495" y="439291"/>
                  </a:cubicBezTo>
                  <a:cubicBezTo>
                    <a:pt x="1896057" y="440561"/>
                    <a:pt x="1934619" y="441831"/>
                    <a:pt x="1971150" y="441831"/>
                  </a:cubicBezTo>
                  <a:cubicBezTo>
                    <a:pt x="2038126" y="444371"/>
                    <a:pt x="2103071" y="440561"/>
                    <a:pt x="2170046" y="444371"/>
                  </a:cubicBezTo>
                  <a:cubicBezTo>
                    <a:pt x="2224844" y="446911"/>
                    <a:pt x="2279642" y="446911"/>
                    <a:pt x="2334440" y="449451"/>
                  </a:cubicBezTo>
                  <a:cubicBezTo>
                    <a:pt x="2415622" y="453261"/>
                    <a:pt x="2496804" y="455801"/>
                    <a:pt x="2577986" y="457071"/>
                  </a:cubicBezTo>
                  <a:cubicBezTo>
                    <a:pt x="2608430" y="457071"/>
                    <a:pt x="2627797" y="455801"/>
                    <a:pt x="2648117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672" name="Google Shape;4672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14083" y="4140391"/>
            <a:ext cx="5590068" cy="4733336"/>
          </a:xfrm>
          <a:prstGeom prst="rect">
            <a:avLst/>
          </a:prstGeom>
          <a:noFill/>
          <a:ln>
            <a:noFill/>
          </a:ln>
        </p:spPr>
      </p:pic>
      <p:sp>
        <p:nvSpPr>
          <p:cNvPr id="4673" name="Google Shape;4673;p102"/>
          <p:cNvSpPr txBox="1"/>
          <p:nvPr/>
        </p:nvSpPr>
        <p:spPr>
          <a:xfrm>
            <a:off x="788591" y="168797"/>
            <a:ext cx="45240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4" name="Google Shape;4674;p102"/>
          <p:cNvSpPr txBox="1"/>
          <p:nvPr/>
        </p:nvSpPr>
        <p:spPr>
          <a:xfrm>
            <a:off x="396707" y="1581542"/>
            <a:ext cx="17494800" cy="16453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96885" lvl="1" marL="1193771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Char char="•"/>
            </a:pPr>
            <a:r>
              <a:rPr b="1" i="0" lang="en" sz="54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 is a process that a CPU uses to perform multiplication and division.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678" name="Shape 4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79" name="Google Shape;4679;p103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4680" name="Google Shape;4680;p103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1" name="Google Shape;4681;p103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82" name="Google Shape;4682;p103"/>
          <p:cNvSpPr txBox="1"/>
          <p:nvPr/>
        </p:nvSpPr>
        <p:spPr>
          <a:xfrm>
            <a:off x="407712" y="168797"/>
            <a:ext cx="77748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- MULTIPLICATION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3" name="Google Shape;4683;p103"/>
          <p:cNvSpPr txBox="1"/>
          <p:nvPr/>
        </p:nvSpPr>
        <p:spPr>
          <a:xfrm>
            <a:off x="396707" y="1581540"/>
            <a:ext cx="17494800" cy="16453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96885" lvl="1" marL="1193771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Char char="•"/>
            </a:pPr>
            <a:r>
              <a:rPr b="1" i="0" lang="en" sz="54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To multiply a binary number, a CPU shifts the number to the left, filling any remaining spaces with zeros.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687" name="Shape 4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88" name="Google Shape;4688;p104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4689" name="Google Shape;4689;p104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0" name="Google Shape;4690;p104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691" name="Google Shape;4691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2" name="Google Shape;4692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1984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3" name="Google Shape;4693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7264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4" name="Google Shape;4694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254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5" name="Google Shape;4695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7782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6" name="Google Shape;4696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7310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7" name="Google Shape;4697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6838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698" name="Google Shape;4698;p104"/>
          <p:cNvSpPr txBox="1"/>
          <p:nvPr/>
        </p:nvSpPr>
        <p:spPr>
          <a:xfrm>
            <a:off x="6228743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9" name="Google Shape;4699;p104"/>
          <p:cNvSpPr txBox="1"/>
          <p:nvPr/>
        </p:nvSpPr>
        <p:spPr>
          <a:xfrm>
            <a:off x="3699486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0" name="Google Shape;4700;p104"/>
          <p:cNvSpPr txBox="1"/>
          <p:nvPr/>
        </p:nvSpPr>
        <p:spPr>
          <a:xfrm>
            <a:off x="8955284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1" name="Google Shape;4701;p104"/>
          <p:cNvSpPr txBox="1"/>
          <p:nvPr/>
        </p:nvSpPr>
        <p:spPr>
          <a:xfrm>
            <a:off x="11327168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2" name="Google Shape;4702;p104"/>
          <p:cNvSpPr txBox="1"/>
          <p:nvPr/>
        </p:nvSpPr>
        <p:spPr>
          <a:xfrm>
            <a:off x="13888991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3" name="Google Shape;4703;p104"/>
          <p:cNvSpPr txBox="1"/>
          <p:nvPr/>
        </p:nvSpPr>
        <p:spPr>
          <a:xfrm>
            <a:off x="16635347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4" name="Google Shape;4704;p104"/>
          <p:cNvSpPr txBox="1"/>
          <p:nvPr/>
        </p:nvSpPr>
        <p:spPr>
          <a:xfrm>
            <a:off x="1211652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64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05" name="Google Shape;4705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6" name="Google Shape;4706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1984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7" name="Google Shape;4707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7264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8" name="Google Shape;4708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254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9" name="Google Shape;47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7782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0" name="Google Shape;4710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7310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1" name="Google Shape;4711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6838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2" name="Google Shape;4712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505438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3" name="Google Shape;4713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1984" y="505438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4" name="Google Shape;4714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7264" y="505438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5" name="Google Shape;4715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2547" y="505438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6" name="Google Shape;4716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77827" y="505438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7" name="Google Shape;4717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73107" y="505438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8" name="Google Shape;4718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68387" y="5054386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719" name="Google Shape;4719;p104"/>
          <p:cNvSpPr txBox="1"/>
          <p:nvPr/>
        </p:nvSpPr>
        <p:spPr>
          <a:xfrm>
            <a:off x="6228743" y="490822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0" name="Google Shape;4720;p104"/>
          <p:cNvSpPr txBox="1"/>
          <p:nvPr/>
        </p:nvSpPr>
        <p:spPr>
          <a:xfrm>
            <a:off x="3699486" y="490822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1" name="Google Shape;4721;p104"/>
          <p:cNvSpPr txBox="1"/>
          <p:nvPr/>
        </p:nvSpPr>
        <p:spPr>
          <a:xfrm>
            <a:off x="8955284" y="490822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2" name="Google Shape;4722;p104"/>
          <p:cNvSpPr txBox="1"/>
          <p:nvPr/>
        </p:nvSpPr>
        <p:spPr>
          <a:xfrm>
            <a:off x="11327168" y="490822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3" name="Google Shape;4723;p104"/>
          <p:cNvSpPr txBox="1"/>
          <p:nvPr/>
        </p:nvSpPr>
        <p:spPr>
          <a:xfrm>
            <a:off x="13888991" y="490822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4" name="Google Shape;4724;p104"/>
          <p:cNvSpPr txBox="1"/>
          <p:nvPr/>
        </p:nvSpPr>
        <p:spPr>
          <a:xfrm>
            <a:off x="16635347" y="490822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5" name="Google Shape;4725;p104"/>
          <p:cNvSpPr txBox="1"/>
          <p:nvPr/>
        </p:nvSpPr>
        <p:spPr>
          <a:xfrm>
            <a:off x="1211652" y="490822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64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26" name="Google Shape;4726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563454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7" name="Google Shape;4727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1984" y="563454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8" name="Google Shape;4728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7264" y="563454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9" name="Google Shape;472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2547" y="563454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0" name="Google Shape;4730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77827" y="563454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1" name="Google Shape;4731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73107" y="563454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2" name="Google Shape;4732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68387" y="563454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3" name="Google Shape;4733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712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4" name="Google Shape;4734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2992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5" name="Google Shape;4735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8274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6" name="Google Shape;4736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3554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7" name="Google Shape;4737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88832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8" name="Google Shape;4738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84114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9" name="Google Shape;473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79394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740" name="Google Shape;4740;p104"/>
          <p:cNvSpPr txBox="1"/>
          <p:nvPr/>
        </p:nvSpPr>
        <p:spPr>
          <a:xfrm>
            <a:off x="6239753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1" name="Google Shape;4741;p104"/>
          <p:cNvSpPr txBox="1"/>
          <p:nvPr/>
        </p:nvSpPr>
        <p:spPr>
          <a:xfrm>
            <a:off x="3710495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2" name="Google Shape;4742;p104"/>
          <p:cNvSpPr txBox="1"/>
          <p:nvPr/>
        </p:nvSpPr>
        <p:spPr>
          <a:xfrm>
            <a:off x="8966292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3" name="Google Shape;4743;p104"/>
          <p:cNvSpPr txBox="1"/>
          <p:nvPr/>
        </p:nvSpPr>
        <p:spPr>
          <a:xfrm>
            <a:off x="11338176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4" name="Google Shape;4744;p104"/>
          <p:cNvSpPr txBox="1"/>
          <p:nvPr/>
        </p:nvSpPr>
        <p:spPr>
          <a:xfrm>
            <a:off x="13899998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5" name="Google Shape;4745;p104"/>
          <p:cNvSpPr txBox="1"/>
          <p:nvPr/>
        </p:nvSpPr>
        <p:spPr>
          <a:xfrm>
            <a:off x="16646354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6" name="Google Shape;4746;p104"/>
          <p:cNvSpPr txBox="1"/>
          <p:nvPr/>
        </p:nvSpPr>
        <p:spPr>
          <a:xfrm>
            <a:off x="1222661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64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47" name="Google Shape;4747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712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8" name="Google Shape;4748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2992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9" name="Google Shape;474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8274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0" name="Google Shape;4750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3554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1" name="Google Shape;4751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88832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2" name="Google Shape;4752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84114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3" name="Google Shape;4753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79394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4" name="Google Shape;4754;p10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813386">
            <a:off x="14054612" y="6032971"/>
            <a:ext cx="2695872" cy="653750"/>
          </a:xfrm>
          <a:prstGeom prst="rect">
            <a:avLst/>
          </a:prstGeom>
          <a:noFill/>
          <a:ln>
            <a:noFill/>
          </a:ln>
        </p:spPr>
      </p:pic>
      <p:sp>
        <p:nvSpPr>
          <p:cNvPr id="4755" name="Google Shape;4755;p104"/>
          <p:cNvSpPr txBox="1"/>
          <p:nvPr/>
        </p:nvSpPr>
        <p:spPr>
          <a:xfrm>
            <a:off x="407712" y="168797"/>
            <a:ext cx="77748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- MULTIPLICATION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6" name="Google Shape;4756;p104"/>
          <p:cNvSpPr txBox="1"/>
          <p:nvPr/>
        </p:nvSpPr>
        <p:spPr>
          <a:xfrm>
            <a:off x="407712" y="1281670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111 (Binary)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7" name="Google Shape;4757;p104"/>
          <p:cNvSpPr txBox="1"/>
          <p:nvPr/>
        </p:nvSpPr>
        <p:spPr>
          <a:xfrm>
            <a:off x="6228743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8" name="Google Shape;4758;p104"/>
          <p:cNvSpPr txBox="1"/>
          <p:nvPr/>
        </p:nvSpPr>
        <p:spPr>
          <a:xfrm>
            <a:off x="3699486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9" name="Google Shape;4759;p104"/>
          <p:cNvSpPr txBox="1"/>
          <p:nvPr/>
        </p:nvSpPr>
        <p:spPr>
          <a:xfrm>
            <a:off x="8955284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0" name="Google Shape;4760;p104"/>
          <p:cNvSpPr txBox="1"/>
          <p:nvPr/>
        </p:nvSpPr>
        <p:spPr>
          <a:xfrm>
            <a:off x="11327168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1" name="Google Shape;4761;p104"/>
          <p:cNvSpPr txBox="1"/>
          <p:nvPr/>
        </p:nvSpPr>
        <p:spPr>
          <a:xfrm>
            <a:off x="13888991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2" name="Google Shape;4762;p104"/>
          <p:cNvSpPr txBox="1"/>
          <p:nvPr/>
        </p:nvSpPr>
        <p:spPr>
          <a:xfrm>
            <a:off x="16635347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3" name="Google Shape;4763;p104"/>
          <p:cNvSpPr txBox="1"/>
          <p:nvPr/>
        </p:nvSpPr>
        <p:spPr>
          <a:xfrm>
            <a:off x="1211652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4" name="Google Shape;4764;p104"/>
          <p:cNvSpPr txBox="1"/>
          <p:nvPr/>
        </p:nvSpPr>
        <p:spPr>
          <a:xfrm>
            <a:off x="407712" y="3926150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1110 (Binary)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5" name="Google Shape;4765;p104"/>
          <p:cNvSpPr txBox="1"/>
          <p:nvPr/>
        </p:nvSpPr>
        <p:spPr>
          <a:xfrm>
            <a:off x="6228743" y="5488378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6" name="Google Shape;4766;p104"/>
          <p:cNvSpPr txBox="1"/>
          <p:nvPr/>
        </p:nvSpPr>
        <p:spPr>
          <a:xfrm>
            <a:off x="3699486" y="5488378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7" name="Google Shape;4767;p104"/>
          <p:cNvSpPr txBox="1"/>
          <p:nvPr/>
        </p:nvSpPr>
        <p:spPr>
          <a:xfrm>
            <a:off x="16616027" y="5488378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8" name="Google Shape;4768;p104"/>
          <p:cNvSpPr txBox="1"/>
          <p:nvPr/>
        </p:nvSpPr>
        <p:spPr>
          <a:xfrm>
            <a:off x="11327168" y="5488378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9" name="Google Shape;4769;p104"/>
          <p:cNvSpPr txBox="1"/>
          <p:nvPr/>
        </p:nvSpPr>
        <p:spPr>
          <a:xfrm>
            <a:off x="13888991" y="5488378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0" name="Google Shape;4770;p104"/>
          <p:cNvSpPr txBox="1"/>
          <p:nvPr/>
        </p:nvSpPr>
        <p:spPr>
          <a:xfrm>
            <a:off x="9130187" y="5488378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1" name="Google Shape;4771;p104"/>
          <p:cNvSpPr txBox="1"/>
          <p:nvPr/>
        </p:nvSpPr>
        <p:spPr>
          <a:xfrm>
            <a:off x="1211652" y="5488378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2" name="Google Shape;4772;p104"/>
          <p:cNvSpPr txBox="1"/>
          <p:nvPr/>
        </p:nvSpPr>
        <p:spPr>
          <a:xfrm>
            <a:off x="407720" y="6887324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11100 (Binary)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3" name="Google Shape;4773;p104"/>
          <p:cNvSpPr txBox="1"/>
          <p:nvPr/>
        </p:nvSpPr>
        <p:spPr>
          <a:xfrm>
            <a:off x="13888991" y="838256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4" name="Google Shape;4774;p104"/>
          <p:cNvSpPr txBox="1"/>
          <p:nvPr/>
        </p:nvSpPr>
        <p:spPr>
          <a:xfrm>
            <a:off x="3710495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5" name="Google Shape;4775;p104"/>
          <p:cNvSpPr txBox="1"/>
          <p:nvPr/>
        </p:nvSpPr>
        <p:spPr>
          <a:xfrm>
            <a:off x="16616027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6" name="Google Shape;4776;p104"/>
          <p:cNvSpPr txBox="1"/>
          <p:nvPr/>
        </p:nvSpPr>
        <p:spPr>
          <a:xfrm>
            <a:off x="11338176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7" name="Google Shape;4777;p104"/>
          <p:cNvSpPr txBox="1"/>
          <p:nvPr/>
        </p:nvSpPr>
        <p:spPr>
          <a:xfrm>
            <a:off x="8966292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8" name="Google Shape;4778;p104"/>
          <p:cNvSpPr txBox="1"/>
          <p:nvPr/>
        </p:nvSpPr>
        <p:spPr>
          <a:xfrm>
            <a:off x="6469139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9" name="Google Shape;4779;p104"/>
          <p:cNvSpPr txBox="1"/>
          <p:nvPr/>
        </p:nvSpPr>
        <p:spPr>
          <a:xfrm>
            <a:off x="1222661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80" name="Google Shape;4780;p10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813386">
            <a:off x="11736107" y="9326401"/>
            <a:ext cx="2695872" cy="65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1" name="Google Shape;4781;p10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813386">
            <a:off x="14688636" y="9326401"/>
            <a:ext cx="2695872" cy="65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785" name="Shape 4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86" name="Google Shape;4786;p105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4787" name="Google Shape;4787;p105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8" name="Google Shape;4788;p105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789" name="Google Shape;4789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0" name="Google Shape;4790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1984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1" name="Google Shape;4791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7264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2" name="Google Shape;4792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254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3" name="Google Shape;4793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7782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4" name="Google Shape;4794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7310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5" name="Google Shape;4795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68387" y="2409907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796" name="Google Shape;4796;p105"/>
          <p:cNvSpPr txBox="1"/>
          <p:nvPr/>
        </p:nvSpPr>
        <p:spPr>
          <a:xfrm>
            <a:off x="6228743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7" name="Google Shape;4797;p105"/>
          <p:cNvSpPr txBox="1"/>
          <p:nvPr/>
        </p:nvSpPr>
        <p:spPr>
          <a:xfrm>
            <a:off x="3699486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8" name="Google Shape;4798;p105"/>
          <p:cNvSpPr txBox="1"/>
          <p:nvPr/>
        </p:nvSpPr>
        <p:spPr>
          <a:xfrm>
            <a:off x="8955284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9" name="Google Shape;4799;p105"/>
          <p:cNvSpPr txBox="1"/>
          <p:nvPr/>
        </p:nvSpPr>
        <p:spPr>
          <a:xfrm>
            <a:off x="11327168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0" name="Google Shape;4800;p105"/>
          <p:cNvSpPr txBox="1"/>
          <p:nvPr/>
        </p:nvSpPr>
        <p:spPr>
          <a:xfrm>
            <a:off x="13888991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1" name="Google Shape;4801;p105"/>
          <p:cNvSpPr txBox="1"/>
          <p:nvPr/>
        </p:nvSpPr>
        <p:spPr>
          <a:xfrm>
            <a:off x="16635347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2" name="Google Shape;4802;p105"/>
          <p:cNvSpPr txBox="1"/>
          <p:nvPr/>
        </p:nvSpPr>
        <p:spPr>
          <a:xfrm>
            <a:off x="1211652" y="226374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64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03" name="Google Shape;4803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4" name="Google Shape;4804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91984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5" name="Google Shape;4805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7264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6" name="Google Shape;4806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254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7" name="Google Shape;4807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7782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8" name="Google Shape;4808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7310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9" name="Google Shape;4809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68387" y="2990060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810" name="Google Shape;4810;p105"/>
          <p:cNvSpPr txBox="1"/>
          <p:nvPr/>
        </p:nvSpPr>
        <p:spPr>
          <a:xfrm>
            <a:off x="407712" y="168797"/>
            <a:ext cx="77748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- MULTIPLICATION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1" name="Google Shape;4811;p105"/>
          <p:cNvSpPr txBox="1"/>
          <p:nvPr/>
        </p:nvSpPr>
        <p:spPr>
          <a:xfrm>
            <a:off x="407712" y="1281670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111 (Binary)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2" name="Google Shape;4812;p105"/>
          <p:cNvSpPr txBox="1"/>
          <p:nvPr/>
        </p:nvSpPr>
        <p:spPr>
          <a:xfrm>
            <a:off x="6228743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3" name="Google Shape;4813;p105"/>
          <p:cNvSpPr txBox="1"/>
          <p:nvPr/>
        </p:nvSpPr>
        <p:spPr>
          <a:xfrm>
            <a:off x="3699486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4" name="Google Shape;4814;p105"/>
          <p:cNvSpPr txBox="1"/>
          <p:nvPr/>
        </p:nvSpPr>
        <p:spPr>
          <a:xfrm>
            <a:off x="8955284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5" name="Google Shape;4815;p105"/>
          <p:cNvSpPr txBox="1"/>
          <p:nvPr/>
        </p:nvSpPr>
        <p:spPr>
          <a:xfrm>
            <a:off x="11327168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6" name="Google Shape;4816;p105"/>
          <p:cNvSpPr txBox="1"/>
          <p:nvPr/>
        </p:nvSpPr>
        <p:spPr>
          <a:xfrm>
            <a:off x="13888991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7" name="Google Shape;4817;p105"/>
          <p:cNvSpPr txBox="1"/>
          <p:nvPr/>
        </p:nvSpPr>
        <p:spPr>
          <a:xfrm>
            <a:off x="16635347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8" name="Google Shape;4818;p105"/>
          <p:cNvSpPr txBox="1"/>
          <p:nvPr/>
        </p:nvSpPr>
        <p:spPr>
          <a:xfrm>
            <a:off x="1211652" y="284389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9" name="Google Shape;4819;p105"/>
          <p:cNvSpPr txBox="1"/>
          <p:nvPr/>
        </p:nvSpPr>
        <p:spPr>
          <a:xfrm>
            <a:off x="619139" y="4707263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Multiply by 2, shift 1 place to the left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0" name="Google Shape;4820;p105"/>
          <p:cNvSpPr txBox="1"/>
          <p:nvPr/>
        </p:nvSpPr>
        <p:spPr>
          <a:xfrm>
            <a:off x="15031082" y="4497713"/>
            <a:ext cx="12918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1110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1" name="Google Shape;4821;p105"/>
          <p:cNvSpPr txBox="1"/>
          <p:nvPr/>
        </p:nvSpPr>
        <p:spPr>
          <a:xfrm>
            <a:off x="619139" y="5797516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Multiply by 4, shift 2 place to the left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2" name="Google Shape;4822;p105"/>
          <p:cNvSpPr txBox="1"/>
          <p:nvPr/>
        </p:nvSpPr>
        <p:spPr>
          <a:xfrm>
            <a:off x="619139" y="7034242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Multiply by 8, shift 3 place to the left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3" name="Google Shape;4823;p105"/>
          <p:cNvSpPr txBox="1"/>
          <p:nvPr/>
        </p:nvSpPr>
        <p:spPr>
          <a:xfrm>
            <a:off x="14831430" y="5590157"/>
            <a:ext cx="1691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11100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4" name="Google Shape;4824;p105"/>
          <p:cNvSpPr txBox="1"/>
          <p:nvPr/>
        </p:nvSpPr>
        <p:spPr>
          <a:xfrm>
            <a:off x="14631852" y="6824690"/>
            <a:ext cx="20904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111000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5" name="Google Shape;4825;p105"/>
          <p:cNvSpPr txBox="1"/>
          <p:nvPr/>
        </p:nvSpPr>
        <p:spPr>
          <a:xfrm>
            <a:off x="619139" y="8404874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Multiply by 2^n, shift n place to the left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829" name="Shape 4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30" name="Google Shape;4830;p106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4831" name="Google Shape;4831;p106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2" name="Google Shape;4832;p106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33" name="Google Shape;4833;p106"/>
          <p:cNvSpPr txBox="1"/>
          <p:nvPr/>
        </p:nvSpPr>
        <p:spPr>
          <a:xfrm>
            <a:off x="407712" y="168797"/>
            <a:ext cx="77748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- DIVISION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4" name="Google Shape;4834;p106"/>
          <p:cNvSpPr txBox="1"/>
          <p:nvPr/>
        </p:nvSpPr>
        <p:spPr>
          <a:xfrm>
            <a:off x="396707" y="1581541"/>
            <a:ext cx="17494800" cy="16453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96885" lvl="1" marL="1193771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Char char="•"/>
            </a:pPr>
            <a:r>
              <a:rPr b="1" i="0" lang="en" sz="54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For a CPU to multiply a binary number, the number needs to be shifted to the right.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838" name="Shape 4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39" name="Google Shape;4839;p107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4840" name="Google Shape;4840;p107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1" name="Google Shape;4841;p107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842" name="Google Shape;4842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071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3" name="Google Shape;4843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8352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4" name="Google Shape;4844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3632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5" name="Google Shape;4845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8911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6" name="Google Shape;4846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4191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7" name="Google Shape;4847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99471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848" name="Google Shape;4848;p107"/>
          <p:cNvSpPr txBox="1"/>
          <p:nvPr/>
        </p:nvSpPr>
        <p:spPr>
          <a:xfrm>
            <a:off x="5259828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9" name="Google Shape;4849;p107"/>
          <p:cNvSpPr txBox="1"/>
          <p:nvPr/>
        </p:nvSpPr>
        <p:spPr>
          <a:xfrm>
            <a:off x="2730572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0" name="Google Shape;4850;p107"/>
          <p:cNvSpPr txBox="1"/>
          <p:nvPr/>
        </p:nvSpPr>
        <p:spPr>
          <a:xfrm>
            <a:off x="7986371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1" name="Google Shape;4851;p107"/>
          <p:cNvSpPr txBox="1"/>
          <p:nvPr/>
        </p:nvSpPr>
        <p:spPr>
          <a:xfrm>
            <a:off x="10358255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2" name="Google Shape;4852;p107"/>
          <p:cNvSpPr txBox="1"/>
          <p:nvPr/>
        </p:nvSpPr>
        <p:spPr>
          <a:xfrm>
            <a:off x="12920078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3" name="Google Shape;4853;p107"/>
          <p:cNvSpPr txBox="1"/>
          <p:nvPr/>
        </p:nvSpPr>
        <p:spPr>
          <a:xfrm>
            <a:off x="15666431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54" name="Google Shape;4854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071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5" name="Google Shape;4855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8352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6" name="Google Shape;4856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3632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7" name="Google Shape;4857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8911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8" name="Google Shape;4858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4191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9" name="Google Shape;4859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99471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0" name="Google Shape;4860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071" y="527061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1" name="Google Shape;4861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8352" y="527061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2" name="Google Shape;4862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3632" y="527061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3" name="Google Shape;4863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8911" y="527061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4" name="Google Shape;4864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4191" y="527061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5" name="Google Shape;4865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99471" y="5270614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866" name="Google Shape;4866;p107"/>
          <p:cNvSpPr txBox="1"/>
          <p:nvPr/>
        </p:nvSpPr>
        <p:spPr>
          <a:xfrm>
            <a:off x="5259828" y="512445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7" name="Google Shape;4867;p107"/>
          <p:cNvSpPr txBox="1"/>
          <p:nvPr/>
        </p:nvSpPr>
        <p:spPr>
          <a:xfrm>
            <a:off x="2730572" y="512445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8" name="Google Shape;4868;p107"/>
          <p:cNvSpPr txBox="1"/>
          <p:nvPr/>
        </p:nvSpPr>
        <p:spPr>
          <a:xfrm>
            <a:off x="7986371" y="512445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9" name="Google Shape;4869;p107"/>
          <p:cNvSpPr txBox="1"/>
          <p:nvPr/>
        </p:nvSpPr>
        <p:spPr>
          <a:xfrm>
            <a:off x="10358255" y="512445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0" name="Google Shape;4870;p107"/>
          <p:cNvSpPr txBox="1"/>
          <p:nvPr/>
        </p:nvSpPr>
        <p:spPr>
          <a:xfrm>
            <a:off x="12920078" y="512445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1" name="Google Shape;4871;p107"/>
          <p:cNvSpPr txBox="1"/>
          <p:nvPr/>
        </p:nvSpPr>
        <p:spPr>
          <a:xfrm>
            <a:off x="15666431" y="512445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72" name="Google Shape;4872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071" y="585076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3" name="Google Shape;4873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8352" y="585076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4" name="Google Shape;4874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3632" y="585076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5" name="Google Shape;4875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8911" y="585076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6" name="Google Shape;4876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4191" y="585076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7" name="Google Shape;4877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99471" y="5850766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8" name="Google Shape;4878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071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9" name="Google Shape;4879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8352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0" name="Google Shape;4880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3632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1" name="Google Shape;4881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8911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2" name="Google Shape;4882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4191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3" name="Google Shape;4883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99471" y="7970884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884" name="Google Shape;4884;p107"/>
          <p:cNvSpPr txBox="1"/>
          <p:nvPr/>
        </p:nvSpPr>
        <p:spPr>
          <a:xfrm>
            <a:off x="5259828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5" name="Google Shape;4885;p107"/>
          <p:cNvSpPr txBox="1"/>
          <p:nvPr/>
        </p:nvSpPr>
        <p:spPr>
          <a:xfrm>
            <a:off x="2730572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6" name="Google Shape;4886;p107"/>
          <p:cNvSpPr txBox="1"/>
          <p:nvPr/>
        </p:nvSpPr>
        <p:spPr>
          <a:xfrm>
            <a:off x="7986371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7" name="Google Shape;4887;p107"/>
          <p:cNvSpPr txBox="1"/>
          <p:nvPr/>
        </p:nvSpPr>
        <p:spPr>
          <a:xfrm>
            <a:off x="10358255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8" name="Google Shape;4888;p107"/>
          <p:cNvSpPr txBox="1"/>
          <p:nvPr/>
        </p:nvSpPr>
        <p:spPr>
          <a:xfrm>
            <a:off x="12920078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9" name="Google Shape;4889;p107"/>
          <p:cNvSpPr txBox="1"/>
          <p:nvPr/>
        </p:nvSpPr>
        <p:spPr>
          <a:xfrm>
            <a:off x="15666431" y="7824722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90" name="Google Shape;4890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071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1" name="Google Shape;4891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8352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2" name="Google Shape;4892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3632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3" name="Google Shape;4893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8911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4" name="Google Shape;4894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4191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5" name="Google Shape;4895;p1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99471" y="8551039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896" name="Google Shape;4896;p107"/>
          <p:cNvSpPr txBox="1"/>
          <p:nvPr/>
        </p:nvSpPr>
        <p:spPr>
          <a:xfrm>
            <a:off x="407712" y="168797"/>
            <a:ext cx="77748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- DIVISION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7" name="Google Shape;4897;p107"/>
          <p:cNvSpPr txBox="1"/>
          <p:nvPr/>
        </p:nvSpPr>
        <p:spPr>
          <a:xfrm>
            <a:off x="407712" y="1281670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101100 (Binary)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8" name="Google Shape;4898;p107"/>
          <p:cNvSpPr txBox="1"/>
          <p:nvPr/>
        </p:nvSpPr>
        <p:spPr>
          <a:xfrm>
            <a:off x="5259828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9" name="Google Shape;4899;p107"/>
          <p:cNvSpPr txBox="1"/>
          <p:nvPr/>
        </p:nvSpPr>
        <p:spPr>
          <a:xfrm>
            <a:off x="2730572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0" name="Google Shape;4900;p107"/>
          <p:cNvSpPr txBox="1"/>
          <p:nvPr/>
        </p:nvSpPr>
        <p:spPr>
          <a:xfrm>
            <a:off x="7986371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1" name="Google Shape;4901;p107"/>
          <p:cNvSpPr txBox="1"/>
          <p:nvPr/>
        </p:nvSpPr>
        <p:spPr>
          <a:xfrm>
            <a:off x="10358255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2" name="Google Shape;4902;p107"/>
          <p:cNvSpPr txBox="1"/>
          <p:nvPr/>
        </p:nvSpPr>
        <p:spPr>
          <a:xfrm>
            <a:off x="12920078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3" name="Google Shape;4903;p107"/>
          <p:cNvSpPr txBox="1"/>
          <p:nvPr/>
        </p:nvSpPr>
        <p:spPr>
          <a:xfrm>
            <a:off x="15666431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4" name="Google Shape;4904;p107"/>
          <p:cNvSpPr txBox="1"/>
          <p:nvPr/>
        </p:nvSpPr>
        <p:spPr>
          <a:xfrm>
            <a:off x="407712" y="3926150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10110 (Binary)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5" name="Google Shape;4905;p107"/>
          <p:cNvSpPr txBox="1"/>
          <p:nvPr/>
        </p:nvSpPr>
        <p:spPr>
          <a:xfrm>
            <a:off x="5259828" y="570460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6" name="Google Shape;4906;p107"/>
          <p:cNvSpPr txBox="1"/>
          <p:nvPr/>
        </p:nvSpPr>
        <p:spPr>
          <a:xfrm>
            <a:off x="2730572" y="570460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7" name="Google Shape;4907;p107"/>
          <p:cNvSpPr txBox="1"/>
          <p:nvPr/>
        </p:nvSpPr>
        <p:spPr>
          <a:xfrm>
            <a:off x="15647111" y="570460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8" name="Google Shape;4908;p107"/>
          <p:cNvSpPr txBox="1"/>
          <p:nvPr/>
        </p:nvSpPr>
        <p:spPr>
          <a:xfrm>
            <a:off x="10358255" y="570460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9" name="Google Shape;4909;p107"/>
          <p:cNvSpPr txBox="1"/>
          <p:nvPr/>
        </p:nvSpPr>
        <p:spPr>
          <a:xfrm>
            <a:off x="12920078" y="570460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0" name="Google Shape;4910;p107"/>
          <p:cNvSpPr txBox="1"/>
          <p:nvPr/>
        </p:nvSpPr>
        <p:spPr>
          <a:xfrm>
            <a:off x="8161272" y="570460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1" name="Google Shape;4911;p107"/>
          <p:cNvSpPr txBox="1"/>
          <p:nvPr/>
        </p:nvSpPr>
        <p:spPr>
          <a:xfrm>
            <a:off x="418721" y="6842648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1011 (Binary)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2" name="Google Shape;4912;p107"/>
          <p:cNvSpPr txBox="1"/>
          <p:nvPr/>
        </p:nvSpPr>
        <p:spPr>
          <a:xfrm>
            <a:off x="12909068" y="838256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3" name="Google Shape;4913;p107"/>
          <p:cNvSpPr txBox="1"/>
          <p:nvPr/>
        </p:nvSpPr>
        <p:spPr>
          <a:xfrm>
            <a:off x="2730572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4" name="Google Shape;4914;p107"/>
          <p:cNvSpPr txBox="1"/>
          <p:nvPr/>
        </p:nvSpPr>
        <p:spPr>
          <a:xfrm>
            <a:off x="15636104" y="8404874"/>
            <a:ext cx="2976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5" name="Google Shape;4915;p107"/>
          <p:cNvSpPr txBox="1"/>
          <p:nvPr/>
        </p:nvSpPr>
        <p:spPr>
          <a:xfrm>
            <a:off x="10358255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6" name="Google Shape;4916;p107"/>
          <p:cNvSpPr txBox="1"/>
          <p:nvPr/>
        </p:nvSpPr>
        <p:spPr>
          <a:xfrm>
            <a:off x="7986371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7" name="Google Shape;4917;p107"/>
          <p:cNvSpPr txBox="1"/>
          <p:nvPr/>
        </p:nvSpPr>
        <p:spPr>
          <a:xfrm>
            <a:off x="5489214" y="840487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921" name="Shape 4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22" name="Google Shape;4922;p108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4923" name="Google Shape;4923;p108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4" name="Google Shape;4924;p108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925" name="Google Shape;4925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071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6" name="Google Shape;4926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8352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7" name="Google Shape;4927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3632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8" name="Google Shape;4928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8911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9" name="Google Shape;4929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4191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0" name="Google Shape;4930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99471" y="2262211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931" name="Google Shape;4931;p108"/>
          <p:cNvSpPr txBox="1"/>
          <p:nvPr/>
        </p:nvSpPr>
        <p:spPr>
          <a:xfrm>
            <a:off x="5259828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2" name="Google Shape;4932;p108"/>
          <p:cNvSpPr txBox="1"/>
          <p:nvPr/>
        </p:nvSpPr>
        <p:spPr>
          <a:xfrm>
            <a:off x="2730572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3" name="Google Shape;4933;p108"/>
          <p:cNvSpPr txBox="1"/>
          <p:nvPr/>
        </p:nvSpPr>
        <p:spPr>
          <a:xfrm>
            <a:off x="7986371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4" name="Google Shape;4934;p108"/>
          <p:cNvSpPr txBox="1"/>
          <p:nvPr/>
        </p:nvSpPr>
        <p:spPr>
          <a:xfrm>
            <a:off x="10358255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5" name="Google Shape;4935;p108"/>
          <p:cNvSpPr txBox="1"/>
          <p:nvPr/>
        </p:nvSpPr>
        <p:spPr>
          <a:xfrm>
            <a:off x="12920078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6" name="Google Shape;4936;p108"/>
          <p:cNvSpPr txBox="1"/>
          <p:nvPr/>
        </p:nvSpPr>
        <p:spPr>
          <a:xfrm>
            <a:off x="15666431" y="2116046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37" name="Google Shape;4937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3071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8" name="Google Shape;4938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8352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9" name="Google Shape;4939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13632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0" name="Google Shape;4940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08911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1" name="Google Shape;4941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4191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2" name="Google Shape;4942;p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99471" y="2842363"/>
            <a:ext cx="2495280" cy="580154"/>
          </a:xfrm>
          <a:prstGeom prst="rect">
            <a:avLst/>
          </a:prstGeom>
          <a:noFill/>
          <a:ln>
            <a:noFill/>
          </a:ln>
        </p:spPr>
      </p:pic>
      <p:sp>
        <p:nvSpPr>
          <p:cNvPr id="4943" name="Google Shape;4943;p108"/>
          <p:cNvSpPr txBox="1"/>
          <p:nvPr/>
        </p:nvSpPr>
        <p:spPr>
          <a:xfrm>
            <a:off x="407712" y="168797"/>
            <a:ext cx="7774800" cy="6647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- DIVISION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4" name="Google Shape;4944;p108"/>
          <p:cNvSpPr txBox="1"/>
          <p:nvPr/>
        </p:nvSpPr>
        <p:spPr>
          <a:xfrm>
            <a:off x="407712" y="1281670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101100 (Binary)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5" name="Google Shape;4945;p108"/>
          <p:cNvSpPr txBox="1"/>
          <p:nvPr/>
        </p:nvSpPr>
        <p:spPr>
          <a:xfrm>
            <a:off x="5259828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6" name="Google Shape;4946;p108"/>
          <p:cNvSpPr txBox="1"/>
          <p:nvPr/>
        </p:nvSpPr>
        <p:spPr>
          <a:xfrm>
            <a:off x="2730572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7" name="Google Shape;4947;p108"/>
          <p:cNvSpPr txBox="1"/>
          <p:nvPr/>
        </p:nvSpPr>
        <p:spPr>
          <a:xfrm>
            <a:off x="7986371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8" name="Google Shape;4948;p108"/>
          <p:cNvSpPr txBox="1"/>
          <p:nvPr/>
        </p:nvSpPr>
        <p:spPr>
          <a:xfrm>
            <a:off x="10358255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9" name="Google Shape;4949;p108"/>
          <p:cNvSpPr txBox="1"/>
          <p:nvPr/>
        </p:nvSpPr>
        <p:spPr>
          <a:xfrm>
            <a:off x="12920078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0" name="Google Shape;4950;p108"/>
          <p:cNvSpPr txBox="1"/>
          <p:nvPr/>
        </p:nvSpPr>
        <p:spPr>
          <a:xfrm>
            <a:off x="15666431" y="269620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1" name="Google Shape;4951;p108"/>
          <p:cNvSpPr txBox="1"/>
          <p:nvPr/>
        </p:nvSpPr>
        <p:spPr>
          <a:xfrm>
            <a:off x="619139" y="4707263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Divide by 2, shift 1 place to the right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2" name="Google Shape;4952;p108"/>
          <p:cNvSpPr txBox="1"/>
          <p:nvPr/>
        </p:nvSpPr>
        <p:spPr>
          <a:xfrm>
            <a:off x="14831429" y="4497713"/>
            <a:ext cx="1977401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10110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3" name="Google Shape;4953;p108"/>
          <p:cNvSpPr txBox="1"/>
          <p:nvPr/>
        </p:nvSpPr>
        <p:spPr>
          <a:xfrm>
            <a:off x="619139" y="5797516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Divide by 4, shift 2 place to the right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4" name="Google Shape;4954;p108"/>
          <p:cNvSpPr txBox="1"/>
          <p:nvPr/>
        </p:nvSpPr>
        <p:spPr>
          <a:xfrm>
            <a:off x="619139" y="7034242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Divide by 8, shift 3 place to the right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5" name="Google Shape;4955;p108"/>
          <p:cNvSpPr txBox="1"/>
          <p:nvPr/>
        </p:nvSpPr>
        <p:spPr>
          <a:xfrm>
            <a:off x="15031081" y="5590157"/>
            <a:ext cx="1491749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1011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6" name="Google Shape;4956;p108"/>
          <p:cNvSpPr txBox="1"/>
          <p:nvPr/>
        </p:nvSpPr>
        <p:spPr>
          <a:xfrm>
            <a:off x="15179837" y="6824690"/>
            <a:ext cx="994200" cy="11633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101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7" name="Google Shape;4957;p108"/>
          <p:cNvSpPr txBox="1"/>
          <p:nvPr/>
        </p:nvSpPr>
        <p:spPr>
          <a:xfrm>
            <a:off x="619139" y="8404874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Divide by 2^n, shift n place to the right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9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961" name="Shape 4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62" name="Google Shape;4962;p109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4963" name="Google Shape;4963;p109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4" name="Google Shape;4964;p109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65" name="Google Shape;4965;p109"/>
          <p:cNvSpPr txBox="1"/>
          <p:nvPr/>
        </p:nvSpPr>
        <p:spPr>
          <a:xfrm>
            <a:off x="396707" y="234615"/>
            <a:ext cx="7774800" cy="5171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WITH 8-BIT BINARY NUMBERS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6" name="Google Shape;4966;p109"/>
          <p:cNvSpPr txBox="1"/>
          <p:nvPr/>
        </p:nvSpPr>
        <p:spPr>
          <a:xfrm>
            <a:off x="305106" y="1182593"/>
            <a:ext cx="17677800" cy="53322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20688" lvl="1" marL="1066773" marR="0" rtl="0" algn="just">
              <a:lnSpc>
                <a:spcPct val="9899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rial"/>
              <a:buChar char="•"/>
            </a:pPr>
            <a:r>
              <a:rPr b="1" i="0" lang="en" sz="50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Registers within a CPU typically have an 8-bit limit on the data they can store at once. </a:t>
            </a:r>
            <a:endParaRPr/>
          </a:p>
          <a:p>
            <a:pPr indent="-520688" lvl="1" marL="1066773" marR="0" rtl="0" algn="just">
              <a:lnSpc>
                <a:spcPct val="9899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rial"/>
              <a:buChar char="•"/>
            </a:pPr>
            <a:r>
              <a:rPr b="1" i="0" lang="en" sz="50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During the multiplication shifting process, bits can be lost from one end of the register while zeros are added to the opposite end. </a:t>
            </a:r>
            <a:endParaRPr/>
          </a:p>
          <a:p>
            <a:pPr indent="-520688" lvl="1" marL="1066773" marR="0" rtl="0" algn="just">
              <a:lnSpc>
                <a:spcPct val="9899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Arial"/>
              <a:buChar char="•"/>
            </a:pPr>
            <a:r>
              <a:rPr b="1" i="0" lang="en" sz="50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This phenomenon is referred to as losing the most significant bit.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4970" name="Shape 4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71" name="Google Shape;4971;p110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4972" name="Google Shape;4972;p110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3" name="Google Shape;4973;p110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974" name="Google Shape;4974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65264" y="2517502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5" name="Google Shape;4975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5179" y="2517502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6" name="Google Shape;4976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5093" y="2517502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7" name="Google Shape;4977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55009" y="2517502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8" name="Google Shape;4978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384923" y="2517502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9" name="Google Shape;4979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614839" y="2517502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0" name="Google Shape;4980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4753" y="2517502"/>
            <a:ext cx="2229917" cy="518456"/>
          </a:xfrm>
          <a:prstGeom prst="rect">
            <a:avLst/>
          </a:prstGeom>
          <a:noFill/>
          <a:ln>
            <a:noFill/>
          </a:ln>
        </p:spPr>
      </p:pic>
      <p:sp>
        <p:nvSpPr>
          <p:cNvPr id="4981" name="Google Shape;4981;p110"/>
          <p:cNvSpPr txBox="1"/>
          <p:nvPr/>
        </p:nvSpPr>
        <p:spPr>
          <a:xfrm>
            <a:off x="7677083" y="2384857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2" name="Google Shape;4982;p110"/>
          <p:cNvSpPr txBox="1"/>
          <p:nvPr/>
        </p:nvSpPr>
        <p:spPr>
          <a:xfrm>
            <a:off x="5416805" y="2384857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3" name="Google Shape;4983;p110"/>
          <p:cNvSpPr txBox="1"/>
          <p:nvPr/>
        </p:nvSpPr>
        <p:spPr>
          <a:xfrm>
            <a:off x="10113665" y="2384857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4" name="Google Shape;4984;p110"/>
          <p:cNvSpPr txBox="1"/>
          <p:nvPr/>
        </p:nvSpPr>
        <p:spPr>
          <a:xfrm>
            <a:off x="12233304" y="2384857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5" name="Google Shape;4985;p110"/>
          <p:cNvSpPr txBox="1"/>
          <p:nvPr/>
        </p:nvSpPr>
        <p:spPr>
          <a:xfrm>
            <a:off x="14522688" y="2384857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6" name="Google Shape;4986;p110"/>
          <p:cNvSpPr txBox="1"/>
          <p:nvPr/>
        </p:nvSpPr>
        <p:spPr>
          <a:xfrm>
            <a:off x="16846346" y="2384858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7" name="Google Shape;4987;p110"/>
          <p:cNvSpPr txBox="1"/>
          <p:nvPr/>
        </p:nvSpPr>
        <p:spPr>
          <a:xfrm>
            <a:off x="3193544" y="2384857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64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88" name="Google Shape;4988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65264" y="3035956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9" name="Google Shape;4989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5179" y="3035956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0" name="Google Shape;4990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5093" y="3035956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1" name="Google Shape;4991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55009" y="3035956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2" name="Google Shape;4992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384923" y="3035956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3" name="Google Shape;4993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614839" y="3035956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4" name="Google Shape;4994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4753" y="3035956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5" name="Google Shape;4995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5351" y="2517502"/>
            <a:ext cx="2229917" cy="518456"/>
          </a:xfrm>
          <a:prstGeom prst="rect">
            <a:avLst/>
          </a:prstGeom>
          <a:noFill/>
          <a:ln>
            <a:noFill/>
          </a:ln>
        </p:spPr>
      </p:pic>
      <p:sp>
        <p:nvSpPr>
          <p:cNvPr id="4996" name="Google Shape;4996;p110"/>
          <p:cNvSpPr txBox="1"/>
          <p:nvPr/>
        </p:nvSpPr>
        <p:spPr>
          <a:xfrm>
            <a:off x="963630" y="2384856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128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97" name="Google Shape;4997;p1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5351" y="3035956"/>
            <a:ext cx="2229917" cy="518456"/>
          </a:xfrm>
          <a:prstGeom prst="rect">
            <a:avLst/>
          </a:prstGeom>
          <a:noFill/>
          <a:ln>
            <a:noFill/>
          </a:ln>
        </p:spPr>
      </p:pic>
      <p:sp>
        <p:nvSpPr>
          <p:cNvPr id="4998" name="Google Shape;4998;p110"/>
          <p:cNvSpPr txBox="1"/>
          <p:nvPr/>
        </p:nvSpPr>
        <p:spPr>
          <a:xfrm>
            <a:off x="396707" y="234615"/>
            <a:ext cx="7774800" cy="5171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WITH 8-BIT BINARY NUMBERS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9" name="Google Shape;4999;p110"/>
          <p:cNvSpPr txBox="1"/>
          <p:nvPr/>
        </p:nvSpPr>
        <p:spPr>
          <a:xfrm>
            <a:off x="407712" y="1281670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Examples: 10110101 (181 in denary)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0" name="Google Shape;5000;p110"/>
          <p:cNvSpPr txBox="1"/>
          <p:nvPr/>
        </p:nvSpPr>
        <p:spPr>
          <a:xfrm>
            <a:off x="7677083" y="2903311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1" name="Google Shape;5001;p110"/>
          <p:cNvSpPr txBox="1"/>
          <p:nvPr/>
        </p:nvSpPr>
        <p:spPr>
          <a:xfrm>
            <a:off x="5416805" y="2903311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2" name="Google Shape;5002;p110"/>
          <p:cNvSpPr txBox="1"/>
          <p:nvPr/>
        </p:nvSpPr>
        <p:spPr>
          <a:xfrm>
            <a:off x="10113665" y="2903311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3" name="Google Shape;5003;p110"/>
          <p:cNvSpPr txBox="1"/>
          <p:nvPr/>
        </p:nvSpPr>
        <p:spPr>
          <a:xfrm>
            <a:off x="12233304" y="2903311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4" name="Google Shape;5004;p110"/>
          <p:cNvSpPr txBox="1"/>
          <p:nvPr/>
        </p:nvSpPr>
        <p:spPr>
          <a:xfrm>
            <a:off x="14522688" y="2903311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5" name="Google Shape;5005;p110"/>
          <p:cNvSpPr txBox="1"/>
          <p:nvPr/>
        </p:nvSpPr>
        <p:spPr>
          <a:xfrm>
            <a:off x="16846346" y="2965010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6" name="Google Shape;5006;p110"/>
          <p:cNvSpPr txBox="1"/>
          <p:nvPr/>
        </p:nvSpPr>
        <p:spPr>
          <a:xfrm>
            <a:off x="3193544" y="2903311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7" name="Google Shape;5007;p110"/>
          <p:cNvSpPr txBox="1"/>
          <p:nvPr/>
        </p:nvSpPr>
        <p:spPr>
          <a:xfrm>
            <a:off x="963630" y="2903311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8" name="Google Shape;5008;p110"/>
          <p:cNvSpPr txBox="1"/>
          <p:nvPr/>
        </p:nvSpPr>
        <p:spPr>
          <a:xfrm>
            <a:off x="4695203" y="4682951"/>
            <a:ext cx="9562200" cy="1594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10110101 -&gt; 01101010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9" name="Google Shape;5009;p110"/>
          <p:cNvSpPr txBox="1"/>
          <p:nvPr/>
        </p:nvSpPr>
        <p:spPr>
          <a:xfrm>
            <a:off x="10558001" y="6093965"/>
            <a:ext cx="3894600" cy="5788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799">
                <a:solidFill>
                  <a:srgbClr val="FF1616"/>
                </a:solidFill>
                <a:latin typeface="Gaegu"/>
                <a:ea typeface="Gaegu"/>
                <a:cs typeface="Gaegu"/>
                <a:sym typeface="Gaegu"/>
              </a:rPr>
              <a:t>106 in denary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0" name="Google Shape;5010;p110"/>
          <p:cNvSpPr txBox="1"/>
          <p:nvPr/>
        </p:nvSpPr>
        <p:spPr>
          <a:xfrm>
            <a:off x="235350" y="7510353"/>
            <a:ext cx="17494800" cy="24679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The bit lost is called the most significant bit, and when it is shifted beyond the furthest-column the binary data that is stored loses precision due to overflow.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014" name="Shape 5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5" name="Google Shape;5015;p111"/>
          <p:cNvGrpSpPr/>
          <p:nvPr/>
        </p:nvGrpSpPr>
        <p:grpSpPr>
          <a:xfrm rot="10800000">
            <a:off x="-5636" y="2737"/>
            <a:ext cx="8196162" cy="1025966"/>
            <a:chOff x="-3810" y="0"/>
            <a:chExt cx="3783310" cy="473581"/>
          </a:xfrm>
        </p:grpSpPr>
        <p:sp>
          <p:nvSpPr>
            <p:cNvPr id="5016" name="Google Shape;5016;p111"/>
            <p:cNvSpPr/>
            <p:nvPr/>
          </p:nvSpPr>
          <p:spPr>
            <a:xfrm>
              <a:off x="10160" y="16510"/>
              <a:ext cx="3754101" cy="446911"/>
            </a:xfrm>
            <a:custGeom>
              <a:rect b="b" l="l" r="r" t="t"/>
              <a:pathLst>
                <a:path extrusionOk="0" h="446911" w="3754101">
                  <a:moveTo>
                    <a:pt x="3754101" y="446911"/>
                  </a:moveTo>
                  <a:lnTo>
                    <a:pt x="0" y="439291"/>
                  </a:lnTo>
                  <a:lnTo>
                    <a:pt x="0" y="168227"/>
                  </a:lnTo>
                  <a:lnTo>
                    <a:pt x="17780" y="19050"/>
                  </a:lnTo>
                  <a:lnTo>
                    <a:pt x="1869945" y="0"/>
                  </a:lnTo>
                  <a:lnTo>
                    <a:pt x="3735051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7" name="Google Shape;5017;p111"/>
            <p:cNvSpPr/>
            <p:nvPr/>
          </p:nvSpPr>
          <p:spPr>
            <a:xfrm>
              <a:off x="-3810" y="0"/>
              <a:ext cx="3783310" cy="473581"/>
            </a:xfrm>
            <a:custGeom>
              <a:rect b="b" l="l" r="r" t="t"/>
              <a:pathLst>
                <a:path extrusionOk="0" h="473581" w="3783310">
                  <a:moveTo>
                    <a:pt x="3749021" y="21590"/>
                  </a:moveTo>
                  <a:cubicBezTo>
                    <a:pt x="3750290" y="34290"/>
                    <a:pt x="3750290" y="44450"/>
                    <a:pt x="3751560" y="54610"/>
                  </a:cubicBezTo>
                  <a:cubicBezTo>
                    <a:pt x="3754100" y="69719"/>
                    <a:pt x="3755371" y="77498"/>
                    <a:pt x="3757910" y="84999"/>
                  </a:cubicBezTo>
                  <a:cubicBezTo>
                    <a:pt x="3757910" y="95834"/>
                    <a:pt x="3770610" y="309479"/>
                    <a:pt x="3776960" y="320314"/>
                  </a:cubicBezTo>
                  <a:cubicBezTo>
                    <a:pt x="3783310" y="336706"/>
                    <a:pt x="3779500" y="353375"/>
                    <a:pt x="3779500" y="369767"/>
                  </a:cubicBezTo>
                  <a:cubicBezTo>
                    <a:pt x="3779500" y="384213"/>
                    <a:pt x="3780771" y="397549"/>
                    <a:pt x="3782040" y="412621"/>
                  </a:cubicBezTo>
                  <a:cubicBezTo>
                    <a:pt x="3782040" y="434211"/>
                    <a:pt x="3782040" y="448181"/>
                    <a:pt x="3782040" y="472311"/>
                  </a:cubicBezTo>
                  <a:cubicBezTo>
                    <a:pt x="3759180" y="472311"/>
                    <a:pt x="3738860" y="473581"/>
                    <a:pt x="3711830" y="472311"/>
                  </a:cubicBezTo>
                  <a:cubicBezTo>
                    <a:pt x="3522635" y="467231"/>
                    <a:pt x="3330529" y="473581"/>
                    <a:pt x="3141334" y="468501"/>
                  </a:cubicBezTo>
                  <a:cubicBezTo>
                    <a:pt x="3027817" y="464691"/>
                    <a:pt x="2917211" y="467231"/>
                    <a:pt x="2803694" y="464691"/>
                  </a:cubicBezTo>
                  <a:cubicBezTo>
                    <a:pt x="2751302" y="463421"/>
                    <a:pt x="2698909" y="462151"/>
                    <a:pt x="2646517" y="460881"/>
                  </a:cubicBezTo>
                  <a:cubicBezTo>
                    <a:pt x="2614499" y="460881"/>
                    <a:pt x="2585392" y="462151"/>
                    <a:pt x="2553375" y="462151"/>
                  </a:cubicBezTo>
                  <a:cubicBezTo>
                    <a:pt x="2471875" y="460881"/>
                    <a:pt x="2247752" y="462151"/>
                    <a:pt x="2166252" y="460881"/>
                  </a:cubicBezTo>
                  <a:cubicBezTo>
                    <a:pt x="2108039" y="459611"/>
                    <a:pt x="943762" y="468501"/>
                    <a:pt x="885548" y="467231"/>
                  </a:cubicBezTo>
                  <a:cubicBezTo>
                    <a:pt x="870994" y="467231"/>
                    <a:pt x="853530" y="468501"/>
                    <a:pt x="838977" y="468501"/>
                  </a:cubicBezTo>
                  <a:cubicBezTo>
                    <a:pt x="804049" y="468501"/>
                    <a:pt x="772031" y="469771"/>
                    <a:pt x="737103" y="469771"/>
                  </a:cubicBezTo>
                  <a:cubicBezTo>
                    <a:pt x="649782" y="469771"/>
                    <a:pt x="565372" y="468501"/>
                    <a:pt x="478051" y="467231"/>
                  </a:cubicBezTo>
                  <a:cubicBezTo>
                    <a:pt x="425659" y="465961"/>
                    <a:pt x="373266" y="464691"/>
                    <a:pt x="323784" y="463421"/>
                  </a:cubicBezTo>
                  <a:cubicBezTo>
                    <a:pt x="230642" y="462151"/>
                    <a:pt x="137500" y="460881"/>
                    <a:pt x="48260" y="460881"/>
                  </a:cubicBezTo>
                  <a:cubicBezTo>
                    <a:pt x="38100" y="460881"/>
                    <a:pt x="29210" y="460881"/>
                    <a:pt x="19050" y="459611"/>
                  </a:cubicBezTo>
                  <a:cubicBezTo>
                    <a:pt x="10160" y="458341"/>
                    <a:pt x="5080" y="451991"/>
                    <a:pt x="7620" y="443101"/>
                  </a:cubicBezTo>
                  <a:cubicBezTo>
                    <a:pt x="16510" y="411440"/>
                    <a:pt x="12700" y="404494"/>
                    <a:pt x="11430" y="397271"/>
                  </a:cubicBezTo>
                  <a:cubicBezTo>
                    <a:pt x="10160" y="382547"/>
                    <a:pt x="6350" y="368100"/>
                    <a:pt x="7620" y="353375"/>
                  </a:cubicBezTo>
                  <a:cubicBezTo>
                    <a:pt x="5080" y="335039"/>
                    <a:pt x="0" y="108058"/>
                    <a:pt x="7620" y="89444"/>
                  </a:cubicBezTo>
                  <a:cubicBezTo>
                    <a:pt x="8890" y="85833"/>
                    <a:pt x="7620" y="81943"/>
                    <a:pt x="8890" y="78331"/>
                  </a:cubicBezTo>
                  <a:cubicBezTo>
                    <a:pt x="10160" y="72497"/>
                    <a:pt x="12700" y="66107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4733" y="30480"/>
                    <a:pt x="111304" y="29210"/>
                  </a:cubicBezTo>
                  <a:cubicBezTo>
                    <a:pt x="189893" y="25400"/>
                    <a:pt x="268481" y="22860"/>
                    <a:pt x="349981" y="20320"/>
                  </a:cubicBezTo>
                  <a:cubicBezTo>
                    <a:pt x="405284" y="17780"/>
                    <a:pt x="460587" y="16510"/>
                    <a:pt x="512979" y="13970"/>
                  </a:cubicBezTo>
                  <a:cubicBezTo>
                    <a:pt x="565372" y="11430"/>
                    <a:pt x="620675" y="8890"/>
                    <a:pt x="673067" y="8890"/>
                  </a:cubicBezTo>
                  <a:cubicBezTo>
                    <a:pt x="731281" y="7620"/>
                    <a:pt x="789495" y="10160"/>
                    <a:pt x="847709" y="8890"/>
                  </a:cubicBezTo>
                  <a:cubicBezTo>
                    <a:pt x="920476" y="8890"/>
                    <a:pt x="2239020" y="6350"/>
                    <a:pt x="2311787" y="5080"/>
                  </a:cubicBezTo>
                  <a:cubicBezTo>
                    <a:pt x="2381644" y="3810"/>
                    <a:pt x="2451500" y="2540"/>
                    <a:pt x="2524268" y="2540"/>
                  </a:cubicBezTo>
                  <a:cubicBezTo>
                    <a:pt x="2643606" y="1270"/>
                    <a:pt x="2760034" y="0"/>
                    <a:pt x="2879372" y="0"/>
                  </a:cubicBezTo>
                  <a:cubicBezTo>
                    <a:pt x="2928854" y="0"/>
                    <a:pt x="2981246" y="2540"/>
                    <a:pt x="3030728" y="2540"/>
                  </a:cubicBezTo>
                  <a:cubicBezTo>
                    <a:pt x="3167531" y="3810"/>
                    <a:pt x="3307244" y="5080"/>
                    <a:pt x="3444047" y="7620"/>
                  </a:cubicBezTo>
                  <a:cubicBezTo>
                    <a:pt x="3516814" y="8890"/>
                    <a:pt x="3589581" y="12700"/>
                    <a:pt x="3662348" y="16510"/>
                  </a:cubicBezTo>
                  <a:cubicBezTo>
                    <a:pt x="3679812" y="16510"/>
                    <a:pt x="3697277" y="16510"/>
                    <a:pt x="3711830" y="16510"/>
                  </a:cubicBezTo>
                  <a:cubicBezTo>
                    <a:pt x="3729971" y="17780"/>
                    <a:pt x="3738860" y="20320"/>
                    <a:pt x="3749021" y="21590"/>
                  </a:cubicBezTo>
                  <a:close/>
                  <a:moveTo>
                    <a:pt x="3759180" y="455801"/>
                  </a:moveTo>
                  <a:cubicBezTo>
                    <a:pt x="3760450" y="439291"/>
                    <a:pt x="3761721" y="426591"/>
                    <a:pt x="3761721" y="413891"/>
                  </a:cubicBezTo>
                  <a:cubicBezTo>
                    <a:pt x="3760450" y="396160"/>
                    <a:pt x="3759180" y="381435"/>
                    <a:pt x="3759180" y="365599"/>
                  </a:cubicBezTo>
                  <a:cubicBezTo>
                    <a:pt x="3759180" y="358376"/>
                    <a:pt x="3761721" y="351153"/>
                    <a:pt x="3760450" y="343929"/>
                  </a:cubicBezTo>
                  <a:cubicBezTo>
                    <a:pt x="3760450" y="337262"/>
                    <a:pt x="3759180" y="330316"/>
                    <a:pt x="3757910" y="323648"/>
                  </a:cubicBezTo>
                  <a:cubicBezTo>
                    <a:pt x="3752830" y="313369"/>
                    <a:pt x="3741400" y="100557"/>
                    <a:pt x="3741400" y="90278"/>
                  </a:cubicBezTo>
                  <a:cubicBezTo>
                    <a:pt x="3738860" y="81665"/>
                    <a:pt x="3736321" y="72775"/>
                    <a:pt x="3733780" y="63500"/>
                  </a:cubicBezTo>
                  <a:cubicBezTo>
                    <a:pt x="3732510" y="44450"/>
                    <a:pt x="3731241" y="43180"/>
                    <a:pt x="3703098" y="41910"/>
                  </a:cubicBezTo>
                  <a:cubicBezTo>
                    <a:pt x="3694366" y="41910"/>
                    <a:pt x="3688545" y="41910"/>
                    <a:pt x="3679813" y="40640"/>
                  </a:cubicBezTo>
                  <a:cubicBezTo>
                    <a:pt x="3607045" y="36830"/>
                    <a:pt x="3531367" y="31750"/>
                    <a:pt x="3458600" y="30480"/>
                  </a:cubicBezTo>
                  <a:cubicBezTo>
                    <a:pt x="3281048" y="26670"/>
                    <a:pt x="3100585" y="25400"/>
                    <a:pt x="2923033" y="22860"/>
                  </a:cubicBezTo>
                  <a:cubicBezTo>
                    <a:pt x="2896836" y="22860"/>
                    <a:pt x="2867730" y="22860"/>
                    <a:pt x="2841533" y="22860"/>
                  </a:cubicBezTo>
                  <a:cubicBezTo>
                    <a:pt x="2797873" y="22860"/>
                    <a:pt x="2754212" y="22860"/>
                    <a:pt x="2713463" y="22860"/>
                  </a:cubicBezTo>
                  <a:cubicBezTo>
                    <a:pt x="2620321" y="22860"/>
                    <a:pt x="2527178" y="22860"/>
                    <a:pt x="2436947" y="24130"/>
                  </a:cubicBezTo>
                  <a:cubicBezTo>
                    <a:pt x="2358358" y="25400"/>
                    <a:pt x="1033993" y="29210"/>
                    <a:pt x="955405" y="29210"/>
                  </a:cubicBezTo>
                  <a:cubicBezTo>
                    <a:pt x="827334" y="29210"/>
                    <a:pt x="699264" y="26670"/>
                    <a:pt x="571193" y="33020"/>
                  </a:cubicBezTo>
                  <a:cubicBezTo>
                    <a:pt x="504247" y="36830"/>
                    <a:pt x="440212" y="36830"/>
                    <a:pt x="376177" y="38100"/>
                  </a:cubicBezTo>
                  <a:cubicBezTo>
                    <a:pt x="265571" y="41910"/>
                    <a:pt x="154964" y="45720"/>
                    <a:pt x="49530" y="50800"/>
                  </a:cubicBezTo>
                  <a:cubicBezTo>
                    <a:pt x="36830" y="50800"/>
                    <a:pt x="34290" y="53340"/>
                    <a:pt x="33020" y="65274"/>
                  </a:cubicBezTo>
                  <a:cubicBezTo>
                    <a:pt x="31750" y="70275"/>
                    <a:pt x="31750" y="75275"/>
                    <a:pt x="30480" y="80276"/>
                  </a:cubicBezTo>
                  <a:cubicBezTo>
                    <a:pt x="29210" y="88611"/>
                    <a:pt x="26670" y="96668"/>
                    <a:pt x="25400" y="105002"/>
                  </a:cubicBezTo>
                  <a:cubicBezTo>
                    <a:pt x="20320" y="113893"/>
                    <a:pt x="26670" y="331149"/>
                    <a:pt x="29210" y="340040"/>
                  </a:cubicBezTo>
                  <a:cubicBezTo>
                    <a:pt x="29210" y="349486"/>
                    <a:pt x="29210" y="359209"/>
                    <a:pt x="30480" y="368655"/>
                  </a:cubicBezTo>
                  <a:cubicBezTo>
                    <a:pt x="30480" y="375601"/>
                    <a:pt x="33020" y="382547"/>
                    <a:pt x="33020" y="389492"/>
                  </a:cubicBezTo>
                  <a:cubicBezTo>
                    <a:pt x="33020" y="396993"/>
                    <a:pt x="33020" y="404494"/>
                    <a:pt x="31750" y="413891"/>
                  </a:cubicBezTo>
                  <a:cubicBezTo>
                    <a:pt x="31750" y="417701"/>
                    <a:pt x="31750" y="420241"/>
                    <a:pt x="31750" y="424051"/>
                  </a:cubicBezTo>
                  <a:cubicBezTo>
                    <a:pt x="31750" y="434211"/>
                    <a:pt x="35560" y="438021"/>
                    <a:pt x="44450" y="438021"/>
                  </a:cubicBezTo>
                  <a:cubicBezTo>
                    <a:pt x="70554" y="438021"/>
                    <a:pt x="111304" y="439291"/>
                    <a:pt x="149143" y="439291"/>
                  </a:cubicBezTo>
                  <a:cubicBezTo>
                    <a:pt x="204446" y="439291"/>
                    <a:pt x="262660" y="436751"/>
                    <a:pt x="317963" y="439291"/>
                  </a:cubicBezTo>
                  <a:cubicBezTo>
                    <a:pt x="408194" y="443101"/>
                    <a:pt x="498426" y="445641"/>
                    <a:pt x="588657" y="444371"/>
                  </a:cubicBezTo>
                  <a:cubicBezTo>
                    <a:pt x="646871" y="443101"/>
                    <a:pt x="702174" y="445641"/>
                    <a:pt x="760388" y="445641"/>
                  </a:cubicBezTo>
                  <a:cubicBezTo>
                    <a:pt x="844798" y="445641"/>
                    <a:pt x="929208" y="444371"/>
                    <a:pt x="1013618" y="445641"/>
                  </a:cubicBezTo>
                  <a:cubicBezTo>
                    <a:pt x="1138778" y="446911"/>
                    <a:pt x="2512625" y="436751"/>
                    <a:pt x="2640695" y="439291"/>
                  </a:cubicBezTo>
                  <a:cubicBezTo>
                    <a:pt x="2695999" y="440561"/>
                    <a:pt x="2751302" y="441831"/>
                    <a:pt x="2803694" y="441831"/>
                  </a:cubicBezTo>
                  <a:cubicBezTo>
                    <a:pt x="2899747" y="444371"/>
                    <a:pt x="2992889" y="440561"/>
                    <a:pt x="3088942" y="444371"/>
                  </a:cubicBezTo>
                  <a:cubicBezTo>
                    <a:pt x="3167531" y="446911"/>
                    <a:pt x="3246119" y="446911"/>
                    <a:pt x="3324708" y="449451"/>
                  </a:cubicBezTo>
                  <a:cubicBezTo>
                    <a:pt x="3441136" y="453261"/>
                    <a:pt x="3557564" y="455801"/>
                    <a:pt x="3673991" y="457071"/>
                  </a:cubicBezTo>
                  <a:cubicBezTo>
                    <a:pt x="3717652" y="457071"/>
                    <a:pt x="3738860" y="455801"/>
                    <a:pt x="3759180" y="455801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018" name="Google Shape;5018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26621" y="4009693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9" name="Google Shape;5019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56534" y="4009693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0" name="Google Shape;5020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6451" y="4009693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1" name="Google Shape;5021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16364" y="4009693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2" name="Google Shape;5022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46279" y="4009693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3" name="Google Shape;5023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76194" y="4009693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4" name="Google Shape;5024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06109" y="4009693"/>
            <a:ext cx="2229917" cy="518456"/>
          </a:xfrm>
          <a:prstGeom prst="rect">
            <a:avLst/>
          </a:prstGeom>
          <a:noFill/>
          <a:ln>
            <a:noFill/>
          </a:ln>
        </p:spPr>
      </p:pic>
      <p:sp>
        <p:nvSpPr>
          <p:cNvPr id="5025" name="Google Shape;5025;p111"/>
          <p:cNvSpPr txBox="1"/>
          <p:nvPr/>
        </p:nvSpPr>
        <p:spPr>
          <a:xfrm>
            <a:off x="7838441" y="387704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6" name="Google Shape;5026;p111"/>
          <p:cNvSpPr txBox="1"/>
          <p:nvPr/>
        </p:nvSpPr>
        <p:spPr>
          <a:xfrm>
            <a:off x="5578160" y="387704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7" name="Google Shape;5027;p111"/>
          <p:cNvSpPr txBox="1"/>
          <p:nvPr/>
        </p:nvSpPr>
        <p:spPr>
          <a:xfrm>
            <a:off x="10275020" y="387704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8" name="Google Shape;5028;p111"/>
          <p:cNvSpPr txBox="1"/>
          <p:nvPr/>
        </p:nvSpPr>
        <p:spPr>
          <a:xfrm>
            <a:off x="12394661" y="387704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9" name="Google Shape;5029;p111"/>
          <p:cNvSpPr txBox="1"/>
          <p:nvPr/>
        </p:nvSpPr>
        <p:spPr>
          <a:xfrm>
            <a:off x="14684045" y="387704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0" name="Google Shape;5030;p111"/>
          <p:cNvSpPr txBox="1"/>
          <p:nvPr/>
        </p:nvSpPr>
        <p:spPr>
          <a:xfrm>
            <a:off x="17093933" y="3877049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1" name="Google Shape;5031;p111"/>
          <p:cNvSpPr txBox="1"/>
          <p:nvPr/>
        </p:nvSpPr>
        <p:spPr>
          <a:xfrm>
            <a:off x="3354900" y="387704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64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32" name="Google Shape;5032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26621" y="4528150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3" name="Google Shape;5033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56534" y="4528150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4" name="Google Shape;5034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6451" y="4528150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5" name="Google Shape;5035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16364" y="4528150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6" name="Google Shape;5036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46279" y="4528150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7" name="Google Shape;5037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76194" y="4528150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8" name="Google Shape;5038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06109" y="4528150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9" name="Google Shape;5039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4009693"/>
            <a:ext cx="2229917" cy="518456"/>
          </a:xfrm>
          <a:prstGeom prst="rect">
            <a:avLst/>
          </a:prstGeom>
          <a:noFill/>
          <a:ln>
            <a:noFill/>
          </a:ln>
        </p:spPr>
      </p:pic>
      <p:sp>
        <p:nvSpPr>
          <p:cNvPr id="5040" name="Google Shape;5040;p111"/>
          <p:cNvSpPr txBox="1"/>
          <p:nvPr/>
        </p:nvSpPr>
        <p:spPr>
          <a:xfrm>
            <a:off x="1124984" y="387704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128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41" name="Google Shape;5041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4528150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2" name="Google Shape;5042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26621" y="6365047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3" name="Google Shape;5043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56534" y="6365047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4" name="Google Shape;5044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6451" y="6365047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5" name="Google Shape;5045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16364" y="6365047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6" name="Google Shape;5046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46279" y="6365047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7" name="Google Shape;5047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76194" y="6365047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8" name="Google Shape;5048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06109" y="6365047"/>
            <a:ext cx="2229917" cy="518456"/>
          </a:xfrm>
          <a:prstGeom prst="rect">
            <a:avLst/>
          </a:prstGeom>
          <a:noFill/>
          <a:ln>
            <a:noFill/>
          </a:ln>
        </p:spPr>
      </p:pic>
      <p:sp>
        <p:nvSpPr>
          <p:cNvPr id="5049" name="Google Shape;5049;p111"/>
          <p:cNvSpPr txBox="1"/>
          <p:nvPr/>
        </p:nvSpPr>
        <p:spPr>
          <a:xfrm>
            <a:off x="7838441" y="6232403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0" name="Google Shape;5050;p111"/>
          <p:cNvSpPr txBox="1"/>
          <p:nvPr/>
        </p:nvSpPr>
        <p:spPr>
          <a:xfrm>
            <a:off x="5578160" y="6232403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1" name="Google Shape;5051;p111"/>
          <p:cNvSpPr txBox="1"/>
          <p:nvPr/>
        </p:nvSpPr>
        <p:spPr>
          <a:xfrm>
            <a:off x="10275020" y="6232403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2" name="Google Shape;5052;p111"/>
          <p:cNvSpPr txBox="1"/>
          <p:nvPr/>
        </p:nvSpPr>
        <p:spPr>
          <a:xfrm>
            <a:off x="12394661" y="6232403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3" name="Google Shape;5053;p111"/>
          <p:cNvSpPr txBox="1"/>
          <p:nvPr/>
        </p:nvSpPr>
        <p:spPr>
          <a:xfrm>
            <a:off x="14684045" y="6232403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4" name="Google Shape;5054;p111"/>
          <p:cNvSpPr txBox="1"/>
          <p:nvPr/>
        </p:nvSpPr>
        <p:spPr>
          <a:xfrm>
            <a:off x="17093933" y="6232403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5" name="Google Shape;5055;p111"/>
          <p:cNvSpPr txBox="1"/>
          <p:nvPr/>
        </p:nvSpPr>
        <p:spPr>
          <a:xfrm>
            <a:off x="3354900" y="6232403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64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56" name="Google Shape;5056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26621" y="6883504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7" name="Google Shape;5057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56534" y="6883504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8" name="Google Shape;5058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6451" y="6883504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9" name="Google Shape;5059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16364" y="6883504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0" name="Google Shape;5060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46279" y="6883504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1" name="Google Shape;5061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76194" y="6883504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2" name="Google Shape;5062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06109" y="6883504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3" name="Google Shape;5063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6365047"/>
            <a:ext cx="2229917" cy="518456"/>
          </a:xfrm>
          <a:prstGeom prst="rect">
            <a:avLst/>
          </a:prstGeom>
          <a:noFill/>
          <a:ln>
            <a:noFill/>
          </a:ln>
        </p:spPr>
      </p:pic>
      <p:sp>
        <p:nvSpPr>
          <p:cNvPr id="5064" name="Google Shape;5064;p111"/>
          <p:cNvSpPr txBox="1"/>
          <p:nvPr/>
        </p:nvSpPr>
        <p:spPr>
          <a:xfrm>
            <a:off x="1124984" y="6232403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128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65" name="Google Shape;5065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6707" y="6883504"/>
            <a:ext cx="2229917" cy="518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6" name="Google Shape;5066;p1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409770">
            <a:off x="14788870" y="9128606"/>
            <a:ext cx="2834003" cy="800606"/>
          </a:xfrm>
          <a:prstGeom prst="rect">
            <a:avLst/>
          </a:prstGeom>
          <a:noFill/>
          <a:ln>
            <a:noFill/>
          </a:ln>
        </p:spPr>
      </p:pic>
      <p:sp>
        <p:nvSpPr>
          <p:cNvPr id="5067" name="Google Shape;5067;p111"/>
          <p:cNvSpPr txBox="1"/>
          <p:nvPr/>
        </p:nvSpPr>
        <p:spPr>
          <a:xfrm>
            <a:off x="396707" y="234615"/>
            <a:ext cx="7774800" cy="5171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BINARY SHIFTING WITH 8-BIT BINARY NUMBERS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8" name="Google Shape;5068;p111"/>
          <p:cNvSpPr txBox="1"/>
          <p:nvPr/>
        </p:nvSpPr>
        <p:spPr>
          <a:xfrm>
            <a:off x="407712" y="1281669"/>
            <a:ext cx="17494800" cy="16453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The same process can happen when dividing an 8-bit binary number.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9" name="Google Shape;5069;p111"/>
          <p:cNvSpPr txBox="1"/>
          <p:nvPr/>
        </p:nvSpPr>
        <p:spPr>
          <a:xfrm>
            <a:off x="7838441" y="4395505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0" name="Google Shape;5070;p111"/>
          <p:cNvSpPr txBox="1"/>
          <p:nvPr/>
        </p:nvSpPr>
        <p:spPr>
          <a:xfrm>
            <a:off x="5578160" y="4395505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1" name="Google Shape;5071;p111"/>
          <p:cNvSpPr txBox="1"/>
          <p:nvPr/>
        </p:nvSpPr>
        <p:spPr>
          <a:xfrm>
            <a:off x="10275020" y="4395505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2" name="Google Shape;5072;p111"/>
          <p:cNvSpPr txBox="1"/>
          <p:nvPr/>
        </p:nvSpPr>
        <p:spPr>
          <a:xfrm>
            <a:off x="12394661" y="4395505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3" name="Google Shape;5073;p111"/>
          <p:cNvSpPr txBox="1"/>
          <p:nvPr/>
        </p:nvSpPr>
        <p:spPr>
          <a:xfrm>
            <a:off x="14684045" y="4395505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4" name="Google Shape;5074;p111"/>
          <p:cNvSpPr txBox="1"/>
          <p:nvPr/>
        </p:nvSpPr>
        <p:spPr>
          <a:xfrm>
            <a:off x="17093933" y="4457204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5" name="Google Shape;5075;p111"/>
          <p:cNvSpPr txBox="1"/>
          <p:nvPr/>
        </p:nvSpPr>
        <p:spPr>
          <a:xfrm>
            <a:off x="3354900" y="4395505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6" name="Google Shape;5076;p111"/>
          <p:cNvSpPr txBox="1"/>
          <p:nvPr/>
        </p:nvSpPr>
        <p:spPr>
          <a:xfrm>
            <a:off x="1124984" y="4395505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7" name="Google Shape;5077;p111"/>
          <p:cNvSpPr txBox="1"/>
          <p:nvPr/>
        </p:nvSpPr>
        <p:spPr>
          <a:xfrm>
            <a:off x="396707" y="3127145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Example: 10111101 (189 in denary)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8" name="Google Shape;5078;p111"/>
          <p:cNvSpPr txBox="1"/>
          <p:nvPr/>
        </p:nvSpPr>
        <p:spPr>
          <a:xfrm>
            <a:off x="407712" y="5398028"/>
            <a:ext cx="174948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Divide this number by 32 (move 5 places to the right)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9" name="Google Shape;5079;p111"/>
          <p:cNvSpPr txBox="1"/>
          <p:nvPr/>
        </p:nvSpPr>
        <p:spPr>
          <a:xfrm>
            <a:off x="7838441" y="675085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0" name="Google Shape;5080;p111"/>
          <p:cNvSpPr txBox="1"/>
          <p:nvPr/>
        </p:nvSpPr>
        <p:spPr>
          <a:xfrm>
            <a:off x="5578160" y="675085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1" name="Google Shape;5081;p111"/>
          <p:cNvSpPr txBox="1"/>
          <p:nvPr/>
        </p:nvSpPr>
        <p:spPr>
          <a:xfrm>
            <a:off x="10275020" y="6750859"/>
            <a:ext cx="3570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2" name="Google Shape;5082;p111"/>
          <p:cNvSpPr txBox="1"/>
          <p:nvPr/>
        </p:nvSpPr>
        <p:spPr>
          <a:xfrm>
            <a:off x="12394661" y="675085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3" name="Google Shape;5083;p111"/>
          <p:cNvSpPr txBox="1"/>
          <p:nvPr/>
        </p:nvSpPr>
        <p:spPr>
          <a:xfrm>
            <a:off x="14684045" y="675085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4" name="Google Shape;5084;p111"/>
          <p:cNvSpPr txBox="1"/>
          <p:nvPr/>
        </p:nvSpPr>
        <p:spPr>
          <a:xfrm>
            <a:off x="17093933" y="6812555"/>
            <a:ext cx="1142400" cy="8226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5" name="Google Shape;5085;p111"/>
          <p:cNvSpPr txBox="1"/>
          <p:nvPr/>
        </p:nvSpPr>
        <p:spPr>
          <a:xfrm>
            <a:off x="3354900" y="675085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6" name="Google Shape;5086;p111"/>
          <p:cNvSpPr txBox="1"/>
          <p:nvPr/>
        </p:nvSpPr>
        <p:spPr>
          <a:xfrm>
            <a:off x="1124984" y="6750859"/>
            <a:ext cx="10206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7" name="Google Shape;5087;p111"/>
          <p:cNvSpPr txBox="1"/>
          <p:nvPr/>
        </p:nvSpPr>
        <p:spPr>
          <a:xfrm>
            <a:off x="13041341" y="8395934"/>
            <a:ext cx="2663400" cy="173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8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799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Least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98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799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Significant bit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8" name="Google Shape;5088;p111"/>
          <p:cNvSpPr txBox="1"/>
          <p:nvPr/>
        </p:nvSpPr>
        <p:spPr>
          <a:xfrm>
            <a:off x="391580" y="8039549"/>
            <a:ext cx="7779600" cy="210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The division shift produces the binary number 101 = 5, not 5.9 that arithmetic suggests.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9" name="Google Shape;5089;p111"/>
          <p:cNvSpPr txBox="1"/>
          <p:nvPr/>
        </p:nvSpPr>
        <p:spPr>
          <a:xfrm>
            <a:off x="16499496" y="7837451"/>
            <a:ext cx="1660200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9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47279"/>
                </a:solidFill>
                <a:latin typeface="Gaegu"/>
                <a:ea typeface="Gaegu"/>
                <a:cs typeface="Gaegu"/>
                <a:sym typeface="Gaegu"/>
              </a:rPr>
              <a:t>11101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093" name="Shape 5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4" name="Google Shape;5094;p112"/>
          <p:cNvGrpSpPr/>
          <p:nvPr/>
        </p:nvGrpSpPr>
        <p:grpSpPr>
          <a:xfrm>
            <a:off x="1570636" y="1076402"/>
            <a:ext cx="14917415" cy="1804655"/>
            <a:chOff x="0" y="-38100"/>
            <a:chExt cx="19889886" cy="2406207"/>
          </a:xfrm>
        </p:grpSpPr>
        <p:sp>
          <p:nvSpPr>
            <p:cNvPr id="5095" name="Google Shape;5095;p112"/>
            <p:cNvSpPr txBox="1"/>
            <p:nvPr/>
          </p:nvSpPr>
          <p:spPr>
            <a:xfrm>
              <a:off x="0" y="-38100"/>
              <a:ext cx="19889886" cy="15011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200"/>
                <a:buFont typeface="Gaegu"/>
                <a:buNone/>
              </a:pPr>
              <a:r>
                <a:rPr b="1" i="0" lang="en" sz="7200" u="none" cap="none" strike="noStrike">
                  <a:solidFill>
                    <a:srgbClr val="FFFFFF"/>
                  </a:solidFill>
                  <a:latin typeface="Gaegu"/>
                  <a:ea typeface="Gaegu"/>
                  <a:cs typeface="Gaegu"/>
                  <a:sym typeface="Gaegu"/>
                </a:rPr>
                <a:t>Text, Sound and Image</a:t>
              </a:r>
              <a:endParaRPr/>
            </a:p>
          </p:txBody>
        </p:sp>
        <p:sp>
          <p:nvSpPr>
            <p:cNvPr id="5096" name="Google Shape;5096;p112"/>
            <p:cNvSpPr txBox="1"/>
            <p:nvPr/>
          </p:nvSpPr>
          <p:spPr>
            <a:xfrm>
              <a:off x="0" y="1726334"/>
              <a:ext cx="19889886" cy="64177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21772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97" name="Google Shape;5097;p112"/>
          <p:cNvGrpSpPr/>
          <p:nvPr/>
        </p:nvGrpSpPr>
        <p:grpSpPr>
          <a:xfrm rot="10800000">
            <a:off x="874402" y="3407859"/>
            <a:ext cx="5229580" cy="5069852"/>
            <a:chOff x="-3810" y="0"/>
            <a:chExt cx="2970058" cy="2879343"/>
          </a:xfrm>
        </p:grpSpPr>
        <p:sp>
          <p:nvSpPr>
            <p:cNvPr id="5098" name="Google Shape;5098;p112"/>
            <p:cNvSpPr/>
            <p:nvPr/>
          </p:nvSpPr>
          <p:spPr>
            <a:xfrm>
              <a:off x="10160" y="16510"/>
              <a:ext cx="2940848" cy="2852673"/>
            </a:xfrm>
            <a:custGeom>
              <a:rect b="b" l="l" r="r" t="t"/>
              <a:pathLst>
                <a:path extrusionOk="0" h="2852673" w="2940848">
                  <a:moveTo>
                    <a:pt x="2940848" y="2852673"/>
                  </a:moveTo>
                  <a:lnTo>
                    <a:pt x="0" y="2845053"/>
                  </a:lnTo>
                  <a:lnTo>
                    <a:pt x="0" y="1002608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9" name="Google Shape;5099;p112"/>
            <p:cNvSpPr/>
            <p:nvPr/>
          </p:nvSpPr>
          <p:spPr>
            <a:xfrm>
              <a:off x="-3810" y="0"/>
              <a:ext cx="2970058" cy="2879343"/>
            </a:xfrm>
            <a:custGeom>
              <a:rect b="b" l="l" r="r" t="t"/>
              <a:pathLst>
                <a:path extrusionOk="0" h="2879343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106943"/>
                    <a:pt x="2942118" y="168636"/>
                    <a:pt x="2944658" y="228126"/>
                  </a:cubicBezTo>
                  <a:cubicBezTo>
                    <a:pt x="2944658" y="314055"/>
                    <a:pt x="2957358" y="2008410"/>
                    <a:pt x="2963708" y="2094339"/>
                  </a:cubicBezTo>
                  <a:cubicBezTo>
                    <a:pt x="2970058" y="2224335"/>
                    <a:pt x="2966248" y="2356535"/>
                    <a:pt x="2966248" y="2486530"/>
                  </a:cubicBezTo>
                  <a:cubicBezTo>
                    <a:pt x="2966248" y="2601103"/>
                    <a:pt x="2967518" y="2706862"/>
                    <a:pt x="2968788" y="2818383"/>
                  </a:cubicBezTo>
                  <a:cubicBezTo>
                    <a:pt x="2968788" y="2839973"/>
                    <a:pt x="2968788" y="2853943"/>
                    <a:pt x="2968788" y="2878073"/>
                  </a:cubicBezTo>
                  <a:cubicBezTo>
                    <a:pt x="2945928" y="2878073"/>
                    <a:pt x="2925608" y="2879343"/>
                    <a:pt x="2901215" y="2878073"/>
                  </a:cubicBezTo>
                  <a:cubicBezTo>
                    <a:pt x="2753943" y="2872993"/>
                    <a:pt x="2604404" y="2879343"/>
                    <a:pt x="2457131" y="2874263"/>
                  </a:cubicBezTo>
                  <a:cubicBezTo>
                    <a:pt x="2368768" y="2870453"/>
                    <a:pt x="2282670" y="2872993"/>
                    <a:pt x="2194306" y="2870453"/>
                  </a:cubicBezTo>
                  <a:cubicBezTo>
                    <a:pt x="2153523" y="2869183"/>
                    <a:pt x="2112740" y="2867913"/>
                    <a:pt x="2071957" y="2866643"/>
                  </a:cubicBezTo>
                  <a:cubicBezTo>
                    <a:pt x="2047034" y="2866643"/>
                    <a:pt x="2024376" y="2867913"/>
                    <a:pt x="1999453" y="2867913"/>
                  </a:cubicBezTo>
                  <a:cubicBezTo>
                    <a:pt x="1936013" y="2866643"/>
                    <a:pt x="1761551" y="2867913"/>
                    <a:pt x="1698111" y="2866643"/>
                  </a:cubicBezTo>
                  <a:cubicBezTo>
                    <a:pt x="1652796" y="2865373"/>
                    <a:pt x="746503" y="2874263"/>
                    <a:pt x="701188" y="2872993"/>
                  </a:cubicBezTo>
                  <a:cubicBezTo>
                    <a:pt x="689859" y="2872993"/>
                    <a:pt x="676265" y="2874263"/>
                    <a:pt x="664936" y="2874263"/>
                  </a:cubicBezTo>
                  <a:cubicBezTo>
                    <a:pt x="637747" y="2874263"/>
                    <a:pt x="612824" y="2875533"/>
                    <a:pt x="585636" y="2875533"/>
                  </a:cubicBezTo>
                  <a:cubicBezTo>
                    <a:pt x="517664" y="2875533"/>
                    <a:pt x="451957" y="2874263"/>
                    <a:pt x="383985" y="2872993"/>
                  </a:cubicBezTo>
                  <a:cubicBezTo>
                    <a:pt x="343202" y="2871723"/>
                    <a:pt x="302419" y="2870453"/>
                    <a:pt x="263901" y="2869183"/>
                  </a:cubicBezTo>
                  <a:cubicBezTo>
                    <a:pt x="191398" y="2867913"/>
                    <a:pt x="118894" y="2866643"/>
                    <a:pt x="48260" y="2866643"/>
                  </a:cubicBezTo>
                  <a:cubicBezTo>
                    <a:pt x="38100" y="2866643"/>
                    <a:pt x="29210" y="2866643"/>
                    <a:pt x="19050" y="2865373"/>
                  </a:cubicBezTo>
                  <a:cubicBezTo>
                    <a:pt x="10160" y="2864103"/>
                    <a:pt x="5080" y="2857753"/>
                    <a:pt x="7620" y="2848863"/>
                  </a:cubicBezTo>
                  <a:cubicBezTo>
                    <a:pt x="16510" y="2817029"/>
                    <a:pt x="12700" y="2761946"/>
                    <a:pt x="11430" y="2704659"/>
                  </a:cubicBezTo>
                  <a:cubicBezTo>
                    <a:pt x="10160" y="2587883"/>
                    <a:pt x="6350" y="2473310"/>
                    <a:pt x="7620" y="2356535"/>
                  </a:cubicBezTo>
                  <a:cubicBezTo>
                    <a:pt x="5080" y="2211115"/>
                    <a:pt x="0" y="411001"/>
                    <a:pt x="7620" y="263379"/>
                  </a:cubicBezTo>
                  <a:cubicBezTo>
                    <a:pt x="8890" y="234736"/>
                    <a:pt x="7620" y="203889"/>
                    <a:pt x="8890" y="175246"/>
                  </a:cubicBezTo>
                  <a:cubicBezTo>
                    <a:pt x="10160" y="128976"/>
                    <a:pt x="12700" y="78300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2861563"/>
                  </a:moveTo>
                  <a:cubicBezTo>
                    <a:pt x="2947198" y="2845053"/>
                    <a:pt x="2948468" y="2832353"/>
                    <a:pt x="2948468" y="2819653"/>
                  </a:cubicBezTo>
                  <a:cubicBezTo>
                    <a:pt x="2947198" y="2695846"/>
                    <a:pt x="2945928" y="2579070"/>
                    <a:pt x="2945928" y="2453481"/>
                  </a:cubicBezTo>
                  <a:cubicBezTo>
                    <a:pt x="2945928" y="2396194"/>
                    <a:pt x="2948468" y="2338908"/>
                    <a:pt x="2947198" y="2281622"/>
                  </a:cubicBezTo>
                  <a:cubicBezTo>
                    <a:pt x="2947198" y="2228742"/>
                    <a:pt x="2945928" y="2173659"/>
                    <a:pt x="2944658" y="2120779"/>
                  </a:cubicBezTo>
                  <a:cubicBezTo>
                    <a:pt x="2939578" y="2039256"/>
                    <a:pt x="2928148" y="351512"/>
                    <a:pt x="2928148" y="269989"/>
                  </a:cubicBezTo>
                  <a:cubicBezTo>
                    <a:pt x="2925608" y="201686"/>
                    <a:pt x="2923068" y="13118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71690"/>
                  </a:cubicBezTo>
                  <a:cubicBezTo>
                    <a:pt x="31750" y="111350"/>
                    <a:pt x="31750" y="151010"/>
                    <a:pt x="30480" y="190669"/>
                  </a:cubicBezTo>
                  <a:cubicBezTo>
                    <a:pt x="29210" y="256769"/>
                    <a:pt x="26670" y="320665"/>
                    <a:pt x="25400" y="386765"/>
                  </a:cubicBezTo>
                  <a:cubicBezTo>
                    <a:pt x="20320" y="457271"/>
                    <a:pt x="26670" y="2180269"/>
                    <a:pt x="29210" y="2250775"/>
                  </a:cubicBezTo>
                  <a:cubicBezTo>
                    <a:pt x="29210" y="2325688"/>
                    <a:pt x="29210" y="2402804"/>
                    <a:pt x="30480" y="2477717"/>
                  </a:cubicBezTo>
                  <a:cubicBezTo>
                    <a:pt x="30480" y="2532800"/>
                    <a:pt x="33020" y="2587883"/>
                    <a:pt x="33020" y="2642966"/>
                  </a:cubicBezTo>
                  <a:cubicBezTo>
                    <a:pt x="33020" y="2702456"/>
                    <a:pt x="33020" y="2761946"/>
                    <a:pt x="31750" y="2819653"/>
                  </a:cubicBezTo>
                  <a:cubicBezTo>
                    <a:pt x="31750" y="2823463"/>
                    <a:pt x="31750" y="2826003"/>
                    <a:pt x="31750" y="2829813"/>
                  </a:cubicBezTo>
                  <a:cubicBezTo>
                    <a:pt x="31750" y="2839973"/>
                    <a:pt x="35560" y="2843783"/>
                    <a:pt x="44450" y="2843783"/>
                  </a:cubicBezTo>
                  <a:cubicBezTo>
                    <a:pt x="66783" y="2843783"/>
                    <a:pt x="98503" y="2845053"/>
                    <a:pt x="127957" y="2845053"/>
                  </a:cubicBezTo>
                  <a:cubicBezTo>
                    <a:pt x="171006" y="2845053"/>
                    <a:pt x="216321" y="2842513"/>
                    <a:pt x="259370" y="2845053"/>
                  </a:cubicBezTo>
                  <a:cubicBezTo>
                    <a:pt x="329608" y="2848863"/>
                    <a:pt x="399845" y="2851403"/>
                    <a:pt x="470083" y="2850133"/>
                  </a:cubicBezTo>
                  <a:cubicBezTo>
                    <a:pt x="515398" y="2848863"/>
                    <a:pt x="558447" y="2851403"/>
                    <a:pt x="603762" y="2851403"/>
                  </a:cubicBezTo>
                  <a:cubicBezTo>
                    <a:pt x="669468" y="2851403"/>
                    <a:pt x="735174" y="2850133"/>
                    <a:pt x="800880" y="2851403"/>
                  </a:cubicBezTo>
                  <a:cubicBezTo>
                    <a:pt x="898307" y="2852673"/>
                    <a:pt x="1967733" y="2842513"/>
                    <a:pt x="2067425" y="2845053"/>
                  </a:cubicBezTo>
                  <a:cubicBezTo>
                    <a:pt x="2110474" y="2846323"/>
                    <a:pt x="2153523" y="2847593"/>
                    <a:pt x="2194306" y="2847593"/>
                  </a:cubicBezTo>
                  <a:cubicBezTo>
                    <a:pt x="2269076" y="2850133"/>
                    <a:pt x="2341579" y="2846323"/>
                    <a:pt x="2416348" y="2850133"/>
                  </a:cubicBezTo>
                  <a:cubicBezTo>
                    <a:pt x="2477523" y="2852673"/>
                    <a:pt x="2538698" y="2852673"/>
                    <a:pt x="2599873" y="2855213"/>
                  </a:cubicBezTo>
                  <a:cubicBezTo>
                    <a:pt x="2690502" y="2859023"/>
                    <a:pt x="2781131" y="2861563"/>
                    <a:pt x="2871761" y="2862833"/>
                  </a:cubicBezTo>
                  <a:cubicBezTo>
                    <a:pt x="2905747" y="2862833"/>
                    <a:pt x="2925608" y="2861563"/>
                    <a:pt x="2945928" y="2861563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00" name="Google Shape;5100;p112"/>
          <p:cNvSpPr txBox="1"/>
          <p:nvPr/>
        </p:nvSpPr>
        <p:spPr>
          <a:xfrm>
            <a:off x="1649613" y="3915432"/>
            <a:ext cx="3676923" cy="5045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10"/>
              <a:buFont typeface="Gaegu"/>
              <a:buNone/>
            </a:pPr>
            <a:r>
              <a:rPr b="1" i="0" lang="en" sz="291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TEXT REPRESENTATION</a:t>
            </a:r>
            <a:endParaRPr/>
          </a:p>
        </p:txBody>
      </p:sp>
      <p:sp>
        <p:nvSpPr>
          <p:cNvPr id="5101" name="Google Shape;5101;p112"/>
          <p:cNvSpPr txBox="1"/>
          <p:nvPr/>
        </p:nvSpPr>
        <p:spPr>
          <a:xfrm>
            <a:off x="1649613" y="4861470"/>
            <a:ext cx="3676923" cy="2849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197"/>
              <a:buFont typeface="Gaegu Light"/>
              <a:buNone/>
            </a:pPr>
            <a:r>
              <a:rPr b="0" i="0" lang="en" sz="5197" u="none" cap="none" strike="noStrike">
                <a:solidFill>
                  <a:srgbClr val="FFFFFF"/>
                </a:solidFill>
                <a:latin typeface="Gaegu Light"/>
                <a:ea typeface="Gaegu Light"/>
                <a:cs typeface="Gaegu Light"/>
                <a:sym typeface="Gaegu Light"/>
              </a:rPr>
              <a:t>Usage of the ASCII Code and Unicode</a:t>
            </a:r>
            <a:endParaRPr/>
          </a:p>
        </p:txBody>
      </p:sp>
      <p:sp>
        <p:nvSpPr>
          <p:cNvPr id="5102" name="Google Shape;5102;p112"/>
          <p:cNvSpPr/>
          <p:nvPr/>
        </p:nvSpPr>
        <p:spPr>
          <a:xfrm>
            <a:off x="1649613" y="4502454"/>
            <a:ext cx="3185546" cy="137256"/>
          </a:xfrm>
          <a:custGeom>
            <a:rect b="b" l="l" r="r" t="t"/>
            <a:pathLst>
              <a:path extrusionOk="0" h="137256" w="3185546">
                <a:moveTo>
                  <a:pt x="0" y="0"/>
                </a:moveTo>
                <a:lnTo>
                  <a:pt x="3185545" y="0"/>
                </a:lnTo>
                <a:lnTo>
                  <a:pt x="3185545" y="137256"/>
                </a:lnTo>
                <a:lnTo>
                  <a:pt x="0" y="1372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98625" l="-711" r="-80327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103" name="Google Shape;5103;p112"/>
          <p:cNvGrpSpPr/>
          <p:nvPr/>
        </p:nvGrpSpPr>
        <p:grpSpPr>
          <a:xfrm rot="10800000">
            <a:off x="6700849" y="3407859"/>
            <a:ext cx="5229580" cy="5069852"/>
            <a:chOff x="-3810" y="0"/>
            <a:chExt cx="2970058" cy="2879343"/>
          </a:xfrm>
        </p:grpSpPr>
        <p:sp>
          <p:nvSpPr>
            <p:cNvPr id="5104" name="Google Shape;5104;p112"/>
            <p:cNvSpPr/>
            <p:nvPr/>
          </p:nvSpPr>
          <p:spPr>
            <a:xfrm>
              <a:off x="10160" y="16510"/>
              <a:ext cx="2940848" cy="2852673"/>
            </a:xfrm>
            <a:custGeom>
              <a:rect b="b" l="l" r="r" t="t"/>
              <a:pathLst>
                <a:path extrusionOk="0" h="2852673" w="2940848">
                  <a:moveTo>
                    <a:pt x="2940848" y="2852673"/>
                  </a:moveTo>
                  <a:lnTo>
                    <a:pt x="0" y="2845053"/>
                  </a:lnTo>
                  <a:lnTo>
                    <a:pt x="0" y="1002608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5" name="Google Shape;5105;p112"/>
            <p:cNvSpPr/>
            <p:nvPr/>
          </p:nvSpPr>
          <p:spPr>
            <a:xfrm>
              <a:off x="-3810" y="0"/>
              <a:ext cx="2970058" cy="2879343"/>
            </a:xfrm>
            <a:custGeom>
              <a:rect b="b" l="l" r="r" t="t"/>
              <a:pathLst>
                <a:path extrusionOk="0" h="2879343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106943"/>
                    <a:pt x="2942118" y="168636"/>
                    <a:pt x="2944658" y="228126"/>
                  </a:cubicBezTo>
                  <a:cubicBezTo>
                    <a:pt x="2944658" y="314055"/>
                    <a:pt x="2957358" y="2008410"/>
                    <a:pt x="2963708" y="2094339"/>
                  </a:cubicBezTo>
                  <a:cubicBezTo>
                    <a:pt x="2970058" y="2224335"/>
                    <a:pt x="2966248" y="2356535"/>
                    <a:pt x="2966248" y="2486530"/>
                  </a:cubicBezTo>
                  <a:cubicBezTo>
                    <a:pt x="2966248" y="2601103"/>
                    <a:pt x="2967518" y="2706862"/>
                    <a:pt x="2968788" y="2818383"/>
                  </a:cubicBezTo>
                  <a:cubicBezTo>
                    <a:pt x="2968788" y="2839973"/>
                    <a:pt x="2968788" y="2853943"/>
                    <a:pt x="2968788" y="2878073"/>
                  </a:cubicBezTo>
                  <a:cubicBezTo>
                    <a:pt x="2945928" y="2878073"/>
                    <a:pt x="2925608" y="2879343"/>
                    <a:pt x="2901215" y="2878073"/>
                  </a:cubicBezTo>
                  <a:cubicBezTo>
                    <a:pt x="2753943" y="2872993"/>
                    <a:pt x="2604404" y="2879343"/>
                    <a:pt x="2457131" y="2874263"/>
                  </a:cubicBezTo>
                  <a:cubicBezTo>
                    <a:pt x="2368768" y="2870453"/>
                    <a:pt x="2282670" y="2872993"/>
                    <a:pt x="2194306" y="2870453"/>
                  </a:cubicBezTo>
                  <a:cubicBezTo>
                    <a:pt x="2153523" y="2869183"/>
                    <a:pt x="2112740" y="2867913"/>
                    <a:pt x="2071957" y="2866643"/>
                  </a:cubicBezTo>
                  <a:cubicBezTo>
                    <a:pt x="2047034" y="2866643"/>
                    <a:pt x="2024376" y="2867913"/>
                    <a:pt x="1999453" y="2867913"/>
                  </a:cubicBezTo>
                  <a:cubicBezTo>
                    <a:pt x="1936013" y="2866643"/>
                    <a:pt x="1761551" y="2867913"/>
                    <a:pt x="1698111" y="2866643"/>
                  </a:cubicBezTo>
                  <a:cubicBezTo>
                    <a:pt x="1652796" y="2865373"/>
                    <a:pt x="746503" y="2874263"/>
                    <a:pt x="701188" y="2872993"/>
                  </a:cubicBezTo>
                  <a:cubicBezTo>
                    <a:pt x="689859" y="2872993"/>
                    <a:pt x="676265" y="2874263"/>
                    <a:pt x="664936" y="2874263"/>
                  </a:cubicBezTo>
                  <a:cubicBezTo>
                    <a:pt x="637747" y="2874263"/>
                    <a:pt x="612824" y="2875533"/>
                    <a:pt x="585636" y="2875533"/>
                  </a:cubicBezTo>
                  <a:cubicBezTo>
                    <a:pt x="517664" y="2875533"/>
                    <a:pt x="451957" y="2874263"/>
                    <a:pt x="383985" y="2872993"/>
                  </a:cubicBezTo>
                  <a:cubicBezTo>
                    <a:pt x="343202" y="2871723"/>
                    <a:pt x="302419" y="2870453"/>
                    <a:pt x="263901" y="2869183"/>
                  </a:cubicBezTo>
                  <a:cubicBezTo>
                    <a:pt x="191398" y="2867913"/>
                    <a:pt x="118894" y="2866643"/>
                    <a:pt x="48260" y="2866643"/>
                  </a:cubicBezTo>
                  <a:cubicBezTo>
                    <a:pt x="38100" y="2866643"/>
                    <a:pt x="29210" y="2866643"/>
                    <a:pt x="19050" y="2865373"/>
                  </a:cubicBezTo>
                  <a:cubicBezTo>
                    <a:pt x="10160" y="2864103"/>
                    <a:pt x="5080" y="2857753"/>
                    <a:pt x="7620" y="2848863"/>
                  </a:cubicBezTo>
                  <a:cubicBezTo>
                    <a:pt x="16510" y="2817029"/>
                    <a:pt x="12700" y="2761946"/>
                    <a:pt x="11430" y="2704659"/>
                  </a:cubicBezTo>
                  <a:cubicBezTo>
                    <a:pt x="10160" y="2587883"/>
                    <a:pt x="6350" y="2473310"/>
                    <a:pt x="7620" y="2356535"/>
                  </a:cubicBezTo>
                  <a:cubicBezTo>
                    <a:pt x="5080" y="2211115"/>
                    <a:pt x="0" y="411001"/>
                    <a:pt x="7620" y="263379"/>
                  </a:cubicBezTo>
                  <a:cubicBezTo>
                    <a:pt x="8890" y="234736"/>
                    <a:pt x="7620" y="203889"/>
                    <a:pt x="8890" y="175246"/>
                  </a:cubicBezTo>
                  <a:cubicBezTo>
                    <a:pt x="10160" y="128976"/>
                    <a:pt x="12700" y="78300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2861563"/>
                  </a:moveTo>
                  <a:cubicBezTo>
                    <a:pt x="2947198" y="2845053"/>
                    <a:pt x="2948468" y="2832353"/>
                    <a:pt x="2948468" y="2819653"/>
                  </a:cubicBezTo>
                  <a:cubicBezTo>
                    <a:pt x="2947198" y="2695846"/>
                    <a:pt x="2945928" y="2579070"/>
                    <a:pt x="2945928" y="2453481"/>
                  </a:cubicBezTo>
                  <a:cubicBezTo>
                    <a:pt x="2945928" y="2396194"/>
                    <a:pt x="2948468" y="2338908"/>
                    <a:pt x="2947198" y="2281622"/>
                  </a:cubicBezTo>
                  <a:cubicBezTo>
                    <a:pt x="2947198" y="2228742"/>
                    <a:pt x="2945928" y="2173659"/>
                    <a:pt x="2944658" y="2120779"/>
                  </a:cubicBezTo>
                  <a:cubicBezTo>
                    <a:pt x="2939578" y="2039256"/>
                    <a:pt x="2928148" y="351512"/>
                    <a:pt x="2928148" y="269989"/>
                  </a:cubicBezTo>
                  <a:cubicBezTo>
                    <a:pt x="2925608" y="201686"/>
                    <a:pt x="2923068" y="13118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71690"/>
                  </a:cubicBezTo>
                  <a:cubicBezTo>
                    <a:pt x="31750" y="111350"/>
                    <a:pt x="31750" y="151010"/>
                    <a:pt x="30480" y="190669"/>
                  </a:cubicBezTo>
                  <a:cubicBezTo>
                    <a:pt x="29210" y="256769"/>
                    <a:pt x="26670" y="320665"/>
                    <a:pt x="25400" y="386765"/>
                  </a:cubicBezTo>
                  <a:cubicBezTo>
                    <a:pt x="20320" y="457271"/>
                    <a:pt x="26670" y="2180269"/>
                    <a:pt x="29210" y="2250775"/>
                  </a:cubicBezTo>
                  <a:cubicBezTo>
                    <a:pt x="29210" y="2325688"/>
                    <a:pt x="29210" y="2402804"/>
                    <a:pt x="30480" y="2477717"/>
                  </a:cubicBezTo>
                  <a:cubicBezTo>
                    <a:pt x="30480" y="2532800"/>
                    <a:pt x="33020" y="2587883"/>
                    <a:pt x="33020" y="2642966"/>
                  </a:cubicBezTo>
                  <a:cubicBezTo>
                    <a:pt x="33020" y="2702456"/>
                    <a:pt x="33020" y="2761946"/>
                    <a:pt x="31750" y="2819653"/>
                  </a:cubicBezTo>
                  <a:cubicBezTo>
                    <a:pt x="31750" y="2823463"/>
                    <a:pt x="31750" y="2826003"/>
                    <a:pt x="31750" y="2829813"/>
                  </a:cubicBezTo>
                  <a:cubicBezTo>
                    <a:pt x="31750" y="2839973"/>
                    <a:pt x="35560" y="2843783"/>
                    <a:pt x="44450" y="2843783"/>
                  </a:cubicBezTo>
                  <a:cubicBezTo>
                    <a:pt x="66783" y="2843783"/>
                    <a:pt x="98503" y="2845053"/>
                    <a:pt x="127957" y="2845053"/>
                  </a:cubicBezTo>
                  <a:cubicBezTo>
                    <a:pt x="171006" y="2845053"/>
                    <a:pt x="216321" y="2842513"/>
                    <a:pt x="259370" y="2845053"/>
                  </a:cubicBezTo>
                  <a:cubicBezTo>
                    <a:pt x="329608" y="2848863"/>
                    <a:pt x="399845" y="2851403"/>
                    <a:pt x="470083" y="2850133"/>
                  </a:cubicBezTo>
                  <a:cubicBezTo>
                    <a:pt x="515398" y="2848863"/>
                    <a:pt x="558447" y="2851403"/>
                    <a:pt x="603762" y="2851403"/>
                  </a:cubicBezTo>
                  <a:cubicBezTo>
                    <a:pt x="669468" y="2851403"/>
                    <a:pt x="735174" y="2850133"/>
                    <a:pt x="800880" y="2851403"/>
                  </a:cubicBezTo>
                  <a:cubicBezTo>
                    <a:pt x="898307" y="2852673"/>
                    <a:pt x="1967733" y="2842513"/>
                    <a:pt x="2067425" y="2845053"/>
                  </a:cubicBezTo>
                  <a:cubicBezTo>
                    <a:pt x="2110474" y="2846323"/>
                    <a:pt x="2153523" y="2847593"/>
                    <a:pt x="2194306" y="2847593"/>
                  </a:cubicBezTo>
                  <a:cubicBezTo>
                    <a:pt x="2269076" y="2850133"/>
                    <a:pt x="2341579" y="2846323"/>
                    <a:pt x="2416348" y="2850133"/>
                  </a:cubicBezTo>
                  <a:cubicBezTo>
                    <a:pt x="2477523" y="2852673"/>
                    <a:pt x="2538698" y="2852673"/>
                    <a:pt x="2599873" y="2855213"/>
                  </a:cubicBezTo>
                  <a:cubicBezTo>
                    <a:pt x="2690502" y="2859023"/>
                    <a:pt x="2781131" y="2861563"/>
                    <a:pt x="2871761" y="2862833"/>
                  </a:cubicBezTo>
                  <a:cubicBezTo>
                    <a:pt x="2905747" y="2862833"/>
                    <a:pt x="2925608" y="2861563"/>
                    <a:pt x="2945928" y="2861563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06" name="Google Shape;5106;p112"/>
          <p:cNvSpPr txBox="1"/>
          <p:nvPr/>
        </p:nvSpPr>
        <p:spPr>
          <a:xfrm>
            <a:off x="7476059" y="3915432"/>
            <a:ext cx="3936976" cy="5045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10"/>
              <a:buFont typeface="Gaegu"/>
              <a:buNone/>
            </a:pPr>
            <a:r>
              <a:rPr b="1" i="0" lang="en" sz="291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SOUND REPRESENTATION</a:t>
            </a:r>
            <a:endParaRPr/>
          </a:p>
        </p:txBody>
      </p:sp>
      <p:sp>
        <p:nvSpPr>
          <p:cNvPr id="5107" name="Google Shape;5107;p112"/>
          <p:cNvSpPr txBox="1"/>
          <p:nvPr/>
        </p:nvSpPr>
        <p:spPr>
          <a:xfrm>
            <a:off x="7551870" y="4956144"/>
            <a:ext cx="3676923" cy="26696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85"/>
              <a:buFont typeface="Gaegu Light"/>
              <a:buNone/>
            </a:pPr>
            <a:r>
              <a:rPr b="0" i="0" lang="en" sz="4885" u="none" cap="none" strike="noStrike">
                <a:solidFill>
                  <a:srgbClr val="FFFFFF"/>
                </a:solidFill>
                <a:latin typeface="Gaegu Light"/>
                <a:ea typeface="Gaegu Light"/>
                <a:cs typeface="Gaegu Light"/>
                <a:sym typeface="Gaegu Light"/>
              </a:rPr>
              <a:t>Sampling Resolution and Sample Rate </a:t>
            </a:r>
            <a:endParaRPr/>
          </a:p>
        </p:txBody>
      </p:sp>
      <p:sp>
        <p:nvSpPr>
          <p:cNvPr id="5108" name="Google Shape;5108;p112"/>
          <p:cNvSpPr/>
          <p:nvPr/>
        </p:nvSpPr>
        <p:spPr>
          <a:xfrm>
            <a:off x="7476059" y="4502454"/>
            <a:ext cx="3185546" cy="137256"/>
          </a:xfrm>
          <a:custGeom>
            <a:rect b="b" l="l" r="r" t="t"/>
            <a:pathLst>
              <a:path extrusionOk="0" h="137256" w="3185546">
                <a:moveTo>
                  <a:pt x="0" y="0"/>
                </a:moveTo>
                <a:lnTo>
                  <a:pt x="3185546" y="0"/>
                </a:lnTo>
                <a:lnTo>
                  <a:pt x="3185546" y="137256"/>
                </a:lnTo>
                <a:lnTo>
                  <a:pt x="0" y="1372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98625" l="-711" r="-80327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109" name="Google Shape;5109;p112"/>
          <p:cNvGrpSpPr/>
          <p:nvPr/>
        </p:nvGrpSpPr>
        <p:grpSpPr>
          <a:xfrm rot="10800000">
            <a:off x="12527295" y="3407859"/>
            <a:ext cx="5229580" cy="5069852"/>
            <a:chOff x="-3810" y="0"/>
            <a:chExt cx="2970058" cy="2879343"/>
          </a:xfrm>
        </p:grpSpPr>
        <p:sp>
          <p:nvSpPr>
            <p:cNvPr id="5110" name="Google Shape;5110;p112"/>
            <p:cNvSpPr/>
            <p:nvPr/>
          </p:nvSpPr>
          <p:spPr>
            <a:xfrm>
              <a:off x="10160" y="16510"/>
              <a:ext cx="2940848" cy="2852673"/>
            </a:xfrm>
            <a:custGeom>
              <a:rect b="b" l="l" r="r" t="t"/>
              <a:pathLst>
                <a:path extrusionOk="0" h="2852673" w="2940848">
                  <a:moveTo>
                    <a:pt x="2940848" y="2852673"/>
                  </a:moveTo>
                  <a:lnTo>
                    <a:pt x="0" y="2845053"/>
                  </a:lnTo>
                  <a:lnTo>
                    <a:pt x="0" y="1002608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1" name="Google Shape;5111;p112"/>
            <p:cNvSpPr/>
            <p:nvPr/>
          </p:nvSpPr>
          <p:spPr>
            <a:xfrm>
              <a:off x="-3810" y="0"/>
              <a:ext cx="2970058" cy="2879343"/>
            </a:xfrm>
            <a:custGeom>
              <a:rect b="b" l="l" r="r" t="t"/>
              <a:pathLst>
                <a:path extrusionOk="0" h="2879343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106943"/>
                    <a:pt x="2942118" y="168636"/>
                    <a:pt x="2944658" y="228126"/>
                  </a:cubicBezTo>
                  <a:cubicBezTo>
                    <a:pt x="2944658" y="314055"/>
                    <a:pt x="2957358" y="2008410"/>
                    <a:pt x="2963708" y="2094339"/>
                  </a:cubicBezTo>
                  <a:cubicBezTo>
                    <a:pt x="2970058" y="2224335"/>
                    <a:pt x="2966248" y="2356535"/>
                    <a:pt x="2966248" y="2486530"/>
                  </a:cubicBezTo>
                  <a:cubicBezTo>
                    <a:pt x="2966248" y="2601103"/>
                    <a:pt x="2967518" y="2706862"/>
                    <a:pt x="2968788" y="2818383"/>
                  </a:cubicBezTo>
                  <a:cubicBezTo>
                    <a:pt x="2968788" y="2839973"/>
                    <a:pt x="2968788" y="2853943"/>
                    <a:pt x="2968788" y="2878073"/>
                  </a:cubicBezTo>
                  <a:cubicBezTo>
                    <a:pt x="2945928" y="2878073"/>
                    <a:pt x="2925608" y="2879343"/>
                    <a:pt x="2901215" y="2878073"/>
                  </a:cubicBezTo>
                  <a:cubicBezTo>
                    <a:pt x="2753943" y="2872993"/>
                    <a:pt x="2604404" y="2879343"/>
                    <a:pt x="2457131" y="2874263"/>
                  </a:cubicBezTo>
                  <a:cubicBezTo>
                    <a:pt x="2368768" y="2870453"/>
                    <a:pt x="2282670" y="2872993"/>
                    <a:pt x="2194306" y="2870453"/>
                  </a:cubicBezTo>
                  <a:cubicBezTo>
                    <a:pt x="2153523" y="2869183"/>
                    <a:pt x="2112740" y="2867913"/>
                    <a:pt x="2071957" y="2866643"/>
                  </a:cubicBezTo>
                  <a:cubicBezTo>
                    <a:pt x="2047034" y="2866643"/>
                    <a:pt x="2024376" y="2867913"/>
                    <a:pt x="1999453" y="2867913"/>
                  </a:cubicBezTo>
                  <a:cubicBezTo>
                    <a:pt x="1936013" y="2866643"/>
                    <a:pt x="1761551" y="2867913"/>
                    <a:pt x="1698111" y="2866643"/>
                  </a:cubicBezTo>
                  <a:cubicBezTo>
                    <a:pt x="1652796" y="2865373"/>
                    <a:pt x="746503" y="2874263"/>
                    <a:pt x="701188" y="2872993"/>
                  </a:cubicBezTo>
                  <a:cubicBezTo>
                    <a:pt x="689859" y="2872993"/>
                    <a:pt x="676265" y="2874263"/>
                    <a:pt x="664936" y="2874263"/>
                  </a:cubicBezTo>
                  <a:cubicBezTo>
                    <a:pt x="637747" y="2874263"/>
                    <a:pt x="612824" y="2875533"/>
                    <a:pt x="585636" y="2875533"/>
                  </a:cubicBezTo>
                  <a:cubicBezTo>
                    <a:pt x="517664" y="2875533"/>
                    <a:pt x="451957" y="2874263"/>
                    <a:pt x="383985" y="2872993"/>
                  </a:cubicBezTo>
                  <a:cubicBezTo>
                    <a:pt x="343202" y="2871723"/>
                    <a:pt x="302419" y="2870453"/>
                    <a:pt x="263901" y="2869183"/>
                  </a:cubicBezTo>
                  <a:cubicBezTo>
                    <a:pt x="191398" y="2867913"/>
                    <a:pt x="118894" y="2866643"/>
                    <a:pt x="48260" y="2866643"/>
                  </a:cubicBezTo>
                  <a:cubicBezTo>
                    <a:pt x="38100" y="2866643"/>
                    <a:pt x="29210" y="2866643"/>
                    <a:pt x="19050" y="2865373"/>
                  </a:cubicBezTo>
                  <a:cubicBezTo>
                    <a:pt x="10160" y="2864103"/>
                    <a:pt x="5080" y="2857753"/>
                    <a:pt x="7620" y="2848863"/>
                  </a:cubicBezTo>
                  <a:cubicBezTo>
                    <a:pt x="16510" y="2817029"/>
                    <a:pt x="12700" y="2761946"/>
                    <a:pt x="11430" y="2704659"/>
                  </a:cubicBezTo>
                  <a:cubicBezTo>
                    <a:pt x="10160" y="2587883"/>
                    <a:pt x="6350" y="2473310"/>
                    <a:pt x="7620" y="2356535"/>
                  </a:cubicBezTo>
                  <a:cubicBezTo>
                    <a:pt x="5080" y="2211115"/>
                    <a:pt x="0" y="411001"/>
                    <a:pt x="7620" y="263379"/>
                  </a:cubicBezTo>
                  <a:cubicBezTo>
                    <a:pt x="8890" y="234736"/>
                    <a:pt x="7620" y="203889"/>
                    <a:pt x="8890" y="175246"/>
                  </a:cubicBezTo>
                  <a:cubicBezTo>
                    <a:pt x="10160" y="128976"/>
                    <a:pt x="12700" y="78300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2861563"/>
                  </a:moveTo>
                  <a:cubicBezTo>
                    <a:pt x="2947198" y="2845053"/>
                    <a:pt x="2948468" y="2832353"/>
                    <a:pt x="2948468" y="2819653"/>
                  </a:cubicBezTo>
                  <a:cubicBezTo>
                    <a:pt x="2947198" y="2695846"/>
                    <a:pt x="2945928" y="2579070"/>
                    <a:pt x="2945928" y="2453481"/>
                  </a:cubicBezTo>
                  <a:cubicBezTo>
                    <a:pt x="2945928" y="2396194"/>
                    <a:pt x="2948468" y="2338908"/>
                    <a:pt x="2947198" y="2281622"/>
                  </a:cubicBezTo>
                  <a:cubicBezTo>
                    <a:pt x="2947198" y="2228742"/>
                    <a:pt x="2945928" y="2173659"/>
                    <a:pt x="2944658" y="2120779"/>
                  </a:cubicBezTo>
                  <a:cubicBezTo>
                    <a:pt x="2939578" y="2039256"/>
                    <a:pt x="2928148" y="351512"/>
                    <a:pt x="2928148" y="269989"/>
                  </a:cubicBezTo>
                  <a:cubicBezTo>
                    <a:pt x="2925608" y="201686"/>
                    <a:pt x="2923068" y="13118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71690"/>
                  </a:cubicBezTo>
                  <a:cubicBezTo>
                    <a:pt x="31750" y="111350"/>
                    <a:pt x="31750" y="151010"/>
                    <a:pt x="30480" y="190669"/>
                  </a:cubicBezTo>
                  <a:cubicBezTo>
                    <a:pt x="29210" y="256769"/>
                    <a:pt x="26670" y="320665"/>
                    <a:pt x="25400" y="386765"/>
                  </a:cubicBezTo>
                  <a:cubicBezTo>
                    <a:pt x="20320" y="457271"/>
                    <a:pt x="26670" y="2180269"/>
                    <a:pt x="29210" y="2250775"/>
                  </a:cubicBezTo>
                  <a:cubicBezTo>
                    <a:pt x="29210" y="2325688"/>
                    <a:pt x="29210" y="2402804"/>
                    <a:pt x="30480" y="2477717"/>
                  </a:cubicBezTo>
                  <a:cubicBezTo>
                    <a:pt x="30480" y="2532800"/>
                    <a:pt x="33020" y="2587883"/>
                    <a:pt x="33020" y="2642966"/>
                  </a:cubicBezTo>
                  <a:cubicBezTo>
                    <a:pt x="33020" y="2702456"/>
                    <a:pt x="33020" y="2761946"/>
                    <a:pt x="31750" y="2819653"/>
                  </a:cubicBezTo>
                  <a:cubicBezTo>
                    <a:pt x="31750" y="2823463"/>
                    <a:pt x="31750" y="2826003"/>
                    <a:pt x="31750" y="2829813"/>
                  </a:cubicBezTo>
                  <a:cubicBezTo>
                    <a:pt x="31750" y="2839973"/>
                    <a:pt x="35560" y="2843783"/>
                    <a:pt x="44450" y="2843783"/>
                  </a:cubicBezTo>
                  <a:cubicBezTo>
                    <a:pt x="66783" y="2843783"/>
                    <a:pt x="98503" y="2845053"/>
                    <a:pt x="127957" y="2845053"/>
                  </a:cubicBezTo>
                  <a:cubicBezTo>
                    <a:pt x="171006" y="2845053"/>
                    <a:pt x="216321" y="2842513"/>
                    <a:pt x="259370" y="2845053"/>
                  </a:cubicBezTo>
                  <a:cubicBezTo>
                    <a:pt x="329608" y="2848863"/>
                    <a:pt x="399845" y="2851403"/>
                    <a:pt x="470083" y="2850133"/>
                  </a:cubicBezTo>
                  <a:cubicBezTo>
                    <a:pt x="515398" y="2848863"/>
                    <a:pt x="558447" y="2851403"/>
                    <a:pt x="603762" y="2851403"/>
                  </a:cubicBezTo>
                  <a:cubicBezTo>
                    <a:pt x="669468" y="2851403"/>
                    <a:pt x="735174" y="2850133"/>
                    <a:pt x="800880" y="2851403"/>
                  </a:cubicBezTo>
                  <a:cubicBezTo>
                    <a:pt x="898307" y="2852673"/>
                    <a:pt x="1967733" y="2842513"/>
                    <a:pt x="2067425" y="2845053"/>
                  </a:cubicBezTo>
                  <a:cubicBezTo>
                    <a:pt x="2110474" y="2846323"/>
                    <a:pt x="2153523" y="2847593"/>
                    <a:pt x="2194306" y="2847593"/>
                  </a:cubicBezTo>
                  <a:cubicBezTo>
                    <a:pt x="2269076" y="2850133"/>
                    <a:pt x="2341579" y="2846323"/>
                    <a:pt x="2416348" y="2850133"/>
                  </a:cubicBezTo>
                  <a:cubicBezTo>
                    <a:pt x="2477523" y="2852673"/>
                    <a:pt x="2538698" y="2852673"/>
                    <a:pt x="2599873" y="2855213"/>
                  </a:cubicBezTo>
                  <a:cubicBezTo>
                    <a:pt x="2690502" y="2859023"/>
                    <a:pt x="2781131" y="2861563"/>
                    <a:pt x="2871761" y="2862833"/>
                  </a:cubicBezTo>
                  <a:cubicBezTo>
                    <a:pt x="2905747" y="2862833"/>
                    <a:pt x="2925608" y="2861563"/>
                    <a:pt x="2945928" y="2861563"/>
                  </a:cubicBezTo>
                  <a:close/>
                </a:path>
              </a:pathLst>
            </a:custGeom>
            <a:solidFill>
              <a:srgbClr val="FFC7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12" name="Google Shape;5112;p112"/>
          <p:cNvSpPr txBox="1"/>
          <p:nvPr/>
        </p:nvSpPr>
        <p:spPr>
          <a:xfrm>
            <a:off x="13302505" y="3915432"/>
            <a:ext cx="3853377" cy="5045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10"/>
              <a:buFont typeface="Gaegu"/>
              <a:buNone/>
            </a:pPr>
            <a:r>
              <a:rPr b="1" i="0" lang="en" sz="291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  <p:sp>
        <p:nvSpPr>
          <p:cNvPr id="5113" name="Google Shape;5113;p112"/>
          <p:cNvSpPr txBox="1"/>
          <p:nvPr/>
        </p:nvSpPr>
        <p:spPr>
          <a:xfrm>
            <a:off x="13302505" y="4861470"/>
            <a:ext cx="3676923" cy="27359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989"/>
              <a:buFont typeface="Gaegu Light"/>
              <a:buNone/>
            </a:pPr>
            <a:r>
              <a:rPr b="0" i="0" lang="en" sz="4989" u="none" cap="none" strike="noStrike">
                <a:solidFill>
                  <a:srgbClr val="FFFFFF"/>
                </a:solidFill>
                <a:latin typeface="Gaegu Light"/>
                <a:ea typeface="Gaegu Light"/>
                <a:cs typeface="Gaegu Light"/>
                <a:sym typeface="Gaegu Light"/>
              </a:rPr>
              <a:t>Colour Depths and Image Resolution</a:t>
            </a:r>
            <a:endParaRPr/>
          </a:p>
        </p:txBody>
      </p:sp>
      <p:sp>
        <p:nvSpPr>
          <p:cNvPr id="5114" name="Google Shape;5114;p112"/>
          <p:cNvSpPr/>
          <p:nvPr/>
        </p:nvSpPr>
        <p:spPr>
          <a:xfrm>
            <a:off x="13302505" y="4502454"/>
            <a:ext cx="3185546" cy="137256"/>
          </a:xfrm>
          <a:custGeom>
            <a:rect b="b" l="l" r="r" t="t"/>
            <a:pathLst>
              <a:path extrusionOk="0" h="137256" w="3185546">
                <a:moveTo>
                  <a:pt x="0" y="0"/>
                </a:moveTo>
                <a:lnTo>
                  <a:pt x="3185546" y="0"/>
                </a:lnTo>
                <a:lnTo>
                  <a:pt x="3185546" y="137256"/>
                </a:lnTo>
                <a:lnTo>
                  <a:pt x="0" y="1372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98625" l="-711" r="-80327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5" name="Google Shape;5115;p112"/>
          <p:cNvSpPr/>
          <p:nvPr/>
        </p:nvSpPr>
        <p:spPr>
          <a:xfrm flipH="1" rot="3978358">
            <a:off x="677893" y="2844366"/>
            <a:ext cx="653099" cy="1122513"/>
          </a:xfrm>
          <a:custGeom>
            <a:rect b="b" l="l" r="r" t="t"/>
            <a:pathLst>
              <a:path extrusionOk="0" h="1122513" w="653099">
                <a:moveTo>
                  <a:pt x="653099" y="0"/>
                </a:moveTo>
                <a:lnTo>
                  <a:pt x="0" y="0"/>
                </a:lnTo>
                <a:lnTo>
                  <a:pt x="0" y="1122514"/>
                </a:lnTo>
                <a:lnTo>
                  <a:pt x="653099" y="1122514"/>
                </a:lnTo>
                <a:lnTo>
                  <a:pt x="653099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6" name="Google Shape;5116;p112"/>
          <p:cNvSpPr/>
          <p:nvPr/>
        </p:nvSpPr>
        <p:spPr>
          <a:xfrm rot="-987158">
            <a:off x="10736950" y="8140575"/>
            <a:ext cx="983685" cy="674271"/>
          </a:xfrm>
          <a:custGeom>
            <a:rect b="b" l="l" r="r" t="t"/>
            <a:pathLst>
              <a:path extrusionOk="0" h="674271" w="983685">
                <a:moveTo>
                  <a:pt x="0" y="0"/>
                </a:moveTo>
                <a:lnTo>
                  <a:pt x="983685" y="0"/>
                </a:lnTo>
                <a:lnTo>
                  <a:pt x="983685" y="674272"/>
                </a:lnTo>
                <a:lnTo>
                  <a:pt x="0" y="6742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120" name="Shape 5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1" name="Google Shape;5121;p113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122" name="Google Shape;5122;p113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3" name="Google Shape;5123;p113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24" name="Google Shape;5124;p113"/>
          <p:cNvSpPr txBox="1"/>
          <p:nvPr/>
        </p:nvSpPr>
        <p:spPr>
          <a:xfrm>
            <a:off x="741469" y="237064"/>
            <a:ext cx="3537291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TEXT REPRESENTATION</a:t>
            </a:r>
            <a:endParaRPr/>
          </a:p>
        </p:txBody>
      </p:sp>
      <p:sp>
        <p:nvSpPr>
          <p:cNvPr id="5125" name="Google Shape;5125;p113"/>
          <p:cNvSpPr txBox="1"/>
          <p:nvPr/>
        </p:nvSpPr>
        <p:spPr>
          <a:xfrm>
            <a:off x="457768" y="1336469"/>
            <a:ext cx="17372464" cy="4962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32426" lvl="1" marL="864852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5"/>
              <a:buFont typeface="Gaegu"/>
              <a:buAutoNum type="arabicPeriod"/>
            </a:pPr>
            <a:r>
              <a:rPr b="1" i="0" lang="en" sz="4005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Every character entered into a computer must be represented by binary code, including spaces and punctuation marks. </a:t>
            </a:r>
            <a:endParaRPr/>
          </a:p>
          <a:p>
            <a:pPr indent="-432426" lvl="1" marL="864852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5"/>
              <a:buFont typeface="Gaegu"/>
              <a:buAutoNum type="arabicPeriod"/>
            </a:pPr>
            <a:r>
              <a:rPr b="1" i="0" lang="en" sz="4005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 character set is a list of characters defined by computer hardware and software, enabling the computer to understand human characters. </a:t>
            </a:r>
            <a:endParaRPr/>
          </a:p>
          <a:p>
            <a:pPr indent="-432426" lvl="1" marL="864852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5"/>
              <a:buFont typeface="Gaegu"/>
              <a:buAutoNum type="arabicPeriod"/>
            </a:pPr>
            <a:r>
              <a:rPr b="1" i="0" lang="en" sz="4005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Examples of character sets include:</a:t>
            </a:r>
            <a:endParaRPr/>
          </a:p>
          <a:p>
            <a:pPr indent="-576568" lvl="2" marL="172970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5"/>
              <a:buFont typeface="Gaegu"/>
              <a:buAutoNum type="alphaLcPeriod"/>
            </a:pPr>
            <a:r>
              <a:rPr b="1" i="0" lang="en" sz="4005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ASCII (American Standard Code for Information Interchange)</a:t>
            </a:r>
            <a:endParaRPr/>
          </a:p>
          <a:p>
            <a:pPr indent="-576568" lvl="2" marL="172970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5"/>
              <a:buFont typeface="Gaegu"/>
              <a:buAutoNum type="alphaLcPeriod"/>
            </a:pPr>
            <a:r>
              <a:rPr b="1" i="0" lang="en" sz="4005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Extended ASCII</a:t>
            </a:r>
            <a:endParaRPr/>
          </a:p>
          <a:p>
            <a:pPr indent="-576568" lvl="2" marL="1729705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5"/>
              <a:buFont typeface="Gaegu"/>
              <a:buAutoNum type="alphaLcPeriod"/>
            </a:pPr>
            <a:r>
              <a:rPr b="1" i="0" lang="en" sz="4005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Unicode</a:t>
            </a:r>
            <a:endParaRPr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129" name="Shape 5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30" name="Google Shape;5130;p114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131" name="Google Shape;5131;p114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2" name="Google Shape;5132;p114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33" name="Google Shape;5133;p114"/>
          <p:cNvSpPr txBox="1"/>
          <p:nvPr/>
        </p:nvSpPr>
        <p:spPr>
          <a:xfrm>
            <a:off x="741469" y="237064"/>
            <a:ext cx="3537291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ASCII</a:t>
            </a:r>
            <a:endParaRPr/>
          </a:p>
        </p:txBody>
      </p:sp>
      <p:sp>
        <p:nvSpPr>
          <p:cNvPr id="5134" name="Google Shape;5134;p114"/>
          <p:cNvSpPr txBox="1"/>
          <p:nvPr/>
        </p:nvSpPr>
        <p:spPr>
          <a:xfrm>
            <a:off x="741469" y="1299517"/>
            <a:ext cx="16758840" cy="4886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31797" lvl="1" marL="863595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rabi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ASCII CODE USES SEVEN BINARY BITS TO REPRESENT ALL THE COMMONLY USED CHARACTERS.</a:t>
            </a:r>
            <a:endParaRPr/>
          </a:p>
          <a:p>
            <a:pPr indent="-431797" lvl="1" marL="863595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rabi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THIS PROVIDES A CHARACTER SET THAT HAS 128 DIFFERENT CHARACTERS, MADE UP OF </a:t>
            </a:r>
            <a:endParaRPr/>
          </a:p>
          <a:p>
            <a:pPr indent="-575730" lvl="2" marL="1727189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lphaL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26 UPPER CASE LETTERS </a:t>
            </a:r>
            <a:endParaRPr/>
          </a:p>
          <a:p>
            <a:pPr indent="-575730" lvl="2" marL="1727189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lphaL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26 LOWER CASE LETTERS</a:t>
            </a:r>
            <a:endParaRPr/>
          </a:p>
          <a:p>
            <a:pPr indent="-575730" lvl="2" marL="1727189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lphaL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DIGIT </a:t>
            </a:r>
            <a:endParaRPr/>
          </a:p>
          <a:p>
            <a:pPr indent="-575730" lvl="2" marL="1727189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lphaL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PUNCTUATION MARKS</a:t>
            </a:r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138" name="Shape 5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39" name="Google Shape;5139;p115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140" name="Google Shape;5140;p115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1" name="Google Shape;5141;p115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42" name="Google Shape;5142;p115"/>
          <p:cNvSpPr txBox="1"/>
          <p:nvPr/>
        </p:nvSpPr>
        <p:spPr>
          <a:xfrm>
            <a:off x="741469" y="237064"/>
            <a:ext cx="3537291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EXTENDED ASCII</a:t>
            </a:r>
            <a:endParaRPr/>
          </a:p>
        </p:txBody>
      </p:sp>
      <p:sp>
        <p:nvSpPr>
          <p:cNvPr id="5143" name="Google Shape;5143;p115"/>
          <p:cNvSpPr txBox="1"/>
          <p:nvPr/>
        </p:nvSpPr>
        <p:spPr>
          <a:xfrm>
            <a:off x="842789" y="1434209"/>
            <a:ext cx="16046182" cy="2486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31797" lvl="1" marL="863595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rabi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Extended ASCII was created to allow 256 characters to be represented. This gives another 128 codes to allow for characters in non-English alphabets and for some graphical characters to be included.</a:t>
            </a:r>
            <a:endParaRPr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147" name="Shape 5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8" name="Google Shape;5148;p116"/>
          <p:cNvSpPr/>
          <p:nvPr/>
        </p:nvSpPr>
        <p:spPr>
          <a:xfrm>
            <a:off x="0" y="0"/>
            <a:ext cx="9958069" cy="10287000"/>
          </a:xfrm>
          <a:custGeom>
            <a:rect b="b" l="l" r="r" t="t"/>
            <a:pathLst>
              <a:path extrusionOk="0" h="10287000" w="9958069">
                <a:moveTo>
                  <a:pt x="0" y="0"/>
                </a:moveTo>
                <a:lnTo>
                  <a:pt x="9958069" y="0"/>
                </a:lnTo>
                <a:lnTo>
                  <a:pt x="9958069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93" l="0" r="0" t="-19327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9" name="Google Shape;5149;p116"/>
          <p:cNvSpPr txBox="1"/>
          <p:nvPr/>
        </p:nvSpPr>
        <p:spPr>
          <a:xfrm>
            <a:off x="10855813" y="572545"/>
            <a:ext cx="6403487" cy="2116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53"/>
              <a:buFont typeface="Open Sans ExtraBold"/>
              <a:buNone/>
            </a:pPr>
            <a:r>
              <a:rPr b="1" i="0" lang="en" sz="405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Using the ASCII table, </a:t>
            </a:r>
            <a:endParaRPr/>
          </a:p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53"/>
              <a:buFont typeface="Open Sans ExtraBold"/>
              <a:buNone/>
            </a:pPr>
            <a:r>
              <a:rPr b="1" i="0" lang="en" sz="405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help me to decode this</a:t>
            </a:r>
            <a:endParaRPr/>
          </a:p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53"/>
              <a:buFont typeface="Open Sans ExtraBold"/>
              <a:buNone/>
            </a:pPr>
            <a:r>
              <a:rPr b="1" i="0" lang="en" sz="405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(00100000 = SPACE)</a:t>
            </a:r>
            <a:endParaRPr/>
          </a:p>
        </p:txBody>
      </p:sp>
      <p:sp>
        <p:nvSpPr>
          <p:cNvPr id="5150" name="Google Shape;5150;p116"/>
          <p:cNvSpPr txBox="1"/>
          <p:nvPr/>
        </p:nvSpPr>
        <p:spPr>
          <a:xfrm>
            <a:off x="11241721" y="3422211"/>
            <a:ext cx="5631670" cy="30496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3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59"/>
              <a:buFont typeface="Gaegu"/>
              <a:buNone/>
            </a:pPr>
            <a:r>
              <a:rPr b="1" i="0" lang="en" sz="396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01001001 00100000 01101100 01101001 01101011 01100101 00100000 01001101 01100011 01000100</a:t>
            </a:r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154" name="Shape 5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5" name="Google Shape;5155;p117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156" name="Google Shape;5156;p117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7" name="Google Shape;5157;p117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F47279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58" name="Google Shape;5158;p117"/>
          <p:cNvSpPr txBox="1"/>
          <p:nvPr/>
        </p:nvSpPr>
        <p:spPr>
          <a:xfrm>
            <a:off x="741469" y="237064"/>
            <a:ext cx="3537291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UNICODE</a:t>
            </a:r>
            <a:endParaRPr/>
          </a:p>
        </p:txBody>
      </p:sp>
      <p:sp>
        <p:nvSpPr>
          <p:cNvPr id="5159" name="Google Shape;5159;p117"/>
          <p:cNvSpPr txBox="1"/>
          <p:nvPr/>
        </p:nvSpPr>
        <p:spPr>
          <a:xfrm>
            <a:off x="1028700" y="1609368"/>
            <a:ext cx="16046182" cy="2333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99413" lvl="1" marL="798826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99"/>
              <a:buFont typeface="Gaegu"/>
              <a:buAutoNum type="arabicPeriod"/>
            </a:pPr>
            <a:r>
              <a:rPr b="1" i="0" lang="en" sz="36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COMPUTERS BEGAN TO BE PROGRAMMED USING UNICODE TO REPRESENT TEXT.</a:t>
            </a:r>
            <a:endParaRPr/>
          </a:p>
          <a:p>
            <a:pPr indent="-399413" lvl="1" marL="798826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99"/>
              <a:buFont typeface="Gaegu"/>
              <a:buAutoNum type="arabicPeriod"/>
            </a:pPr>
            <a:r>
              <a:rPr b="1" i="0" lang="en" sz="36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UNICODE USES 16-BITS TO REPRESENT THE CHARACTERS IN ITS SET, WHICH ENABLES OVER 65000 CHARACTERS.</a:t>
            </a:r>
            <a:endParaRPr/>
          </a:p>
        </p:txBody>
      </p:sp>
      <p:sp>
        <p:nvSpPr>
          <p:cNvPr id="5160" name="Google Shape;5160;p117"/>
          <p:cNvSpPr/>
          <p:nvPr/>
        </p:nvSpPr>
        <p:spPr>
          <a:xfrm>
            <a:off x="3076382" y="4334095"/>
            <a:ext cx="12135235" cy="5410292"/>
          </a:xfrm>
          <a:custGeom>
            <a:rect b="b" l="l" r="r" t="t"/>
            <a:pathLst>
              <a:path extrusionOk="0" h="5410292" w="12135235">
                <a:moveTo>
                  <a:pt x="0" y="0"/>
                </a:moveTo>
                <a:lnTo>
                  <a:pt x="12135236" y="0"/>
                </a:lnTo>
                <a:lnTo>
                  <a:pt x="12135236" y="5410293"/>
                </a:lnTo>
                <a:lnTo>
                  <a:pt x="0" y="541029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164" name="Shape 5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5" name="Google Shape;5165;p118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166" name="Google Shape;5166;p118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67" name="Google Shape;5167;p118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68" name="Google Shape;5168;p118"/>
          <p:cNvSpPr/>
          <p:nvPr/>
        </p:nvSpPr>
        <p:spPr>
          <a:xfrm>
            <a:off x="6006458" y="5000881"/>
            <a:ext cx="6275085" cy="4737689"/>
          </a:xfrm>
          <a:custGeom>
            <a:rect b="b" l="l" r="r" t="t"/>
            <a:pathLst>
              <a:path extrusionOk="0" h="4737689" w="6275085">
                <a:moveTo>
                  <a:pt x="0" y="0"/>
                </a:moveTo>
                <a:lnTo>
                  <a:pt x="6275084" y="0"/>
                </a:lnTo>
                <a:lnTo>
                  <a:pt x="6275084" y="4737688"/>
                </a:lnTo>
                <a:lnTo>
                  <a:pt x="0" y="473768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9" name="Google Shape;5169;p118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SOUND REPRESENTATION</a:t>
            </a:r>
            <a:endParaRPr/>
          </a:p>
        </p:txBody>
      </p:sp>
      <p:sp>
        <p:nvSpPr>
          <p:cNvPr id="5170" name="Google Shape;5170;p118"/>
          <p:cNvSpPr txBox="1"/>
          <p:nvPr/>
        </p:nvSpPr>
        <p:spPr>
          <a:xfrm>
            <a:off x="1028700" y="1190856"/>
            <a:ext cx="16046182" cy="3457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99413" lvl="1" marL="798826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99"/>
              <a:buFont typeface="Gaegu"/>
              <a:buAutoNum type="arabicPeriod"/>
            </a:pPr>
            <a:r>
              <a:rPr b="1" i="0" lang="en" sz="36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Sound can also be represented by binary. </a:t>
            </a:r>
            <a:endParaRPr/>
          </a:p>
          <a:p>
            <a:pPr indent="-399413" lvl="1" marL="798826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99"/>
              <a:buFont typeface="Gaegu"/>
              <a:buAutoNum type="arabicPeriod"/>
            </a:pPr>
            <a:r>
              <a:rPr b="1" i="0" lang="en" sz="36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For a computer to process sound, the analog signal input must be converted into a digital format. </a:t>
            </a:r>
            <a:endParaRPr/>
          </a:p>
          <a:p>
            <a:pPr indent="-399413" lvl="1" marL="798826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99"/>
              <a:buFont typeface="Gaegu"/>
              <a:buAutoNum type="arabicPeriod"/>
            </a:pPr>
            <a:r>
              <a:rPr b="1" i="0" lang="en" sz="36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 microphone captures the sound, and software converts the analog signal to digital. </a:t>
            </a:r>
            <a:endParaRPr/>
          </a:p>
          <a:p>
            <a:pPr indent="-399413" lvl="1" marL="798826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99"/>
              <a:buFont typeface="Gaegu"/>
              <a:buAutoNum type="arabicPeriod"/>
            </a:pPr>
            <a:r>
              <a:rPr b="1" i="0" lang="en" sz="36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This digital recording is called a sample.</a:t>
            </a:r>
            <a:endParaRPr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174" name="Shape 5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75" name="Google Shape;5175;p119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176" name="Google Shape;5176;p119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7" name="Google Shape;5177;p119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78" name="Google Shape;5178;p119"/>
          <p:cNvSpPr/>
          <p:nvPr/>
        </p:nvSpPr>
        <p:spPr>
          <a:xfrm>
            <a:off x="3579101" y="7280899"/>
            <a:ext cx="7315200" cy="1426464"/>
          </a:xfrm>
          <a:custGeom>
            <a:rect b="b" l="l" r="r" t="t"/>
            <a:pathLst>
              <a:path extrusionOk="0" h="1426464" w="7315200">
                <a:moveTo>
                  <a:pt x="0" y="0"/>
                </a:moveTo>
                <a:lnTo>
                  <a:pt x="7315200" y="0"/>
                </a:lnTo>
                <a:lnTo>
                  <a:pt x="7315200" y="1426464"/>
                </a:lnTo>
                <a:lnTo>
                  <a:pt x="0" y="14264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9" name="Google Shape;5179;p119"/>
          <p:cNvSpPr/>
          <p:nvPr/>
        </p:nvSpPr>
        <p:spPr>
          <a:xfrm>
            <a:off x="3393190" y="4773523"/>
            <a:ext cx="7315200" cy="1572768"/>
          </a:xfrm>
          <a:custGeom>
            <a:rect b="b" l="l" r="r" t="t"/>
            <a:pathLst>
              <a:path extrusionOk="0" h="1572768" w="7315200">
                <a:moveTo>
                  <a:pt x="0" y="0"/>
                </a:moveTo>
                <a:lnTo>
                  <a:pt x="7315200" y="0"/>
                </a:lnTo>
                <a:lnTo>
                  <a:pt x="7315200" y="1572768"/>
                </a:lnTo>
                <a:lnTo>
                  <a:pt x="0" y="15727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180" name="Google Shape;5180;p119"/>
          <p:cNvGrpSpPr/>
          <p:nvPr/>
        </p:nvGrpSpPr>
        <p:grpSpPr>
          <a:xfrm>
            <a:off x="11954360" y="4387812"/>
            <a:ext cx="3241026" cy="1929386"/>
            <a:chOff x="0" y="-38100"/>
            <a:chExt cx="853603" cy="508151"/>
          </a:xfrm>
        </p:grpSpPr>
        <p:sp>
          <p:nvSpPr>
            <p:cNvPr id="5181" name="Google Shape;5181;p119"/>
            <p:cNvSpPr/>
            <p:nvPr/>
          </p:nvSpPr>
          <p:spPr>
            <a:xfrm>
              <a:off x="0" y="0"/>
              <a:ext cx="853603" cy="470051"/>
            </a:xfrm>
            <a:custGeom>
              <a:rect b="b" l="l" r="r" t="t"/>
              <a:pathLst>
                <a:path extrusionOk="0" h="470051" w="853603">
                  <a:moveTo>
                    <a:pt x="121825" y="0"/>
                  </a:moveTo>
                  <a:lnTo>
                    <a:pt x="731778" y="0"/>
                  </a:lnTo>
                  <a:cubicBezTo>
                    <a:pt x="764088" y="0"/>
                    <a:pt x="795075" y="12835"/>
                    <a:pt x="817922" y="35682"/>
                  </a:cubicBezTo>
                  <a:cubicBezTo>
                    <a:pt x="840768" y="58528"/>
                    <a:pt x="853603" y="89515"/>
                    <a:pt x="853603" y="121825"/>
                  </a:cubicBezTo>
                  <a:lnTo>
                    <a:pt x="853603" y="348226"/>
                  </a:lnTo>
                  <a:cubicBezTo>
                    <a:pt x="853603" y="415508"/>
                    <a:pt x="799061" y="470051"/>
                    <a:pt x="731778" y="470051"/>
                  </a:cubicBezTo>
                  <a:lnTo>
                    <a:pt x="121825" y="470051"/>
                  </a:lnTo>
                  <a:cubicBezTo>
                    <a:pt x="54543" y="470051"/>
                    <a:pt x="0" y="415508"/>
                    <a:pt x="0" y="348226"/>
                  </a:cubicBezTo>
                  <a:lnTo>
                    <a:pt x="0" y="121825"/>
                  </a:lnTo>
                  <a:cubicBezTo>
                    <a:pt x="0" y="54543"/>
                    <a:pt x="54543" y="0"/>
                    <a:pt x="121825" y="0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2" name="Google Shape;5182;p119"/>
            <p:cNvSpPr txBox="1"/>
            <p:nvPr/>
          </p:nvSpPr>
          <p:spPr>
            <a:xfrm>
              <a:off x="0" y="-38100"/>
              <a:ext cx="853603" cy="5081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83" name="Google Shape;5183;p119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SOUND REPRESENTATION</a:t>
            </a:r>
            <a:endParaRPr/>
          </a:p>
        </p:txBody>
      </p:sp>
      <p:sp>
        <p:nvSpPr>
          <p:cNvPr id="5184" name="Google Shape;5184;p119"/>
          <p:cNvSpPr txBox="1"/>
          <p:nvPr/>
        </p:nvSpPr>
        <p:spPr>
          <a:xfrm>
            <a:off x="1120909" y="1316405"/>
            <a:ext cx="16046182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99"/>
              <a:buFont typeface="Gaegu"/>
              <a:buNone/>
            </a:pPr>
            <a:r>
              <a:rPr b="1" i="0" lang="en" sz="36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HOW IS SAMPLING USED TO RECORD A SOUND CLIP</a:t>
            </a:r>
            <a:endParaRPr/>
          </a:p>
        </p:txBody>
      </p:sp>
      <p:sp>
        <p:nvSpPr>
          <p:cNvPr id="5185" name="Google Shape;5185;p119"/>
          <p:cNvSpPr txBox="1"/>
          <p:nvPr/>
        </p:nvSpPr>
        <p:spPr>
          <a:xfrm>
            <a:off x="1028700" y="2045920"/>
            <a:ext cx="16046182" cy="188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31797" lvl="1" marL="863595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rabi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The amplitude of the sound wave is measured at specific time intervals, providing an approximate representation of the sound wave.</a:t>
            </a:r>
            <a:endParaRPr/>
          </a:p>
          <a:p>
            <a:pPr indent="-431797" lvl="1" marL="863595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99"/>
              <a:buFont typeface="Gaegu"/>
              <a:buAutoNum type="arabicPeriod"/>
            </a:pPr>
            <a:r>
              <a:rPr b="1" i="0" lang="en" sz="39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Each sample is then encoded as a series of binary digits.</a:t>
            </a:r>
            <a:endParaRPr/>
          </a:p>
        </p:txBody>
      </p:sp>
      <p:grpSp>
        <p:nvGrpSpPr>
          <p:cNvPr id="5186" name="Google Shape;5186;p119"/>
          <p:cNvGrpSpPr/>
          <p:nvPr/>
        </p:nvGrpSpPr>
        <p:grpSpPr>
          <a:xfrm>
            <a:off x="11954360" y="6772612"/>
            <a:ext cx="3241026" cy="1929386"/>
            <a:chOff x="0" y="-38100"/>
            <a:chExt cx="853603" cy="508151"/>
          </a:xfrm>
        </p:grpSpPr>
        <p:sp>
          <p:nvSpPr>
            <p:cNvPr id="5187" name="Google Shape;5187;p119"/>
            <p:cNvSpPr/>
            <p:nvPr/>
          </p:nvSpPr>
          <p:spPr>
            <a:xfrm>
              <a:off x="0" y="0"/>
              <a:ext cx="853603" cy="470051"/>
            </a:xfrm>
            <a:custGeom>
              <a:rect b="b" l="l" r="r" t="t"/>
              <a:pathLst>
                <a:path extrusionOk="0" h="470051" w="853603">
                  <a:moveTo>
                    <a:pt x="121825" y="0"/>
                  </a:moveTo>
                  <a:lnTo>
                    <a:pt x="731778" y="0"/>
                  </a:lnTo>
                  <a:cubicBezTo>
                    <a:pt x="764088" y="0"/>
                    <a:pt x="795075" y="12835"/>
                    <a:pt x="817922" y="35682"/>
                  </a:cubicBezTo>
                  <a:cubicBezTo>
                    <a:pt x="840768" y="58528"/>
                    <a:pt x="853603" y="89515"/>
                    <a:pt x="853603" y="121825"/>
                  </a:cubicBezTo>
                  <a:lnTo>
                    <a:pt x="853603" y="348226"/>
                  </a:lnTo>
                  <a:cubicBezTo>
                    <a:pt x="853603" y="415508"/>
                    <a:pt x="799061" y="470051"/>
                    <a:pt x="731778" y="470051"/>
                  </a:cubicBezTo>
                  <a:lnTo>
                    <a:pt x="121825" y="470051"/>
                  </a:lnTo>
                  <a:cubicBezTo>
                    <a:pt x="54543" y="470051"/>
                    <a:pt x="0" y="415508"/>
                    <a:pt x="0" y="348226"/>
                  </a:cubicBezTo>
                  <a:lnTo>
                    <a:pt x="0" y="121825"/>
                  </a:lnTo>
                  <a:cubicBezTo>
                    <a:pt x="0" y="54543"/>
                    <a:pt x="54543" y="0"/>
                    <a:pt x="121825" y="0"/>
                  </a:cubicBezTo>
                  <a:close/>
                </a:path>
              </a:pathLst>
            </a:custGeom>
            <a:solidFill>
              <a:srgbClr val="FFC7C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8" name="Google Shape;5188;p119"/>
            <p:cNvSpPr txBox="1"/>
            <p:nvPr/>
          </p:nvSpPr>
          <p:spPr>
            <a:xfrm>
              <a:off x="0" y="-38100"/>
              <a:ext cx="853603" cy="50815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89" name="Google Shape;5189;p119"/>
          <p:cNvSpPr txBox="1"/>
          <p:nvPr/>
        </p:nvSpPr>
        <p:spPr>
          <a:xfrm>
            <a:off x="12230261" y="4460341"/>
            <a:ext cx="2689223" cy="188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Gaegu"/>
              <a:buNone/>
            </a:pPr>
            <a:r>
              <a:rPr b="1" i="0" lang="en" sz="3999" u="none" cap="none" strike="noStrike">
                <a:solidFill>
                  <a:srgbClr val="000000"/>
                </a:solidFill>
                <a:latin typeface="Gaegu"/>
                <a:ea typeface="Gaegu"/>
                <a:cs typeface="Gaegu"/>
                <a:sym typeface="Gaegu"/>
              </a:rPr>
              <a:t>Low Frequency Wave</a:t>
            </a:r>
            <a:endParaRPr/>
          </a:p>
        </p:txBody>
      </p:sp>
      <p:sp>
        <p:nvSpPr>
          <p:cNvPr id="5190" name="Google Shape;5190;p119"/>
          <p:cNvSpPr txBox="1"/>
          <p:nvPr/>
        </p:nvSpPr>
        <p:spPr>
          <a:xfrm>
            <a:off x="12230261" y="6816048"/>
            <a:ext cx="2689223" cy="1885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99"/>
              <a:buFont typeface="Gaegu"/>
              <a:buNone/>
            </a:pPr>
            <a:r>
              <a:rPr b="1" i="0" lang="en" sz="3999" u="none" cap="none" strike="noStrike">
                <a:solidFill>
                  <a:srgbClr val="000000"/>
                </a:solidFill>
                <a:latin typeface="Gaegu"/>
                <a:ea typeface="Gaegu"/>
                <a:cs typeface="Gaegu"/>
                <a:sym typeface="Gaegu"/>
              </a:rPr>
              <a:t>High Frequency Wave</a:t>
            </a:r>
            <a:endParaRPr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4C6DB"/>
        </a:solidFill>
      </p:bgPr>
    </p:bg>
    <p:spTree>
      <p:nvGrpSpPr>
        <p:cNvPr id="5194" name="Shape 5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95" name="Google Shape;5195;p120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196" name="Google Shape;5196;p120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7" name="Google Shape;5197;p120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98" name="Google Shape;5198;p120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SOUND REPRESENTATION</a:t>
            </a:r>
            <a:endParaRPr/>
          </a:p>
        </p:txBody>
      </p:sp>
      <p:sp>
        <p:nvSpPr>
          <p:cNvPr id="5199" name="Google Shape;5199;p120"/>
          <p:cNvSpPr txBox="1"/>
          <p:nvPr/>
        </p:nvSpPr>
        <p:spPr>
          <a:xfrm>
            <a:off x="673790" y="8485329"/>
            <a:ext cx="17129127" cy="16045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3"/>
              <a:buFont typeface="Gaegu"/>
              <a:buNone/>
            </a:pPr>
            <a:r>
              <a:rPr b="1" i="0" lang="en" sz="3403" u="none" cap="none" strike="noStrike">
                <a:solidFill>
                  <a:srgbClr val="000000"/>
                </a:solidFill>
                <a:latin typeface="Gaegu"/>
                <a:ea typeface="Gaegu"/>
                <a:cs typeface="Gaegu"/>
                <a:sym typeface="Gaegu"/>
              </a:rPr>
              <a:t>SAMPLING RESOLUTION: THE NUMBER OF BITS USED TO REPRESENT SOUND AMPLITUDE IN DIGITAL SOUND RECORDING, ALSO KNOWN AS BIT DEPTH</a:t>
            </a:r>
            <a:endParaRPr/>
          </a:p>
          <a:p>
            <a:pPr indent="0" lvl="0" marL="0" marR="0" rtl="0" algn="ctr">
              <a:lnSpc>
                <a:spcPct val="1200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3"/>
              <a:buFont typeface="Calibri"/>
              <a:buNone/>
            </a:pPr>
            <a:r>
              <a:t/>
            </a:r>
            <a:endParaRPr b="1" i="0" sz="3403" u="none" cap="none" strike="noStrike">
              <a:solidFill>
                <a:srgbClr val="000000"/>
              </a:solidFill>
              <a:latin typeface="Gaegu"/>
              <a:ea typeface="Gaegu"/>
              <a:cs typeface="Gaegu"/>
              <a:sym typeface="Gaegu"/>
            </a:endParaRPr>
          </a:p>
        </p:txBody>
      </p:sp>
      <p:sp>
        <p:nvSpPr>
          <p:cNvPr id="5200" name="Google Shape;5200;p120"/>
          <p:cNvSpPr txBox="1"/>
          <p:nvPr/>
        </p:nvSpPr>
        <p:spPr>
          <a:xfrm>
            <a:off x="8094741" y="7605374"/>
            <a:ext cx="3166675" cy="8136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72"/>
              <a:buFont typeface="Gaegu"/>
              <a:buNone/>
            </a:pPr>
            <a:r>
              <a:rPr b="1" i="0" lang="en" sz="4672" u="none" cap="none" strike="noStrike">
                <a:solidFill>
                  <a:srgbClr val="000000"/>
                </a:solidFill>
                <a:latin typeface="Gaegu"/>
                <a:ea typeface="Gaegu"/>
                <a:cs typeface="Gaegu"/>
                <a:sym typeface="Gaegu"/>
              </a:rPr>
              <a:t>DEFINITION:</a:t>
            </a:r>
            <a:endParaRPr/>
          </a:p>
        </p:txBody>
      </p:sp>
      <p:grpSp>
        <p:nvGrpSpPr>
          <p:cNvPr id="5201" name="Google Shape;5201;p120"/>
          <p:cNvGrpSpPr/>
          <p:nvPr/>
        </p:nvGrpSpPr>
        <p:grpSpPr>
          <a:xfrm>
            <a:off x="673790" y="1460431"/>
            <a:ext cx="8121485" cy="6003818"/>
            <a:chOff x="0" y="-66675"/>
            <a:chExt cx="10828647" cy="8005091"/>
          </a:xfrm>
        </p:grpSpPr>
        <p:sp>
          <p:nvSpPr>
            <p:cNvPr id="5202" name="Google Shape;5202;p120"/>
            <p:cNvSpPr/>
            <p:nvPr/>
          </p:nvSpPr>
          <p:spPr>
            <a:xfrm>
              <a:off x="4559961" y="3028906"/>
              <a:ext cx="5944247" cy="2860669"/>
            </a:xfrm>
            <a:custGeom>
              <a:rect b="b" l="l" r="r" t="t"/>
              <a:pathLst>
                <a:path extrusionOk="0" h="2860669" w="5944247">
                  <a:moveTo>
                    <a:pt x="0" y="0"/>
                  </a:moveTo>
                  <a:lnTo>
                    <a:pt x="5944246" y="0"/>
                  </a:lnTo>
                  <a:lnTo>
                    <a:pt x="5944246" y="2860669"/>
                  </a:lnTo>
                  <a:lnTo>
                    <a:pt x="0" y="286066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5203" name="Google Shape;5203;p120"/>
            <p:cNvCxnSpPr/>
            <p:nvPr/>
          </p:nvCxnSpPr>
          <p:spPr>
            <a:xfrm>
              <a:off x="4558994" y="1361252"/>
              <a:ext cx="0" cy="5149046"/>
            </a:xfrm>
            <a:prstGeom prst="straightConnector1">
              <a:avLst/>
            </a:prstGeom>
            <a:noFill/>
            <a:ln cap="flat" cmpd="sng" w="45050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04" name="Google Shape;5204;p120"/>
            <p:cNvCxnSpPr/>
            <p:nvPr/>
          </p:nvCxnSpPr>
          <p:spPr>
            <a:xfrm>
              <a:off x="5201723" y="1361252"/>
              <a:ext cx="0" cy="5149046"/>
            </a:xfrm>
            <a:prstGeom prst="straightConnector1">
              <a:avLst/>
            </a:prstGeom>
            <a:noFill/>
            <a:ln cap="flat" cmpd="sng" w="45050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05" name="Google Shape;5205;p120"/>
            <p:cNvCxnSpPr/>
            <p:nvPr/>
          </p:nvCxnSpPr>
          <p:spPr>
            <a:xfrm>
              <a:off x="5877060" y="1361252"/>
              <a:ext cx="0" cy="5149046"/>
            </a:xfrm>
            <a:prstGeom prst="straightConnector1">
              <a:avLst/>
            </a:prstGeom>
            <a:noFill/>
            <a:ln cap="flat" cmpd="sng" w="45050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06" name="Google Shape;5206;p120"/>
            <p:cNvCxnSpPr/>
            <p:nvPr/>
          </p:nvCxnSpPr>
          <p:spPr>
            <a:xfrm>
              <a:off x="6534392" y="1361252"/>
              <a:ext cx="0" cy="5149046"/>
            </a:xfrm>
            <a:prstGeom prst="straightConnector1">
              <a:avLst/>
            </a:prstGeom>
            <a:noFill/>
            <a:ln cap="flat" cmpd="sng" w="45050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07" name="Google Shape;5207;p120"/>
            <p:cNvCxnSpPr/>
            <p:nvPr/>
          </p:nvCxnSpPr>
          <p:spPr>
            <a:xfrm>
              <a:off x="7215037" y="1361252"/>
              <a:ext cx="0" cy="5149046"/>
            </a:xfrm>
            <a:prstGeom prst="straightConnector1">
              <a:avLst/>
            </a:prstGeom>
            <a:noFill/>
            <a:ln cap="flat" cmpd="sng" w="600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08" name="Google Shape;5208;p120"/>
            <p:cNvCxnSpPr/>
            <p:nvPr/>
          </p:nvCxnSpPr>
          <p:spPr>
            <a:xfrm>
              <a:off x="7857766" y="1361252"/>
              <a:ext cx="0" cy="5149046"/>
            </a:xfrm>
            <a:prstGeom prst="straightConnector1">
              <a:avLst/>
            </a:prstGeom>
            <a:noFill/>
            <a:ln cap="flat" cmpd="sng" w="600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09" name="Google Shape;5209;p120"/>
            <p:cNvCxnSpPr/>
            <p:nvPr/>
          </p:nvCxnSpPr>
          <p:spPr>
            <a:xfrm>
              <a:off x="8533103" y="1361252"/>
              <a:ext cx="0" cy="5149046"/>
            </a:xfrm>
            <a:prstGeom prst="straightConnector1">
              <a:avLst/>
            </a:prstGeom>
            <a:noFill/>
            <a:ln cap="flat" cmpd="sng" w="600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10" name="Google Shape;5210;p120"/>
            <p:cNvCxnSpPr/>
            <p:nvPr/>
          </p:nvCxnSpPr>
          <p:spPr>
            <a:xfrm>
              <a:off x="9190435" y="1361252"/>
              <a:ext cx="0" cy="5149046"/>
            </a:xfrm>
            <a:prstGeom prst="straightConnector1">
              <a:avLst/>
            </a:prstGeom>
            <a:noFill/>
            <a:ln cap="flat" cmpd="sng" w="600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11" name="Google Shape;5211;p120"/>
            <p:cNvCxnSpPr/>
            <p:nvPr/>
          </p:nvCxnSpPr>
          <p:spPr>
            <a:xfrm>
              <a:off x="9759544" y="1361252"/>
              <a:ext cx="0" cy="5149046"/>
            </a:xfrm>
            <a:prstGeom prst="straightConnector1">
              <a:avLst/>
            </a:prstGeom>
            <a:noFill/>
            <a:ln cap="flat" cmpd="sng" w="600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12" name="Google Shape;5212;p120"/>
            <p:cNvCxnSpPr/>
            <p:nvPr/>
          </p:nvCxnSpPr>
          <p:spPr>
            <a:xfrm>
              <a:off x="10442699" y="1361252"/>
              <a:ext cx="0" cy="5149046"/>
            </a:xfrm>
            <a:prstGeom prst="straightConnector1">
              <a:avLst/>
            </a:prstGeom>
            <a:noFill/>
            <a:ln cap="flat" cmpd="sng" w="600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13" name="Google Shape;5213;p120"/>
            <p:cNvCxnSpPr/>
            <p:nvPr/>
          </p:nvCxnSpPr>
          <p:spPr>
            <a:xfrm flipH="1" rot="10800000">
              <a:off x="4281709" y="7310391"/>
              <a:ext cx="5926384" cy="18004"/>
            </a:xfrm>
            <a:prstGeom prst="straightConnector1">
              <a:avLst/>
            </a:prstGeom>
            <a:noFill/>
            <a:ln cap="flat" cmpd="sng" w="60075">
              <a:solidFill>
                <a:srgbClr val="FF1495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cxnSp>
          <p:nvCxnSpPr>
            <p:cNvPr id="5214" name="Google Shape;5214;p120"/>
            <p:cNvCxnSpPr/>
            <p:nvPr/>
          </p:nvCxnSpPr>
          <p:spPr>
            <a:xfrm flipH="1" rot="10800000">
              <a:off x="4206031" y="6209127"/>
              <a:ext cx="6622529" cy="2382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15" name="Google Shape;5215;p120"/>
            <p:cNvCxnSpPr/>
            <p:nvPr/>
          </p:nvCxnSpPr>
          <p:spPr>
            <a:xfrm flipH="1" rot="10800000">
              <a:off x="4206031" y="5557958"/>
              <a:ext cx="6622529" cy="2382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16" name="Google Shape;5216;p120"/>
            <p:cNvCxnSpPr/>
            <p:nvPr/>
          </p:nvCxnSpPr>
          <p:spPr>
            <a:xfrm flipH="1" rot="10800000">
              <a:off x="4206118" y="4902673"/>
              <a:ext cx="6622529" cy="2382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17" name="Google Shape;5217;p120"/>
            <p:cNvCxnSpPr/>
            <p:nvPr/>
          </p:nvCxnSpPr>
          <p:spPr>
            <a:xfrm flipH="1" rot="10800000">
              <a:off x="4206118" y="4251503"/>
              <a:ext cx="6622529" cy="2382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18" name="Google Shape;5218;p120"/>
            <p:cNvCxnSpPr/>
            <p:nvPr/>
          </p:nvCxnSpPr>
          <p:spPr>
            <a:xfrm flipH="1" rot="10800000">
              <a:off x="4173045" y="3596218"/>
              <a:ext cx="6622529" cy="2382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19" name="Google Shape;5219;p120"/>
            <p:cNvCxnSpPr/>
            <p:nvPr/>
          </p:nvCxnSpPr>
          <p:spPr>
            <a:xfrm flipH="1" rot="10800000">
              <a:off x="4173045" y="2945049"/>
              <a:ext cx="6622529" cy="2382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20" name="Google Shape;5220;p120"/>
            <p:cNvCxnSpPr/>
            <p:nvPr/>
          </p:nvCxnSpPr>
          <p:spPr>
            <a:xfrm flipH="1" rot="10800000">
              <a:off x="4206118" y="2289764"/>
              <a:ext cx="6622529" cy="2382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21" name="Google Shape;5221;p120"/>
            <p:cNvCxnSpPr/>
            <p:nvPr/>
          </p:nvCxnSpPr>
          <p:spPr>
            <a:xfrm flipH="1" rot="10800000">
              <a:off x="4206118" y="1638594"/>
              <a:ext cx="6622529" cy="2382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22" name="Google Shape;5222;p120"/>
            <p:cNvCxnSpPr/>
            <p:nvPr/>
          </p:nvCxnSpPr>
          <p:spPr>
            <a:xfrm flipH="1" rot="10800000">
              <a:off x="3329224" y="1577685"/>
              <a:ext cx="21185" cy="4643259"/>
            </a:xfrm>
            <a:prstGeom prst="straightConnector1">
              <a:avLst/>
            </a:prstGeom>
            <a:noFill/>
            <a:ln cap="flat" cmpd="sng" w="60075">
              <a:solidFill>
                <a:srgbClr val="642EC7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5223" name="Google Shape;5223;p120"/>
            <p:cNvSpPr txBox="1"/>
            <p:nvPr/>
          </p:nvSpPr>
          <p:spPr>
            <a:xfrm>
              <a:off x="4371933" y="653758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</a:t>
              </a:r>
              <a:endParaRPr/>
            </a:p>
          </p:txBody>
        </p:sp>
        <p:sp>
          <p:nvSpPr>
            <p:cNvPr id="5224" name="Google Shape;5224;p120"/>
            <p:cNvSpPr txBox="1"/>
            <p:nvPr/>
          </p:nvSpPr>
          <p:spPr>
            <a:xfrm>
              <a:off x="5069675" y="653758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2</a:t>
              </a:r>
              <a:endParaRPr/>
            </a:p>
          </p:txBody>
        </p:sp>
        <p:sp>
          <p:nvSpPr>
            <p:cNvPr id="5225" name="Google Shape;5225;p120"/>
            <p:cNvSpPr txBox="1"/>
            <p:nvPr/>
          </p:nvSpPr>
          <p:spPr>
            <a:xfrm>
              <a:off x="5767416" y="653758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3</a:t>
              </a:r>
              <a:endParaRPr/>
            </a:p>
          </p:txBody>
        </p:sp>
        <p:sp>
          <p:nvSpPr>
            <p:cNvPr id="5226" name="Google Shape;5226;p120"/>
            <p:cNvSpPr txBox="1"/>
            <p:nvPr/>
          </p:nvSpPr>
          <p:spPr>
            <a:xfrm>
              <a:off x="6406745" y="653758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</a:t>
              </a:r>
              <a:endParaRPr/>
            </a:p>
          </p:txBody>
        </p:sp>
        <p:sp>
          <p:nvSpPr>
            <p:cNvPr id="5227" name="Google Shape;5227;p120"/>
            <p:cNvSpPr txBox="1"/>
            <p:nvPr/>
          </p:nvSpPr>
          <p:spPr>
            <a:xfrm>
              <a:off x="7019674" y="653758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</a:t>
              </a:r>
              <a:endParaRPr/>
            </a:p>
          </p:txBody>
        </p:sp>
        <p:sp>
          <p:nvSpPr>
            <p:cNvPr id="5228" name="Google Shape;5228;p120"/>
            <p:cNvSpPr txBox="1"/>
            <p:nvPr/>
          </p:nvSpPr>
          <p:spPr>
            <a:xfrm>
              <a:off x="7714859" y="653758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6</a:t>
              </a:r>
              <a:endParaRPr/>
            </a:p>
          </p:txBody>
        </p:sp>
        <p:sp>
          <p:nvSpPr>
            <p:cNvPr id="5229" name="Google Shape;5229;p120"/>
            <p:cNvSpPr txBox="1"/>
            <p:nvPr/>
          </p:nvSpPr>
          <p:spPr>
            <a:xfrm>
              <a:off x="8415157" y="653758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7</a:t>
              </a:r>
              <a:endParaRPr/>
            </a:p>
          </p:txBody>
        </p:sp>
        <p:sp>
          <p:nvSpPr>
            <p:cNvPr id="5230" name="Google Shape;5230;p120"/>
            <p:cNvSpPr txBox="1"/>
            <p:nvPr/>
          </p:nvSpPr>
          <p:spPr>
            <a:xfrm>
              <a:off x="9054486" y="6537588"/>
              <a:ext cx="244811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8</a:t>
              </a:r>
              <a:endParaRPr/>
            </a:p>
          </p:txBody>
        </p:sp>
        <p:sp>
          <p:nvSpPr>
            <p:cNvPr id="5231" name="Google Shape;5231;p120"/>
            <p:cNvSpPr txBox="1"/>
            <p:nvPr/>
          </p:nvSpPr>
          <p:spPr>
            <a:xfrm>
              <a:off x="9615292" y="653758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9</a:t>
              </a:r>
              <a:endParaRPr/>
            </a:p>
          </p:txBody>
        </p:sp>
        <p:sp>
          <p:nvSpPr>
            <p:cNvPr id="5232" name="Google Shape;5232;p120"/>
            <p:cNvSpPr txBox="1"/>
            <p:nvPr/>
          </p:nvSpPr>
          <p:spPr>
            <a:xfrm>
              <a:off x="10208158" y="6537588"/>
              <a:ext cx="547356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10</a:t>
              </a:r>
              <a:endParaRPr/>
            </a:p>
          </p:txBody>
        </p:sp>
        <p:sp>
          <p:nvSpPr>
            <p:cNvPr id="5233" name="Google Shape;5233;p120"/>
            <p:cNvSpPr txBox="1"/>
            <p:nvPr/>
          </p:nvSpPr>
          <p:spPr>
            <a:xfrm>
              <a:off x="5671319" y="7377089"/>
              <a:ext cx="3625981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time</a:t>
              </a:r>
              <a:endParaRPr/>
            </a:p>
          </p:txBody>
        </p:sp>
        <p:sp>
          <p:nvSpPr>
            <p:cNvPr id="5234" name="Google Shape;5234;p120"/>
            <p:cNvSpPr txBox="1"/>
            <p:nvPr/>
          </p:nvSpPr>
          <p:spPr>
            <a:xfrm>
              <a:off x="3733003" y="5883247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</a:t>
              </a:r>
              <a:endParaRPr/>
            </a:p>
          </p:txBody>
        </p:sp>
        <p:sp>
          <p:nvSpPr>
            <p:cNvPr id="5235" name="Google Shape;5235;p120"/>
            <p:cNvSpPr txBox="1"/>
            <p:nvPr/>
          </p:nvSpPr>
          <p:spPr>
            <a:xfrm>
              <a:off x="3733003" y="5232078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2</a:t>
              </a:r>
              <a:endParaRPr/>
            </a:p>
          </p:txBody>
        </p:sp>
        <p:sp>
          <p:nvSpPr>
            <p:cNvPr id="5236" name="Google Shape;5236;p120"/>
            <p:cNvSpPr txBox="1"/>
            <p:nvPr/>
          </p:nvSpPr>
          <p:spPr>
            <a:xfrm>
              <a:off x="3733003" y="4643429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3</a:t>
              </a:r>
              <a:endParaRPr/>
            </a:p>
          </p:txBody>
        </p:sp>
        <p:sp>
          <p:nvSpPr>
            <p:cNvPr id="5237" name="Google Shape;5237;p120"/>
            <p:cNvSpPr txBox="1"/>
            <p:nvPr/>
          </p:nvSpPr>
          <p:spPr>
            <a:xfrm>
              <a:off x="3733003" y="3990600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</a:t>
              </a:r>
              <a:endParaRPr/>
            </a:p>
          </p:txBody>
        </p:sp>
        <p:sp>
          <p:nvSpPr>
            <p:cNvPr id="5238" name="Google Shape;5238;p120"/>
            <p:cNvSpPr txBox="1"/>
            <p:nvPr/>
          </p:nvSpPr>
          <p:spPr>
            <a:xfrm>
              <a:off x="3733003" y="3336975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</a:t>
              </a:r>
              <a:endParaRPr/>
            </a:p>
          </p:txBody>
        </p:sp>
        <p:sp>
          <p:nvSpPr>
            <p:cNvPr id="5239" name="Google Shape;5239;p120"/>
            <p:cNvSpPr txBox="1"/>
            <p:nvPr/>
          </p:nvSpPr>
          <p:spPr>
            <a:xfrm>
              <a:off x="3733003" y="2652487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6</a:t>
              </a:r>
              <a:endParaRPr/>
            </a:p>
          </p:txBody>
        </p:sp>
        <p:sp>
          <p:nvSpPr>
            <p:cNvPr id="5240" name="Google Shape;5240;p120"/>
            <p:cNvSpPr txBox="1"/>
            <p:nvPr/>
          </p:nvSpPr>
          <p:spPr>
            <a:xfrm>
              <a:off x="3733003" y="1999657"/>
              <a:ext cx="331312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7</a:t>
              </a:r>
              <a:endParaRPr/>
            </a:p>
          </p:txBody>
        </p:sp>
        <p:sp>
          <p:nvSpPr>
            <p:cNvPr id="5241" name="Google Shape;5241;p120"/>
            <p:cNvSpPr txBox="1"/>
            <p:nvPr/>
          </p:nvSpPr>
          <p:spPr>
            <a:xfrm>
              <a:off x="3733003" y="1346828"/>
              <a:ext cx="244811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8</a:t>
              </a:r>
              <a:endParaRPr/>
            </a:p>
          </p:txBody>
        </p:sp>
        <p:sp>
          <p:nvSpPr>
            <p:cNvPr id="5242" name="Google Shape;5242;p120"/>
            <p:cNvSpPr txBox="1"/>
            <p:nvPr/>
          </p:nvSpPr>
          <p:spPr>
            <a:xfrm>
              <a:off x="0" y="3454365"/>
              <a:ext cx="3625981" cy="561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3999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8"/>
                <a:buFont typeface="Open Sans"/>
                <a:buNone/>
              </a:pPr>
              <a:r>
                <a:rPr b="0" i="0" lang="en" sz="2528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amplitude</a:t>
              </a:r>
              <a:endParaRPr/>
            </a:p>
          </p:txBody>
        </p:sp>
        <p:sp>
          <p:nvSpPr>
            <p:cNvPr id="5243" name="Google Shape;5243;p120"/>
            <p:cNvSpPr txBox="1"/>
            <p:nvPr/>
          </p:nvSpPr>
          <p:spPr>
            <a:xfrm>
              <a:off x="3533299" y="-66675"/>
              <a:ext cx="6972750" cy="7755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1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549"/>
                <a:buFont typeface="Open Sans"/>
                <a:buNone/>
              </a:pPr>
              <a:r>
                <a:rPr b="0" i="0" lang="en" sz="3549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Sampling resolution = 3 </a:t>
              </a:r>
              <a:endParaRPr/>
            </a:p>
          </p:txBody>
        </p:sp>
      </p:grpSp>
      <p:grpSp>
        <p:nvGrpSpPr>
          <p:cNvPr id="5244" name="Google Shape;5244;p120"/>
          <p:cNvGrpSpPr/>
          <p:nvPr/>
        </p:nvGrpSpPr>
        <p:grpSpPr>
          <a:xfrm>
            <a:off x="9076343" y="1241262"/>
            <a:ext cx="7824776" cy="6222987"/>
            <a:chOff x="0" y="-57150"/>
            <a:chExt cx="10433035" cy="8297315"/>
          </a:xfrm>
        </p:grpSpPr>
        <p:sp>
          <p:nvSpPr>
            <p:cNvPr id="5245" name="Google Shape;5245;p120"/>
            <p:cNvSpPr/>
            <p:nvPr/>
          </p:nvSpPr>
          <p:spPr>
            <a:xfrm>
              <a:off x="4250699" y="3199738"/>
              <a:ext cx="5931565" cy="2854566"/>
            </a:xfrm>
            <a:custGeom>
              <a:rect b="b" l="l" r="r" t="t"/>
              <a:pathLst>
                <a:path extrusionOk="0" h="2854566" w="5931565">
                  <a:moveTo>
                    <a:pt x="0" y="0"/>
                  </a:moveTo>
                  <a:lnTo>
                    <a:pt x="5931565" y="0"/>
                  </a:lnTo>
                  <a:lnTo>
                    <a:pt x="5931565" y="2854566"/>
                  </a:lnTo>
                  <a:lnTo>
                    <a:pt x="0" y="285456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5246" name="Google Shape;5246;p120"/>
            <p:cNvCxnSpPr/>
            <p:nvPr/>
          </p:nvCxnSpPr>
          <p:spPr>
            <a:xfrm>
              <a:off x="4249734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47" name="Google Shape;5247;p120"/>
            <p:cNvCxnSpPr/>
            <p:nvPr/>
          </p:nvCxnSpPr>
          <p:spPr>
            <a:xfrm>
              <a:off x="4891093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48" name="Google Shape;5248;p120"/>
            <p:cNvCxnSpPr/>
            <p:nvPr/>
          </p:nvCxnSpPr>
          <p:spPr>
            <a:xfrm>
              <a:off x="5564988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49" name="Google Shape;5249;p120"/>
            <p:cNvCxnSpPr/>
            <p:nvPr/>
          </p:nvCxnSpPr>
          <p:spPr>
            <a:xfrm>
              <a:off x="6220919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50" name="Google Shape;5250;p120"/>
            <p:cNvCxnSpPr/>
            <p:nvPr/>
          </p:nvCxnSpPr>
          <p:spPr>
            <a:xfrm>
              <a:off x="6900111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51" name="Google Shape;5251;p120"/>
            <p:cNvCxnSpPr/>
            <p:nvPr/>
          </p:nvCxnSpPr>
          <p:spPr>
            <a:xfrm>
              <a:off x="7541469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52" name="Google Shape;5252;p120"/>
            <p:cNvCxnSpPr/>
            <p:nvPr/>
          </p:nvCxnSpPr>
          <p:spPr>
            <a:xfrm>
              <a:off x="8215365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53" name="Google Shape;5253;p120"/>
            <p:cNvCxnSpPr/>
            <p:nvPr/>
          </p:nvCxnSpPr>
          <p:spPr>
            <a:xfrm>
              <a:off x="8871295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54" name="Google Shape;5254;p120"/>
            <p:cNvCxnSpPr/>
            <p:nvPr/>
          </p:nvCxnSpPr>
          <p:spPr>
            <a:xfrm>
              <a:off x="9439190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cxnSp>
          <p:nvCxnSpPr>
            <p:cNvPr id="5255" name="Google Shape;5255;p120"/>
            <p:cNvCxnSpPr/>
            <p:nvPr/>
          </p:nvCxnSpPr>
          <p:spPr>
            <a:xfrm>
              <a:off x="10120888" y="1535642"/>
              <a:ext cx="0" cy="5138061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dot"/>
              <a:round/>
              <a:headEnd len="sm" w="sm" type="none"/>
              <a:tailEnd len="sm" w="sm" type="none"/>
            </a:ln>
          </p:spPr>
        </p:cxnSp>
        <p:sp>
          <p:nvSpPr>
            <p:cNvPr id="5256" name="Google Shape;5256;p120"/>
            <p:cNvSpPr txBox="1"/>
            <p:nvPr/>
          </p:nvSpPr>
          <p:spPr>
            <a:xfrm>
              <a:off x="4063073" y="6691308"/>
              <a:ext cx="330605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</a:t>
              </a:r>
              <a:endParaRPr/>
            </a:p>
          </p:txBody>
        </p:sp>
        <p:sp>
          <p:nvSpPr>
            <p:cNvPr id="5257" name="Google Shape;5257;p120"/>
            <p:cNvSpPr txBox="1"/>
            <p:nvPr/>
          </p:nvSpPr>
          <p:spPr>
            <a:xfrm>
              <a:off x="4759326" y="6691308"/>
              <a:ext cx="330605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2</a:t>
              </a:r>
              <a:endParaRPr/>
            </a:p>
          </p:txBody>
        </p:sp>
        <p:sp>
          <p:nvSpPr>
            <p:cNvPr id="5258" name="Google Shape;5258;p120"/>
            <p:cNvSpPr txBox="1"/>
            <p:nvPr/>
          </p:nvSpPr>
          <p:spPr>
            <a:xfrm>
              <a:off x="5455579" y="6691308"/>
              <a:ext cx="330605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3</a:t>
              </a:r>
              <a:endParaRPr/>
            </a:p>
          </p:txBody>
        </p:sp>
        <p:sp>
          <p:nvSpPr>
            <p:cNvPr id="5259" name="Google Shape;5259;p120"/>
            <p:cNvSpPr txBox="1"/>
            <p:nvPr/>
          </p:nvSpPr>
          <p:spPr>
            <a:xfrm>
              <a:off x="6093544" y="6691308"/>
              <a:ext cx="330605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</a:t>
              </a:r>
              <a:endParaRPr/>
            </a:p>
          </p:txBody>
        </p:sp>
        <p:sp>
          <p:nvSpPr>
            <p:cNvPr id="5260" name="Google Shape;5260;p120"/>
            <p:cNvSpPr txBox="1"/>
            <p:nvPr/>
          </p:nvSpPr>
          <p:spPr>
            <a:xfrm>
              <a:off x="6705165" y="6691308"/>
              <a:ext cx="330605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</a:t>
              </a:r>
              <a:endParaRPr/>
            </a:p>
          </p:txBody>
        </p:sp>
        <p:sp>
          <p:nvSpPr>
            <p:cNvPr id="5261" name="Google Shape;5261;p120"/>
            <p:cNvSpPr txBox="1"/>
            <p:nvPr/>
          </p:nvSpPr>
          <p:spPr>
            <a:xfrm>
              <a:off x="7398867" y="6691308"/>
              <a:ext cx="330605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6</a:t>
              </a:r>
              <a:endParaRPr/>
            </a:p>
          </p:txBody>
        </p:sp>
        <p:sp>
          <p:nvSpPr>
            <p:cNvPr id="5262" name="Google Shape;5262;p120"/>
            <p:cNvSpPr txBox="1"/>
            <p:nvPr/>
          </p:nvSpPr>
          <p:spPr>
            <a:xfrm>
              <a:off x="8097671" y="6691308"/>
              <a:ext cx="330605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7</a:t>
              </a:r>
              <a:endParaRPr/>
            </a:p>
          </p:txBody>
        </p:sp>
        <p:sp>
          <p:nvSpPr>
            <p:cNvPr id="5263" name="Google Shape;5263;p120"/>
            <p:cNvSpPr txBox="1"/>
            <p:nvPr/>
          </p:nvSpPr>
          <p:spPr>
            <a:xfrm>
              <a:off x="8735636" y="6691308"/>
              <a:ext cx="244289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8</a:t>
              </a:r>
              <a:endParaRPr/>
            </a:p>
          </p:txBody>
        </p:sp>
        <p:sp>
          <p:nvSpPr>
            <p:cNvPr id="5264" name="Google Shape;5264;p120"/>
            <p:cNvSpPr txBox="1"/>
            <p:nvPr/>
          </p:nvSpPr>
          <p:spPr>
            <a:xfrm>
              <a:off x="9295245" y="6691308"/>
              <a:ext cx="330605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9</a:t>
              </a:r>
              <a:endParaRPr/>
            </a:p>
          </p:txBody>
        </p:sp>
        <p:sp>
          <p:nvSpPr>
            <p:cNvPr id="5265" name="Google Shape;5265;p120"/>
            <p:cNvSpPr txBox="1"/>
            <p:nvPr/>
          </p:nvSpPr>
          <p:spPr>
            <a:xfrm>
              <a:off x="9886847" y="6691308"/>
              <a:ext cx="546188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10</a:t>
              </a:r>
              <a:endParaRPr/>
            </a:p>
          </p:txBody>
        </p:sp>
        <p:cxnSp>
          <p:nvCxnSpPr>
            <p:cNvPr id="5266" name="Google Shape;5266;p120"/>
            <p:cNvCxnSpPr/>
            <p:nvPr/>
          </p:nvCxnSpPr>
          <p:spPr>
            <a:xfrm flipH="1" rot="10800000">
              <a:off x="4185724" y="7613481"/>
              <a:ext cx="5913741" cy="17965"/>
            </a:xfrm>
            <a:prstGeom prst="straightConnector1">
              <a:avLst/>
            </a:prstGeom>
            <a:noFill/>
            <a:ln cap="flat" cmpd="sng" w="57975">
              <a:solidFill>
                <a:srgbClr val="FF1495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5267" name="Google Shape;5267;p120"/>
            <p:cNvSpPr txBox="1"/>
            <p:nvPr/>
          </p:nvSpPr>
          <p:spPr>
            <a:xfrm>
              <a:off x="5444478" y="7670409"/>
              <a:ext cx="3618246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time</a:t>
              </a:r>
              <a:endParaRPr/>
            </a:p>
          </p:txBody>
        </p:sp>
        <p:cxnSp>
          <p:nvCxnSpPr>
            <p:cNvPr id="5268" name="Google Shape;5268;p120"/>
            <p:cNvCxnSpPr/>
            <p:nvPr/>
          </p:nvCxnSpPr>
          <p:spPr>
            <a:xfrm flipH="1" rot="10800000">
              <a:off x="3322121" y="1903098"/>
              <a:ext cx="21140" cy="4633353"/>
            </a:xfrm>
            <a:prstGeom prst="straightConnector1">
              <a:avLst/>
            </a:prstGeom>
            <a:noFill/>
            <a:ln cap="flat" cmpd="sng" w="57975">
              <a:solidFill>
                <a:srgbClr val="642EC7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5269" name="Google Shape;5269;p120"/>
            <p:cNvSpPr txBox="1"/>
            <p:nvPr/>
          </p:nvSpPr>
          <p:spPr>
            <a:xfrm>
              <a:off x="0" y="3766148"/>
              <a:ext cx="3618246" cy="5697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22"/>
                <a:buFont typeface="Open Sans"/>
                <a:buNone/>
              </a:pPr>
              <a:r>
                <a:rPr b="0" i="0" lang="en" sz="2522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amplitude</a:t>
              </a:r>
              <a:endParaRPr/>
            </a:p>
          </p:txBody>
        </p:sp>
        <p:cxnSp>
          <p:nvCxnSpPr>
            <p:cNvPr id="5270" name="Google Shape;5270;p120"/>
            <p:cNvCxnSpPr/>
            <p:nvPr/>
          </p:nvCxnSpPr>
          <p:spPr>
            <a:xfrm flipH="1" rot="10800000">
              <a:off x="4293101" y="6536536"/>
              <a:ext cx="5806384" cy="24156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1" name="Google Shape;5271;p120"/>
            <p:cNvCxnSpPr/>
            <p:nvPr/>
          </p:nvCxnSpPr>
          <p:spPr>
            <a:xfrm flipH="1" rot="10800000">
              <a:off x="4293101" y="6188790"/>
              <a:ext cx="5806340" cy="24156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2" name="Google Shape;5272;p120"/>
            <p:cNvCxnSpPr/>
            <p:nvPr/>
          </p:nvCxnSpPr>
          <p:spPr>
            <a:xfrm>
              <a:off x="4293148" y="5863002"/>
              <a:ext cx="5806293" cy="11431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3" name="Google Shape;5273;p120"/>
            <p:cNvCxnSpPr/>
            <p:nvPr/>
          </p:nvCxnSpPr>
          <p:spPr>
            <a:xfrm>
              <a:off x="4293148" y="5515256"/>
              <a:ext cx="5806293" cy="10544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4" name="Google Shape;5274;p120"/>
            <p:cNvCxnSpPr/>
            <p:nvPr/>
          </p:nvCxnSpPr>
          <p:spPr>
            <a:xfrm>
              <a:off x="4275486" y="5165312"/>
              <a:ext cx="5823955" cy="11431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5" name="Google Shape;5275;p120"/>
            <p:cNvCxnSpPr/>
            <p:nvPr/>
          </p:nvCxnSpPr>
          <p:spPr>
            <a:xfrm flipH="1" rot="10800000">
              <a:off x="4275486" y="4811203"/>
              <a:ext cx="5823955" cy="6363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6" name="Google Shape;5276;p120"/>
            <p:cNvCxnSpPr/>
            <p:nvPr/>
          </p:nvCxnSpPr>
          <p:spPr>
            <a:xfrm flipH="1" rot="10800000">
              <a:off x="4293148" y="4462570"/>
              <a:ext cx="5806293" cy="5051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77" name="Google Shape;5277;p120"/>
            <p:cNvCxnSpPr/>
            <p:nvPr/>
          </p:nvCxnSpPr>
          <p:spPr>
            <a:xfrm flipH="1" rot="10800000">
              <a:off x="4293148" y="4113938"/>
              <a:ext cx="5806282" cy="5938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278" name="Google Shape;5278;p120"/>
            <p:cNvSpPr txBox="1"/>
            <p:nvPr/>
          </p:nvSpPr>
          <p:spPr>
            <a:xfrm>
              <a:off x="4040488" y="6370794"/>
              <a:ext cx="176932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</a:t>
              </a:r>
              <a:endParaRPr/>
            </a:p>
          </p:txBody>
        </p:sp>
        <p:sp>
          <p:nvSpPr>
            <p:cNvPr id="5279" name="Google Shape;5279;p120"/>
            <p:cNvSpPr txBox="1"/>
            <p:nvPr/>
          </p:nvSpPr>
          <p:spPr>
            <a:xfrm>
              <a:off x="4040488" y="6023048"/>
              <a:ext cx="176932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2</a:t>
              </a:r>
              <a:endParaRPr/>
            </a:p>
          </p:txBody>
        </p:sp>
        <p:sp>
          <p:nvSpPr>
            <p:cNvPr id="5280" name="Google Shape;5280;p120"/>
            <p:cNvSpPr txBox="1"/>
            <p:nvPr/>
          </p:nvSpPr>
          <p:spPr>
            <a:xfrm>
              <a:off x="4040488" y="5708690"/>
              <a:ext cx="176932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3</a:t>
              </a:r>
              <a:endParaRPr/>
            </a:p>
          </p:txBody>
        </p:sp>
        <p:sp>
          <p:nvSpPr>
            <p:cNvPr id="5281" name="Google Shape;5281;p120"/>
            <p:cNvSpPr txBox="1"/>
            <p:nvPr/>
          </p:nvSpPr>
          <p:spPr>
            <a:xfrm>
              <a:off x="4040488" y="5360058"/>
              <a:ext cx="176932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</a:t>
              </a:r>
              <a:endParaRPr/>
            </a:p>
          </p:txBody>
        </p:sp>
        <p:sp>
          <p:nvSpPr>
            <p:cNvPr id="5282" name="Google Shape;5282;p120"/>
            <p:cNvSpPr txBox="1"/>
            <p:nvPr/>
          </p:nvSpPr>
          <p:spPr>
            <a:xfrm>
              <a:off x="4040488" y="5011000"/>
              <a:ext cx="176932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</a:t>
              </a:r>
              <a:endParaRPr/>
            </a:p>
          </p:txBody>
        </p:sp>
        <p:sp>
          <p:nvSpPr>
            <p:cNvPr id="5283" name="Google Shape;5283;p120"/>
            <p:cNvSpPr txBox="1"/>
            <p:nvPr/>
          </p:nvSpPr>
          <p:spPr>
            <a:xfrm>
              <a:off x="4040488" y="4645461"/>
              <a:ext cx="176932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6</a:t>
              </a:r>
              <a:endParaRPr/>
            </a:p>
          </p:txBody>
        </p:sp>
        <p:sp>
          <p:nvSpPr>
            <p:cNvPr id="5284" name="Google Shape;5284;p120"/>
            <p:cNvSpPr txBox="1"/>
            <p:nvPr/>
          </p:nvSpPr>
          <p:spPr>
            <a:xfrm>
              <a:off x="4040488" y="4296828"/>
              <a:ext cx="176932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7</a:t>
              </a:r>
              <a:endParaRPr/>
            </a:p>
          </p:txBody>
        </p:sp>
        <p:sp>
          <p:nvSpPr>
            <p:cNvPr id="5285" name="Google Shape;5285;p120"/>
            <p:cNvSpPr txBox="1"/>
            <p:nvPr/>
          </p:nvSpPr>
          <p:spPr>
            <a:xfrm>
              <a:off x="4040488" y="3948196"/>
              <a:ext cx="130737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8</a:t>
              </a:r>
              <a:endParaRPr/>
            </a:p>
          </p:txBody>
        </p:sp>
        <p:cxnSp>
          <p:nvCxnSpPr>
            <p:cNvPr id="5286" name="Google Shape;5286;p120"/>
            <p:cNvCxnSpPr/>
            <p:nvPr/>
          </p:nvCxnSpPr>
          <p:spPr>
            <a:xfrm flipH="1" rot="10800000">
              <a:off x="4293013" y="3743994"/>
              <a:ext cx="5806384" cy="24156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87" name="Google Shape;5287;p120"/>
            <p:cNvCxnSpPr/>
            <p:nvPr/>
          </p:nvCxnSpPr>
          <p:spPr>
            <a:xfrm flipH="1" rot="10800000">
              <a:off x="4293013" y="3396248"/>
              <a:ext cx="5806340" cy="24156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88" name="Google Shape;5288;p120"/>
            <p:cNvCxnSpPr/>
            <p:nvPr/>
          </p:nvCxnSpPr>
          <p:spPr>
            <a:xfrm>
              <a:off x="4293059" y="3070459"/>
              <a:ext cx="5806293" cy="11431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89" name="Google Shape;5289;p120"/>
            <p:cNvCxnSpPr/>
            <p:nvPr/>
          </p:nvCxnSpPr>
          <p:spPr>
            <a:xfrm>
              <a:off x="4293059" y="2722713"/>
              <a:ext cx="5806293" cy="10544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90" name="Google Shape;5290;p120"/>
            <p:cNvCxnSpPr/>
            <p:nvPr/>
          </p:nvCxnSpPr>
          <p:spPr>
            <a:xfrm>
              <a:off x="4275397" y="2372769"/>
              <a:ext cx="5823955" cy="11431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91" name="Google Shape;5291;p120"/>
            <p:cNvCxnSpPr/>
            <p:nvPr/>
          </p:nvCxnSpPr>
          <p:spPr>
            <a:xfrm flipH="1" rot="10800000">
              <a:off x="4275397" y="2018661"/>
              <a:ext cx="5823955" cy="6363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92" name="Google Shape;5292;p120"/>
            <p:cNvCxnSpPr/>
            <p:nvPr/>
          </p:nvCxnSpPr>
          <p:spPr>
            <a:xfrm flipH="1" rot="10800000">
              <a:off x="4293059" y="1670028"/>
              <a:ext cx="5806293" cy="5051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293" name="Google Shape;5293;p120"/>
            <p:cNvCxnSpPr/>
            <p:nvPr/>
          </p:nvCxnSpPr>
          <p:spPr>
            <a:xfrm flipH="1" rot="10800000">
              <a:off x="4293059" y="1321395"/>
              <a:ext cx="5806282" cy="5938"/>
            </a:xfrm>
            <a:prstGeom prst="straightConnector1">
              <a:avLst/>
            </a:prstGeom>
            <a:noFill/>
            <a:ln cap="flat" cmpd="sng" w="14475">
              <a:solidFill>
                <a:srgbClr val="642EC7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294" name="Google Shape;5294;p120"/>
            <p:cNvSpPr txBox="1"/>
            <p:nvPr/>
          </p:nvSpPr>
          <p:spPr>
            <a:xfrm>
              <a:off x="4040400" y="3578252"/>
              <a:ext cx="176932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9</a:t>
              </a:r>
              <a:endParaRPr/>
            </a:p>
          </p:txBody>
        </p:sp>
        <p:sp>
          <p:nvSpPr>
            <p:cNvPr id="5295" name="Google Shape;5295;p120"/>
            <p:cNvSpPr txBox="1"/>
            <p:nvPr/>
          </p:nvSpPr>
          <p:spPr>
            <a:xfrm>
              <a:off x="3897431" y="3230506"/>
              <a:ext cx="319901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10</a:t>
              </a:r>
              <a:endParaRPr/>
            </a:p>
          </p:txBody>
        </p:sp>
        <p:sp>
          <p:nvSpPr>
            <p:cNvPr id="5296" name="Google Shape;5296;p120"/>
            <p:cNvSpPr txBox="1"/>
            <p:nvPr/>
          </p:nvSpPr>
          <p:spPr>
            <a:xfrm>
              <a:off x="3897519" y="2894094"/>
              <a:ext cx="319901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11</a:t>
              </a:r>
              <a:endParaRPr/>
            </a:p>
          </p:txBody>
        </p:sp>
        <p:sp>
          <p:nvSpPr>
            <p:cNvPr id="5297" name="Google Shape;5297;p120"/>
            <p:cNvSpPr txBox="1"/>
            <p:nvPr/>
          </p:nvSpPr>
          <p:spPr>
            <a:xfrm>
              <a:off x="3888896" y="2577267"/>
              <a:ext cx="319901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12</a:t>
              </a:r>
              <a:endParaRPr/>
            </a:p>
          </p:txBody>
        </p:sp>
        <p:sp>
          <p:nvSpPr>
            <p:cNvPr id="5298" name="Google Shape;5298;p120"/>
            <p:cNvSpPr txBox="1"/>
            <p:nvPr/>
          </p:nvSpPr>
          <p:spPr>
            <a:xfrm>
              <a:off x="3897519" y="2239193"/>
              <a:ext cx="319901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13</a:t>
              </a:r>
              <a:endParaRPr/>
            </a:p>
          </p:txBody>
        </p:sp>
        <p:sp>
          <p:nvSpPr>
            <p:cNvPr id="5299" name="Google Shape;5299;p120"/>
            <p:cNvSpPr txBox="1"/>
            <p:nvPr/>
          </p:nvSpPr>
          <p:spPr>
            <a:xfrm>
              <a:off x="3880450" y="1848426"/>
              <a:ext cx="319901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14</a:t>
              </a:r>
              <a:endParaRPr/>
            </a:p>
          </p:txBody>
        </p:sp>
        <p:sp>
          <p:nvSpPr>
            <p:cNvPr id="5300" name="Google Shape;5300;p120"/>
            <p:cNvSpPr txBox="1"/>
            <p:nvPr/>
          </p:nvSpPr>
          <p:spPr>
            <a:xfrm>
              <a:off x="3880538" y="1510352"/>
              <a:ext cx="319901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15</a:t>
              </a:r>
              <a:endParaRPr/>
            </a:p>
          </p:txBody>
        </p:sp>
        <p:sp>
          <p:nvSpPr>
            <p:cNvPr id="5301" name="Google Shape;5301;p120"/>
            <p:cNvSpPr txBox="1"/>
            <p:nvPr/>
          </p:nvSpPr>
          <p:spPr>
            <a:xfrm>
              <a:off x="3888896" y="1163317"/>
              <a:ext cx="319901" cy="30290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Open Sans"/>
                <a:buNone/>
              </a:pPr>
              <a:r>
                <a:rPr b="0" i="0" lang="en" sz="135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16</a:t>
              </a:r>
              <a:endParaRPr/>
            </a:p>
          </p:txBody>
        </p:sp>
        <p:sp>
          <p:nvSpPr>
            <p:cNvPr id="5302" name="Google Shape;5302;p120"/>
            <p:cNvSpPr txBox="1"/>
            <p:nvPr/>
          </p:nvSpPr>
          <p:spPr>
            <a:xfrm>
              <a:off x="3543826" y="-57150"/>
              <a:ext cx="6731060" cy="7414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400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425"/>
                <a:buFont typeface="Open Sans"/>
                <a:buNone/>
              </a:pPr>
              <a:r>
                <a:rPr b="0" i="0" lang="en" sz="3426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Sampling resolution = 4 </a:t>
              </a:r>
              <a:endParaRPr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306" name="Shape 5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07" name="Google Shape;5307;p121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308" name="Google Shape;5308;p121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9" name="Google Shape;5309;p121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10" name="Google Shape;5310;p121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SOUND REPRESENTATION</a:t>
            </a:r>
            <a:endParaRPr/>
          </a:p>
        </p:txBody>
      </p:sp>
      <p:sp>
        <p:nvSpPr>
          <p:cNvPr id="5311" name="Google Shape;5311;p121"/>
          <p:cNvSpPr txBox="1"/>
          <p:nvPr/>
        </p:nvSpPr>
        <p:spPr>
          <a:xfrm>
            <a:off x="1028700" y="1231709"/>
            <a:ext cx="16408068" cy="29592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79418" lvl="1" marL="1158836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367"/>
              <a:buFont typeface="Gaegu"/>
              <a:buAutoNum type="arabicPeriod"/>
            </a:pPr>
            <a:r>
              <a:rPr b="1" i="0" lang="en" sz="5367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Recording software can take multiple samples every second. This is measured in Hertz (Hz), where 1 Hz equals one sample per second.</a:t>
            </a:r>
            <a:endParaRPr/>
          </a:p>
        </p:txBody>
      </p:sp>
      <p:sp>
        <p:nvSpPr>
          <p:cNvPr id="5312" name="Google Shape;5312;p121"/>
          <p:cNvSpPr txBox="1"/>
          <p:nvPr/>
        </p:nvSpPr>
        <p:spPr>
          <a:xfrm>
            <a:off x="2607055" y="8098015"/>
            <a:ext cx="13251359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99"/>
              <a:buFont typeface="Gaegu"/>
              <a:buNone/>
            </a:pPr>
            <a:r>
              <a:rPr b="1" i="0" lang="en" sz="34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SAMPLE RATE: THE NUMBER OF SOUND SAMPLES TAKEN PER SECOND. </a:t>
            </a:r>
            <a:endParaRPr/>
          </a:p>
        </p:txBody>
      </p:sp>
      <p:sp>
        <p:nvSpPr>
          <p:cNvPr id="5313" name="Google Shape;5313;p121"/>
          <p:cNvSpPr txBox="1"/>
          <p:nvPr/>
        </p:nvSpPr>
        <p:spPr>
          <a:xfrm>
            <a:off x="7846580" y="7149632"/>
            <a:ext cx="3166675" cy="8136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2"/>
              </a:lnSpc>
              <a:spcBef>
                <a:spcPts val="0"/>
              </a:spcBef>
              <a:spcAft>
                <a:spcPts val="0"/>
              </a:spcAft>
              <a:buClr>
                <a:srgbClr val="FBE675"/>
              </a:buClr>
              <a:buSzPts val="4672"/>
              <a:buFont typeface="Gaegu"/>
              <a:buNone/>
            </a:pPr>
            <a:r>
              <a:rPr b="1" i="0" lang="en" sz="4672" u="none" cap="none" strike="noStrike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DEFINITION:</a:t>
            </a:r>
            <a:endParaRPr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317" name="Shape 5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18" name="Google Shape;5318;p122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319" name="Google Shape;5319;p122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0" name="Google Shape;5320;p122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21" name="Google Shape;5321;p122"/>
          <p:cNvSpPr txBox="1"/>
          <p:nvPr/>
        </p:nvSpPr>
        <p:spPr>
          <a:xfrm>
            <a:off x="770889" y="1450894"/>
            <a:ext cx="16746221" cy="1662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94"/>
              <a:buFont typeface="Gaegu"/>
              <a:buNone/>
            </a:pPr>
            <a:r>
              <a:rPr b="1" i="0" lang="en" sz="4494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What are the Pros and Cons of using a higher sampling </a:t>
            </a:r>
            <a:endParaRPr/>
          </a:p>
          <a:p>
            <a:pPr indent="0" lvl="0" marL="0" marR="0" rtl="0" algn="ctr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94"/>
              <a:buFont typeface="Gaegu"/>
              <a:buNone/>
            </a:pPr>
            <a:r>
              <a:rPr b="1" i="0" lang="en" sz="4494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rate or larger resolution</a:t>
            </a:r>
            <a:endParaRPr/>
          </a:p>
        </p:txBody>
      </p:sp>
      <p:graphicFrame>
        <p:nvGraphicFramePr>
          <p:cNvPr id="5322" name="Google Shape;5322;p122"/>
          <p:cNvGraphicFramePr/>
          <p:nvPr/>
        </p:nvGraphicFramePr>
        <p:xfrm>
          <a:off x="2109022" y="334602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{B222D65A-BFAB-478E-8F4F-CCD75DDC8EAC}</a:tableStyleId>
              </a:tblPr>
              <a:tblGrid>
                <a:gridCol w="7329325"/>
                <a:gridCol w="7329325"/>
              </a:tblGrid>
              <a:tr h="8779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71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AC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71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ACFF"/>
                    </a:solidFill>
                  </a:tcPr>
                </a:tc>
              </a:tr>
              <a:tr h="11219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71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E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71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E8FF"/>
                    </a:solidFill>
                  </a:tcPr>
                </a:tc>
              </a:tr>
              <a:tr h="11240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71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E8FF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71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E8FF"/>
                    </a:solidFill>
                  </a:tcPr>
                </a:tc>
              </a:tr>
              <a:tr h="1490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71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9AC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3E8FF"/>
                    </a:solidFill>
                  </a:tcPr>
                </a:tc>
                <a:tc vMerge="1"/>
              </a:tr>
            </a:tbl>
          </a:graphicData>
        </a:graphic>
      </p:graphicFrame>
      <p:sp>
        <p:nvSpPr>
          <p:cNvPr id="5323" name="Google Shape;5323;p122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SOUND REPRESENTATION</a:t>
            </a:r>
            <a:endParaRPr/>
          </a:p>
        </p:txBody>
      </p:sp>
      <p:sp>
        <p:nvSpPr>
          <p:cNvPr id="5324" name="Google Shape;5324;p122"/>
          <p:cNvSpPr txBox="1"/>
          <p:nvPr/>
        </p:nvSpPr>
        <p:spPr>
          <a:xfrm>
            <a:off x="4618637" y="3384196"/>
            <a:ext cx="1935856" cy="6503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23"/>
              <a:buFont typeface="Arial"/>
              <a:buNone/>
            </a:pPr>
            <a:r>
              <a:rPr b="0" i="0" lang="en" sz="372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Benefits</a:t>
            </a:r>
            <a:endParaRPr/>
          </a:p>
        </p:txBody>
      </p:sp>
      <p:sp>
        <p:nvSpPr>
          <p:cNvPr id="5325" name="Google Shape;5325;p122"/>
          <p:cNvSpPr txBox="1"/>
          <p:nvPr/>
        </p:nvSpPr>
        <p:spPr>
          <a:xfrm>
            <a:off x="12151044" y="3384196"/>
            <a:ext cx="2528115" cy="6503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23"/>
              <a:buFont typeface="Arial"/>
              <a:buNone/>
            </a:pPr>
            <a:r>
              <a:rPr b="0" i="0" lang="en" sz="3723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Drawbacks</a:t>
            </a:r>
            <a:endParaRPr/>
          </a:p>
        </p:txBody>
      </p:sp>
      <p:sp>
        <p:nvSpPr>
          <p:cNvPr id="5326" name="Google Shape;5326;p122"/>
          <p:cNvSpPr txBox="1"/>
          <p:nvPr/>
        </p:nvSpPr>
        <p:spPr>
          <a:xfrm>
            <a:off x="2267980" y="4395432"/>
            <a:ext cx="6256318" cy="7480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23"/>
              <a:buFont typeface="Avenir"/>
              <a:buNone/>
            </a:pPr>
            <a:r>
              <a:rPr b="1" i="0" lang="en" sz="3923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Enhanced sound quality</a:t>
            </a:r>
            <a:endParaRPr/>
          </a:p>
        </p:txBody>
      </p:sp>
      <p:sp>
        <p:nvSpPr>
          <p:cNvPr id="5327" name="Google Shape;5327;p122"/>
          <p:cNvSpPr txBox="1"/>
          <p:nvPr/>
        </p:nvSpPr>
        <p:spPr>
          <a:xfrm>
            <a:off x="2267980" y="5523992"/>
            <a:ext cx="6256318" cy="7480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23"/>
              <a:buFont typeface="Avenir"/>
              <a:buNone/>
            </a:pPr>
            <a:r>
              <a:rPr b="1" i="0" lang="en" sz="3923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Less sound distortion</a:t>
            </a:r>
            <a:endParaRPr/>
          </a:p>
        </p:txBody>
      </p:sp>
      <p:sp>
        <p:nvSpPr>
          <p:cNvPr id="5328" name="Google Shape;5328;p122"/>
          <p:cNvSpPr txBox="1"/>
          <p:nvPr/>
        </p:nvSpPr>
        <p:spPr>
          <a:xfrm>
            <a:off x="2267980" y="6729261"/>
            <a:ext cx="6256318" cy="7480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23"/>
              <a:buFont typeface="Avenir"/>
              <a:buNone/>
            </a:pPr>
            <a:r>
              <a:rPr b="1" i="0" lang="en" sz="3923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Greater dynamic range</a:t>
            </a:r>
            <a:endParaRPr/>
          </a:p>
        </p:txBody>
      </p:sp>
      <p:sp>
        <p:nvSpPr>
          <p:cNvPr id="5329" name="Google Shape;5329;p122"/>
          <p:cNvSpPr txBox="1"/>
          <p:nvPr/>
        </p:nvSpPr>
        <p:spPr>
          <a:xfrm>
            <a:off x="9745842" y="4395432"/>
            <a:ext cx="6256318" cy="7480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23"/>
              <a:buFont typeface="Avenir"/>
              <a:buNone/>
            </a:pPr>
            <a:r>
              <a:rPr b="1" i="0" lang="en" sz="3923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Bigger file size</a:t>
            </a:r>
            <a:endParaRPr/>
          </a:p>
        </p:txBody>
      </p:sp>
      <p:sp>
        <p:nvSpPr>
          <p:cNvPr id="5330" name="Google Shape;5330;p122"/>
          <p:cNvSpPr txBox="1"/>
          <p:nvPr/>
        </p:nvSpPr>
        <p:spPr>
          <a:xfrm>
            <a:off x="9745842" y="5505450"/>
            <a:ext cx="6256318" cy="14433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23"/>
              <a:buFont typeface="Avenir"/>
              <a:buNone/>
            </a:pPr>
            <a:r>
              <a:rPr b="1" i="0" lang="en" sz="3923" u="none" cap="none" strike="noStrik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Need more time to download / upload music</a:t>
            </a:r>
            <a:endParaRPr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334" name="Shape 5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35" name="Google Shape;5335;p123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336" name="Google Shape;5336;p123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7" name="Google Shape;5337;p123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38" name="Google Shape;5338;p123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  <p:sp>
        <p:nvSpPr>
          <p:cNvPr id="5339" name="Google Shape;5339;p123"/>
          <p:cNvSpPr txBox="1"/>
          <p:nvPr/>
        </p:nvSpPr>
        <p:spPr>
          <a:xfrm>
            <a:off x="806880" y="1228725"/>
            <a:ext cx="16800782" cy="2486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26273" lvl="1" marL="852546" marR="0" rtl="0" algn="l">
              <a:lnSpc>
                <a:spcPct val="12001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48"/>
              <a:buFont typeface="Gaegu"/>
              <a:buAutoNum type="arabicPeriod"/>
            </a:pPr>
            <a:r>
              <a:rPr b="1" i="0" lang="en" sz="3948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 bitmap essentially represents a collection of bits that, when displayed on a monitor, forms a specific image. </a:t>
            </a:r>
            <a:endParaRPr/>
          </a:p>
          <a:p>
            <a:pPr indent="-426273" lvl="1" marL="852546" marR="0" rtl="0" algn="l">
              <a:lnSpc>
                <a:spcPct val="12001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48"/>
              <a:buFont typeface="Gaegu"/>
              <a:buAutoNum type="arabicPeriod"/>
            </a:pPr>
            <a:r>
              <a:rPr b="1" i="0" lang="en" sz="3948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An image consists of a grid of pixels arranged in two dimensions. </a:t>
            </a:r>
            <a:endParaRPr/>
          </a:p>
          <a:p>
            <a:pPr indent="-426273" lvl="1" marL="852546" marR="0" rtl="0" algn="l">
              <a:lnSpc>
                <a:spcPct val="12001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48"/>
              <a:buFont typeface="Gaegu"/>
              <a:buAutoNum type="arabicPeriod"/>
            </a:pPr>
            <a:r>
              <a:rPr b="1" i="0" lang="en" sz="3948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Each pixel is stored in a computer as a sequence of binary numbers.</a:t>
            </a:r>
            <a:endParaRPr/>
          </a:p>
        </p:txBody>
      </p:sp>
      <p:graphicFrame>
        <p:nvGraphicFramePr>
          <p:cNvPr id="5340" name="Google Shape;5340;p123"/>
          <p:cNvGraphicFramePr/>
          <p:nvPr/>
        </p:nvGraphicFramePr>
        <p:xfrm>
          <a:off x="3861339" y="39891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{B222D65A-BFAB-478E-8F4F-CCD75DDC8EAC}</a:tableStyleId>
              </a:tblPr>
              <a:tblGrid>
                <a:gridCol w="1096850"/>
                <a:gridCol w="1096850"/>
                <a:gridCol w="1096850"/>
                <a:gridCol w="1096850"/>
                <a:gridCol w="1096850"/>
                <a:gridCol w="1096850"/>
                <a:gridCol w="1096850"/>
                <a:gridCol w="1096850"/>
                <a:gridCol w="1096850"/>
                <a:gridCol w="1096850"/>
              </a:tblGrid>
              <a:tr h="1206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A6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A6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</a:tr>
              <a:tr h="1206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A6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A6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</a:tr>
              <a:tr h="1206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A6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A6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42EC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42EC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42EC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42EC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7DE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7DE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7DE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7DE1"/>
                    </a:solidFill>
                  </a:tcPr>
                </a:tc>
              </a:tr>
              <a:tr h="1206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A6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A69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42EC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42EC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42EC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42EC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7DE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7DE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7DE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7DE1"/>
                    </a:solidFill>
                  </a:tcPr>
                </a:tc>
              </a:tr>
              <a:tr h="1206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9381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5D87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344" name="Shape 5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45" name="Google Shape;5345;p124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346" name="Google Shape;5346;p124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47" name="Google Shape;5347;p124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48" name="Google Shape;5348;p124"/>
          <p:cNvSpPr/>
          <p:nvPr/>
        </p:nvSpPr>
        <p:spPr>
          <a:xfrm rot="5400000">
            <a:off x="3613950" y="2997816"/>
            <a:ext cx="3233324" cy="7826777"/>
          </a:xfrm>
          <a:custGeom>
            <a:rect b="b" l="l" r="r" t="t"/>
            <a:pathLst>
              <a:path extrusionOk="0" h="7826777" w="3233324">
                <a:moveTo>
                  <a:pt x="0" y="0"/>
                </a:moveTo>
                <a:lnTo>
                  <a:pt x="3233323" y="0"/>
                </a:lnTo>
                <a:lnTo>
                  <a:pt x="3233323" y="7826777"/>
                </a:lnTo>
                <a:lnTo>
                  <a:pt x="0" y="78267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242138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9" name="Google Shape;5349;p124"/>
          <p:cNvSpPr/>
          <p:nvPr/>
        </p:nvSpPr>
        <p:spPr>
          <a:xfrm>
            <a:off x="11595584" y="5143500"/>
            <a:ext cx="1731645" cy="1687571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0" name="Google Shape;5350;p124"/>
          <p:cNvSpPr/>
          <p:nvPr/>
        </p:nvSpPr>
        <p:spPr>
          <a:xfrm>
            <a:off x="13481660" y="5143500"/>
            <a:ext cx="1731645" cy="1687571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1" name="Google Shape;5351;p124"/>
          <p:cNvSpPr/>
          <p:nvPr/>
        </p:nvSpPr>
        <p:spPr>
          <a:xfrm>
            <a:off x="11595584" y="6911205"/>
            <a:ext cx="1731645" cy="1687571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2" name="Google Shape;5352;p124"/>
          <p:cNvSpPr/>
          <p:nvPr/>
        </p:nvSpPr>
        <p:spPr>
          <a:xfrm>
            <a:off x="13481660" y="6911205"/>
            <a:ext cx="1731645" cy="1687571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3" name="Google Shape;5353;p124"/>
          <p:cNvSpPr/>
          <p:nvPr/>
        </p:nvSpPr>
        <p:spPr>
          <a:xfrm>
            <a:off x="6989710" y="6655675"/>
            <a:ext cx="827029" cy="827029"/>
          </a:xfrm>
          <a:custGeom>
            <a:rect b="b" l="l" r="r" t="t"/>
            <a:pathLst>
              <a:path extrusionOk="0" h="827029" w="827029">
                <a:moveTo>
                  <a:pt x="0" y="0"/>
                </a:moveTo>
                <a:lnTo>
                  <a:pt x="827029" y="0"/>
                </a:lnTo>
                <a:lnTo>
                  <a:pt x="827029" y="827030"/>
                </a:lnTo>
                <a:lnTo>
                  <a:pt x="0" y="8270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4" name="Google Shape;5354;p124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  <p:sp>
        <p:nvSpPr>
          <p:cNvPr id="5355" name="Google Shape;5355;p124"/>
          <p:cNvSpPr txBox="1"/>
          <p:nvPr/>
        </p:nvSpPr>
        <p:spPr>
          <a:xfrm>
            <a:off x="806880" y="1528981"/>
            <a:ext cx="16452420" cy="20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3387" lvl="1" marL="906774" marR="0" rtl="0" algn="l">
              <a:lnSpc>
                <a:spcPct val="12000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199"/>
              <a:buFont typeface="Gaegu"/>
              <a:buAutoNum type="arabicPeriod"/>
            </a:pPr>
            <a:r>
              <a:rPr b="1" i="0" lang="en" sz="41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 BLACK AND WHITE IMAGE ONLY REQUIRES 1 BIT PER PIXEL, THIS MEANS THAT EACH PIXEL CAN BE ONE OF TWO COLOURS, CORRESPONDING TO EITHER 1 OR 0.</a:t>
            </a:r>
            <a:endParaRPr/>
          </a:p>
        </p:txBody>
      </p:sp>
      <p:sp>
        <p:nvSpPr>
          <p:cNvPr id="5356" name="Google Shape;5356;p124"/>
          <p:cNvSpPr txBox="1"/>
          <p:nvPr/>
        </p:nvSpPr>
        <p:spPr>
          <a:xfrm>
            <a:off x="12126543" y="5139560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5357" name="Google Shape;5357;p124"/>
          <p:cNvSpPr txBox="1"/>
          <p:nvPr/>
        </p:nvSpPr>
        <p:spPr>
          <a:xfrm>
            <a:off x="14012619" y="5139560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</a:t>
            </a:r>
            <a:endParaRPr/>
          </a:p>
        </p:txBody>
      </p:sp>
      <p:sp>
        <p:nvSpPr>
          <p:cNvPr id="5358" name="Google Shape;5358;p124"/>
          <p:cNvSpPr txBox="1"/>
          <p:nvPr/>
        </p:nvSpPr>
        <p:spPr>
          <a:xfrm>
            <a:off x="12126543" y="6907265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  <p:sp>
        <p:nvSpPr>
          <p:cNvPr id="5359" name="Google Shape;5359;p124"/>
          <p:cNvSpPr txBox="1"/>
          <p:nvPr/>
        </p:nvSpPr>
        <p:spPr>
          <a:xfrm>
            <a:off x="14012619" y="6907265"/>
            <a:ext cx="669727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363" name="Shape 5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64" name="Google Shape;5364;p125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365" name="Google Shape;5365;p125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66" name="Google Shape;5366;p125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67" name="Google Shape;5367;p125"/>
          <p:cNvSpPr/>
          <p:nvPr/>
        </p:nvSpPr>
        <p:spPr>
          <a:xfrm>
            <a:off x="11498694" y="4319934"/>
            <a:ext cx="2319386" cy="2260352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146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8" name="Google Shape;5368;p125"/>
          <p:cNvSpPr/>
          <p:nvPr/>
        </p:nvSpPr>
        <p:spPr>
          <a:xfrm>
            <a:off x="14024926" y="4319934"/>
            <a:ext cx="2319386" cy="2260352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62C2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9" name="Google Shape;5369;p125"/>
          <p:cNvSpPr/>
          <p:nvPr/>
        </p:nvSpPr>
        <p:spPr>
          <a:xfrm>
            <a:off x="11498694" y="6687619"/>
            <a:ext cx="2319386" cy="2260352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2A7D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0" name="Google Shape;5370;p125"/>
          <p:cNvSpPr/>
          <p:nvPr/>
        </p:nvSpPr>
        <p:spPr>
          <a:xfrm>
            <a:off x="14024926" y="6687619"/>
            <a:ext cx="2319386" cy="2260352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BE67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1" name="Google Shape;5371;p125"/>
          <p:cNvSpPr/>
          <p:nvPr/>
        </p:nvSpPr>
        <p:spPr>
          <a:xfrm>
            <a:off x="1574924" y="3858694"/>
            <a:ext cx="5657850" cy="5657850"/>
          </a:xfrm>
          <a:custGeom>
            <a:rect b="b" l="l" r="r" t="t"/>
            <a:pathLst>
              <a:path extrusionOk="0" h="1913890" w="1913890">
                <a:moveTo>
                  <a:pt x="0" y="0"/>
                </a:moveTo>
                <a:lnTo>
                  <a:pt x="1913890" y="0"/>
                </a:lnTo>
                <a:lnTo>
                  <a:pt x="1913890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2A7D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2" name="Google Shape;5372;p125"/>
          <p:cNvSpPr/>
          <p:nvPr/>
        </p:nvSpPr>
        <p:spPr>
          <a:xfrm>
            <a:off x="2077722" y="4858748"/>
            <a:ext cx="2326126" cy="2040478"/>
          </a:xfrm>
          <a:custGeom>
            <a:rect b="b" l="l" r="r" t="t"/>
            <a:pathLst>
              <a:path extrusionOk="0" h="5570220" w="6350000">
                <a:moveTo>
                  <a:pt x="0" y="1643380"/>
                </a:moveTo>
                <a:cubicBezTo>
                  <a:pt x="0" y="3412490"/>
                  <a:pt x="3175000" y="5570220"/>
                  <a:pt x="3175000" y="5570220"/>
                </a:cubicBezTo>
                <a:cubicBezTo>
                  <a:pt x="3175000" y="5570220"/>
                  <a:pt x="6336030" y="3397250"/>
                  <a:pt x="6350000" y="1643380"/>
                </a:cubicBezTo>
                <a:cubicBezTo>
                  <a:pt x="6350000" y="737870"/>
                  <a:pt x="5612130" y="0"/>
                  <a:pt x="4706620" y="0"/>
                </a:cubicBezTo>
                <a:cubicBezTo>
                  <a:pt x="4010660" y="0"/>
                  <a:pt x="3411220" y="445770"/>
                  <a:pt x="3175000" y="1057910"/>
                </a:cubicBezTo>
                <a:cubicBezTo>
                  <a:pt x="2938780" y="445770"/>
                  <a:pt x="2339340" y="0"/>
                  <a:pt x="1643380" y="0"/>
                </a:cubicBezTo>
                <a:cubicBezTo>
                  <a:pt x="737870" y="0"/>
                  <a:pt x="0" y="737870"/>
                  <a:pt x="0" y="1643380"/>
                </a:cubicBezTo>
              </a:path>
            </a:pathLst>
          </a:custGeom>
          <a:solidFill>
            <a:srgbClr val="F146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3" name="Google Shape;5373;p125"/>
          <p:cNvSpPr/>
          <p:nvPr/>
        </p:nvSpPr>
        <p:spPr>
          <a:xfrm>
            <a:off x="5283927" y="4180109"/>
            <a:ext cx="1415952" cy="4800354"/>
          </a:xfrm>
          <a:custGeom>
            <a:rect b="b" l="l" r="r" t="t"/>
            <a:pathLst>
              <a:path extrusionOk="0" h="12835563" w="3786082">
                <a:moveTo>
                  <a:pt x="3786082" y="12835563"/>
                </a:moveTo>
                <a:lnTo>
                  <a:pt x="0" y="12835563"/>
                </a:lnTo>
                <a:lnTo>
                  <a:pt x="0" y="0"/>
                </a:lnTo>
                <a:lnTo>
                  <a:pt x="3786082" y="12835563"/>
                </a:lnTo>
                <a:close/>
              </a:path>
            </a:pathLst>
          </a:custGeom>
          <a:solidFill>
            <a:srgbClr val="62C2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4" name="Google Shape;5374;p125"/>
          <p:cNvSpPr/>
          <p:nvPr/>
        </p:nvSpPr>
        <p:spPr>
          <a:xfrm>
            <a:off x="2213837" y="7349572"/>
            <a:ext cx="2053897" cy="1598398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BE67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5" name="Google Shape;5375;p125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  <p:sp>
        <p:nvSpPr>
          <p:cNvPr id="5376" name="Google Shape;5376;p125"/>
          <p:cNvSpPr txBox="1"/>
          <p:nvPr/>
        </p:nvSpPr>
        <p:spPr>
          <a:xfrm>
            <a:off x="806880" y="1528981"/>
            <a:ext cx="16452420" cy="1381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3387" lvl="1" marL="906774" marR="0" rtl="0" algn="l">
              <a:lnSpc>
                <a:spcPct val="12000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199"/>
              <a:buFont typeface="Gaegu"/>
              <a:buAutoNum type="arabicPeriod"/>
            </a:pPr>
            <a:r>
              <a:rPr b="1" i="0" lang="en" sz="41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IF EACH PIXEL IS REPRESENTED BY TWO BITS, THEN EACH PIXEL CAN BE ONE OF FOUR COLOURS (00,01,10,11)</a:t>
            </a:r>
            <a:endParaRPr/>
          </a:p>
        </p:txBody>
      </p:sp>
      <p:sp>
        <p:nvSpPr>
          <p:cNvPr id="5377" name="Google Shape;5377;p125"/>
          <p:cNvSpPr txBox="1"/>
          <p:nvPr/>
        </p:nvSpPr>
        <p:spPr>
          <a:xfrm>
            <a:off x="11761347" y="4302942"/>
            <a:ext cx="1794079" cy="206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54"/>
              <a:buFont typeface="Open Sans ExtraBold"/>
              <a:buNone/>
            </a:pPr>
            <a:r>
              <a:rPr b="1" i="0" lang="en" sz="12054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</a:t>
            </a:r>
            <a:endParaRPr/>
          </a:p>
        </p:txBody>
      </p:sp>
      <p:sp>
        <p:nvSpPr>
          <p:cNvPr id="5378" name="Google Shape;5378;p125"/>
          <p:cNvSpPr txBox="1"/>
          <p:nvPr/>
        </p:nvSpPr>
        <p:spPr>
          <a:xfrm>
            <a:off x="14287579" y="4302942"/>
            <a:ext cx="1794079" cy="206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54"/>
              <a:buFont typeface="Open Sans ExtraBold"/>
              <a:buNone/>
            </a:pPr>
            <a:r>
              <a:rPr b="1" i="0" lang="en" sz="12054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01</a:t>
            </a:r>
            <a:endParaRPr/>
          </a:p>
        </p:txBody>
      </p:sp>
      <p:sp>
        <p:nvSpPr>
          <p:cNvPr id="5379" name="Google Shape;5379;p125"/>
          <p:cNvSpPr txBox="1"/>
          <p:nvPr/>
        </p:nvSpPr>
        <p:spPr>
          <a:xfrm>
            <a:off x="11761347" y="6670626"/>
            <a:ext cx="1794079" cy="206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54"/>
              <a:buFont typeface="Open Sans ExtraBold"/>
              <a:buNone/>
            </a:pPr>
            <a:r>
              <a:rPr b="1" i="0" lang="en" sz="12054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endParaRPr/>
          </a:p>
        </p:txBody>
      </p:sp>
      <p:sp>
        <p:nvSpPr>
          <p:cNvPr id="5380" name="Google Shape;5380;p125"/>
          <p:cNvSpPr txBox="1"/>
          <p:nvPr/>
        </p:nvSpPr>
        <p:spPr>
          <a:xfrm>
            <a:off x="14287579" y="6670626"/>
            <a:ext cx="1794079" cy="206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54"/>
              <a:buFont typeface="Open Sans ExtraBold"/>
              <a:buNone/>
            </a:pPr>
            <a:r>
              <a:rPr b="1" i="0" lang="en" sz="12054" u="none" cap="none" strike="noStrike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384" name="Shape 5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85" name="Google Shape;5385;p126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386" name="Google Shape;5386;p126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87" name="Google Shape;5387;p126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88" name="Google Shape;5388;p126"/>
          <p:cNvSpPr/>
          <p:nvPr/>
        </p:nvSpPr>
        <p:spPr>
          <a:xfrm>
            <a:off x="6486920" y="3471133"/>
            <a:ext cx="1417744" cy="1381659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146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9" name="Google Shape;5389;p126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  <p:sp>
        <p:nvSpPr>
          <p:cNvPr id="5390" name="Google Shape;5390;p126"/>
          <p:cNvSpPr txBox="1"/>
          <p:nvPr/>
        </p:nvSpPr>
        <p:spPr>
          <a:xfrm>
            <a:off x="806880" y="1548031"/>
            <a:ext cx="16021882" cy="12910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28172" lvl="1" marL="856344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66"/>
              <a:buFont typeface="Gaegu"/>
              <a:buAutoNum type="arabicPeriod"/>
            </a:pPr>
            <a:r>
              <a:rPr b="1" i="0" lang="en" sz="3966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IF EACH PIXEL IS REPRESENTED BY THREE BITS, THEN EACH PIXEL CAN BE ONE OF EIGHT COLOURS (000,001,010,011,100,101,110,111)</a:t>
            </a:r>
            <a:endParaRPr/>
          </a:p>
        </p:txBody>
      </p:sp>
      <p:sp>
        <p:nvSpPr>
          <p:cNvPr id="5391" name="Google Shape;5391;p126"/>
          <p:cNvSpPr txBox="1"/>
          <p:nvPr/>
        </p:nvSpPr>
        <p:spPr>
          <a:xfrm>
            <a:off x="6486921" y="3621834"/>
            <a:ext cx="1346598" cy="9754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713"/>
              <a:buFont typeface="Open Sans ExtraBold"/>
              <a:buNone/>
            </a:pPr>
            <a:r>
              <a:rPr b="1" i="0" lang="en" sz="571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000</a:t>
            </a:r>
            <a:endParaRPr/>
          </a:p>
        </p:txBody>
      </p:sp>
      <p:sp>
        <p:nvSpPr>
          <p:cNvPr id="5392" name="Google Shape;5392;p126"/>
          <p:cNvSpPr/>
          <p:nvPr/>
        </p:nvSpPr>
        <p:spPr>
          <a:xfrm>
            <a:off x="8106549" y="3471133"/>
            <a:ext cx="1417744" cy="1381659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2A7D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3" name="Google Shape;5393;p126"/>
          <p:cNvSpPr txBox="1"/>
          <p:nvPr/>
        </p:nvSpPr>
        <p:spPr>
          <a:xfrm>
            <a:off x="8106549" y="3621834"/>
            <a:ext cx="1346597" cy="9585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713"/>
              <a:buFont typeface="Open Sans ExtraBold"/>
              <a:buNone/>
            </a:pPr>
            <a:r>
              <a:rPr b="1" i="0" lang="en" sz="571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001</a:t>
            </a:r>
            <a:endParaRPr/>
          </a:p>
        </p:txBody>
      </p:sp>
      <p:sp>
        <p:nvSpPr>
          <p:cNvPr id="5394" name="Google Shape;5394;p126"/>
          <p:cNvSpPr/>
          <p:nvPr/>
        </p:nvSpPr>
        <p:spPr>
          <a:xfrm>
            <a:off x="9659832" y="3471133"/>
            <a:ext cx="1417744" cy="1381659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84C6D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5" name="Google Shape;5395;p126"/>
          <p:cNvSpPr txBox="1"/>
          <p:nvPr/>
        </p:nvSpPr>
        <p:spPr>
          <a:xfrm>
            <a:off x="9730978" y="3621834"/>
            <a:ext cx="1346598" cy="9754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713"/>
              <a:buFont typeface="Open Sans ExtraBold"/>
              <a:buNone/>
            </a:pPr>
            <a:r>
              <a:rPr b="1" i="0" lang="en" sz="571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010</a:t>
            </a:r>
            <a:endParaRPr/>
          </a:p>
        </p:txBody>
      </p:sp>
      <p:sp>
        <p:nvSpPr>
          <p:cNvPr id="5396" name="Google Shape;5396;p126"/>
          <p:cNvSpPr/>
          <p:nvPr/>
        </p:nvSpPr>
        <p:spPr>
          <a:xfrm>
            <a:off x="6486920" y="4918400"/>
            <a:ext cx="1417744" cy="1381659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BE67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7" name="Google Shape;5397;p126"/>
          <p:cNvSpPr txBox="1"/>
          <p:nvPr/>
        </p:nvSpPr>
        <p:spPr>
          <a:xfrm>
            <a:off x="6415773" y="5069100"/>
            <a:ext cx="1417745" cy="9754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713"/>
              <a:buFont typeface="Open Sans ExtraBold"/>
              <a:buNone/>
            </a:pPr>
            <a:r>
              <a:rPr b="1" i="0" lang="en" sz="571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011</a:t>
            </a:r>
            <a:endParaRPr/>
          </a:p>
        </p:txBody>
      </p:sp>
      <p:sp>
        <p:nvSpPr>
          <p:cNvPr id="5398" name="Google Shape;5398;p126"/>
          <p:cNvSpPr/>
          <p:nvPr/>
        </p:nvSpPr>
        <p:spPr>
          <a:xfrm>
            <a:off x="8106549" y="4918400"/>
            <a:ext cx="1417744" cy="1381659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FC7C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9" name="Google Shape;5399;p126"/>
          <p:cNvSpPr txBox="1"/>
          <p:nvPr/>
        </p:nvSpPr>
        <p:spPr>
          <a:xfrm>
            <a:off x="8035403" y="5069100"/>
            <a:ext cx="1417743" cy="9754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713"/>
              <a:buFont typeface="Open Sans ExtraBold"/>
              <a:buNone/>
            </a:pPr>
            <a:r>
              <a:rPr b="1" i="0" lang="en" sz="571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100</a:t>
            </a:r>
            <a:endParaRPr/>
          </a:p>
        </p:txBody>
      </p:sp>
      <p:sp>
        <p:nvSpPr>
          <p:cNvPr id="5400" name="Google Shape;5400;p126"/>
          <p:cNvSpPr/>
          <p:nvPr/>
        </p:nvSpPr>
        <p:spPr>
          <a:xfrm>
            <a:off x="9730978" y="4918400"/>
            <a:ext cx="1417744" cy="1381659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E7B84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1" name="Google Shape;5401;p126"/>
          <p:cNvSpPr txBox="1"/>
          <p:nvPr/>
        </p:nvSpPr>
        <p:spPr>
          <a:xfrm>
            <a:off x="9802125" y="5069100"/>
            <a:ext cx="1417744" cy="9754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713"/>
              <a:buFont typeface="Open Sans ExtraBold"/>
              <a:buNone/>
            </a:pPr>
            <a:r>
              <a:rPr b="1" i="0" lang="en" sz="571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101</a:t>
            </a:r>
            <a:endParaRPr/>
          </a:p>
        </p:txBody>
      </p:sp>
      <p:sp>
        <p:nvSpPr>
          <p:cNvPr id="5402" name="Google Shape;5402;p126"/>
          <p:cNvSpPr/>
          <p:nvPr/>
        </p:nvSpPr>
        <p:spPr>
          <a:xfrm>
            <a:off x="6486920" y="6379552"/>
            <a:ext cx="1417744" cy="1381659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5C7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3" name="Google Shape;5403;p126"/>
          <p:cNvSpPr txBox="1"/>
          <p:nvPr/>
        </p:nvSpPr>
        <p:spPr>
          <a:xfrm>
            <a:off x="6415773" y="6530253"/>
            <a:ext cx="1417745" cy="9754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713"/>
              <a:buFont typeface="Open Sans ExtraBold"/>
              <a:buNone/>
            </a:pPr>
            <a:r>
              <a:rPr b="1" i="0" lang="en" sz="571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110</a:t>
            </a:r>
            <a:endParaRPr/>
          </a:p>
        </p:txBody>
      </p:sp>
      <p:sp>
        <p:nvSpPr>
          <p:cNvPr id="5404" name="Google Shape;5404;p126"/>
          <p:cNvSpPr/>
          <p:nvPr/>
        </p:nvSpPr>
        <p:spPr>
          <a:xfrm>
            <a:off x="8106549" y="6379552"/>
            <a:ext cx="1417744" cy="1381659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A09CD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5" name="Google Shape;5405;p126"/>
          <p:cNvSpPr txBox="1"/>
          <p:nvPr/>
        </p:nvSpPr>
        <p:spPr>
          <a:xfrm>
            <a:off x="7975811" y="6530253"/>
            <a:ext cx="1477335" cy="9754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713"/>
              <a:buFont typeface="Open Sans ExtraBold"/>
              <a:buNone/>
            </a:pPr>
            <a:r>
              <a:rPr b="1" i="0" lang="en" sz="5713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111</a:t>
            </a:r>
            <a:endParaRPr/>
          </a:p>
        </p:txBody>
      </p:sp>
      <p:sp>
        <p:nvSpPr>
          <p:cNvPr id="5406" name="Google Shape;5406;p126"/>
          <p:cNvSpPr txBox="1"/>
          <p:nvPr/>
        </p:nvSpPr>
        <p:spPr>
          <a:xfrm>
            <a:off x="1757098" y="8824444"/>
            <a:ext cx="14702102" cy="1071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99"/>
              <a:buFont typeface="Gaegu"/>
              <a:buNone/>
            </a:pPr>
            <a:r>
              <a:rPr b="1" i="0" lang="en" sz="34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COLOUR DEPTH: THE NUMBER OF BITS USED TO REPRESENT EACH COLOUR </a:t>
            </a:r>
            <a:endParaRPr/>
          </a:p>
          <a:p>
            <a:pPr indent="0" lvl="0" marL="0" marR="0" rtl="0" algn="ctr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99"/>
              <a:buFont typeface="Gaegu"/>
              <a:buNone/>
            </a:pPr>
            <a:r>
              <a:rPr b="1" i="0" lang="en" sz="34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IS CALLED THE COLOUR DEPTH.</a:t>
            </a:r>
            <a:endParaRPr/>
          </a:p>
        </p:txBody>
      </p:sp>
      <p:sp>
        <p:nvSpPr>
          <p:cNvPr id="5407" name="Google Shape;5407;p126"/>
          <p:cNvSpPr txBox="1"/>
          <p:nvPr/>
        </p:nvSpPr>
        <p:spPr>
          <a:xfrm>
            <a:off x="7429267" y="7876061"/>
            <a:ext cx="3648309" cy="718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2"/>
              </a:lnSpc>
              <a:spcBef>
                <a:spcPts val="0"/>
              </a:spcBef>
              <a:spcAft>
                <a:spcPts val="0"/>
              </a:spcAft>
              <a:buClr>
                <a:srgbClr val="FBE675"/>
              </a:buClr>
              <a:buSzPts val="4672"/>
              <a:buFont typeface="Gaegu"/>
              <a:buNone/>
            </a:pPr>
            <a:r>
              <a:rPr b="1" i="0" lang="en" sz="4672" u="none" cap="none" strike="noStrike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DEFINITION:</a:t>
            </a:r>
            <a:endParaRPr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411" name="Shape 5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12" name="Google Shape;5412;p127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413" name="Google Shape;5413;p127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14" name="Google Shape;5414;p127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15" name="Google Shape;5415;p127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  <p:sp>
        <p:nvSpPr>
          <p:cNvPr id="5416" name="Google Shape;5416;p127"/>
          <p:cNvSpPr txBox="1"/>
          <p:nvPr/>
        </p:nvSpPr>
        <p:spPr>
          <a:xfrm>
            <a:off x="806880" y="1548031"/>
            <a:ext cx="16021882" cy="3099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66"/>
              <a:buFont typeface="Gaegu"/>
              <a:buNone/>
            </a:pPr>
            <a:r>
              <a:rPr b="1" i="0" lang="en" sz="3966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ONE BIT - 2 COLOUR (0,1)</a:t>
            </a:r>
            <a:endParaRPr/>
          </a:p>
          <a:p>
            <a:pPr indent="0" lvl="0" marL="0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66"/>
              <a:buFont typeface="Gaegu"/>
              <a:buNone/>
            </a:pPr>
            <a:r>
              <a:rPr b="1" i="0" lang="en" sz="3966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TWO BIT - 4 COLOUR (00,01,10,11)</a:t>
            </a:r>
            <a:endParaRPr/>
          </a:p>
          <a:p>
            <a:pPr indent="0" lvl="0" marL="0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66"/>
              <a:buFont typeface="Gaegu"/>
              <a:buNone/>
            </a:pPr>
            <a:r>
              <a:rPr b="1" i="0" lang="en" sz="3966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THREE BIT - 8 COLOUR (000,001,010,011,100,101,110,111)</a:t>
            </a:r>
            <a:endParaRPr/>
          </a:p>
          <a:p>
            <a:pPr indent="0" lvl="0" marL="0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6"/>
              <a:buFont typeface="Calibri"/>
              <a:buNone/>
            </a:pPr>
            <a:r>
              <a:t/>
            </a:r>
            <a:endParaRPr b="1" i="0" sz="3966" u="none" cap="none" strike="noStrike">
              <a:solidFill>
                <a:srgbClr val="FFFFFF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66"/>
              <a:buFont typeface="Gaegu"/>
              <a:buNone/>
            </a:pPr>
            <a:r>
              <a:rPr b="1" i="0" lang="en" sz="3966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EIGHT BIT - ? </a:t>
            </a:r>
            <a:endParaRPr/>
          </a:p>
        </p:txBody>
      </p:sp>
      <p:sp>
        <p:nvSpPr>
          <p:cNvPr id="5417" name="Google Shape;5417;p127"/>
          <p:cNvSpPr txBox="1"/>
          <p:nvPr/>
        </p:nvSpPr>
        <p:spPr>
          <a:xfrm>
            <a:off x="806880" y="5057775"/>
            <a:ext cx="16021882" cy="6884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66"/>
              <a:buFont typeface="Gaegu"/>
              <a:buNone/>
            </a:pPr>
            <a:r>
              <a:rPr b="1" i="0" lang="en" sz="3966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TOTAL NUMBER OF COLOURS: 2 ^(NUMBER OF BITS)</a:t>
            </a:r>
            <a:endParaRPr/>
          </a:p>
        </p:txBody>
      </p:sp>
      <p:sp>
        <p:nvSpPr>
          <p:cNvPr id="5418" name="Google Shape;5418;p127"/>
          <p:cNvSpPr txBox="1"/>
          <p:nvPr/>
        </p:nvSpPr>
        <p:spPr>
          <a:xfrm>
            <a:off x="616380" y="6628958"/>
            <a:ext cx="16021882" cy="12910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66"/>
              <a:buFont typeface="Gaegu"/>
              <a:buNone/>
            </a:pPr>
            <a:r>
              <a:rPr b="1" i="0" lang="en" sz="3966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MOST MODERN COMPUTERS HAVE A 24 BIT COLOUR DEPTHS,</a:t>
            </a:r>
            <a:endParaRPr/>
          </a:p>
          <a:p>
            <a:pPr indent="0" lvl="0" marL="0" marR="0" rtl="0" algn="l">
              <a:lnSpc>
                <a:spcPct val="11999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966"/>
              <a:buFont typeface="Gaegu"/>
              <a:buNone/>
            </a:pPr>
            <a:r>
              <a:rPr b="1" i="0" lang="en" sz="3966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WHICH MEANS OVER 16MILLION DIFFERENT COLOURS CAN BE USED. </a:t>
            </a:r>
            <a:endParaRPr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422" name="Shape 5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3" name="Google Shape;5423;p128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424" name="Google Shape;5424;p128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25" name="Google Shape;5425;p128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26" name="Google Shape;5426;p128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  <p:sp>
        <p:nvSpPr>
          <p:cNvPr id="5427" name="Google Shape;5427;p128"/>
          <p:cNvSpPr txBox="1"/>
          <p:nvPr/>
        </p:nvSpPr>
        <p:spPr>
          <a:xfrm>
            <a:off x="2184121" y="4219575"/>
            <a:ext cx="14466540" cy="1123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99"/>
              <a:buFont typeface="Gaegu"/>
              <a:buNone/>
            </a:pPr>
            <a:r>
              <a:rPr b="1" i="0" lang="en" sz="34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PHOTOGRAPHS WITH A LOWER RESOLUTION HAVE LESS DETAIL THAN THOSE</a:t>
            </a:r>
            <a:endParaRPr/>
          </a:p>
          <a:p>
            <a:pPr indent="0" lvl="0" marL="0" marR="0" rtl="0" algn="l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99"/>
              <a:buFont typeface="Gaegu"/>
              <a:buNone/>
            </a:pPr>
            <a:r>
              <a:rPr b="1" i="0" lang="en" sz="34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WITH A HIGHER RESOLUTION.</a:t>
            </a:r>
            <a:endParaRPr/>
          </a:p>
        </p:txBody>
      </p:sp>
      <p:sp>
        <p:nvSpPr>
          <p:cNvPr id="5428" name="Google Shape;5428;p128"/>
          <p:cNvSpPr txBox="1"/>
          <p:nvPr/>
        </p:nvSpPr>
        <p:spPr>
          <a:xfrm>
            <a:off x="7391400" y="1650875"/>
            <a:ext cx="3339341" cy="718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12"/>
              </a:lnSpc>
              <a:spcBef>
                <a:spcPts val="0"/>
              </a:spcBef>
              <a:spcAft>
                <a:spcPts val="0"/>
              </a:spcAft>
              <a:buClr>
                <a:srgbClr val="FBE675"/>
              </a:buClr>
              <a:buSzPts val="4672"/>
              <a:buFont typeface="Gaegu"/>
              <a:buNone/>
            </a:pPr>
            <a:r>
              <a:rPr b="1" i="0" lang="en" sz="4672" u="none" cap="none" strike="noStrike">
                <a:solidFill>
                  <a:srgbClr val="FBE675"/>
                </a:solidFill>
                <a:latin typeface="Gaegu"/>
                <a:ea typeface="Gaegu"/>
                <a:cs typeface="Gaegu"/>
                <a:sym typeface="Gaegu"/>
              </a:rPr>
              <a:t>DEFINITION:</a:t>
            </a:r>
            <a:endParaRPr/>
          </a:p>
        </p:txBody>
      </p:sp>
      <p:sp>
        <p:nvSpPr>
          <p:cNvPr id="5429" name="Google Shape;5429;p128"/>
          <p:cNvSpPr txBox="1"/>
          <p:nvPr/>
        </p:nvSpPr>
        <p:spPr>
          <a:xfrm>
            <a:off x="2184121" y="2789757"/>
            <a:ext cx="13913197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99"/>
              <a:buFont typeface="Gaegu"/>
              <a:buNone/>
            </a:pPr>
            <a:r>
              <a:rPr b="1" i="0" lang="en" sz="3499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RESOLUTION: THE NUMBER OF PIXELS THAT MAKE UP AN IMAGE/</a:t>
            </a:r>
            <a:endParaRPr/>
          </a:p>
        </p:txBody>
      </p:sp>
      <p:sp>
        <p:nvSpPr>
          <p:cNvPr id="5430" name="Google Shape;5430;p128"/>
          <p:cNvSpPr/>
          <p:nvPr/>
        </p:nvSpPr>
        <p:spPr>
          <a:xfrm>
            <a:off x="3847776" y="6067425"/>
            <a:ext cx="10599256" cy="2995802"/>
          </a:xfrm>
          <a:custGeom>
            <a:rect b="b" l="l" r="r" t="t"/>
            <a:pathLst>
              <a:path extrusionOk="0" h="2995802" w="10599256">
                <a:moveTo>
                  <a:pt x="0" y="0"/>
                </a:moveTo>
                <a:lnTo>
                  <a:pt x="10599256" y="0"/>
                </a:lnTo>
                <a:lnTo>
                  <a:pt x="10599256" y="2995802"/>
                </a:lnTo>
                <a:lnTo>
                  <a:pt x="0" y="2995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89745" l="0" r="0" t="-29515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434" name="Shape 5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35" name="Google Shape;5435;p129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436" name="Google Shape;5436;p129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37" name="Google Shape;5437;p129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38" name="Google Shape;5438;p129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  <p:grpSp>
        <p:nvGrpSpPr>
          <p:cNvPr id="5439" name="Google Shape;5439;p129"/>
          <p:cNvGrpSpPr/>
          <p:nvPr/>
        </p:nvGrpSpPr>
        <p:grpSpPr>
          <a:xfrm>
            <a:off x="3299064" y="2063926"/>
            <a:ext cx="11689872" cy="6540977"/>
            <a:chOff x="0" y="-28575"/>
            <a:chExt cx="2778312" cy="1554583"/>
          </a:xfrm>
        </p:grpSpPr>
        <p:sp>
          <p:nvSpPr>
            <p:cNvPr id="5440" name="Google Shape;5440;p129"/>
            <p:cNvSpPr/>
            <p:nvPr/>
          </p:nvSpPr>
          <p:spPr>
            <a:xfrm>
              <a:off x="0" y="0"/>
              <a:ext cx="2778312" cy="1526008"/>
            </a:xfrm>
            <a:custGeom>
              <a:rect b="b" l="l" r="r" t="t"/>
              <a:pathLst>
                <a:path extrusionOk="0" h="1526008" w="2778312">
                  <a:moveTo>
                    <a:pt x="0" y="0"/>
                  </a:moveTo>
                  <a:lnTo>
                    <a:pt x="2778312" y="0"/>
                  </a:lnTo>
                  <a:lnTo>
                    <a:pt x="2778312" y="1526008"/>
                  </a:lnTo>
                  <a:lnTo>
                    <a:pt x="0" y="152600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41" name="Google Shape;5441;p129"/>
            <p:cNvSpPr txBox="1"/>
            <p:nvPr/>
          </p:nvSpPr>
          <p:spPr>
            <a:xfrm>
              <a:off x="0" y="-28575"/>
              <a:ext cx="2778312" cy="155458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18444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42" name="Google Shape;5442;p129"/>
          <p:cNvSpPr/>
          <p:nvPr/>
        </p:nvSpPr>
        <p:spPr>
          <a:xfrm>
            <a:off x="3715219" y="3327426"/>
            <a:ext cx="5129839" cy="5129839"/>
          </a:xfrm>
          <a:custGeom>
            <a:rect b="b" l="l" r="r" t="t"/>
            <a:pathLst>
              <a:path extrusionOk="0" h="5129839" w="5129839">
                <a:moveTo>
                  <a:pt x="0" y="0"/>
                </a:moveTo>
                <a:lnTo>
                  <a:pt x="5129839" y="0"/>
                </a:lnTo>
                <a:lnTo>
                  <a:pt x="5129839" y="5129839"/>
                </a:lnTo>
                <a:lnTo>
                  <a:pt x="0" y="51298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3" name="Google Shape;5443;p129"/>
          <p:cNvSpPr/>
          <p:nvPr/>
        </p:nvSpPr>
        <p:spPr>
          <a:xfrm>
            <a:off x="9440964" y="3385886"/>
            <a:ext cx="5071379" cy="5071379"/>
          </a:xfrm>
          <a:custGeom>
            <a:rect b="b" l="l" r="r" t="t"/>
            <a:pathLst>
              <a:path extrusionOk="0" h="5071379" w="5071379">
                <a:moveTo>
                  <a:pt x="0" y="0"/>
                </a:moveTo>
                <a:lnTo>
                  <a:pt x="5071380" y="0"/>
                </a:lnTo>
                <a:lnTo>
                  <a:pt x="5071380" y="5071379"/>
                </a:lnTo>
                <a:lnTo>
                  <a:pt x="0" y="507137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4" name="Google Shape;5444;p129"/>
          <p:cNvSpPr txBox="1"/>
          <p:nvPr/>
        </p:nvSpPr>
        <p:spPr>
          <a:xfrm>
            <a:off x="5385496" y="2559235"/>
            <a:ext cx="1789286" cy="5733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24"/>
              <a:buFont typeface="Open Sans"/>
              <a:buNone/>
            </a:pPr>
            <a:r>
              <a:rPr b="1" i="0" lang="en" sz="3324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100x100</a:t>
            </a:r>
            <a:endParaRPr/>
          </a:p>
        </p:txBody>
      </p:sp>
      <p:sp>
        <p:nvSpPr>
          <p:cNvPr id="5445" name="Google Shape;5445;p129"/>
          <p:cNvSpPr txBox="1"/>
          <p:nvPr/>
        </p:nvSpPr>
        <p:spPr>
          <a:xfrm>
            <a:off x="11082011" y="2559235"/>
            <a:ext cx="1789286" cy="5733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24"/>
              <a:buFont typeface="Open Sans"/>
              <a:buNone/>
            </a:pPr>
            <a:r>
              <a:rPr b="1" i="0" lang="en" sz="3324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600x600</a:t>
            </a:r>
            <a:endParaRPr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2A44"/>
        </a:solidFill>
      </p:bgPr>
    </p:bg>
    <p:spTree>
      <p:nvGrpSpPr>
        <p:cNvPr id="5449" name="Shape 5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0" name="Google Shape;5450;p130"/>
          <p:cNvSpPr txBox="1"/>
          <p:nvPr/>
        </p:nvSpPr>
        <p:spPr>
          <a:xfrm>
            <a:off x="770889" y="1475117"/>
            <a:ext cx="16746221" cy="8693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94"/>
              <a:buFont typeface="Gaegu"/>
              <a:buNone/>
            </a:pPr>
            <a:r>
              <a:rPr b="1" i="0" lang="en" sz="4494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What are the Cons of using a higher resolution image</a:t>
            </a:r>
            <a:endParaRPr/>
          </a:p>
        </p:txBody>
      </p:sp>
      <p:sp>
        <p:nvSpPr>
          <p:cNvPr id="5451" name="Google Shape;5451;p130"/>
          <p:cNvSpPr txBox="1"/>
          <p:nvPr/>
        </p:nvSpPr>
        <p:spPr>
          <a:xfrm>
            <a:off x="770889" y="2707185"/>
            <a:ext cx="16746221" cy="48197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85160" lvl="1" marL="970319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94"/>
              <a:buFont typeface="Gaegu"/>
              <a:buAutoNum type="arabicPeriod"/>
            </a:pPr>
            <a:r>
              <a:rPr b="1" i="0" lang="en" sz="4494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Increase in file size (this occurs when the number of pixel increases.</a:t>
            </a:r>
            <a:endParaRPr/>
          </a:p>
          <a:p>
            <a:pPr indent="-485160" lvl="1" marL="970319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94"/>
              <a:buFont typeface="Gaegu"/>
              <a:buAutoNum type="arabicPeriod"/>
            </a:pPr>
            <a:r>
              <a:rPr b="1" i="0" lang="en" sz="4494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Greater the size, the longer it is needed to download the image.</a:t>
            </a:r>
            <a:endParaRPr/>
          </a:p>
          <a:p>
            <a:pPr indent="-485160" lvl="1" marL="970319" marR="0" rtl="0" algn="l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94"/>
              <a:buFont typeface="Gaegu"/>
              <a:buAutoNum type="arabicPeriod"/>
            </a:pPr>
            <a:r>
              <a:rPr b="1" i="0" lang="en" sz="4494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 certain amount of reduction in resolution of an image is possible before the loss of quality become noticeable/</a:t>
            </a:r>
            <a:endParaRPr/>
          </a:p>
        </p:txBody>
      </p:sp>
      <p:grpSp>
        <p:nvGrpSpPr>
          <p:cNvPr id="5452" name="Google Shape;5452;p130"/>
          <p:cNvGrpSpPr/>
          <p:nvPr/>
        </p:nvGrpSpPr>
        <p:grpSpPr>
          <a:xfrm rot="10800000">
            <a:off x="-4303" y="2151"/>
            <a:ext cx="5030985" cy="1026549"/>
            <a:chOff x="-3810" y="0"/>
            <a:chExt cx="2970058" cy="606026"/>
          </a:xfrm>
        </p:grpSpPr>
        <p:sp>
          <p:nvSpPr>
            <p:cNvPr id="5453" name="Google Shape;5453;p130"/>
            <p:cNvSpPr/>
            <p:nvPr/>
          </p:nvSpPr>
          <p:spPr>
            <a:xfrm>
              <a:off x="10160" y="16510"/>
              <a:ext cx="2940848" cy="579356"/>
            </a:xfrm>
            <a:custGeom>
              <a:rect b="b" l="l" r="r" t="t"/>
              <a:pathLst>
                <a:path extrusionOk="0" h="579356" w="2940848">
                  <a:moveTo>
                    <a:pt x="2940848" y="579356"/>
                  </a:moveTo>
                  <a:lnTo>
                    <a:pt x="0" y="571736"/>
                  </a:lnTo>
                  <a:lnTo>
                    <a:pt x="0" y="214163"/>
                  </a:lnTo>
                  <a:lnTo>
                    <a:pt x="17780" y="19050"/>
                  </a:lnTo>
                  <a:lnTo>
                    <a:pt x="1464365" y="0"/>
                  </a:lnTo>
                  <a:lnTo>
                    <a:pt x="2921798" y="5080"/>
                  </a:lnTo>
                  <a:close/>
                </a:path>
              </a:pathLst>
            </a:custGeom>
            <a:solidFill>
              <a:srgbClr val="082A4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54" name="Google Shape;5454;p130"/>
            <p:cNvSpPr/>
            <p:nvPr/>
          </p:nvSpPr>
          <p:spPr>
            <a:xfrm>
              <a:off x="-3810" y="0"/>
              <a:ext cx="2970058" cy="606026"/>
            </a:xfrm>
            <a:custGeom>
              <a:rect b="b" l="l" r="r" t="t"/>
              <a:pathLst>
                <a:path extrusionOk="0" h="606026" w="2970058">
                  <a:moveTo>
                    <a:pt x="2935768" y="21590"/>
                  </a:moveTo>
                  <a:cubicBezTo>
                    <a:pt x="2937038" y="34290"/>
                    <a:pt x="2937038" y="44450"/>
                    <a:pt x="2938308" y="54610"/>
                  </a:cubicBezTo>
                  <a:cubicBezTo>
                    <a:pt x="2940848" y="71768"/>
                    <a:pt x="2942118" y="82516"/>
                    <a:pt x="2944658" y="92879"/>
                  </a:cubicBezTo>
                  <a:cubicBezTo>
                    <a:pt x="2944658" y="107848"/>
                    <a:pt x="2957358" y="403011"/>
                    <a:pt x="2963708" y="417981"/>
                  </a:cubicBezTo>
                  <a:cubicBezTo>
                    <a:pt x="2970058" y="440626"/>
                    <a:pt x="2966248" y="463656"/>
                    <a:pt x="2966248" y="486302"/>
                  </a:cubicBezTo>
                  <a:cubicBezTo>
                    <a:pt x="2966248" y="506261"/>
                    <a:pt x="2967518" y="524684"/>
                    <a:pt x="2968788" y="545066"/>
                  </a:cubicBezTo>
                  <a:cubicBezTo>
                    <a:pt x="2968788" y="566656"/>
                    <a:pt x="2968788" y="580626"/>
                    <a:pt x="2968788" y="604756"/>
                  </a:cubicBezTo>
                  <a:cubicBezTo>
                    <a:pt x="2945928" y="604756"/>
                    <a:pt x="2925608" y="606026"/>
                    <a:pt x="2901215" y="604756"/>
                  </a:cubicBezTo>
                  <a:cubicBezTo>
                    <a:pt x="2753943" y="599676"/>
                    <a:pt x="2604404" y="606026"/>
                    <a:pt x="2457131" y="600946"/>
                  </a:cubicBezTo>
                  <a:cubicBezTo>
                    <a:pt x="2368768" y="597136"/>
                    <a:pt x="2282670" y="599676"/>
                    <a:pt x="2194306" y="597136"/>
                  </a:cubicBezTo>
                  <a:cubicBezTo>
                    <a:pt x="2153523" y="595866"/>
                    <a:pt x="2112740" y="594596"/>
                    <a:pt x="2071957" y="593326"/>
                  </a:cubicBezTo>
                  <a:cubicBezTo>
                    <a:pt x="2047034" y="593326"/>
                    <a:pt x="2024376" y="594596"/>
                    <a:pt x="1999453" y="594596"/>
                  </a:cubicBezTo>
                  <a:cubicBezTo>
                    <a:pt x="1936013" y="593326"/>
                    <a:pt x="1761551" y="594596"/>
                    <a:pt x="1698111" y="593326"/>
                  </a:cubicBezTo>
                  <a:cubicBezTo>
                    <a:pt x="1652796" y="592056"/>
                    <a:pt x="746503" y="600946"/>
                    <a:pt x="701188" y="599676"/>
                  </a:cubicBezTo>
                  <a:cubicBezTo>
                    <a:pt x="689859" y="599676"/>
                    <a:pt x="676265" y="600946"/>
                    <a:pt x="664936" y="600946"/>
                  </a:cubicBezTo>
                  <a:cubicBezTo>
                    <a:pt x="637747" y="600946"/>
                    <a:pt x="612824" y="602216"/>
                    <a:pt x="585636" y="602216"/>
                  </a:cubicBezTo>
                  <a:cubicBezTo>
                    <a:pt x="517664" y="602216"/>
                    <a:pt x="451957" y="600946"/>
                    <a:pt x="383985" y="599676"/>
                  </a:cubicBezTo>
                  <a:cubicBezTo>
                    <a:pt x="343202" y="598406"/>
                    <a:pt x="302419" y="597136"/>
                    <a:pt x="263901" y="595866"/>
                  </a:cubicBezTo>
                  <a:cubicBezTo>
                    <a:pt x="191398" y="594596"/>
                    <a:pt x="118894" y="593326"/>
                    <a:pt x="48260" y="593326"/>
                  </a:cubicBezTo>
                  <a:cubicBezTo>
                    <a:pt x="38100" y="593326"/>
                    <a:pt x="29210" y="593326"/>
                    <a:pt x="19050" y="592056"/>
                  </a:cubicBezTo>
                  <a:cubicBezTo>
                    <a:pt x="10160" y="590786"/>
                    <a:pt x="5080" y="584436"/>
                    <a:pt x="7620" y="575546"/>
                  </a:cubicBezTo>
                  <a:cubicBezTo>
                    <a:pt x="16510" y="543876"/>
                    <a:pt x="12700" y="534280"/>
                    <a:pt x="11430" y="524301"/>
                  </a:cubicBezTo>
                  <a:cubicBezTo>
                    <a:pt x="10160" y="503958"/>
                    <a:pt x="6350" y="483999"/>
                    <a:pt x="7620" y="463656"/>
                  </a:cubicBezTo>
                  <a:cubicBezTo>
                    <a:pt x="5080" y="438323"/>
                    <a:pt x="0" y="124736"/>
                    <a:pt x="7620" y="99020"/>
                  </a:cubicBezTo>
                  <a:cubicBezTo>
                    <a:pt x="8890" y="94030"/>
                    <a:pt x="7620" y="88657"/>
                    <a:pt x="8890" y="83667"/>
                  </a:cubicBezTo>
                  <a:cubicBezTo>
                    <a:pt x="10160" y="75607"/>
                    <a:pt x="12700" y="6677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62251" y="30480"/>
                    <a:pt x="98503" y="29210"/>
                  </a:cubicBezTo>
                  <a:cubicBezTo>
                    <a:pt x="159678" y="25400"/>
                    <a:pt x="220853" y="22860"/>
                    <a:pt x="284293" y="20320"/>
                  </a:cubicBezTo>
                  <a:cubicBezTo>
                    <a:pt x="327342" y="17780"/>
                    <a:pt x="370391" y="16510"/>
                    <a:pt x="411174" y="13970"/>
                  </a:cubicBezTo>
                  <a:cubicBezTo>
                    <a:pt x="451957" y="11430"/>
                    <a:pt x="495006" y="8890"/>
                    <a:pt x="535789" y="8890"/>
                  </a:cubicBezTo>
                  <a:cubicBezTo>
                    <a:pt x="581104" y="7620"/>
                    <a:pt x="626419" y="10160"/>
                    <a:pt x="671734" y="8890"/>
                  </a:cubicBezTo>
                  <a:cubicBezTo>
                    <a:pt x="728377" y="8890"/>
                    <a:pt x="1754754" y="6350"/>
                    <a:pt x="1811397" y="5080"/>
                  </a:cubicBezTo>
                  <a:cubicBezTo>
                    <a:pt x="1865775" y="3810"/>
                    <a:pt x="1920153" y="2540"/>
                    <a:pt x="1976796" y="2540"/>
                  </a:cubicBezTo>
                  <a:cubicBezTo>
                    <a:pt x="2069691" y="1270"/>
                    <a:pt x="2160320" y="0"/>
                    <a:pt x="2253216" y="0"/>
                  </a:cubicBezTo>
                  <a:cubicBezTo>
                    <a:pt x="2291733" y="0"/>
                    <a:pt x="2332516" y="2540"/>
                    <a:pt x="2371034" y="2540"/>
                  </a:cubicBezTo>
                  <a:cubicBezTo>
                    <a:pt x="2477523" y="3810"/>
                    <a:pt x="2586278" y="5080"/>
                    <a:pt x="2692768" y="7620"/>
                  </a:cubicBezTo>
                  <a:cubicBezTo>
                    <a:pt x="2749411" y="8890"/>
                    <a:pt x="2806054" y="12700"/>
                    <a:pt x="2862698" y="16510"/>
                  </a:cubicBezTo>
                  <a:cubicBezTo>
                    <a:pt x="2876292" y="16510"/>
                    <a:pt x="2889887" y="16510"/>
                    <a:pt x="2901215" y="16510"/>
                  </a:cubicBezTo>
                  <a:cubicBezTo>
                    <a:pt x="2916718" y="17780"/>
                    <a:pt x="2925608" y="20320"/>
                    <a:pt x="2935768" y="21590"/>
                  </a:cubicBezTo>
                  <a:close/>
                  <a:moveTo>
                    <a:pt x="2945928" y="588246"/>
                  </a:moveTo>
                  <a:cubicBezTo>
                    <a:pt x="2947198" y="571736"/>
                    <a:pt x="2948468" y="559036"/>
                    <a:pt x="2948468" y="546336"/>
                  </a:cubicBezTo>
                  <a:cubicBezTo>
                    <a:pt x="2947198" y="522765"/>
                    <a:pt x="2945928" y="502423"/>
                    <a:pt x="2945928" y="480544"/>
                  </a:cubicBezTo>
                  <a:cubicBezTo>
                    <a:pt x="2945928" y="470565"/>
                    <a:pt x="2948468" y="460585"/>
                    <a:pt x="2947198" y="450606"/>
                  </a:cubicBezTo>
                  <a:cubicBezTo>
                    <a:pt x="2947198" y="441394"/>
                    <a:pt x="2945928" y="431798"/>
                    <a:pt x="2944658" y="422586"/>
                  </a:cubicBezTo>
                  <a:cubicBezTo>
                    <a:pt x="2939578" y="408385"/>
                    <a:pt x="2928148" y="114373"/>
                    <a:pt x="2928148" y="100172"/>
                  </a:cubicBezTo>
                  <a:cubicBezTo>
                    <a:pt x="2925608" y="88273"/>
                    <a:pt x="2923068" y="75990"/>
                    <a:pt x="2920528" y="63500"/>
                  </a:cubicBezTo>
                  <a:cubicBezTo>
                    <a:pt x="2919258" y="44450"/>
                    <a:pt x="2917988" y="43180"/>
                    <a:pt x="2894418" y="41910"/>
                  </a:cubicBezTo>
                  <a:cubicBezTo>
                    <a:pt x="2887621" y="41910"/>
                    <a:pt x="2883089" y="41910"/>
                    <a:pt x="2876292" y="40640"/>
                  </a:cubicBezTo>
                  <a:cubicBezTo>
                    <a:pt x="2819649" y="36830"/>
                    <a:pt x="2760740" y="31750"/>
                    <a:pt x="2704097" y="30480"/>
                  </a:cubicBezTo>
                  <a:cubicBezTo>
                    <a:pt x="2565887" y="26670"/>
                    <a:pt x="2425411" y="25400"/>
                    <a:pt x="2287202" y="22860"/>
                  </a:cubicBezTo>
                  <a:cubicBezTo>
                    <a:pt x="2266810" y="22860"/>
                    <a:pt x="2244153" y="22860"/>
                    <a:pt x="2223761" y="22860"/>
                  </a:cubicBezTo>
                  <a:cubicBezTo>
                    <a:pt x="2189775" y="22860"/>
                    <a:pt x="2155789" y="22860"/>
                    <a:pt x="2124069" y="22860"/>
                  </a:cubicBezTo>
                  <a:cubicBezTo>
                    <a:pt x="2051565" y="22860"/>
                    <a:pt x="1979062" y="22860"/>
                    <a:pt x="1908824" y="24130"/>
                  </a:cubicBezTo>
                  <a:cubicBezTo>
                    <a:pt x="1847649" y="25400"/>
                    <a:pt x="816740" y="29210"/>
                    <a:pt x="755566" y="29210"/>
                  </a:cubicBezTo>
                  <a:cubicBezTo>
                    <a:pt x="655873" y="29210"/>
                    <a:pt x="556181" y="26670"/>
                    <a:pt x="456489" y="33020"/>
                  </a:cubicBezTo>
                  <a:cubicBezTo>
                    <a:pt x="404377" y="36830"/>
                    <a:pt x="354531" y="36830"/>
                    <a:pt x="304685" y="38100"/>
                  </a:cubicBezTo>
                  <a:cubicBezTo>
                    <a:pt x="218587" y="41910"/>
                    <a:pt x="132489" y="45720"/>
                    <a:pt x="49530" y="50800"/>
                  </a:cubicBezTo>
                  <a:cubicBezTo>
                    <a:pt x="36830" y="50800"/>
                    <a:pt x="34290" y="53340"/>
                    <a:pt x="33020" y="65627"/>
                  </a:cubicBezTo>
                  <a:cubicBezTo>
                    <a:pt x="31750" y="72536"/>
                    <a:pt x="31750" y="79445"/>
                    <a:pt x="30480" y="86354"/>
                  </a:cubicBezTo>
                  <a:cubicBezTo>
                    <a:pt x="29210" y="97869"/>
                    <a:pt x="26670" y="109000"/>
                    <a:pt x="25400" y="120514"/>
                  </a:cubicBezTo>
                  <a:cubicBezTo>
                    <a:pt x="20320" y="132797"/>
                    <a:pt x="26670" y="432950"/>
                    <a:pt x="29210" y="445232"/>
                  </a:cubicBezTo>
                  <a:cubicBezTo>
                    <a:pt x="29210" y="458282"/>
                    <a:pt x="29210" y="471716"/>
                    <a:pt x="30480" y="484766"/>
                  </a:cubicBezTo>
                  <a:cubicBezTo>
                    <a:pt x="30480" y="494362"/>
                    <a:pt x="33020" y="503958"/>
                    <a:pt x="33020" y="513554"/>
                  </a:cubicBezTo>
                  <a:cubicBezTo>
                    <a:pt x="33020" y="523917"/>
                    <a:pt x="33020" y="534280"/>
                    <a:pt x="31750" y="546336"/>
                  </a:cubicBezTo>
                  <a:cubicBezTo>
                    <a:pt x="31750" y="550146"/>
                    <a:pt x="31750" y="552686"/>
                    <a:pt x="31750" y="556496"/>
                  </a:cubicBezTo>
                  <a:cubicBezTo>
                    <a:pt x="31750" y="566656"/>
                    <a:pt x="35560" y="570466"/>
                    <a:pt x="44450" y="570466"/>
                  </a:cubicBezTo>
                  <a:cubicBezTo>
                    <a:pt x="66783" y="570466"/>
                    <a:pt x="98503" y="571736"/>
                    <a:pt x="127957" y="571736"/>
                  </a:cubicBezTo>
                  <a:cubicBezTo>
                    <a:pt x="171006" y="571736"/>
                    <a:pt x="216321" y="569196"/>
                    <a:pt x="259370" y="571736"/>
                  </a:cubicBezTo>
                  <a:cubicBezTo>
                    <a:pt x="329608" y="575546"/>
                    <a:pt x="399845" y="578086"/>
                    <a:pt x="470083" y="576816"/>
                  </a:cubicBezTo>
                  <a:cubicBezTo>
                    <a:pt x="515398" y="575546"/>
                    <a:pt x="558447" y="578086"/>
                    <a:pt x="603762" y="578086"/>
                  </a:cubicBezTo>
                  <a:cubicBezTo>
                    <a:pt x="669468" y="578086"/>
                    <a:pt x="735174" y="576816"/>
                    <a:pt x="800880" y="578086"/>
                  </a:cubicBezTo>
                  <a:cubicBezTo>
                    <a:pt x="898307" y="579356"/>
                    <a:pt x="1967733" y="569196"/>
                    <a:pt x="2067425" y="571736"/>
                  </a:cubicBezTo>
                  <a:cubicBezTo>
                    <a:pt x="2110474" y="573006"/>
                    <a:pt x="2153523" y="574276"/>
                    <a:pt x="2194306" y="574276"/>
                  </a:cubicBezTo>
                  <a:cubicBezTo>
                    <a:pt x="2269076" y="576816"/>
                    <a:pt x="2341579" y="573006"/>
                    <a:pt x="2416348" y="576816"/>
                  </a:cubicBezTo>
                  <a:cubicBezTo>
                    <a:pt x="2477523" y="579356"/>
                    <a:pt x="2538698" y="579356"/>
                    <a:pt x="2599873" y="581896"/>
                  </a:cubicBezTo>
                  <a:cubicBezTo>
                    <a:pt x="2690502" y="585706"/>
                    <a:pt x="2781131" y="588246"/>
                    <a:pt x="2871761" y="589516"/>
                  </a:cubicBezTo>
                  <a:cubicBezTo>
                    <a:pt x="2905747" y="589516"/>
                    <a:pt x="2925608" y="588246"/>
                    <a:pt x="2945928" y="588246"/>
                  </a:cubicBezTo>
                  <a:close/>
                </a:path>
              </a:pathLst>
            </a:custGeom>
            <a:solidFill>
              <a:srgbClr val="84C6D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55" name="Google Shape;5455;p130"/>
          <p:cNvSpPr txBox="1"/>
          <p:nvPr/>
        </p:nvSpPr>
        <p:spPr>
          <a:xfrm>
            <a:off x="616380" y="238122"/>
            <a:ext cx="3787468" cy="4878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Gaegu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REPRESENTATION</a:t>
            </a:r>
            <a:endParaRPr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459" name="Shape 5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60" name="Google Shape;5460;p1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-7711664">
            <a:off x="-2029229" y="7116325"/>
            <a:ext cx="5387298" cy="30756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1" name="Google Shape;5461;p1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2" name="Google Shape;5462;p1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-7445426">
            <a:off x="15389447" y="-1390877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3" name="Google Shape;5463;p1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4" name="Google Shape;5464;p1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566612" y="-1437404"/>
            <a:ext cx="4206008" cy="42213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5" name="Google Shape;5465;p13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-1498287" y="-1427878"/>
            <a:ext cx="3924731" cy="40499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6" name="Google Shape;5466;p13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6156669" y="3650559"/>
            <a:ext cx="405308" cy="4413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7" name="Google Shape;5467;p13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5627210" y="3540232"/>
            <a:ext cx="202656" cy="220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8" name="Google Shape;5468;p13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3473437" y="140920"/>
            <a:ext cx="1833656" cy="2110682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9" name="Google Shape;5469;p13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3577525" y="5921767"/>
            <a:ext cx="4099373" cy="411480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70" name="Google Shape;5470;p131"/>
          <p:cNvGrpSpPr/>
          <p:nvPr/>
        </p:nvGrpSpPr>
        <p:grpSpPr>
          <a:xfrm>
            <a:off x="3120758" y="2131717"/>
            <a:ext cx="10116677" cy="4913572"/>
            <a:chOff x="0" y="9525"/>
            <a:chExt cx="13488900" cy="6551428"/>
          </a:xfrm>
        </p:grpSpPr>
        <p:sp>
          <p:nvSpPr>
            <p:cNvPr id="5471" name="Google Shape;5471;p131"/>
            <p:cNvSpPr txBox="1"/>
            <p:nvPr/>
          </p:nvSpPr>
          <p:spPr>
            <a:xfrm>
              <a:off x="0" y="946597"/>
              <a:ext cx="13488900" cy="561435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99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601">
                  <a:solidFill>
                    <a:srgbClr val="FFFFFF"/>
                  </a:solidFill>
                  <a:latin typeface="Jua"/>
                  <a:ea typeface="Jua"/>
                  <a:cs typeface="Jua"/>
                  <a:sym typeface="Jua"/>
                </a:rPr>
                <a:t>Measurement of Data Storage and Calculation of file size</a:t>
              </a:r>
              <a:endPara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2" name="Google Shape;5472;p131"/>
            <p:cNvSpPr txBox="1"/>
            <p:nvPr/>
          </p:nvSpPr>
          <p:spPr>
            <a:xfrm>
              <a:off x="4063415" y="9525"/>
              <a:ext cx="5362199" cy="8373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3401">
                  <a:solidFill>
                    <a:srgbClr val="FFFFFF"/>
                  </a:solidFill>
                  <a:latin typeface="Cutive"/>
                  <a:ea typeface="Cutive"/>
                  <a:cs typeface="Cutive"/>
                  <a:sym typeface="Cutive"/>
                </a:rPr>
                <a:t>Chapter 1.7</a:t>
              </a:r>
              <a:endParaRPr b="1" sz="1400">
                <a:solidFill>
                  <a:srgbClr val="000000"/>
                </a:solidFill>
                <a:latin typeface="Cutive"/>
                <a:ea typeface="Cutive"/>
                <a:cs typeface="Cutive"/>
                <a:sym typeface="Cutive"/>
              </a:endParaRPr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476" name="Shape 5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77" name="Google Shape;5477;p1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478" name="Google Shape;5478;p1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479" name="Google Shape;5479;p1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80" name="Google Shape;5480;p1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481" name="Google Shape;5481;p1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482" name="Google Shape;5482;p132"/>
          <p:cNvSpPr txBox="1"/>
          <p:nvPr/>
        </p:nvSpPr>
        <p:spPr>
          <a:xfrm>
            <a:off x="199187" y="198091"/>
            <a:ext cx="193740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Measurement of Data Storage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3" name="Google Shape;5483;p132"/>
          <p:cNvSpPr txBox="1"/>
          <p:nvPr/>
        </p:nvSpPr>
        <p:spPr>
          <a:xfrm>
            <a:off x="2477382" y="1472579"/>
            <a:ext cx="13047600" cy="69386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95288" lvl="1" marL="1015974" marR="0" rtl="0" algn="l">
              <a:lnSpc>
                <a:spcPct val="14001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Char char="•"/>
            </a:pPr>
            <a:r>
              <a:rPr b="0" i="0" lang="en" sz="4601" u="none" cap="none" strike="noStrik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A bit is the basic unit of all computing memory storage terms and is either 1 or 0.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95288" lvl="1" marL="1015974" marR="0" rtl="0" algn="l">
              <a:lnSpc>
                <a:spcPct val="14001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Char char="•"/>
            </a:pPr>
            <a:r>
              <a:rPr b="0" i="0" lang="en" sz="4601" u="none" cap="none" strike="noStrik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The byte is the smallest unit of memory in a computer.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601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  <a:p>
            <a:pPr indent="0" lvl="0" marL="0" marR="0" rtl="0" algn="ctr">
              <a:lnSpc>
                <a:spcPct val="1400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60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8 bits = 1 byte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60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4 bits = 1 nibble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7" name="Shape 5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white rectangular box with white text&#10;&#10;Description automatically generated" id="5488" name="Google Shape;5488;p1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492" name="Shape 5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93" name="Google Shape;5493;p1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4" name="Google Shape;5494;p1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5" name="Google Shape;5495;p1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6" name="Google Shape;5496;p1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7" name="Google Shape;5497;p1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8" name="Google Shape;5498;p1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329295" y="236189"/>
            <a:ext cx="2930009" cy="3514253"/>
          </a:xfrm>
          <a:prstGeom prst="rect">
            <a:avLst/>
          </a:prstGeom>
          <a:noFill/>
          <a:ln>
            <a:noFill/>
          </a:ln>
        </p:spPr>
      </p:pic>
      <p:sp>
        <p:nvSpPr>
          <p:cNvPr id="5499" name="Google Shape;5499;p134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Memory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0" name="Google Shape;5500;p134"/>
          <p:cNvSpPr txBox="1"/>
          <p:nvPr/>
        </p:nvSpPr>
        <p:spPr>
          <a:xfrm>
            <a:off x="3241844" y="1429855"/>
            <a:ext cx="8454000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Converting Bytes into KiB, MiB and GiB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1" name="Google Shape;5501;p134"/>
          <p:cNvSpPr txBox="1"/>
          <p:nvPr/>
        </p:nvSpPr>
        <p:spPr>
          <a:xfrm>
            <a:off x="3241844" y="2876276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68719476736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2" name="Google Shape;5502;p134"/>
          <p:cNvSpPr txBox="1"/>
          <p:nvPr/>
        </p:nvSpPr>
        <p:spPr>
          <a:xfrm>
            <a:off x="3241844" y="3771094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68719476736 Bytes /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3" name="Google Shape;5503;p134"/>
          <p:cNvSpPr txBox="1"/>
          <p:nvPr/>
        </p:nvSpPr>
        <p:spPr>
          <a:xfrm>
            <a:off x="2471516" y="3771094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4" name="Google Shape;5504;p134"/>
          <p:cNvSpPr txBox="1"/>
          <p:nvPr/>
        </p:nvSpPr>
        <p:spPr>
          <a:xfrm>
            <a:off x="10251611" y="3771094"/>
            <a:ext cx="4077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67108864 KiB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5" name="Google Shape;5505;p134"/>
          <p:cNvSpPr txBox="1"/>
          <p:nvPr/>
        </p:nvSpPr>
        <p:spPr>
          <a:xfrm>
            <a:off x="2491950" y="4617778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6" name="Google Shape;5506;p134"/>
          <p:cNvSpPr txBox="1"/>
          <p:nvPr/>
        </p:nvSpPr>
        <p:spPr>
          <a:xfrm>
            <a:off x="3241844" y="4617778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67108864 KiB /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7" name="Google Shape;5507;p134"/>
          <p:cNvSpPr txBox="1"/>
          <p:nvPr/>
        </p:nvSpPr>
        <p:spPr>
          <a:xfrm>
            <a:off x="10251611" y="4617778"/>
            <a:ext cx="36570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65536 MiB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8" name="Google Shape;5508;p134"/>
          <p:cNvSpPr txBox="1"/>
          <p:nvPr/>
        </p:nvSpPr>
        <p:spPr>
          <a:xfrm>
            <a:off x="2471516" y="5615099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9" name="Google Shape;5509;p134"/>
          <p:cNvSpPr txBox="1"/>
          <p:nvPr/>
        </p:nvSpPr>
        <p:spPr>
          <a:xfrm>
            <a:off x="3221414" y="5615099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65536 MiB /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0" name="Google Shape;5510;p134"/>
          <p:cNvSpPr txBox="1"/>
          <p:nvPr/>
        </p:nvSpPr>
        <p:spPr>
          <a:xfrm>
            <a:off x="10231178" y="5615099"/>
            <a:ext cx="36570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64 GiB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514" name="Shape 5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15" name="Google Shape;5515;p1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6" name="Google Shape;5516;p1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7" name="Google Shape;5517;p1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8" name="Google Shape;5518;p1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9" name="Google Shape;5519;p13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0" name="Google Shape;5520;p13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329295" y="236189"/>
            <a:ext cx="2930009" cy="3514253"/>
          </a:xfrm>
          <a:prstGeom prst="rect">
            <a:avLst/>
          </a:prstGeom>
          <a:noFill/>
          <a:ln>
            <a:noFill/>
          </a:ln>
        </p:spPr>
      </p:pic>
      <p:sp>
        <p:nvSpPr>
          <p:cNvPr id="5521" name="Google Shape;5521;p135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Memory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System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2" name="Google Shape;5522;p135"/>
          <p:cNvSpPr txBox="1"/>
          <p:nvPr/>
        </p:nvSpPr>
        <p:spPr>
          <a:xfrm>
            <a:off x="3241844" y="1429855"/>
            <a:ext cx="8100600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Converting Gib, Mib, Kib into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3" name="Google Shape;5523;p135"/>
          <p:cNvSpPr txBox="1"/>
          <p:nvPr/>
        </p:nvSpPr>
        <p:spPr>
          <a:xfrm>
            <a:off x="10251611" y="5474308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68719476736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4" name="Google Shape;5524;p135"/>
          <p:cNvSpPr txBox="1"/>
          <p:nvPr/>
        </p:nvSpPr>
        <p:spPr>
          <a:xfrm>
            <a:off x="3241844" y="3771094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64 x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5" name="Google Shape;5525;p135"/>
          <p:cNvSpPr txBox="1"/>
          <p:nvPr/>
        </p:nvSpPr>
        <p:spPr>
          <a:xfrm>
            <a:off x="2471516" y="3771094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6" name="Google Shape;5526;p135"/>
          <p:cNvSpPr txBox="1"/>
          <p:nvPr/>
        </p:nvSpPr>
        <p:spPr>
          <a:xfrm>
            <a:off x="10251611" y="3771094"/>
            <a:ext cx="4077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65536 MiB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7" name="Google Shape;5527;p135"/>
          <p:cNvSpPr txBox="1"/>
          <p:nvPr/>
        </p:nvSpPr>
        <p:spPr>
          <a:xfrm>
            <a:off x="2491950" y="4617778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8" name="Google Shape;5528;p135"/>
          <p:cNvSpPr txBox="1"/>
          <p:nvPr/>
        </p:nvSpPr>
        <p:spPr>
          <a:xfrm>
            <a:off x="3241844" y="4617778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65536 x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9" name="Google Shape;5529;p135"/>
          <p:cNvSpPr txBox="1"/>
          <p:nvPr/>
        </p:nvSpPr>
        <p:spPr>
          <a:xfrm>
            <a:off x="10251611" y="4617778"/>
            <a:ext cx="48762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 67108864 KiB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0" name="Google Shape;5530;p135"/>
          <p:cNvSpPr txBox="1"/>
          <p:nvPr/>
        </p:nvSpPr>
        <p:spPr>
          <a:xfrm>
            <a:off x="2471516" y="5615099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1" name="Google Shape;5531;p135"/>
          <p:cNvSpPr txBox="1"/>
          <p:nvPr/>
        </p:nvSpPr>
        <p:spPr>
          <a:xfrm>
            <a:off x="3221414" y="5615099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67108864 x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2" name="Google Shape;5532;p135"/>
          <p:cNvSpPr txBox="1"/>
          <p:nvPr/>
        </p:nvSpPr>
        <p:spPr>
          <a:xfrm>
            <a:off x="3241844" y="2763086"/>
            <a:ext cx="36570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64 GiB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536" name="Shape 5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7" name="Google Shape;5537;p1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8" name="Google Shape;5538;p1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9" name="Google Shape;5539;p1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0" name="Google Shape;5540;p1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1" name="Google Shape;5541;p1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2" name="Google Shape;5542;p1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329295" y="236189"/>
            <a:ext cx="2930009" cy="3514253"/>
          </a:xfrm>
          <a:prstGeom prst="rect">
            <a:avLst/>
          </a:prstGeom>
          <a:noFill/>
          <a:ln>
            <a:noFill/>
          </a:ln>
        </p:spPr>
      </p:pic>
      <p:sp>
        <p:nvSpPr>
          <p:cNvPr id="5543" name="Google Shape;5543;p136"/>
          <p:cNvSpPr txBox="1"/>
          <p:nvPr/>
        </p:nvSpPr>
        <p:spPr>
          <a:xfrm>
            <a:off x="199187" y="198091"/>
            <a:ext cx="2283600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4" name="Google Shape;5544;p136"/>
          <p:cNvSpPr txBox="1"/>
          <p:nvPr/>
        </p:nvSpPr>
        <p:spPr>
          <a:xfrm>
            <a:off x="3241844" y="1429855"/>
            <a:ext cx="8100600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Convert the size of GTA-V to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5" name="Google Shape;5545;p136"/>
          <p:cNvSpPr txBox="1"/>
          <p:nvPr/>
        </p:nvSpPr>
        <p:spPr>
          <a:xfrm>
            <a:off x="10251611" y="5474308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77309411328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6" name="Google Shape;5546;p136"/>
          <p:cNvSpPr txBox="1"/>
          <p:nvPr/>
        </p:nvSpPr>
        <p:spPr>
          <a:xfrm>
            <a:off x="3241844" y="3771094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72 x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7" name="Google Shape;5547;p136"/>
          <p:cNvSpPr txBox="1"/>
          <p:nvPr/>
        </p:nvSpPr>
        <p:spPr>
          <a:xfrm>
            <a:off x="2471516" y="3771094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8" name="Google Shape;5548;p136"/>
          <p:cNvSpPr txBox="1"/>
          <p:nvPr/>
        </p:nvSpPr>
        <p:spPr>
          <a:xfrm>
            <a:off x="10251611" y="3771094"/>
            <a:ext cx="4077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73728 MiB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9" name="Google Shape;5549;p136"/>
          <p:cNvSpPr txBox="1"/>
          <p:nvPr/>
        </p:nvSpPr>
        <p:spPr>
          <a:xfrm>
            <a:off x="2491950" y="4617778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0" name="Google Shape;5550;p136"/>
          <p:cNvSpPr txBox="1"/>
          <p:nvPr/>
        </p:nvSpPr>
        <p:spPr>
          <a:xfrm>
            <a:off x="3241844" y="4617778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65536 x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1" name="Google Shape;5551;p136"/>
          <p:cNvSpPr txBox="1"/>
          <p:nvPr/>
        </p:nvSpPr>
        <p:spPr>
          <a:xfrm>
            <a:off x="10251611" y="4617778"/>
            <a:ext cx="48762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  75497472 KiB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2" name="Google Shape;5552;p136"/>
          <p:cNvSpPr txBox="1"/>
          <p:nvPr/>
        </p:nvSpPr>
        <p:spPr>
          <a:xfrm>
            <a:off x="2471516" y="5615099"/>
            <a:ext cx="5196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=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3" name="Google Shape;5553;p136"/>
          <p:cNvSpPr txBox="1"/>
          <p:nvPr/>
        </p:nvSpPr>
        <p:spPr>
          <a:xfrm>
            <a:off x="3221414" y="5615099"/>
            <a:ext cx="7009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75497472 x 1024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4" name="Google Shape;5554;p136"/>
          <p:cNvSpPr txBox="1"/>
          <p:nvPr/>
        </p:nvSpPr>
        <p:spPr>
          <a:xfrm>
            <a:off x="3241844" y="2763086"/>
            <a:ext cx="36570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72 GiB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558" name="Shape 5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59" name="Google Shape;5559;p1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0" name="Google Shape;5560;p1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1" name="Google Shape;5561;p1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2" name="Google Shape;5562;p1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3" name="Google Shape;5563;p1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564" name="Google Shape;5564;p137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65" name="Google Shape;5565;p13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042087" y="3792343"/>
            <a:ext cx="4099373" cy="4114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6" name="Google Shape;5566;p13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250068" y="4018571"/>
            <a:ext cx="2290098" cy="2636084"/>
          </a:xfrm>
          <a:prstGeom prst="rect">
            <a:avLst/>
          </a:prstGeom>
          <a:noFill/>
          <a:ln>
            <a:noFill/>
          </a:ln>
        </p:spPr>
      </p:pic>
      <p:sp>
        <p:nvSpPr>
          <p:cNvPr id="5567" name="Google Shape;5567;p137"/>
          <p:cNvSpPr txBox="1"/>
          <p:nvPr/>
        </p:nvSpPr>
        <p:spPr>
          <a:xfrm>
            <a:off x="5238749" y="1932926"/>
            <a:ext cx="2230200" cy="1465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8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8" name="Google Shape;5568;p137"/>
          <p:cNvSpPr txBox="1"/>
          <p:nvPr/>
        </p:nvSpPr>
        <p:spPr>
          <a:xfrm>
            <a:off x="11453400" y="1932926"/>
            <a:ext cx="1944000" cy="1465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8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Audio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572" name="Shape 5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73" name="Google Shape;5573;p1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4" name="Google Shape;5574;p1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5" name="Google Shape;5575;p1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6" name="Google Shape;5576;p1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7" name="Google Shape;5577;p1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578" name="Google Shape;5578;p138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Image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79" name="Google Shape;5579;p13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127383" y="146956"/>
            <a:ext cx="2795003" cy="2805518"/>
          </a:xfrm>
          <a:prstGeom prst="rect">
            <a:avLst/>
          </a:prstGeom>
          <a:noFill/>
          <a:ln>
            <a:noFill/>
          </a:ln>
        </p:spPr>
      </p:pic>
      <p:sp>
        <p:nvSpPr>
          <p:cNvPr id="5580" name="Google Shape;5580;p138"/>
          <p:cNvSpPr txBox="1"/>
          <p:nvPr/>
        </p:nvSpPr>
        <p:spPr>
          <a:xfrm>
            <a:off x="3148007" y="2167492"/>
            <a:ext cx="10749000" cy="198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Resolution - The number of pixels that make up an image.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1" name="Google Shape;5581;p138"/>
          <p:cNvSpPr txBox="1"/>
          <p:nvPr/>
        </p:nvSpPr>
        <p:spPr>
          <a:xfrm>
            <a:off x="3148007" y="4441453"/>
            <a:ext cx="11466600" cy="198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The higher the image resolution, the higher the quality of the image.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585" name="Shape 5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86" name="Google Shape;5586;p1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7" name="Google Shape;5587;p1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8" name="Google Shape;5588;p1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9" name="Google Shape;5589;p13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0" name="Google Shape;5590;p13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591" name="Google Shape;5591;p139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Image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92" name="Google Shape;5592;p13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127383" y="146956"/>
            <a:ext cx="2795003" cy="2805518"/>
          </a:xfrm>
          <a:prstGeom prst="rect">
            <a:avLst/>
          </a:prstGeom>
          <a:noFill/>
          <a:ln>
            <a:noFill/>
          </a:ln>
        </p:spPr>
      </p:pic>
      <p:sp>
        <p:nvSpPr>
          <p:cNvPr id="5593" name="Google Shape;5593;p139"/>
          <p:cNvSpPr txBox="1"/>
          <p:nvPr/>
        </p:nvSpPr>
        <p:spPr>
          <a:xfrm>
            <a:off x="3148007" y="3275244"/>
            <a:ext cx="12376800" cy="29736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Formula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601">
              <a:solidFill>
                <a:srgbClr val="FFFFFF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image resolution (pixels) x colour depths (bits)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597" name="Shape 5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8" name="Google Shape;5598;p1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9" name="Google Shape;5599;p1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0" name="Google Shape;5600;p1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1" name="Google Shape;5601;p1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2" name="Google Shape;5602;p14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603" name="Google Shape;5603;p140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Image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4" name="Google Shape;5604;p140"/>
          <p:cNvSpPr txBox="1"/>
          <p:nvPr/>
        </p:nvSpPr>
        <p:spPr>
          <a:xfrm>
            <a:off x="3375503" y="-146980"/>
            <a:ext cx="54060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 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5" name="Google Shape;5605;p140"/>
          <p:cNvSpPr/>
          <p:nvPr/>
        </p:nvSpPr>
        <p:spPr>
          <a:xfrm>
            <a:off x="12155329" y="2732974"/>
            <a:ext cx="1767488" cy="1722503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146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6" name="Google Shape;5606;p140"/>
          <p:cNvSpPr/>
          <p:nvPr/>
        </p:nvSpPr>
        <p:spPr>
          <a:xfrm>
            <a:off x="14075176" y="2732974"/>
            <a:ext cx="1767488" cy="1722503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62C2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7" name="Google Shape;5607;p140"/>
          <p:cNvSpPr/>
          <p:nvPr/>
        </p:nvSpPr>
        <p:spPr>
          <a:xfrm>
            <a:off x="12155329" y="4532327"/>
            <a:ext cx="1767488" cy="1722500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2A7D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8" name="Google Shape;5608;p140"/>
          <p:cNvSpPr/>
          <p:nvPr/>
        </p:nvSpPr>
        <p:spPr>
          <a:xfrm>
            <a:off x="14075176" y="4532327"/>
            <a:ext cx="1767488" cy="1722500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BE67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9" name="Google Shape;5609;p140"/>
          <p:cNvSpPr txBox="1"/>
          <p:nvPr/>
        </p:nvSpPr>
        <p:spPr>
          <a:xfrm>
            <a:off x="12155352" y="2712801"/>
            <a:ext cx="1563600" cy="19820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0" name="Google Shape;5610;p140"/>
          <p:cNvSpPr txBox="1"/>
          <p:nvPr/>
        </p:nvSpPr>
        <p:spPr>
          <a:xfrm>
            <a:off x="14206403" y="2712801"/>
            <a:ext cx="1432200" cy="19820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01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1" name="Google Shape;5611;p140"/>
          <p:cNvSpPr txBox="1"/>
          <p:nvPr/>
        </p:nvSpPr>
        <p:spPr>
          <a:xfrm>
            <a:off x="12286550" y="4512152"/>
            <a:ext cx="1432200" cy="19820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2" name="Google Shape;5612;p140"/>
          <p:cNvSpPr txBox="1"/>
          <p:nvPr/>
        </p:nvSpPr>
        <p:spPr>
          <a:xfrm>
            <a:off x="14206403" y="4512152"/>
            <a:ext cx="1432200" cy="19820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200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11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3" name="Google Shape;5613;p140"/>
          <p:cNvSpPr/>
          <p:nvPr/>
        </p:nvSpPr>
        <p:spPr>
          <a:xfrm>
            <a:off x="3815464" y="2732974"/>
            <a:ext cx="1767488" cy="1722503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146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4" name="Google Shape;5614;p140"/>
          <p:cNvSpPr/>
          <p:nvPr/>
        </p:nvSpPr>
        <p:spPr>
          <a:xfrm>
            <a:off x="5578114" y="2732974"/>
            <a:ext cx="1767488" cy="1722503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62C2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5" name="Google Shape;5615;p140"/>
          <p:cNvSpPr/>
          <p:nvPr/>
        </p:nvSpPr>
        <p:spPr>
          <a:xfrm>
            <a:off x="3815464" y="4450760"/>
            <a:ext cx="1767488" cy="1722503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2A7D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6" name="Google Shape;5616;p140"/>
          <p:cNvSpPr/>
          <p:nvPr/>
        </p:nvSpPr>
        <p:spPr>
          <a:xfrm>
            <a:off x="5578114" y="4450760"/>
            <a:ext cx="1767488" cy="1722503"/>
          </a:xfrm>
          <a:custGeom>
            <a:rect b="b" l="l" r="r" t="t"/>
            <a:pathLst>
              <a:path extrusionOk="0" h="1913890" w="1963875">
                <a:moveTo>
                  <a:pt x="0" y="0"/>
                </a:moveTo>
                <a:lnTo>
                  <a:pt x="1963875" y="0"/>
                </a:lnTo>
                <a:lnTo>
                  <a:pt x="1963875" y="1913890"/>
                </a:lnTo>
                <a:lnTo>
                  <a:pt x="0" y="1913890"/>
                </a:lnTo>
                <a:close/>
              </a:path>
            </a:pathLst>
          </a:custGeom>
          <a:solidFill>
            <a:srgbClr val="FBE67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7" name="Google Shape;5617;p140"/>
          <p:cNvSpPr txBox="1"/>
          <p:nvPr/>
        </p:nvSpPr>
        <p:spPr>
          <a:xfrm>
            <a:off x="5041349" y="1464000"/>
            <a:ext cx="12582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2px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8" name="Google Shape;5618;p140"/>
          <p:cNvSpPr txBox="1"/>
          <p:nvPr/>
        </p:nvSpPr>
        <p:spPr>
          <a:xfrm>
            <a:off x="1768316" y="3965856"/>
            <a:ext cx="1163400" cy="9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2px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9" name="Google Shape;5619;p140"/>
          <p:cNvSpPr txBox="1"/>
          <p:nvPr/>
        </p:nvSpPr>
        <p:spPr>
          <a:xfrm>
            <a:off x="2501423" y="6770325"/>
            <a:ext cx="65544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Total pixels = 2 x 2 = 4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0" name="Google Shape;5620;p140"/>
          <p:cNvSpPr txBox="1"/>
          <p:nvPr/>
        </p:nvSpPr>
        <p:spPr>
          <a:xfrm>
            <a:off x="12155328" y="6578147"/>
            <a:ext cx="44394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Colour depth = 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1" name="Google Shape;5621;p140"/>
          <p:cNvSpPr txBox="1"/>
          <p:nvPr/>
        </p:nvSpPr>
        <p:spPr>
          <a:xfrm>
            <a:off x="335429" y="8189423"/>
            <a:ext cx="65544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Calculation = (2x2) x 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2" name="Google Shape;5622;p140"/>
          <p:cNvSpPr txBox="1"/>
          <p:nvPr/>
        </p:nvSpPr>
        <p:spPr>
          <a:xfrm>
            <a:off x="335429" y="9058277"/>
            <a:ext cx="87204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            = 8 bits = 1 byte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626" name="Shape 5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7" name="Google Shape;5627;p1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28" name="Google Shape;5628;p1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29" name="Google Shape;5629;p1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0" name="Google Shape;5630;p1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1" name="Google Shape;5631;p14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632" name="Google Shape;5632;p141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Image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33" name="Google Shape;5633;p14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127383" y="146956"/>
            <a:ext cx="2795003" cy="2805518"/>
          </a:xfrm>
          <a:prstGeom prst="rect">
            <a:avLst/>
          </a:prstGeom>
          <a:noFill/>
          <a:ln>
            <a:noFill/>
          </a:ln>
        </p:spPr>
      </p:pic>
      <p:sp>
        <p:nvSpPr>
          <p:cNvPr id="5634" name="Google Shape;5634;p141"/>
          <p:cNvSpPr txBox="1"/>
          <p:nvPr/>
        </p:nvSpPr>
        <p:spPr>
          <a:xfrm>
            <a:off x="3375503" y="-146980"/>
            <a:ext cx="75516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 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5" name="Google Shape;5635;p141"/>
          <p:cNvSpPr txBox="1"/>
          <p:nvPr/>
        </p:nvSpPr>
        <p:spPr>
          <a:xfrm>
            <a:off x="2751608" y="1540940"/>
            <a:ext cx="115668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Formula : image resolution (pixels) x colour depths (bits)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6" name="Google Shape;5636;p141"/>
          <p:cNvSpPr txBox="1"/>
          <p:nvPr/>
        </p:nvSpPr>
        <p:spPr>
          <a:xfrm>
            <a:off x="2751608" y="2649561"/>
            <a:ext cx="11566800" cy="3877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Question: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Image Resolution = 1024 x 1080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Colour depth = 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Calculate the size of this image in Bytes.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7" name="Google Shape;5637;p141"/>
          <p:cNvSpPr txBox="1"/>
          <p:nvPr/>
        </p:nvSpPr>
        <p:spPr>
          <a:xfrm>
            <a:off x="712110" y="6344591"/>
            <a:ext cx="11566800" cy="31023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Workings: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F14624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1024 x 1080 = 1105920 pixels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1105920 x 32 = 35389440 bits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8" name="Google Shape;5638;p141"/>
          <p:cNvSpPr txBox="1"/>
          <p:nvPr/>
        </p:nvSpPr>
        <p:spPr>
          <a:xfrm>
            <a:off x="712110" y="9233979"/>
            <a:ext cx="115668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Answer in byte: 35389440/8 = 4423680 bytes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642" name="Shape 5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3" name="Google Shape;5643;p1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4" name="Google Shape;5644;p1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5" name="Google Shape;5645;p1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6" name="Google Shape;5646;p14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7" name="Google Shape;5647;p14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8" name="Google Shape;5648;p14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127383" y="146956"/>
            <a:ext cx="2795003" cy="2805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9" name="Google Shape;5649;p14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 rot="-2700000">
            <a:off x="14039606" y="7250050"/>
            <a:ext cx="1868198" cy="1826162"/>
          </a:xfrm>
          <a:prstGeom prst="rect">
            <a:avLst/>
          </a:prstGeom>
          <a:noFill/>
          <a:ln>
            <a:noFill/>
          </a:ln>
        </p:spPr>
      </p:pic>
      <p:sp>
        <p:nvSpPr>
          <p:cNvPr id="5650" name="Google Shape;5650;p142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Image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1" name="Google Shape;5651;p142"/>
          <p:cNvSpPr txBox="1"/>
          <p:nvPr/>
        </p:nvSpPr>
        <p:spPr>
          <a:xfrm>
            <a:off x="3375503" y="-146980"/>
            <a:ext cx="75516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 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2" name="Google Shape;5652;p142"/>
          <p:cNvSpPr txBox="1"/>
          <p:nvPr/>
        </p:nvSpPr>
        <p:spPr>
          <a:xfrm>
            <a:off x="3174569" y="825355"/>
            <a:ext cx="13747800" cy="465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Question: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Image Resolution = 1024 x 1080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Colour depth = 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Calculate the size of this image in Bytes. How many photograph of this size would fit onto a memory stick of 64Gib.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3" name="Google Shape;5653;p142"/>
          <p:cNvSpPr txBox="1"/>
          <p:nvPr/>
        </p:nvSpPr>
        <p:spPr>
          <a:xfrm>
            <a:off x="670824" y="5809460"/>
            <a:ext cx="62496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Each image = 4423680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4" name="Google Shape;5654;p142"/>
          <p:cNvSpPr txBox="1"/>
          <p:nvPr/>
        </p:nvSpPr>
        <p:spPr>
          <a:xfrm>
            <a:off x="670824" y="6570630"/>
            <a:ext cx="62496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First convert 64 Gib into bytes: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5" name="Google Shape;5655;p142"/>
          <p:cNvSpPr txBox="1"/>
          <p:nvPr/>
        </p:nvSpPr>
        <p:spPr>
          <a:xfrm>
            <a:off x="753480" y="7471029"/>
            <a:ext cx="48714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64 x 1024 = 65536 MiB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6" name="Google Shape;5656;p142"/>
          <p:cNvSpPr txBox="1"/>
          <p:nvPr/>
        </p:nvSpPr>
        <p:spPr>
          <a:xfrm>
            <a:off x="753420" y="8080524"/>
            <a:ext cx="69252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65536 x 1024 = 67108864 KiB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7" name="Google Shape;5657;p142"/>
          <p:cNvSpPr txBox="1"/>
          <p:nvPr/>
        </p:nvSpPr>
        <p:spPr>
          <a:xfrm>
            <a:off x="753420" y="8829531"/>
            <a:ext cx="92010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67108864 x 1024 = 68719476736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661" name="Shape 5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62" name="Google Shape;5662;p1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3" name="Google Shape;5663;p1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4" name="Google Shape;5664;p14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5" name="Google Shape;5665;p14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6" name="Google Shape;5666;p14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7" name="Google Shape;5667;p14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127383" y="146956"/>
            <a:ext cx="2795003" cy="2805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8" name="Google Shape;5668;p14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 rot="-2700000">
            <a:off x="14039606" y="7250050"/>
            <a:ext cx="1868198" cy="1826162"/>
          </a:xfrm>
          <a:prstGeom prst="rect">
            <a:avLst/>
          </a:prstGeom>
          <a:noFill/>
          <a:ln>
            <a:noFill/>
          </a:ln>
        </p:spPr>
      </p:pic>
      <p:sp>
        <p:nvSpPr>
          <p:cNvPr id="5669" name="Google Shape;5669;p143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Image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0" name="Google Shape;5670;p143"/>
          <p:cNvSpPr txBox="1"/>
          <p:nvPr/>
        </p:nvSpPr>
        <p:spPr>
          <a:xfrm>
            <a:off x="3375503" y="-146980"/>
            <a:ext cx="75516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 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1" name="Google Shape;5671;p143"/>
          <p:cNvSpPr txBox="1"/>
          <p:nvPr/>
        </p:nvSpPr>
        <p:spPr>
          <a:xfrm>
            <a:off x="3174569" y="825355"/>
            <a:ext cx="13747800" cy="465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Question: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Image Resolution = 1024 x 1080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Colour depth = 32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Calculate the size of this image in Bytes. How many photograph of this size would fit onto a memory stick of 64Gib.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2" name="Google Shape;5672;p143"/>
          <p:cNvSpPr txBox="1"/>
          <p:nvPr/>
        </p:nvSpPr>
        <p:spPr>
          <a:xfrm>
            <a:off x="629514" y="5176413"/>
            <a:ext cx="62496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Each image = 4423680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3" name="Google Shape;5673;p143"/>
          <p:cNvSpPr txBox="1"/>
          <p:nvPr/>
        </p:nvSpPr>
        <p:spPr>
          <a:xfrm>
            <a:off x="629514" y="5937584"/>
            <a:ext cx="109422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First convert 64 Gib into bytes = 68719476736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4" name="Google Shape;5674;p143"/>
          <p:cNvSpPr txBox="1"/>
          <p:nvPr/>
        </p:nvSpPr>
        <p:spPr>
          <a:xfrm>
            <a:off x="712110" y="6966369"/>
            <a:ext cx="10942200" cy="7755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68719476736/4423680 = 15534 photos.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66E96"/>
        </a:solidFill>
      </p:bgPr>
    </p:bg>
    <p:spTree>
      <p:nvGrpSpPr>
        <p:cNvPr id="5678" name="Shape 5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79" name="Google Shape;5679;p144"/>
          <p:cNvGrpSpPr/>
          <p:nvPr/>
        </p:nvGrpSpPr>
        <p:grpSpPr>
          <a:xfrm>
            <a:off x="1117882" y="1028702"/>
            <a:ext cx="16243808" cy="8227026"/>
            <a:chOff x="-3810" y="0"/>
            <a:chExt cx="7866251" cy="3984032"/>
          </a:xfrm>
        </p:grpSpPr>
        <p:sp>
          <p:nvSpPr>
            <p:cNvPr id="5680" name="Google Shape;5680;p144"/>
            <p:cNvSpPr/>
            <p:nvPr/>
          </p:nvSpPr>
          <p:spPr>
            <a:xfrm>
              <a:off x="10160" y="16510"/>
              <a:ext cx="7837041" cy="3957362"/>
            </a:xfrm>
            <a:custGeom>
              <a:rect b="b" l="l" r="r" t="t"/>
              <a:pathLst>
                <a:path extrusionOk="0" h="3957362" w="7837041">
                  <a:moveTo>
                    <a:pt x="7837041" y="3957362"/>
                  </a:moveTo>
                  <a:lnTo>
                    <a:pt x="0" y="3949742"/>
                  </a:lnTo>
                  <a:lnTo>
                    <a:pt x="0" y="1385743"/>
                  </a:lnTo>
                  <a:lnTo>
                    <a:pt x="17780" y="19050"/>
                  </a:lnTo>
                  <a:lnTo>
                    <a:pt x="3906166" y="0"/>
                  </a:lnTo>
                  <a:lnTo>
                    <a:pt x="7817991" y="5080"/>
                  </a:lnTo>
                  <a:close/>
                </a:path>
              </a:pathLst>
            </a:custGeom>
            <a:solidFill>
              <a:srgbClr val="11284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1" name="Google Shape;5681;p144"/>
            <p:cNvSpPr/>
            <p:nvPr/>
          </p:nvSpPr>
          <p:spPr>
            <a:xfrm>
              <a:off x="-3810" y="0"/>
              <a:ext cx="7866251" cy="3984032"/>
            </a:xfrm>
            <a:custGeom>
              <a:rect b="b" l="l" r="r" t="t"/>
              <a:pathLst>
                <a:path extrusionOk="0" h="3984032" w="7866251">
                  <a:moveTo>
                    <a:pt x="7831961" y="21590"/>
                  </a:moveTo>
                  <a:cubicBezTo>
                    <a:pt x="7833231" y="34290"/>
                    <a:pt x="7833231" y="44450"/>
                    <a:pt x="7834501" y="54610"/>
                  </a:cubicBezTo>
                  <a:cubicBezTo>
                    <a:pt x="7837041" y="124036"/>
                    <a:pt x="7838311" y="210485"/>
                    <a:pt x="7840851" y="293847"/>
                  </a:cubicBezTo>
                  <a:cubicBezTo>
                    <a:pt x="7840851" y="414259"/>
                    <a:pt x="7853551" y="2788533"/>
                    <a:pt x="7859901" y="2908944"/>
                  </a:cubicBezTo>
                  <a:cubicBezTo>
                    <a:pt x="7866251" y="3091106"/>
                    <a:pt x="7862441" y="3276355"/>
                    <a:pt x="7862441" y="3458516"/>
                  </a:cubicBezTo>
                  <a:cubicBezTo>
                    <a:pt x="7862441" y="3619065"/>
                    <a:pt x="7863711" y="3767264"/>
                    <a:pt x="7864981" y="3923072"/>
                  </a:cubicBezTo>
                  <a:cubicBezTo>
                    <a:pt x="7864981" y="3944662"/>
                    <a:pt x="7864981" y="3958632"/>
                    <a:pt x="7864981" y="3982762"/>
                  </a:cubicBezTo>
                  <a:cubicBezTo>
                    <a:pt x="7842121" y="3982762"/>
                    <a:pt x="7821801" y="3984032"/>
                    <a:pt x="7781528" y="3982762"/>
                  </a:cubicBezTo>
                  <a:cubicBezTo>
                    <a:pt x="7381861" y="3977682"/>
                    <a:pt x="6976046" y="3984032"/>
                    <a:pt x="6576380" y="3978952"/>
                  </a:cubicBezTo>
                  <a:cubicBezTo>
                    <a:pt x="6336580" y="3975142"/>
                    <a:pt x="6102929" y="3977682"/>
                    <a:pt x="5863129" y="3975142"/>
                  </a:cubicBezTo>
                  <a:cubicBezTo>
                    <a:pt x="5752453" y="3973872"/>
                    <a:pt x="5641776" y="3972602"/>
                    <a:pt x="5531099" y="3971332"/>
                  </a:cubicBezTo>
                  <a:cubicBezTo>
                    <a:pt x="5463463" y="3971332"/>
                    <a:pt x="5401976" y="3972602"/>
                    <a:pt x="5334340" y="3972602"/>
                  </a:cubicBezTo>
                  <a:cubicBezTo>
                    <a:pt x="5162176" y="3971332"/>
                    <a:pt x="4688725" y="3972602"/>
                    <a:pt x="4516561" y="3971332"/>
                  </a:cubicBezTo>
                  <a:cubicBezTo>
                    <a:pt x="4393587" y="3970062"/>
                    <a:pt x="1934102" y="3978952"/>
                    <a:pt x="1811128" y="3977682"/>
                  </a:cubicBezTo>
                  <a:cubicBezTo>
                    <a:pt x="1780385" y="3977682"/>
                    <a:pt x="1743492" y="3978952"/>
                    <a:pt x="1712749" y="3978952"/>
                  </a:cubicBezTo>
                  <a:cubicBezTo>
                    <a:pt x="1638964" y="3978952"/>
                    <a:pt x="1571328" y="3980222"/>
                    <a:pt x="1497544" y="3980222"/>
                  </a:cubicBezTo>
                  <a:cubicBezTo>
                    <a:pt x="1313082" y="3980222"/>
                    <a:pt x="1134770" y="3978952"/>
                    <a:pt x="950308" y="3977682"/>
                  </a:cubicBezTo>
                  <a:cubicBezTo>
                    <a:pt x="839632" y="3976412"/>
                    <a:pt x="728955" y="3975142"/>
                    <a:pt x="624427" y="3973872"/>
                  </a:cubicBezTo>
                  <a:cubicBezTo>
                    <a:pt x="427668" y="3972602"/>
                    <a:pt x="230909" y="3971332"/>
                    <a:pt x="48260" y="3971332"/>
                  </a:cubicBezTo>
                  <a:cubicBezTo>
                    <a:pt x="38100" y="3971332"/>
                    <a:pt x="29210" y="3971332"/>
                    <a:pt x="19050" y="3970062"/>
                  </a:cubicBezTo>
                  <a:cubicBezTo>
                    <a:pt x="10160" y="3968792"/>
                    <a:pt x="5080" y="3962442"/>
                    <a:pt x="7620" y="3953552"/>
                  </a:cubicBezTo>
                  <a:cubicBezTo>
                    <a:pt x="16510" y="3921639"/>
                    <a:pt x="12700" y="3844451"/>
                    <a:pt x="11430" y="3764177"/>
                  </a:cubicBezTo>
                  <a:cubicBezTo>
                    <a:pt x="10160" y="3600540"/>
                    <a:pt x="6350" y="3439991"/>
                    <a:pt x="7620" y="3276355"/>
                  </a:cubicBezTo>
                  <a:cubicBezTo>
                    <a:pt x="5080" y="3072581"/>
                    <a:pt x="0" y="550108"/>
                    <a:pt x="7620" y="343247"/>
                  </a:cubicBezTo>
                  <a:cubicBezTo>
                    <a:pt x="8890" y="303110"/>
                    <a:pt x="7620" y="259885"/>
                    <a:pt x="8890" y="219748"/>
                  </a:cubicBezTo>
                  <a:cubicBezTo>
                    <a:pt x="10160" y="154911"/>
                    <a:pt x="12700" y="8389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77191" y="30480"/>
                    <a:pt x="175571" y="29210"/>
                  </a:cubicBezTo>
                  <a:cubicBezTo>
                    <a:pt x="341586" y="25400"/>
                    <a:pt x="507601" y="22860"/>
                    <a:pt x="679765" y="20320"/>
                  </a:cubicBezTo>
                  <a:cubicBezTo>
                    <a:pt x="796591" y="17780"/>
                    <a:pt x="913416" y="16510"/>
                    <a:pt x="1024093" y="13970"/>
                  </a:cubicBezTo>
                  <a:cubicBezTo>
                    <a:pt x="1134770" y="11430"/>
                    <a:pt x="1251595" y="8890"/>
                    <a:pt x="1362272" y="8890"/>
                  </a:cubicBezTo>
                  <a:cubicBezTo>
                    <a:pt x="1485246" y="7620"/>
                    <a:pt x="1608221" y="10160"/>
                    <a:pt x="1731195" y="8890"/>
                  </a:cubicBezTo>
                  <a:cubicBezTo>
                    <a:pt x="1884913" y="8890"/>
                    <a:pt x="4670279" y="6350"/>
                    <a:pt x="4823997" y="5080"/>
                  </a:cubicBezTo>
                  <a:cubicBezTo>
                    <a:pt x="4971566" y="3810"/>
                    <a:pt x="5119135" y="2540"/>
                    <a:pt x="5272853" y="2540"/>
                  </a:cubicBezTo>
                  <a:cubicBezTo>
                    <a:pt x="5524951" y="1270"/>
                    <a:pt x="5770899" y="0"/>
                    <a:pt x="6022996" y="0"/>
                  </a:cubicBezTo>
                  <a:cubicBezTo>
                    <a:pt x="6127524" y="0"/>
                    <a:pt x="6238201" y="2540"/>
                    <a:pt x="6342729" y="2540"/>
                  </a:cubicBezTo>
                  <a:cubicBezTo>
                    <a:pt x="6631719" y="3810"/>
                    <a:pt x="6926856" y="5080"/>
                    <a:pt x="7215846" y="7620"/>
                  </a:cubicBezTo>
                  <a:cubicBezTo>
                    <a:pt x="7369564" y="8890"/>
                    <a:pt x="7523281" y="12700"/>
                    <a:pt x="7677000" y="16510"/>
                  </a:cubicBezTo>
                  <a:cubicBezTo>
                    <a:pt x="7713891" y="16510"/>
                    <a:pt x="7750784" y="16510"/>
                    <a:pt x="7781528" y="16510"/>
                  </a:cubicBezTo>
                  <a:cubicBezTo>
                    <a:pt x="7812911" y="17780"/>
                    <a:pt x="7821801" y="20320"/>
                    <a:pt x="7831961" y="21590"/>
                  </a:cubicBezTo>
                  <a:close/>
                  <a:moveTo>
                    <a:pt x="7842121" y="3966252"/>
                  </a:moveTo>
                  <a:cubicBezTo>
                    <a:pt x="7843391" y="3949742"/>
                    <a:pt x="7844661" y="3937042"/>
                    <a:pt x="7844661" y="3924342"/>
                  </a:cubicBezTo>
                  <a:cubicBezTo>
                    <a:pt x="7843391" y="3751827"/>
                    <a:pt x="7842121" y="3588191"/>
                    <a:pt x="7842121" y="3412204"/>
                  </a:cubicBezTo>
                  <a:cubicBezTo>
                    <a:pt x="7842121" y="3331930"/>
                    <a:pt x="7844661" y="3251655"/>
                    <a:pt x="7843391" y="3171380"/>
                  </a:cubicBezTo>
                  <a:cubicBezTo>
                    <a:pt x="7843391" y="3097281"/>
                    <a:pt x="7842121" y="3020094"/>
                    <a:pt x="7840851" y="2945994"/>
                  </a:cubicBezTo>
                  <a:cubicBezTo>
                    <a:pt x="7835771" y="2831757"/>
                    <a:pt x="7824341" y="466746"/>
                    <a:pt x="7824341" y="352510"/>
                  </a:cubicBezTo>
                  <a:cubicBezTo>
                    <a:pt x="7821801" y="256798"/>
                    <a:pt x="7819261" y="157998"/>
                    <a:pt x="7816721" y="63500"/>
                  </a:cubicBezTo>
                  <a:cubicBezTo>
                    <a:pt x="7815451" y="44450"/>
                    <a:pt x="7814181" y="43180"/>
                    <a:pt x="7763081" y="41910"/>
                  </a:cubicBezTo>
                  <a:cubicBezTo>
                    <a:pt x="7744635" y="41910"/>
                    <a:pt x="7732338" y="41910"/>
                    <a:pt x="7713892" y="40640"/>
                  </a:cubicBezTo>
                  <a:cubicBezTo>
                    <a:pt x="7560174" y="36830"/>
                    <a:pt x="7400307" y="31750"/>
                    <a:pt x="7246590" y="30480"/>
                  </a:cubicBezTo>
                  <a:cubicBezTo>
                    <a:pt x="6871519" y="26670"/>
                    <a:pt x="6490298" y="25400"/>
                    <a:pt x="6115227" y="22860"/>
                  </a:cubicBezTo>
                  <a:cubicBezTo>
                    <a:pt x="6059888" y="22860"/>
                    <a:pt x="5998401" y="22860"/>
                    <a:pt x="5943063" y="22860"/>
                  </a:cubicBezTo>
                  <a:cubicBezTo>
                    <a:pt x="5850832" y="22860"/>
                    <a:pt x="5758601" y="22860"/>
                    <a:pt x="5672519" y="22860"/>
                  </a:cubicBezTo>
                  <a:cubicBezTo>
                    <a:pt x="5475761" y="22860"/>
                    <a:pt x="5279002" y="22860"/>
                    <a:pt x="5088392" y="24130"/>
                  </a:cubicBezTo>
                  <a:cubicBezTo>
                    <a:pt x="4922376" y="25400"/>
                    <a:pt x="2124712" y="29210"/>
                    <a:pt x="1958697" y="29210"/>
                  </a:cubicBezTo>
                  <a:cubicBezTo>
                    <a:pt x="1688154" y="29210"/>
                    <a:pt x="1417611" y="26670"/>
                    <a:pt x="1147067" y="33020"/>
                  </a:cubicBezTo>
                  <a:cubicBezTo>
                    <a:pt x="1005647" y="36830"/>
                    <a:pt x="870375" y="36830"/>
                    <a:pt x="735104" y="38100"/>
                  </a:cubicBezTo>
                  <a:cubicBezTo>
                    <a:pt x="501452" y="41910"/>
                    <a:pt x="267801" y="45720"/>
                    <a:pt x="49530" y="50800"/>
                  </a:cubicBezTo>
                  <a:cubicBezTo>
                    <a:pt x="36830" y="50800"/>
                    <a:pt x="34290" y="53340"/>
                    <a:pt x="33020" y="74636"/>
                  </a:cubicBezTo>
                  <a:cubicBezTo>
                    <a:pt x="31750" y="130211"/>
                    <a:pt x="31750" y="185786"/>
                    <a:pt x="30480" y="241360"/>
                  </a:cubicBezTo>
                  <a:cubicBezTo>
                    <a:pt x="29210" y="333985"/>
                    <a:pt x="26670" y="423522"/>
                    <a:pt x="25400" y="516146"/>
                  </a:cubicBezTo>
                  <a:cubicBezTo>
                    <a:pt x="20320" y="614946"/>
                    <a:pt x="26670" y="3029356"/>
                    <a:pt x="29210" y="3128156"/>
                  </a:cubicBezTo>
                  <a:cubicBezTo>
                    <a:pt x="29210" y="3233130"/>
                    <a:pt x="29210" y="3341192"/>
                    <a:pt x="30480" y="3446166"/>
                  </a:cubicBezTo>
                  <a:cubicBezTo>
                    <a:pt x="30480" y="3523353"/>
                    <a:pt x="33020" y="3600540"/>
                    <a:pt x="33020" y="3677727"/>
                  </a:cubicBezTo>
                  <a:cubicBezTo>
                    <a:pt x="33020" y="3761089"/>
                    <a:pt x="33020" y="3844451"/>
                    <a:pt x="31750" y="3924342"/>
                  </a:cubicBezTo>
                  <a:cubicBezTo>
                    <a:pt x="31750" y="3928152"/>
                    <a:pt x="31750" y="3930692"/>
                    <a:pt x="31750" y="3934502"/>
                  </a:cubicBezTo>
                  <a:cubicBezTo>
                    <a:pt x="31750" y="3944662"/>
                    <a:pt x="35560" y="3948472"/>
                    <a:pt x="44450" y="3948472"/>
                  </a:cubicBezTo>
                  <a:cubicBezTo>
                    <a:pt x="89489" y="3948472"/>
                    <a:pt x="175571" y="3949742"/>
                    <a:pt x="255504" y="3949742"/>
                  </a:cubicBezTo>
                  <a:cubicBezTo>
                    <a:pt x="372330" y="3949742"/>
                    <a:pt x="495304" y="3947202"/>
                    <a:pt x="612129" y="3949742"/>
                  </a:cubicBezTo>
                  <a:cubicBezTo>
                    <a:pt x="802739" y="3953552"/>
                    <a:pt x="993349" y="3956092"/>
                    <a:pt x="1183960" y="3954822"/>
                  </a:cubicBezTo>
                  <a:cubicBezTo>
                    <a:pt x="1306934" y="3953552"/>
                    <a:pt x="1423759" y="3956092"/>
                    <a:pt x="1546734" y="3956092"/>
                  </a:cubicBezTo>
                  <a:cubicBezTo>
                    <a:pt x="1725046" y="3956092"/>
                    <a:pt x="1903359" y="3954822"/>
                    <a:pt x="2081672" y="3956092"/>
                  </a:cubicBezTo>
                  <a:cubicBezTo>
                    <a:pt x="2346066" y="3957362"/>
                    <a:pt x="5248258" y="3947202"/>
                    <a:pt x="5518802" y="3949742"/>
                  </a:cubicBezTo>
                  <a:cubicBezTo>
                    <a:pt x="5635627" y="3951012"/>
                    <a:pt x="5752453" y="3952282"/>
                    <a:pt x="5863129" y="3952282"/>
                  </a:cubicBezTo>
                  <a:cubicBezTo>
                    <a:pt x="6066037" y="3954822"/>
                    <a:pt x="6262796" y="3951012"/>
                    <a:pt x="6465703" y="3954822"/>
                  </a:cubicBezTo>
                  <a:cubicBezTo>
                    <a:pt x="6631719" y="3957362"/>
                    <a:pt x="6797734" y="3957362"/>
                    <a:pt x="6963749" y="3959902"/>
                  </a:cubicBezTo>
                  <a:cubicBezTo>
                    <a:pt x="7209697" y="3963712"/>
                    <a:pt x="7455646" y="3966252"/>
                    <a:pt x="7701594" y="3967522"/>
                  </a:cubicBezTo>
                  <a:cubicBezTo>
                    <a:pt x="7793825" y="3967522"/>
                    <a:pt x="7821801" y="3966252"/>
                    <a:pt x="7842121" y="3966252"/>
                  </a:cubicBezTo>
                  <a:close/>
                </a:path>
              </a:pathLst>
            </a:custGeom>
            <a:solidFill>
              <a:srgbClr val="566E9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682" name="Google Shape;5682;p1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65927" y="8402060"/>
            <a:ext cx="1079711" cy="1137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3" name="Google Shape;5683;p1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515499">
            <a:off x="-1859064" y="8237574"/>
            <a:ext cx="4472952" cy="4098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4" name="Google Shape;5684;p14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2407583">
            <a:off x="3833552" y="7780571"/>
            <a:ext cx="360857" cy="392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5" name="Google Shape;5685;p14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2407542">
            <a:off x="3620962" y="7366646"/>
            <a:ext cx="180428" cy="196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6" name="Google Shape;5686;p14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592686" y="7464869"/>
            <a:ext cx="1077794" cy="372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7" name="Google Shape;5687;p14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709722" y="2108492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8" name="Google Shape;5688;p14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99935" y="1566026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9" name="Google Shape;5689;p14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218217" y="1957918"/>
            <a:ext cx="276587" cy="3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0" name="Google Shape;5690;p14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3408442">
            <a:off x="14718604" y="-144607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1" name="Google Shape;5691;p14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2249571">
            <a:off x="15103114" y="279368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2" name="Google Shape;5692;p14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2407583">
            <a:off x="16060787" y="2841596"/>
            <a:ext cx="360857" cy="392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3" name="Google Shape;5693;p14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1799909">
            <a:off x="14890235" y="1966312"/>
            <a:ext cx="1090565" cy="10271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4" name="Google Shape;5694;p14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2426989" y="7132322"/>
            <a:ext cx="2568374" cy="2539481"/>
          </a:xfrm>
          <a:prstGeom prst="rect">
            <a:avLst/>
          </a:prstGeom>
          <a:noFill/>
          <a:ln>
            <a:noFill/>
          </a:ln>
        </p:spPr>
      </p:pic>
      <p:sp>
        <p:nvSpPr>
          <p:cNvPr id="5695" name="Google Shape;5695;p144"/>
          <p:cNvSpPr txBox="1"/>
          <p:nvPr/>
        </p:nvSpPr>
        <p:spPr>
          <a:xfrm>
            <a:off x="16505780" y="-80477"/>
            <a:ext cx="1434000" cy="114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6" name="Google Shape;5696;p144"/>
          <p:cNvSpPr txBox="1"/>
          <p:nvPr/>
        </p:nvSpPr>
        <p:spPr>
          <a:xfrm>
            <a:off x="2757966" y="1795994"/>
            <a:ext cx="13747800" cy="3877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Question: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Image Resolution = 2048 x 2048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Colour depth = 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Calculate the size of this image in Bytes.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66E96"/>
        </a:solidFill>
      </p:bgPr>
    </p:bg>
    <p:spTree>
      <p:nvGrpSpPr>
        <p:cNvPr id="5700" name="Shape 5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01" name="Google Shape;5701;p145"/>
          <p:cNvGrpSpPr/>
          <p:nvPr/>
        </p:nvGrpSpPr>
        <p:grpSpPr>
          <a:xfrm>
            <a:off x="1117882" y="1028702"/>
            <a:ext cx="16243808" cy="8227026"/>
            <a:chOff x="-3810" y="0"/>
            <a:chExt cx="7866251" cy="3984032"/>
          </a:xfrm>
        </p:grpSpPr>
        <p:sp>
          <p:nvSpPr>
            <p:cNvPr id="5702" name="Google Shape;5702;p145"/>
            <p:cNvSpPr/>
            <p:nvPr/>
          </p:nvSpPr>
          <p:spPr>
            <a:xfrm>
              <a:off x="10160" y="16510"/>
              <a:ext cx="7837041" cy="3957362"/>
            </a:xfrm>
            <a:custGeom>
              <a:rect b="b" l="l" r="r" t="t"/>
              <a:pathLst>
                <a:path extrusionOk="0" h="3957362" w="7837041">
                  <a:moveTo>
                    <a:pt x="7837041" y="3957362"/>
                  </a:moveTo>
                  <a:lnTo>
                    <a:pt x="0" y="3949742"/>
                  </a:lnTo>
                  <a:lnTo>
                    <a:pt x="0" y="1385743"/>
                  </a:lnTo>
                  <a:lnTo>
                    <a:pt x="17780" y="19050"/>
                  </a:lnTo>
                  <a:lnTo>
                    <a:pt x="3906166" y="0"/>
                  </a:lnTo>
                  <a:lnTo>
                    <a:pt x="7817991" y="5080"/>
                  </a:lnTo>
                  <a:close/>
                </a:path>
              </a:pathLst>
            </a:custGeom>
            <a:solidFill>
              <a:srgbClr val="11284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03" name="Google Shape;5703;p145"/>
            <p:cNvSpPr/>
            <p:nvPr/>
          </p:nvSpPr>
          <p:spPr>
            <a:xfrm>
              <a:off x="-3810" y="0"/>
              <a:ext cx="7866251" cy="3984032"/>
            </a:xfrm>
            <a:custGeom>
              <a:rect b="b" l="l" r="r" t="t"/>
              <a:pathLst>
                <a:path extrusionOk="0" h="3984032" w="7866251">
                  <a:moveTo>
                    <a:pt x="7831961" y="21590"/>
                  </a:moveTo>
                  <a:cubicBezTo>
                    <a:pt x="7833231" y="34290"/>
                    <a:pt x="7833231" y="44450"/>
                    <a:pt x="7834501" y="54610"/>
                  </a:cubicBezTo>
                  <a:cubicBezTo>
                    <a:pt x="7837041" y="124036"/>
                    <a:pt x="7838311" y="210485"/>
                    <a:pt x="7840851" y="293847"/>
                  </a:cubicBezTo>
                  <a:cubicBezTo>
                    <a:pt x="7840851" y="414259"/>
                    <a:pt x="7853551" y="2788533"/>
                    <a:pt x="7859901" y="2908944"/>
                  </a:cubicBezTo>
                  <a:cubicBezTo>
                    <a:pt x="7866251" y="3091106"/>
                    <a:pt x="7862441" y="3276355"/>
                    <a:pt x="7862441" y="3458516"/>
                  </a:cubicBezTo>
                  <a:cubicBezTo>
                    <a:pt x="7862441" y="3619065"/>
                    <a:pt x="7863711" y="3767264"/>
                    <a:pt x="7864981" y="3923072"/>
                  </a:cubicBezTo>
                  <a:cubicBezTo>
                    <a:pt x="7864981" y="3944662"/>
                    <a:pt x="7864981" y="3958632"/>
                    <a:pt x="7864981" y="3982762"/>
                  </a:cubicBezTo>
                  <a:cubicBezTo>
                    <a:pt x="7842121" y="3982762"/>
                    <a:pt x="7821801" y="3984032"/>
                    <a:pt x="7781528" y="3982762"/>
                  </a:cubicBezTo>
                  <a:cubicBezTo>
                    <a:pt x="7381861" y="3977682"/>
                    <a:pt x="6976046" y="3984032"/>
                    <a:pt x="6576380" y="3978952"/>
                  </a:cubicBezTo>
                  <a:cubicBezTo>
                    <a:pt x="6336580" y="3975142"/>
                    <a:pt x="6102929" y="3977682"/>
                    <a:pt x="5863129" y="3975142"/>
                  </a:cubicBezTo>
                  <a:cubicBezTo>
                    <a:pt x="5752453" y="3973872"/>
                    <a:pt x="5641776" y="3972602"/>
                    <a:pt x="5531099" y="3971332"/>
                  </a:cubicBezTo>
                  <a:cubicBezTo>
                    <a:pt x="5463463" y="3971332"/>
                    <a:pt x="5401976" y="3972602"/>
                    <a:pt x="5334340" y="3972602"/>
                  </a:cubicBezTo>
                  <a:cubicBezTo>
                    <a:pt x="5162176" y="3971332"/>
                    <a:pt x="4688725" y="3972602"/>
                    <a:pt x="4516561" y="3971332"/>
                  </a:cubicBezTo>
                  <a:cubicBezTo>
                    <a:pt x="4393587" y="3970062"/>
                    <a:pt x="1934102" y="3978952"/>
                    <a:pt x="1811128" y="3977682"/>
                  </a:cubicBezTo>
                  <a:cubicBezTo>
                    <a:pt x="1780385" y="3977682"/>
                    <a:pt x="1743492" y="3978952"/>
                    <a:pt x="1712749" y="3978952"/>
                  </a:cubicBezTo>
                  <a:cubicBezTo>
                    <a:pt x="1638964" y="3978952"/>
                    <a:pt x="1571328" y="3980222"/>
                    <a:pt x="1497544" y="3980222"/>
                  </a:cubicBezTo>
                  <a:cubicBezTo>
                    <a:pt x="1313082" y="3980222"/>
                    <a:pt x="1134770" y="3978952"/>
                    <a:pt x="950308" y="3977682"/>
                  </a:cubicBezTo>
                  <a:cubicBezTo>
                    <a:pt x="839632" y="3976412"/>
                    <a:pt x="728955" y="3975142"/>
                    <a:pt x="624427" y="3973872"/>
                  </a:cubicBezTo>
                  <a:cubicBezTo>
                    <a:pt x="427668" y="3972602"/>
                    <a:pt x="230909" y="3971332"/>
                    <a:pt x="48260" y="3971332"/>
                  </a:cubicBezTo>
                  <a:cubicBezTo>
                    <a:pt x="38100" y="3971332"/>
                    <a:pt x="29210" y="3971332"/>
                    <a:pt x="19050" y="3970062"/>
                  </a:cubicBezTo>
                  <a:cubicBezTo>
                    <a:pt x="10160" y="3968792"/>
                    <a:pt x="5080" y="3962442"/>
                    <a:pt x="7620" y="3953552"/>
                  </a:cubicBezTo>
                  <a:cubicBezTo>
                    <a:pt x="16510" y="3921639"/>
                    <a:pt x="12700" y="3844451"/>
                    <a:pt x="11430" y="3764177"/>
                  </a:cubicBezTo>
                  <a:cubicBezTo>
                    <a:pt x="10160" y="3600540"/>
                    <a:pt x="6350" y="3439991"/>
                    <a:pt x="7620" y="3276355"/>
                  </a:cubicBezTo>
                  <a:cubicBezTo>
                    <a:pt x="5080" y="3072581"/>
                    <a:pt x="0" y="550108"/>
                    <a:pt x="7620" y="343247"/>
                  </a:cubicBezTo>
                  <a:cubicBezTo>
                    <a:pt x="8890" y="303110"/>
                    <a:pt x="7620" y="259885"/>
                    <a:pt x="8890" y="219748"/>
                  </a:cubicBezTo>
                  <a:cubicBezTo>
                    <a:pt x="10160" y="154911"/>
                    <a:pt x="12700" y="8389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77191" y="30480"/>
                    <a:pt x="175571" y="29210"/>
                  </a:cubicBezTo>
                  <a:cubicBezTo>
                    <a:pt x="341586" y="25400"/>
                    <a:pt x="507601" y="22860"/>
                    <a:pt x="679765" y="20320"/>
                  </a:cubicBezTo>
                  <a:cubicBezTo>
                    <a:pt x="796591" y="17780"/>
                    <a:pt x="913416" y="16510"/>
                    <a:pt x="1024093" y="13970"/>
                  </a:cubicBezTo>
                  <a:cubicBezTo>
                    <a:pt x="1134770" y="11430"/>
                    <a:pt x="1251595" y="8890"/>
                    <a:pt x="1362272" y="8890"/>
                  </a:cubicBezTo>
                  <a:cubicBezTo>
                    <a:pt x="1485246" y="7620"/>
                    <a:pt x="1608221" y="10160"/>
                    <a:pt x="1731195" y="8890"/>
                  </a:cubicBezTo>
                  <a:cubicBezTo>
                    <a:pt x="1884913" y="8890"/>
                    <a:pt x="4670279" y="6350"/>
                    <a:pt x="4823997" y="5080"/>
                  </a:cubicBezTo>
                  <a:cubicBezTo>
                    <a:pt x="4971566" y="3810"/>
                    <a:pt x="5119135" y="2540"/>
                    <a:pt x="5272853" y="2540"/>
                  </a:cubicBezTo>
                  <a:cubicBezTo>
                    <a:pt x="5524951" y="1270"/>
                    <a:pt x="5770899" y="0"/>
                    <a:pt x="6022996" y="0"/>
                  </a:cubicBezTo>
                  <a:cubicBezTo>
                    <a:pt x="6127524" y="0"/>
                    <a:pt x="6238201" y="2540"/>
                    <a:pt x="6342729" y="2540"/>
                  </a:cubicBezTo>
                  <a:cubicBezTo>
                    <a:pt x="6631719" y="3810"/>
                    <a:pt x="6926856" y="5080"/>
                    <a:pt x="7215846" y="7620"/>
                  </a:cubicBezTo>
                  <a:cubicBezTo>
                    <a:pt x="7369564" y="8890"/>
                    <a:pt x="7523281" y="12700"/>
                    <a:pt x="7677000" y="16510"/>
                  </a:cubicBezTo>
                  <a:cubicBezTo>
                    <a:pt x="7713891" y="16510"/>
                    <a:pt x="7750784" y="16510"/>
                    <a:pt x="7781528" y="16510"/>
                  </a:cubicBezTo>
                  <a:cubicBezTo>
                    <a:pt x="7812911" y="17780"/>
                    <a:pt x="7821801" y="20320"/>
                    <a:pt x="7831961" y="21590"/>
                  </a:cubicBezTo>
                  <a:close/>
                  <a:moveTo>
                    <a:pt x="7842121" y="3966252"/>
                  </a:moveTo>
                  <a:cubicBezTo>
                    <a:pt x="7843391" y="3949742"/>
                    <a:pt x="7844661" y="3937042"/>
                    <a:pt x="7844661" y="3924342"/>
                  </a:cubicBezTo>
                  <a:cubicBezTo>
                    <a:pt x="7843391" y="3751827"/>
                    <a:pt x="7842121" y="3588191"/>
                    <a:pt x="7842121" y="3412204"/>
                  </a:cubicBezTo>
                  <a:cubicBezTo>
                    <a:pt x="7842121" y="3331930"/>
                    <a:pt x="7844661" y="3251655"/>
                    <a:pt x="7843391" y="3171380"/>
                  </a:cubicBezTo>
                  <a:cubicBezTo>
                    <a:pt x="7843391" y="3097281"/>
                    <a:pt x="7842121" y="3020094"/>
                    <a:pt x="7840851" y="2945994"/>
                  </a:cubicBezTo>
                  <a:cubicBezTo>
                    <a:pt x="7835771" y="2831757"/>
                    <a:pt x="7824341" y="466746"/>
                    <a:pt x="7824341" y="352510"/>
                  </a:cubicBezTo>
                  <a:cubicBezTo>
                    <a:pt x="7821801" y="256798"/>
                    <a:pt x="7819261" y="157998"/>
                    <a:pt x="7816721" y="63500"/>
                  </a:cubicBezTo>
                  <a:cubicBezTo>
                    <a:pt x="7815451" y="44450"/>
                    <a:pt x="7814181" y="43180"/>
                    <a:pt x="7763081" y="41910"/>
                  </a:cubicBezTo>
                  <a:cubicBezTo>
                    <a:pt x="7744635" y="41910"/>
                    <a:pt x="7732338" y="41910"/>
                    <a:pt x="7713892" y="40640"/>
                  </a:cubicBezTo>
                  <a:cubicBezTo>
                    <a:pt x="7560174" y="36830"/>
                    <a:pt x="7400307" y="31750"/>
                    <a:pt x="7246590" y="30480"/>
                  </a:cubicBezTo>
                  <a:cubicBezTo>
                    <a:pt x="6871519" y="26670"/>
                    <a:pt x="6490298" y="25400"/>
                    <a:pt x="6115227" y="22860"/>
                  </a:cubicBezTo>
                  <a:cubicBezTo>
                    <a:pt x="6059888" y="22860"/>
                    <a:pt x="5998401" y="22860"/>
                    <a:pt x="5943063" y="22860"/>
                  </a:cubicBezTo>
                  <a:cubicBezTo>
                    <a:pt x="5850832" y="22860"/>
                    <a:pt x="5758601" y="22860"/>
                    <a:pt x="5672519" y="22860"/>
                  </a:cubicBezTo>
                  <a:cubicBezTo>
                    <a:pt x="5475761" y="22860"/>
                    <a:pt x="5279002" y="22860"/>
                    <a:pt x="5088392" y="24130"/>
                  </a:cubicBezTo>
                  <a:cubicBezTo>
                    <a:pt x="4922376" y="25400"/>
                    <a:pt x="2124712" y="29210"/>
                    <a:pt x="1958697" y="29210"/>
                  </a:cubicBezTo>
                  <a:cubicBezTo>
                    <a:pt x="1688154" y="29210"/>
                    <a:pt x="1417611" y="26670"/>
                    <a:pt x="1147067" y="33020"/>
                  </a:cubicBezTo>
                  <a:cubicBezTo>
                    <a:pt x="1005647" y="36830"/>
                    <a:pt x="870375" y="36830"/>
                    <a:pt x="735104" y="38100"/>
                  </a:cubicBezTo>
                  <a:cubicBezTo>
                    <a:pt x="501452" y="41910"/>
                    <a:pt x="267801" y="45720"/>
                    <a:pt x="49530" y="50800"/>
                  </a:cubicBezTo>
                  <a:cubicBezTo>
                    <a:pt x="36830" y="50800"/>
                    <a:pt x="34290" y="53340"/>
                    <a:pt x="33020" y="74636"/>
                  </a:cubicBezTo>
                  <a:cubicBezTo>
                    <a:pt x="31750" y="130211"/>
                    <a:pt x="31750" y="185786"/>
                    <a:pt x="30480" y="241360"/>
                  </a:cubicBezTo>
                  <a:cubicBezTo>
                    <a:pt x="29210" y="333985"/>
                    <a:pt x="26670" y="423522"/>
                    <a:pt x="25400" y="516146"/>
                  </a:cubicBezTo>
                  <a:cubicBezTo>
                    <a:pt x="20320" y="614946"/>
                    <a:pt x="26670" y="3029356"/>
                    <a:pt x="29210" y="3128156"/>
                  </a:cubicBezTo>
                  <a:cubicBezTo>
                    <a:pt x="29210" y="3233130"/>
                    <a:pt x="29210" y="3341192"/>
                    <a:pt x="30480" y="3446166"/>
                  </a:cubicBezTo>
                  <a:cubicBezTo>
                    <a:pt x="30480" y="3523353"/>
                    <a:pt x="33020" y="3600540"/>
                    <a:pt x="33020" y="3677727"/>
                  </a:cubicBezTo>
                  <a:cubicBezTo>
                    <a:pt x="33020" y="3761089"/>
                    <a:pt x="33020" y="3844451"/>
                    <a:pt x="31750" y="3924342"/>
                  </a:cubicBezTo>
                  <a:cubicBezTo>
                    <a:pt x="31750" y="3928152"/>
                    <a:pt x="31750" y="3930692"/>
                    <a:pt x="31750" y="3934502"/>
                  </a:cubicBezTo>
                  <a:cubicBezTo>
                    <a:pt x="31750" y="3944662"/>
                    <a:pt x="35560" y="3948472"/>
                    <a:pt x="44450" y="3948472"/>
                  </a:cubicBezTo>
                  <a:cubicBezTo>
                    <a:pt x="89489" y="3948472"/>
                    <a:pt x="175571" y="3949742"/>
                    <a:pt x="255504" y="3949742"/>
                  </a:cubicBezTo>
                  <a:cubicBezTo>
                    <a:pt x="372330" y="3949742"/>
                    <a:pt x="495304" y="3947202"/>
                    <a:pt x="612129" y="3949742"/>
                  </a:cubicBezTo>
                  <a:cubicBezTo>
                    <a:pt x="802739" y="3953552"/>
                    <a:pt x="993349" y="3956092"/>
                    <a:pt x="1183960" y="3954822"/>
                  </a:cubicBezTo>
                  <a:cubicBezTo>
                    <a:pt x="1306934" y="3953552"/>
                    <a:pt x="1423759" y="3956092"/>
                    <a:pt x="1546734" y="3956092"/>
                  </a:cubicBezTo>
                  <a:cubicBezTo>
                    <a:pt x="1725046" y="3956092"/>
                    <a:pt x="1903359" y="3954822"/>
                    <a:pt x="2081672" y="3956092"/>
                  </a:cubicBezTo>
                  <a:cubicBezTo>
                    <a:pt x="2346066" y="3957362"/>
                    <a:pt x="5248258" y="3947202"/>
                    <a:pt x="5518802" y="3949742"/>
                  </a:cubicBezTo>
                  <a:cubicBezTo>
                    <a:pt x="5635627" y="3951012"/>
                    <a:pt x="5752453" y="3952282"/>
                    <a:pt x="5863129" y="3952282"/>
                  </a:cubicBezTo>
                  <a:cubicBezTo>
                    <a:pt x="6066037" y="3954822"/>
                    <a:pt x="6262796" y="3951012"/>
                    <a:pt x="6465703" y="3954822"/>
                  </a:cubicBezTo>
                  <a:cubicBezTo>
                    <a:pt x="6631719" y="3957362"/>
                    <a:pt x="6797734" y="3957362"/>
                    <a:pt x="6963749" y="3959902"/>
                  </a:cubicBezTo>
                  <a:cubicBezTo>
                    <a:pt x="7209697" y="3963712"/>
                    <a:pt x="7455646" y="3966252"/>
                    <a:pt x="7701594" y="3967522"/>
                  </a:cubicBezTo>
                  <a:cubicBezTo>
                    <a:pt x="7793825" y="3967522"/>
                    <a:pt x="7821801" y="3966252"/>
                    <a:pt x="7842121" y="3966252"/>
                  </a:cubicBezTo>
                  <a:close/>
                </a:path>
              </a:pathLst>
            </a:custGeom>
            <a:solidFill>
              <a:srgbClr val="566E9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704" name="Google Shape;5704;p1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65927" y="8402060"/>
            <a:ext cx="1079711" cy="1137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05" name="Google Shape;5705;p1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515499">
            <a:off x="-1859064" y="8237574"/>
            <a:ext cx="4472952" cy="4098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06" name="Google Shape;5706;p14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592686" y="7464869"/>
            <a:ext cx="1077794" cy="372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07" name="Google Shape;5707;p14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09722" y="2108492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08" name="Google Shape;5708;p14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799935" y="1566026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09" name="Google Shape;5709;p14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218217" y="1957918"/>
            <a:ext cx="276587" cy="3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10" name="Google Shape;5710;p14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 rot="3408442">
            <a:off x="14718604" y="-144607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11" name="Google Shape;5711;p14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2249571">
            <a:off x="15103114" y="279368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12" name="Google Shape;5712;p14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2407583">
            <a:off x="16060787" y="2841596"/>
            <a:ext cx="360857" cy="392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13" name="Google Shape;5713;p14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1799909">
            <a:off x="14890235" y="1966312"/>
            <a:ext cx="1090565" cy="10271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14" name="Google Shape;5714;p14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-73573" y="8243513"/>
            <a:ext cx="2568374" cy="2539481"/>
          </a:xfrm>
          <a:prstGeom prst="rect">
            <a:avLst/>
          </a:prstGeom>
          <a:noFill/>
          <a:ln>
            <a:noFill/>
          </a:ln>
        </p:spPr>
      </p:pic>
      <p:sp>
        <p:nvSpPr>
          <p:cNvPr id="5715" name="Google Shape;5715;p145"/>
          <p:cNvSpPr txBox="1"/>
          <p:nvPr/>
        </p:nvSpPr>
        <p:spPr>
          <a:xfrm>
            <a:off x="14020170" y="-80477"/>
            <a:ext cx="4267800" cy="114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DANSWER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6" name="Google Shape;5716;p145"/>
          <p:cNvSpPr txBox="1"/>
          <p:nvPr/>
        </p:nvSpPr>
        <p:spPr>
          <a:xfrm>
            <a:off x="2757966" y="1795994"/>
            <a:ext cx="13747800" cy="38779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Question: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Image Resolution = 2048 x 2048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Colour depth = 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Calculate the size of this image in Bytes.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7" name="Google Shape;5717;p145"/>
          <p:cNvSpPr txBox="1"/>
          <p:nvPr/>
        </p:nvSpPr>
        <p:spPr>
          <a:xfrm>
            <a:off x="2923016" y="5529983"/>
            <a:ext cx="132312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Answer: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8" name="Google Shape;5718;p145"/>
          <p:cNvSpPr txBox="1"/>
          <p:nvPr/>
        </p:nvSpPr>
        <p:spPr>
          <a:xfrm>
            <a:off x="2923016" y="6185909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2048 x 2048 x 16 = 67108864 bits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9" name="Google Shape;5719;p145"/>
          <p:cNvSpPr txBox="1"/>
          <p:nvPr/>
        </p:nvSpPr>
        <p:spPr>
          <a:xfrm>
            <a:off x="7262711" y="7010662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= 67108864/8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0" name="Google Shape;5720;p145"/>
          <p:cNvSpPr txBox="1"/>
          <p:nvPr/>
        </p:nvSpPr>
        <p:spPr>
          <a:xfrm>
            <a:off x="7262711" y="7789301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= 8388608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66E96"/>
        </a:solidFill>
      </p:bgPr>
    </p:bg>
    <p:spTree>
      <p:nvGrpSpPr>
        <p:cNvPr id="5724" name="Shape 5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25" name="Google Shape;5725;p146"/>
          <p:cNvGrpSpPr/>
          <p:nvPr/>
        </p:nvGrpSpPr>
        <p:grpSpPr>
          <a:xfrm>
            <a:off x="1117882" y="1028702"/>
            <a:ext cx="16243808" cy="8227026"/>
            <a:chOff x="-3810" y="0"/>
            <a:chExt cx="7866251" cy="3984032"/>
          </a:xfrm>
        </p:grpSpPr>
        <p:sp>
          <p:nvSpPr>
            <p:cNvPr id="5726" name="Google Shape;5726;p146"/>
            <p:cNvSpPr/>
            <p:nvPr/>
          </p:nvSpPr>
          <p:spPr>
            <a:xfrm>
              <a:off x="10160" y="16510"/>
              <a:ext cx="7837041" cy="3957362"/>
            </a:xfrm>
            <a:custGeom>
              <a:rect b="b" l="l" r="r" t="t"/>
              <a:pathLst>
                <a:path extrusionOk="0" h="3957362" w="7837041">
                  <a:moveTo>
                    <a:pt x="7837041" y="3957362"/>
                  </a:moveTo>
                  <a:lnTo>
                    <a:pt x="0" y="3949742"/>
                  </a:lnTo>
                  <a:lnTo>
                    <a:pt x="0" y="1385743"/>
                  </a:lnTo>
                  <a:lnTo>
                    <a:pt x="17780" y="19050"/>
                  </a:lnTo>
                  <a:lnTo>
                    <a:pt x="3906166" y="0"/>
                  </a:lnTo>
                  <a:lnTo>
                    <a:pt x="7817991" y="5080"/>
                  </a:lnTo>
                  <a:close/>
                </a:path>
              </a:pathLst>
            </a:custGeom>
            <a:solidFill>
              <a:srgbClr val="11284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7" name="Google Shape;5727;p146"/>
            <p:cNvSpPr/>
            <p:nvPr/>
          </p:nvSpPr>
          <p:spPr>
            <a:xfrm>
              <a:off x="-3810" y="0"/>
              <a:ext cx="7866251" cy="3984032"/>
            </a:xfrm>
            <a:custGeom>
              <a:rect b="b" l="l" r="r" t="t"/>
              <a:pathLst>
                <a:path extrusionOk="0" h="3984032" w="7866251">
                  <a:moveTo>
                    <a:pt x="7831961" y="21590"/>
                  </a:moveTo>
                  <a:cubicBezTo>
                    <a:pt x="7833231" y="34290"/>
                    <a:pt x="7833231" y="44450"/>
                    <a:pt x="7834501" y="54610"/>
                  </a:cubicBezTo>
                  <a:cubicBezTo>
                    <a:pt x="7837041" y="124036"/>
                    <a:pt x="7838311" y="210485"/>
                    <a:pt x="7840851" y="293847"/>
                  </a:cubicBezTo>
                  <a:cubicBezTo>
                    <a:pt x="7840851" y="414259"/>
                    <a:pt x="7853551" y="2788533"/>
                    <a:pt x="7859901" y="2908944"/>
                  </a:cubicBezTo>
                  <a:cubicBezTo>
                    <a:pt x="7866251" y="3091106"/>
                    <a:pt x="7862441" y="3276355"/>
                    <a:pt x="7862441" y="3458516"/>
                  </a:cubicBezTo>
                  <a:cubicBezTo>
                    <a:pt x="7862441" y="3619065"/>
                    <a:pt x="7863711" y="3767264"/>
                    <a:pt x="7864981" y="3923072"/>
                  </a:cubicBezTo>
                  <a:cubicBezTo>
                    <a:pt x="7864981" y="3944662"/>
                    <a:pt x="7864981" y="3958632"/>
                    <a:pt x="7864981" y="3982762"/>
                  </a:cubicBezTo>
                  <a:cubicBezTo>
                    <a:pt x="7842121" y="3982762"/>
                    <a:pt x="7821801" y="3984032"/>
                    <a:pt x="7781528" y="3982762"/>
                  </a:cubicBezTo>
                  <a:cubicBezTo>
                    <a:pt x="7381861" y="3977682"/>
                    <a:pt x="6976046" y="3984032"/>
                    <a:pt x="6576380" y="3978952"/>
                  </a:cubicBezTo>
                  <a:cubicBezTo>
                    <a:pt x="6336580" y="3975142"/>
                    <a:pt x="6102929" y="3977682"/>
                    <a:pt x="5863129" y="3975142"/>
                  </a:cubicBezTo>
                  <a:cubicBezTo>
                    <a:pt x="5752453" y="3973872"/>
                    <a:pt x="5641776" y="3972602"/>
                    <a:pt x="5531099" y="3971332"/>
                  </a:cubicBezTo>
                  <a:cubicBezTo>
                    <a:pt x="5463463" y="3971332"/>
                    <a:pt x="5401976" y="3972602"/>
                    <a:pt x="5334340" y="3972602"/>
                  </a:cubicBezTo>
                  <a:cubicBezTo>
                    <a:pt x="5162176" y="3971332"/>
                    <a:pt x="4688725" y="3972602"/>
                    <a:pt x="4516561" y="3971332"/>
                  </a:cubicBezTo>
                  <a:cubicBezTo>
                    <a:pt x="4393587" y="3970062"/>
                    <a:pt x="1934102" y="3978952"/>
                    <a:pt x="1811128" y="3977682"/>
                  </a:cubicBezTo>
                  <a:cubicBezTo>
                    <a:pt x="1780385" y="3977682"/>
                    <a:pt x="1743492" y="3978952"/>
                    <a:pt x="1712749" y="3978952"/>
                  </a:cubicBezTo>
                  <a:cubicBezTo>
                    <a:pt x="1638964" y="3978952"/>
                    <a:pt x="1571328" y="3980222"/>
                    <a:pt x="1497544" y="3980222"/>
                  </a:cubicBezTo>
                  <a:cubicBezTo>
                    <a:pt x="1313082" y="3980222"/>
                    <a:pt x="1134770" y="3978952"/>
                    <a:pt x="950308" y="3977682"/>
                  </a:cubicBezTo>
                  <a:cubicBezTo>
                    <a:pt x="839632" y="3976412"/>
                    <a:pt x="728955" y="3975142"/>
                    <a:pt x="624427" y="3973872"/>
                  </a:cubicBezTo>
                  <a:cubicBezTo>
                    <a:pt x="427668" y="3972602"/>
                    <a:pt x="230909" y="3971332"/>
                    <a:pt x="48260" y="3971332"/>
                  </a:cubicBezTo>
                  <a:cubicBezTo>
                    <a:pt x="38100" y="3971332"/>
                    <a:pt x="29210" y="3971332"/>
                    <a:pt x="19050" y="3970062"/>
                  </a:cubicBezTo>
                  <a:cubicBezTo>
                    <a:pt x="10160" y="3968792"/>
                    <a:pt x="5080" y="3962442"/>
                    <a:pt x="7620" y="3953552"/>
                  </a:cubicBezTo>
                  <a:cubicBezTo>
                    <a:pt x="16510" y="3921639"/>
                    <a:pt x="12700" y="3844451"/>
                    <a:pt x="11430" y="3764177"/>
                  </a:cubicBezTo>
                  <a:cubicBezTo>
                    <a:pt x="10160" y="3600540"/>
                    <a:pt x="6350" y="3439991"/>
                    <a:pt x="7620" y="3276355"/>
                  </a:cubicBezTo>
                  <a:cubicBezTo>
                    <a:pt x="5080" y="3072581"/>
                    <a:pt x="0" y="550108"/>
                    <a:pt x="7620" y="343247"/>
                  </a:cubicBezTo>
                  <a:cubicBezTo>
                    <a:pt x="8890" y="303110"/>
                    <a:pt x="7620" y="259885"/>
                    <a:pt x="8890" y="219748"/>
                  </a:cubicBezTo>
                  <a:cubicBezTo>
                    <a:pt x="10160" y="154911"/>
                    <a:pt x="12700" y="8389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77191" y="30480"/>
                    <a:pt x="175571" y="29210"/>
                  </a:cubicBezTo>
                  <a:cubicBezTo>
                    <a:pt x="341586" y="25400"/>
                    <a:pt x="507601" y="22860"/>
                    <a:pt x="679765" y="20320"/>
                  </a:cubicBezTo>
                  <a:cubicBezTo>
                    <a:pt x="796591" y="17780"/>
                    <a:pt x="913416" y="16510"/>
                    <a:pt x="1024093" y="13970"/>
                  </a:cubicBezTo>
                  <a:cubicBezTo>
                    <a:pt x="1134770" y="11430"/>
                    <a:pt x="1251595" y="8890"/>
                    <a:pt x="1362272" y="8890"/>
                  </a:cubicBezTo>
                  <a:cubicBezTo>
                    <a:pt x="1485246" y="7620"/>
                    <a:pt x="1608221" y="10160"/>
                    <a:pt x="1731195" y="8890"/>
                  </a:cubicBezTo>
                  <a:cubicBezTo>
                    <a:pt x="1884913" y="8890"/>
                    <a:pt x="4670279" y="6350"/>
                    <a:pt x="4823997" y="5080"/>
                  </a:cubicBezTo>
                  <a:cubicBezTo>
                    <a:pt x="4971566" y="3810"/>
                    <a:pt x="5119135" y="2540"/>
                    <a:pt x="5272853" y="2540"/>
                  </a:cubicBezTo>
                  <a:cubicBezTo>
                    <a:pt x="5524951" y="1270"/>
                    <a:pt x="5770899" y="0"/>
                    <a:pt x="6022996" y="0"/>
                  </a:cubicBezTo>
                  <a:cubicBezTo>
                    <a:pt x="6127524" y="0"/>
                    <a:pt x="6238201" y="2540"/>
                    <a:pt x="6342729" y="2540"/>
                  </a:cubicBezTo>
                  <a:cubicBezTo>
                    <a:pt x="6631719" y="3810"/>
                    <a:pt x="6926856" y="5080"/>
                    <a:pt x="7215846" y="7620"/>
                  </a:cubicBezTo>
                  <a:cubicBezTo>
                    <a:pt x="7369564" y="8890"/>
                    <a:pt x="7523281" y="12700"/>
                    <a:pt x="7677000" y="16510"/>
                  </a:cubicBezTo>
                  <a:cubicBezTo>
                    <a:pt x="7713891" y="16510"/>
                    <a:pt x="7750784" y="16510"/>
                    <a:pt x="7781528" y="16510"/>
                  </a:cubicBezTo>
                  <a:cubicBezTo>
                    <a:pt x="7812911" y="17780"/>
                    <a:pt x="7821801" y="20320"/>
                    <a:pt x="7831961" y="21590"/>
                  </a:cubicBezTo>
                  <a:close/>
                  <a:moveTo>
                    <a:pt x="7842121" y="3966252"/>
                  </a:moveTo>
                  <a:cubicBezTo>
                    <a:pt x="7843391" y="3949742"/>
                    <a:pt x="7844661" y="3937042"/>
                    <a:pt x="7844661" y="3924342"/>
                  </a:cubicBezTo>
                  <a:cubicBezTo>
                    <a:pt x="7843391" y="3751827"/>
                    <a:pt x="7842121" y="3588191"/>
                    <a:pt x="7842121" y="3412204"/>
                  </a:cubicBezTo>
                  <a:cubicBezTo>
                    <a:pt x="7842121" y="3331930"/>
                    <a:pt x="7844661" y="3251655"/>
                    <a:pt x="7843391" y="3171380"/>
                  </a:cubicBezTo>
                  <a:cubicBezTo>
                    <a:pt x="7843391" y="3097281"/>
                    <a:pt x="7842121" y="3020094"/>
                    <a:pt x="7840851" y="2945994"/>
                  </a:cubicBezTo>
                  <a:cubicBezTo>
                    <a:pt x="7835771" y="2831757"/>
                    <a:pt x="7824341" y="466746"/>
                    <a:pt x="7824341" y="352510"/>
                  </a:cubicBezTo>
                  <a:cubicBezTo>
                    <a:pt x="7821801" y="256798"/>
                    <a:pt x="7819261" y="157998"/>
                    <a:pt x="7816721" y="63500"/>
                  </a:cubicBezTo>
                  <a:cubicBezTo>
                    <a:pt x="7815451" y="44450"/>
                    <a:pt x="7814181" y="43180"/>
                    <a:pt x="7763081" y="41910"/>
                  </a:cubicBezTo>
                  <a:cubicBezTo>
                    <a:pt x="7744635" y="41910"/>
                    <a:pt x="7732338" y="41910"/>
                    <a:pt x="7713892" y="40640"/>
                  </a:cubicBezTo>
                  <a:cubicBezTo>
                    <a:pt x="7560174" y="36830"/>
                    <a:pt x="7400307" y="31750"/>
                    <a:pt x="7246590" y="30480"/>
                  </a:cubicBezTo>
                  <a:cubicBezTo>
                    <a:pt x="6871519" y="26670"/>
                    <a:pt x="6490298" y="25400"/>
                    <a:pt x="6115227" y="22860"/>
                  </a:cubicBezTo>
                  <a:cubicBezTo>
                    <a:pt x="6059888" y="22860"/>
                    <a:pt x="5998401" y="22860"/>
                    <a:pt x="5943063" y="22860"/>
                  </a:cubicBezTo>
                  <a:cubicBezTo>
                    <a:pt x="5850832" y="22860"/>
                    <a:pt x="5758601" y="22860"/>
                    <a:pt x="5672519" y="22860"/>
                  </a:cubicBezTo>
                  <a:cubicBezTo>
                    <a:pt x="5475761" y="22860"/>
                    <a:pt x="5279002" y="22860"/>
                    <a:pt x="5088392" y="24130"/>
                  </a:cubicBezTo>
                  <a:cubicBezTo>
                    <a:pt x="4922376" y="25400"/>
                    <a:pt x="2124712" y="29210"/>
                    <a:pt x="1958697" y="29210"/>
                  </a:cubicBezTo>
                  <a:cubicBezTo>
                    <a:pt x="1688154" y="29210"/>
                    <a:pt x="1417611" y="26670"/>
                    <a:pt x="1147067" y="33020"/>
                  </a:cubicBezTo>
                  <a:cubicBezTo>
                    <a:pt x="1005647" y="36830"/>
                    <a:pt x="870375" y="36830"/>
                    <a:pt x="735104" y="38100"/>
                  </a:cubicBezTo>
                  <a:cubicBezTo>
                    <a:pt x="501452" y="41910"/>
                    <a:pt x="267801" y="45720"/>
                    <a:pt x="49530" y="50800"/>
                  </a:cubicBezTo>
                  <a:cubicBezTo>
                    <a:pt x="36830" y="50800"/>
                    <a:pt x="34290" y="53340"/>
                    <a:pt x="33020" y="74636"/>
                  </a:cubicBezTo>
                  <a:cubicBezTo>
                    <a:pt x="31750" y="130211"/>
                    <a:pt x="31750" y="185786"/>
                    <a:pt x="30480" y="241360"/>
                  </a:cubicBezTo>
                  <a:cubicBezTo>
                    <a:pt x="29210" y="333985"/>
                    <a:pt x="26670" y="423522"/>
                    <a:pt x="25400" y="516146"/>
                  </a:cubicBezTo>
                  <a:cubicBezTo>
                    <a:pt x="20320" y="614946"/>
                    <a:pt x="26670" y="3029356"/>
                    <a:pt x="29210" y="3128156"/>
                  </a:cubicBezTo>
                  <a:cubicBezTo>
                    <a:pt x="29210" y="3233130"/>
                    <a:pt x="29210" y="3341192"/>
                    <a:pt x="30480" y="3446166"/>
                  </a:cubicBezTo>
                  <a:cubicBezTo>
                    <a:pt x="30480" y="3523353"/>
                    <a:pt x="33020" y="3600540"/>
                    <a:pt x="33020" y="3677727"/>
                  </a:cubicBezTo>
                  <a:cubicBezTo>
                    <a:pt x="33020" y="3761089"/>
                    <a:pt x="33020" y="3844451"/>
                    <a:pt x="31750" y="3924342"/>
                  </a:cubicBezTo>
                  <a:cubicBezTo>
                    <a:pt x="31750" y="3928152"/>
                    <a:pt x="31750" y="3930692"/>
                    <a:pt x="31750" y="3934502"/>
                  </a:cubicBezTo>
                  <a:cubicBezTo>
                    <a:pt x="31750" y="3944662"/>
                    <a:pt x="35560" y="3948472"/>
                    <a:pt x="44450" y="3948472"/>
                  </a:cubicBezTo>
                  <a:cubicBezTo>
                    <a:pt x="89489" y="3948472"/>
                    <a:pt x="175571" y="3949742"/>
                    <a:pt x="255504" y="3949742"/>
                  </a:cubicBezTo>
                  <a:cubicBezTo>
                    <a:pt x="372330" y="3949742"/>
                    <a:pt x="495304" y="3947202"/>
                    <a:pt x="612129" y="3949742"/>
                  </a:cubicBezTo>
                  <a:cubicBezTo>
                    <a:pt x="802739" y="3953552"/>
                    <a:pt x="993349" y="3956092"/>
                    <a:pt x="1183960" y="3954822"/>
                  </a:cubicBezTo>
                  <a:cubicBezTo>
                    <a:pt x="1306934" y="3953552"/>
                    <a:pt x="1423759" y="3956092"/>
                    <a:pt x="1546734" y="3956092"/>
                  </a:cubicBezTo>
                  <a:cubicBezTo>
                    <a:pt x="1725046" y="3956092"/>
                    <a:pt x="1903359" y="3954822"/>
                    <a:pt x="2081672" y="3956092"/>
                  </a:cubicBezTo>
                  <a:cubicBezTo>
                    <a:pt x="2346066" y="3957362"/>
                    <a:pt x="5248258" y="3947202"/>
                    <a:pt x="5518802" y="3949742"/>
                  </a:cubicBezTo>
                  <a:cubicBezTo>
                    <a:pt x="5635627" y="3951012"/>
                    <a:pt x="5752453" y="3952282"/>
                    <a:pt x="5863129" y="3952282"/>
                  </a:cubicBezTo>
                  <a:cubicBezTo>
                    <a:pt x="6066037" y="3954822"/>
                    <a:pt x="6262796" y="3951012"/>
                    <a:pt x="6465703" y="3954822"/>
                  </a:cubicBezTo>
                  <a:cubicBezTo>
                    <a:pt x="6631719" y="3957362"/>
                    <a:pt x="6797734" y="3957362"/>
                    <a:pt x="6963749" y="3959902"/>
                  </a:cubicBezTo>
                  <a:cubicBezTo>
                    <a:pt x="7209697" y="3963712"/>
                    <a:pt x="7455646" y="3966252"/>
                    <a:pt x="7701594" y="3967522"/>
                  </a:cubicBezTo>
                  <a:cubicBezTo>
                    <a:pt x="7793825" y="3967522"/>
                    <a:pt x="7821801" y="3966252"/>
                    <a:pt x="7842121" y="3966252"/>
                  </a:cubicBezTo>
                  <a:close/>
                </a:path>
              </a:pathLst>
            </a:custGeom>
            <a:solidFill>
              <a:srgbClr val="566E9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728" name="Google Shape;5728;p1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65927" y="8402060"/>
            <a:ext cx="1079711" cy="1137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29" name="Google Shape;5729;p1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515499">
            <a:off x="-1859064" y="8237574"/>
            <a:ext cx="4472952" cy="4098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0" name="Google Shape;5730;p14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592686" y="7464869"/>
            <a:ext cx="1077794" cy="372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1" name="Google Shape;5731;p14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09722" y="2108492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2" name="Google Shape;5732;p14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799935" y="1566026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3" name="Google Shape;5733;p14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218217" y="1957918"/>
            <a:ext cx="276587" cy="3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4" name="Google Shape;5734;p14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 rot="3408442">
            <a:off x="14718604" y="-144607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5" name="Google Shape;5735;p14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2249571">
            <a:off x="15103114" y="279368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6" name="Google Shape;5736;p14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2407583">
            <a:off x="16060787" y="2841596"/>
            <a:ext cx="360857" cy="392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7" name="Google Shape;5737;p14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1799909">
            <a:off x="14890235" y="1966312"/>
            <a:ext cx="1090565" cy="10271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38" name="Google Shape;5738;p14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-73573" y="8243513"/>
            <a:ext cx="2568374" cy="2539481"/>
          </a:xfrm>
          <a:prstGeom prst="rect">
            <a:avLst/>
          </a:prstGeom>
          <a:noFill/>
          <a:ln>
            <a:noFill/>
          </a:ln>
        </p:spPr>
      </p:pic>
      <p:sp>
        <p:nvSpPr>
          <p:cNvPr id="5739" name="Google Shape;5739;p146"/>
          <p:cNvSpPr txBox="1"/>
          <p:nvPr/>
        </p:nvSpPr>
        <p:spPr>
          <a:xfrm>
            <a:off x="14020170" y="-80476"/>
            <a:ext cx="4267800" cy="114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0" name="Google Shape;5740;p146"/>
          <p:cNvSpPr txBox="1"/>
          <p:nvPr/>
        </p:nvSpPr>
        <p:spPr>
          <a:xfrm>
            <a:off x="2757966" y="1600555"/>
            <a:ext cx="13747800" cy="465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Question: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Image Resolution = 2048 x 2048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Colour depth = 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Calculate the size of this image in Bytes (Answer: 8388608 bytes).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What is the size of the image in MiB.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66E96"/>
        </a:solidFill>
      </p:bgPr>
    </p:bg>
    <p:spTree>
      <p:nvGrpSpPr>
        <p:cNvPr id="5744" name="Shape 5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45" name="Google Shape;5745;p147"/>
          <p:cNvGrpSpPr/>
          <p:nvPr/>
        </p:nvGrpSpPr>
        <p:grpSpPr>
          <a:xfrm>
            <a:off x="1117882" y="1028702"/>
            <a:ext cx="16243808" cy="8227026"/>
            <a:chOff x="-3810" y="0"/>
            <a:chExt cx="7866251" cy="3984032"/>
          </a:xfrm>
        </p:grpSpPr>
        <p:sp>
          <p:nvSpPr>
            <p:cNvPr id="5746" name="Google Shape;5746;p147"/>
            <p:cNvSpPr/>
            <p:nvPr/>
          </p:nvSpPr>
          <p:spPr>
            <a:xfrm>
              <a:off x="10160" y="16510"/>
              <a:ext cx="7837041" cy="3957362"/>
            </a:xfrm>
            <a:custGeom>
              <a:rect b="b" l="l" r="r" t="t"/>
              <a:pathLst>
                <a:path extrusionOk="0" h="3957362" w="7837041">
                  <a:moveTo>
                    <a:pt x="7837041" y="3957362"/>
                  </a:moveTo>
                  <a:lnTo>
                    <a:pt x="0" y="3949742"/>
                  </a:lnTo>
                  <a:lnTo>
                    <a:pt x="0" y="1385743"/>
                  </a:lnTo>
                  <a:lnTo>
                    <a:pt x="17780" y="19050"/>
                  </a:lnTo>
                  <a:lnTo>
                    <a:pt x="3906166" y="0"/>
                  </a:lnTo>
                  <a:lnTo>
                    <a:pt x="7817991" y="5080"/>
                  </a:lnTo>
                  <a:close/>
                </a:path>
              </a:pathLst>
            </a:custGeom>
            <a:solidFill>
              <a:srgbClr val="11284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7" name="Google Shape;5747;p147"/>
            <p:cNvSpPr/>
            <p:nvPr/>
          </p:nvSpPr>
          <p:spPr>
            <a:xfrm>
              <a:off x="-3810" y="0"/>
              <a:ext cx="7866251" cy="3984032"/>
            </a:xfrm>
            <a:custGeom>
              <a:rect b="b" l="l" r="r" t="t"/>
              <a:pathLst>
                <a:path extrusionOk="0" h="3984032" w="7866251">
                  <a:moveTo>
                    <a:pt x="7831961" y="21590"/>
                  </a:moveTo>
                  <a:cubicBezTo>
                    <a:pt x="7833231" y="34290"/>
                    <a:pt x="7833231" y="44450"/>
                    <a:pt x="7834501" y="54610"/>
                  </a:cubicBezTo>
                  <a:cubicBezTo>
                    <a:pt x="7837041" y="124036"/>
                    <a:pt x="7838311" y="210485"/>
                    <a:pt x="7840851" y="293847"/>
                  </a:cubicBezTo>
                  <a:cubicBezTo>
                    <a:pt x="7840851" y="414259"/>
                    <a:pt x="7853551" y="2788533"/>
                    <a:pt x="7859901" y="2908944"/>
                  </a:cubicBezTo>
                  <a:cubicBezTo>
                    <a:pt x="7866251" y="3091106"/>
                    <a:pt x="7862441" y="3276355"/>
                    <a:pt x="7862441" y="3458516"/>
                  </a:cubicBezTo>
                  <a:cubicBezTo>
                    <a:pt x="7862441" y="3619065"/>
                    <a:pt x="7863711" y="3767264"/>
                    <a:pt x="7864981" y="3923072"/>
                  </a:cubicBezTo>
                  <a:cubicBezTo>
                    <a:pt x="7864981" y="3944662"/>
                    <a:pt x="7864981" y="3958632"/>
                    <a:pt x="7864981" y="3982762"/>
                  </a:cubicBezTo>
                  <a:cubicBezTo>
                    <a:pt x="7842121" y="3982762"/>
                    <a:pt x="7821801" y="3984032"/>
                    <a:pt x="7781528" y="3982762"/>
                  </a:cubicBezTo>
                  <a:cubicBezTo>
                    <a:pt x="7381861" y="3977682"/>
                    <a:pt x="6976046" y="3984032"/>
                    <a:pt x="6576380" y="3978952"/>
                  </a:cubicBezTo>
                  <a:cubicBezTo>
                    <a:pt x="6336580" y="3975142"/>
                    <a:pt x="6102929" y="3977682"/>
                    <a:pt x="5863129" y="3975142"/>
                  </a:cubicBezTo>
                  <a:cubicBezTo>
                    <a:pt x="5752453" y="3973872"/>
                    <a:pt x="5641776" y="3972602"/>
                    <a:pt x="5531099" y="3971332"/>
                  </a:cubicBezTo>
                  <a:cubicBezTo>
                    <a:pt x="5463463" y="3971332"/>
                    <a:pt x="5401976" y="3972602"/>
                    <a:pt x="5334340" y="3972602"/>
                  </a:cubicBezTo>
                  <a:cubicBezTo>
                    <a:pt x="5162176" y="3971332"/>
                    <a:pt x="4688725" y="3972602"/>
                    <a:pt x="4516561" y="3971332"/>
                  </a:cubicBezTo>
                  <a:cubicBezTo>
                    <a:pt x="4393587" y="3970062"/>
                    <a:pt x="1934102" y="3978952"/>
                    <a:pt x="1811128" y="3977682"/>
                  </a:cubicBezTo>
                  <a:cubicBezTo>
                    <a:pt x="1780385" y="3977682"/>
                    <a:pt x="1743492" y="3978952"/>
                    <a:pt x="1712749" y="3978952"/>
                  </a:cubicBezTo>
                  <a:cubicBezTo>
                    <a:pt x="1638964" y="3978952"/>
                    <a:pt x="1571328" y="3980222"/>
                    <a:pt x="1497544" y="3980222"/>
                  </a:cubicBezTo>
                  <a:cubicBezTo>
                    <a:pt x="1313082" y="3980222"/>
                    <a:pt x="1134770" y="3978952"/>
                    <a:pt x="950308" y="3977682"/>
                  </a:cubicBezTo>
                  <a:cubicBezTo>
                    <a:pt x="839632" y="3976412"/>
                    <a:pt x="728955" y="3975142"/>
                    <a:pt x="624427" y="3973872"/>
                  </a:cubicBezTo>
                  <a:cubicBezTo>
                    <a:pt x="427668" y="3972602"/>
                    <a:pt x="230909" y="3971332"/>
                    <a:pt x="48260" y="3971332"/>
                  </a:cubicBezTo>
                  <a:cubicBezTo>
                    <a:pt x="38100" y="3971332"/>
                    <a:pt x="29210" y="3971332"/>
                    <a:pt x="19050" y="3970062"/>
                  </a:cubicBezTo>
                  <a:cubicBezTo>
                    <a:pt x="10160" y="3968792"/>
                    <a:pt x="5080" y="3962442"/>
                    <a:pt x="7620" y="3953552"/>
                  </a:cubicBezTo>
                  <a:cubicBezTo>
                    <a:pt x="16510" y="3921639"/>
                    <a:pt x="12700" y="3844451"/>
                    <a:pt x="11430" y="3764177"/>
                  </a:cubicBezTo>
                  <a:cubicBezTo>
                    <a:pt x="10160" y="3600540"/>
                    <a:pt x="6350" y="3439991"/>
                    <a:pt x="7620" y="3276355"/>
                  </a:cubicBezTo>
                  <a:cubicBezTo>
                    <a:pt x="5080" y="3072581"/>
                    <a:pt x="0" y="550108"/>
                    <a:pt x="7620" y="343247"/>
                  </a:cubicBezTo>
                  <a:cubicBezTo>
                    <a:pt x="8890" y="303110"/>
                    <a:pt x="7620" y="259885"/>
                    <a:pt x="8890" y="219748"/>
                  </a:cubicBezTo>
                  <a:cubicBezTo>
                    <a:pt x="10160" y="154911"/>
                    <a:pt x="12700" y="8389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77191" y="30480"/>
                    <a:pt x="175571" y="29210"/>
                  </a:cubicBezTo>
                  <a:cubicBezTo>
                    <a:pt x="341586" y="25400"/>
                    <a:pt x="507601" y="22860"/>
                    <a:pt x="679765" y="20320"/>
                  </a:cubicBezTo>
                  <a:cubicBezTo>
                    <a:pt x="796591" y="17780"/>
                    <a:pt x="913416" y="16510"/>
                    <a:pt x="1024093" y="13970"/>
                  </a:cubicBezTo>
                  <a:cubicBezTo>
                    <a:pt x="1134770" y="11430"/>
                    <a:pt x="1251595" y="8890"/>
                    <a:pt x="1362272" y="8890"/>
                  </a:cubicBezTo>
                  <a:cubicBezTo>
                    <a:pt x="1485246" y="7620"/>
                    <a:pt x="1608221" y="10160"/>
                    <a:pt x="1731195" y="8890"/>
                  </a:cubicBezTo>
                  <a:cubicBezTo>
                    <a:pt x="1884913" y="8890"/>
                    <a:pt x="4670279" y="6350"/>
                    <a:pt x="4823997" y="5080"/>
                  </a:cubicBezTo>
                  <a:cubicBezTo>
                    <a:pt x="4971566" y="3810"/>
                    <a:pt x="5119135" y="2540"/>
                    <a:pt x="5272853" y="2540"/>
                  </a:cubicBezTo>
                  <a:cubicBezTo>
                    <a:pt x="5524951" y="1270"/>
                    <a:pt x="5770899" y="0"/>
                    <a:pt x="6022996" y="0"/>
                  </a:cubicBezTo>
                  <a:cubicBezTo>
                    <a:pt x="6127524" y="0"/>
                    <a:pt x="6238201" y="2540"/>
                    <a:pt x="6342729" y="2540"/>
                  </a:cubicBezTo>
                  <a:cubicBezTo>
                    <a:pt x="6631719" y="3810"/>
                    <a:pt x="6926856" y="5080"/>
                    <a:pt x="7215846" y="7620"/>
                  </a:cubicBezTo>
                  <a:cubicBezTo>
                    <a:pt x="7369564" y="8890"/>
                    <a:pt x="7523281" y="12700"/>
                    <a:pt x="7677000" y="16510"/>
                  </a:cubicBezTo>
                  <a:cubicBezTo>
                    <a:pt x="7713891" y="16510"/>
                    <a:pt x="7750784" y="16510"/>
                    <a:pt x="7781528" y="16510"/>
                  </a:cubicBezTo>
                  <a:cubicBezTo>
                    <a:pt x="7812911" y="17780"/>
                    <a:pt x="7821801" y="20320"/>
                    <a:pt x="7831961" y="21590"/>
                  </a:cubicBezTo>
                  <a:close/>
                  <a:moveTo>
                    <a:pt x="7842121" y="3966252"/>
                  </a:moveTo>
                  <a:cubicBezTo>
                    <a:pt x="7843391" y="3949742"/>
                    <a:pt x="7844661" y="3937042"/>
                    <a:pt x="7844661" y="3924342"/>
                  </a:cubicBezTo>
                  <a:cubicBezTo>
                    <a:pt x="7843391" y="3751827"/>
                    <a:pt x="7842121" y="3588191"/>
                    <a:pt x="7842121" y="3412204"/>
                  </a:cubicBezTo>
                  <a:cubicBezTo>
                    <a:pt x="7842121" y="3331930"/>
                    <a:pt x="7844661" y="3251655"/>
                    <a:pt x="7843391" y="3171380"/>
                  </a:cubicBezTo>
                  <a:cubicBezTo>
                    <a:pt x="7843391" y="3097281"/>
                    <a:pt x="7842121" y="3020094"/>
                    <a:pt x="7840851" y="2945994"/>
                  </a:cubicBezTo>
                  <a:cubicBezTo>
                    <a:pt x="7835771" y="2831757"/>
                    <a:pt x="7824341" y="466746"/>
                    <a:pt x="7824341" y="352510"/>
                  </a:cubicBezTo>
                  <a:cubicBezTo>
                    <a:pt x="7821801" y="256798"/>
                    <a:pt x="7819261" y="157998"/>
                    <a:pt x="7816721" y="63500"/>
                  </a:cubicBezTo>
                  <a:cubicBezTo>
                    <a:pt x="7815451" y="44450"/>
                    <a:pt x="7814181" y="43180"/>
                    <a:pt x="7763081" y="41910"/>
                  </a:cubicBezTo>
                  <a:cubicBezTo>
                    <a:pt x="7744635" y="41910"/>
                    <a:pt x="7732338" y="41910"/>
                    <a:pt x="7713892" y="40640"/>
                  </a:cubicBezTo>
                  <a:cubicBezTo>
                    <a:pt x="7560174" y="36830"/>
                    <a:pt x="7400307" y="31750"/>
                    <a:pt x="7246590" y="30480"/>
                  </a:cubicBezTo>
                  <a:cubicBezTo>
                    <a:pt x="6871519" y="26670"/>
                    <a:pt x="6490298" y="25400"/>
                    <a:pt x="6115227" y="22860"/>
                  </a:cubicBezTo>
                  <a:cubicBezTo>
                    <a:pt x="6059888" y="22860"/>
                    <a:pt x="5998401" y="22860"/>
                    <a:pt x="5943063" y="22860"/>
                  </a:cubicBezTo>
                  <a:cubicBezTo>
                    <a:pt x="5850832" y="22860"/>
                    <a:pt x="5758601" y="22860"/>
                    <a:pt x="5672519" y="22860"/>
                  </a:cubicBezTo>
                  <a:cubicBezTo>
                    <a:pt x="5475761" y="22860"/>
                    <a:pt x="5279002" y="22860"/>
                    <a:pt x="5088392" y="24130"/>
                  </a:cubicBezTo>
                  <a:cubicBezTo>
                    <a:pt x="4922376" y="25400"/>
                    <a:pt x="2124712" y="29210"/>
                    <a:pt x="1958697" y="29210"/>
                  </a:cubicBezTo>
                  <a:cubicBezTo>
                    <a:pt x="1688154" y="29210"/>
                    <a:pt x="1417611" y="26670"/>
                    <a:pt x="1147067" y="33020"/>
                  </a:cubicBezTo>
                  <a:cubicBezTo>
                    <a:pt x="1005647" y="36830"/>
                    <a:pt x="870375" y="36830"/>
                    <a:pt x="735104" y="38100"/>
                  </a:cubicBezTo>
                  <a:cubicBezTo>
                    <a:pt x="501452" y="41910"/>
                    <a:pt x="267801" y="45720"/>
                    <a:pt x="49530" y="50800"/>
                  </a:cubicBezTo>
                  <a:cubicBezTo>
                    <a:pt x="36830" y="50800"/>
                    <a:pt x="34290" y="53340"/>
                    <a:pt x="33020" y="74636"/>
                  </a:cubicBezTo>
                  <a:cubicBezTo>
                    <a:pt x="31750" y="130211"/>
                    <a:pt x="31750" y="185786"/>
                    <a:pt x="30480" y="241360"/>
                  </a:cubicBezTo>
                  <a:cubicBezTo>
                    <a:pt x="29210" y="333985"/>
                    <a:pt x="26670" y="423522"/>
                    <a:pt x="25400" y="516146"/>
                  </a:cubicBezTo>
                  <a:cubicBezTo>
                    <a:pt x="20320" y="614946"/>
                    <a:pt x="26670" y="3029356"/>
                    <a:pt x="29210" y="3128156"/>
                  </a:cubicBezTo>
                  <a:cubicBezTo>
                    <a:pt x="29210" y="3233130"/>
                    <a:pt x="29210" y="3341192"/>
                    <a:pt x="30480" y="3446166"/>
                  </a:cubicBezTo>
                  <a:cubicBezTo>
                    <a:pt x="30480" y="3523353"/>
                    <a:pt x="33020" y="3600540"/>
                    <a:pt x="33020" y="3677727"/>
                  </a:cubicBezTo>
                  <a:cubicBezTo>
                    <a:pt x="33020" y="3761089"/>
                    <a:pt x="33020" y="3844451"/>
                    <a:pt x="31750" y="3924342"/>
                  </a:cubicBezTo>
                  <a:cubicBezTo>
                    <a:pt x="31750" y="3928152"/>
                    <a:pt x="31750" y="3930692"/>
                    <a:pt x="31750" y="3934502"/>
                  </a:cubicBezTo>
                  <a:cubicBezTo>
                    <a:pt x="31750" y="3944662"/>
                    <a:pt x="35560" y="3948472"/>
                    <a:pt x="44450" y="3948472"/>
                  </a:cubicBezTo>
                  <a:cubicBezTo>
                    <a:pt x="89489" y="3948472"/>
                    <a:pt x="175571" y="3949742"/>
                    <a:pt x="255504" y="3949742"/>
                  </a:cubicBezTo>
                  <a:cubicBezTo>
                    <a:pt x="372330" y="3949742"/>
                    <a:pt x="495304" y="3947202"/>
                    <a:pt x="612129" y="3949742"/>
                  </a:cubicBezTo>
                  <a:cubicBezTo>
                    <a:pt x="802739" y="3953552"/>
                    <a:pt x="993349" y="3956092"/>
                    <a:pt x="1183960" y="3954822"/>
                  </a:cubicBezTo>
                  <a:cubicBezTo>
                    <a:pt x="1306934" y="3953552"/>
                    <a:pt x="1423759" y="3956092"/>
                    <a:pt x="1546734" y="3956092"/>
                  </a:cubicBezTo>
                  <a:cubicBezTo>
                    <a:pt x="1725046" y="3956092"/>
                    <a:pt x="1903359" y="3954822"/>
                    <a:pt x="2081672" y="3956092"/>
                  </a:cubicBezTo>
                  <a:cubicBezTo>
                    <a:pt x="2346066" y="3957362"/>
                    <a:pt x="5248258" y="3947202"/>
                    <a:pt x="5518802" y="3949742"/>
                  </a:cubicBezTo>
                  <a:cubicBezTo>
                    <a:pt x="5635627" y="3951012"/>
                    <a:pt x="5752453" y="3952282"/>
                    <a:pt x="5863129" y="3952282"/>
                  </a:cubicBezTo>
                  <a:cubicBezTo>
                    <a:pt x="6066037" y="3954822"/>
                    <a:pt x="6262796" y="3951012"/>
                    <a:pt x="6465703" y="3954822"/>
                  </a:cubicBezTo>
                  <a:cubicBezTo>
                    <a:pt x="6631719" y="3957362"/>
                    <a:pt x="6797734" y="3957362"/>
                    <a:pt x="6963749" y="3959902"/>
                  </a:cubicBezTo>
                  <a:cubicBezTo>
                    <a:pt x="7209697" y="3963712"/>
                    <a:pt x="7455646" y="3966252"/>
                    <a:pt x="7701594" y="3967522"/>
                  </a:cubicBezTo>
                  <a:cubicBezTo>
                    <a:pt x="7793825" y="3967522"/>
                    <a:pt x="7821801" y="3966252"/>
                    <a:pt x="7842121" y="3966252"/>
                  </a:cubicBezTo>
                  <a:close/>
                </a:path>
              </a:pathLst>
            </a:custGeom>
            <a:solidFill>
              <a:srgbClr val="566E9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748" name="Google Shape;5748;p1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65927" y="8402060"/>
            <a:ext cx="1079711" cy="1137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9" name="Google Shape;5749;p1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515499">
            <a:off x="-1859064" y="8237574"/>
            <a:ext cx="4472952" cy="4098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0" name="Google Shape;5750;p1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592686" y="7464869"/>
            <a:ext cx="1077794" cy="372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1" name="Google Shape;5751;p14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09722" y="2108492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2" name="Google Shape;5752;p14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799935" y="1566026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3" name="Google Shape;5753;p14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218217" y="1957918"/>
            <a:ext cx="276587" cy="3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4" name="Google Shape;5754;p14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 rot="3408442">
            <a:off x="14718604" y="-144607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5" name="Google Shape;5755;p14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2249571">
            <a:off x="15103114" y="279368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6" name="Google Shape;5756;p14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2407583">
            <a:off x="16060787" y="2841596"/>
            <a:ext cx="360857" cy="392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7" name="Google Shape;5757;p14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1799909">
            <a:off x="14890235" y="1966312"/>
            <a:ext cx="1090565" cy="10271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8" name="Google Shape;5758;p147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-73573" y="8243513"/>
            <a:ext cx="2568374" cy="2539481"/>
          </a:xfrm>
          <a:prstGeom prst="rect">
            <a:avLst/>
          </a:prstGeom>
          <a:noFill/>
          <a:ln>
            <a:noFill/>
          </a:ln>
        </p:spPr>
      </p:pic>
      <p:sp>
        <p:nvSpPr>
          <p:cNvPr id="5759" name="Google Shape;5759;p147"/>
          <p:cNvSpPr txBox="1"/>
          <p:nvPr/>
        </p:nvSpPr>
        <p:spPr>
          <a:xfrm>
            <a:off x="14020170" y="-80477"/>
            <a:ext cx="4267800" cy="114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DANSWER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0" name="Google Shape;5760;p147"/>
          <p:cNvSpPr txBox="1"/>
          <p:nvPr/>
        </p:nvSpPr>
        <p:spPr>
          <a:xfrm>
            <a:off x="2757966" y="1600555"/>
            <a:ext cx="13747800" cy="465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Question: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Image Resolution = 2048 x 2048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Colour depth = 16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Calculate the size of this image in Bytes (Answer: 8388608 bytes).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What is the size of the image in MiB.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1" name="Google Shape;5761;p147"/>
          <p:cNvSpPr txBox="1"/>
          <p:nvPr/>
        </p:nvSpPr>
        <p:spPr>
          <a:xfrm>
            <a:off x="2923016" y="6185909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8388608 / 1024 = 8192 KiB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2" name="Google Shape;5762;p147"/>
          <p:cNvSpPr txBox="1"/>
          <p:nvPr/>
        </p:nvSpPr>
        <p:spPr>
          <a:xfrm>
            <a:off x="2923016" y="7025000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8192 / 1024 = 8 MiB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766" name="Shape 5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7" name="Google Shape;5767;p1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8" name="Google Shape;5768;p14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9" name="Google Shape;5769;p14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0" name="Google Shape;5770;p14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1" name="Google Shape;5771;p14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772" name="Google Shape;5772;p148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Sound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3" name="Google Shape;5773;p148"/>
          <p:cNvSpPr txBox="1"/>
          <p:nvPr/>
        </p:nvSpPr>
        <p:spPr>
          <a:xfrm>
            <a:off x="3375503" y="-146980"/>
            <a:ext cx="54060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Formula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74" name="Google Shape;5774;p14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538149" y="620885"/>
            <a:ext cx="2290098" cy="2636084"/>
          </a:xfrm>
          <a:prstGeom prst="rect">
            <a:avLst/>
          </a:prstGeom>
          <a:noFill/>
          <a:ln>
            <a:noFill/>
          </a:ln>
        </p:spPr>
      </p:pic>
      <p:sp>
        <p:nvSpPr>
          <p:cNvPr id="5775" name="Google Shape;5775;p148"/>
          <p:cNvSpPr txBox="1"/>
          <p:nvPr/>
        </p:nvSpPr>
        <p:spPr>
          <a:xfrm>
            <a:off x="1859927" y="3980825"/>
            <a:ext cx="14968200" cy="73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40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Sample Rate (in Hz) x Sample Resolution (in bits) x length of sample (in seconds)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779" name="Shape 5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0" name="Google Shape;5780;p1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1" name="Google Shape;5781;p1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2" name="Google Shape;5782;p14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3" name="Google Shape;5783;p14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4" name="Google Shape;5784;p14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785" name="Google Shape;5785;p149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Sound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6" name="Google Shape;5786;p149"/>
          <p:cNvSpPr txBox="1"/>
          <p:nvPr/>
        </p:nvSpPr>
        <p:spPr>
          <a:xfrm>
            <a:off x="4369956" y="3168213"/>
            <a:ext cx="10168200" cy="2499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Mono Sound vs Stereo Sound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8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Comparison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87" name="Google Shape;5787;p14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538149" y="620885"/>
            <a:ext cx="2290098" cy="26360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791" name="Shape 5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2" name="Google Shape;5792;p1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3" name="Google Shape;5793;p1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4" name="Google Shape;5794;p1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5" name="Google Shape;5795;p15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5"/>
            <a:ext cx="4557449" cy="4574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6" name="Google Shape;5796;p15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81" y="-1427082"/>
            <a:ext cx="4244189" cy="4379556"/>
          </a:xfrm>
          <a:prstGeom prst="rect">
            <a:avLst/>
          </a:prstGeom>
          <a:noFill/>
          <a:ln>
            <a:noFill/>
          </a:ln>
        </p:spPr>
      </p:pic>
      <p:sp>
        <p:nvSpPr>
          <p:cNvPr id="5797" name="Google Shape;5797;p150"/>
          <p:cNvSpPr txBox="1"/>
          <p:nvPr/>
        </p:nvSpPr>
        <p:spPr>
          <a:xfrm>
            <a:off x="199187" y="198092"/>
            <a:ext cx="2283600" cy="15511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Sound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8" name="Google Shape;5798;p150"/>
          <p:cNvSpPr txBox="1"/>
          <p:nvPr/>
        </p:nvSpPr>
        <p:spPr>
          <a:xfrm>
            <a:off x="3375503" y="-146981"/>
            <a:ext cx="81252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 1 - Mono Sound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99" name="Google Shape;5799;p15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538149" y="620885"/>
            <a:ext cx="2290098" cy="2636084"/>
          </a:xfrm>
          <a:prstGeom prst="rect">
            <a:avLst/>
          </a:prstGeom>
          <a:noFill/>
          <a:ln>
            <a:noFill/>
          </a:ln>
        </p:spPr>
      </p:pic>
      <p:sp>
        <p:nvSpPr>
          <p:cNvPr id="5800" name="Google Shape;5800;p150"/>
          <p:cNvSpPr txBox="1"/>
          <p:nvPr/>
        </p:nvSpPr>
        <p:spPr>
          <a:xfrm>
            <a:off x="2757966" y="1600554"/>
            <a:ext cx="13747800" cy="465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Question: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Sample Rate: 44100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Sample Resolution: 8 bits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Length of the music: 20 seconds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  <a:p>
            <a:pPr indent="0" lvl="0" marL="0" marR="0" rtl="0" algn="l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Calculate the size of the audio in KiB.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1" name="Google Shape;5801;p150"/>
          <p:cNvSpPr txBox="1"/>
          <p:nvPr/>
        </p:nvSpPr>
        <p:spPr>
          <a:xfrm>
            <a:off x="2757966" y="6200444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44100 x 8 x 20 = 7056000 bits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2" name="Google Shape;5802;p150"/>
          <p:cNvSpPr txBox="1"/>
          <p:nvPr/>
        </p:nvSpPr>
        <p:spPr>
          <a:xfrm>
            <a:off x="2751608" y="6966370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7056000/8 = 882000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3" name="Google Shape;5803;p150"/>
          <p:cNvSpPr txBox="1"/>
          <p:nvPr/>
        </p:nvSpPr>
        <p:spPr>
          <a:xfrm>
            <a:off x="2751608" y="7720817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882000 / 1024 = 861.328 KiB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284D"/>
        </a:solidFill>
      </p:bgPr>
    </p:bg>
    <p:spTree>
      <p:nvGrpSpPr>
        <p:cNvPr id="5807" name="Shape 5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08" name="Google Shape;5808;p1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7702144">
            <a:off x="15545324" y="7886135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9" name="Google Shape;5809;p1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7445426">
            <a:off x="15776010" y="-1539200"/>
            <a:ext cx="5023980" cy="46037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10" name="Google Shape;5810;p1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6543272">
            <a:off x="15451525" y="8382184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11" name="Google Shape;5811;p15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566612" y="-1437404"/>
            <a:ext cx="3731213" cy="3744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12" name="Google Shape;5812;p15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-1492579" y="-1427082"/>
            <a:ext cx="3657179" cy="37738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3" name="Google Shape;5813;p151"/>
          <p:cNvSpPr txBox="1"/>
          <p:nvPr/>
        </p:nvSpPr>
        <p:spPr>
          <a:xfrm>
            <a:off x="-34802" y="-31955"/>
            <a:ext cx="1967400" cy="14225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Calculation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of file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1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size - Sound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4" name="Google Shape;5814;p151"/>
          <p:cNvSpPr txBox="1"/>
          <p:nvPr/>
        </p:nvSpPr>
        <p:spPr>
          <a:xfrm>
            <a:off x="3375503" y="-146981"/>
            <a:ext cx="8125200" cy="9912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601">
                <a:solidFill>
                  <a:srgbClr val="FFFFFF"/>
                </a:solidFill>
                <a:latin typeface="Gaegu"/>
                <a:ea typeface="Gaegu"/>
                <a:cs typeface="Gaegu"/>
                <a:sym typeface="Gaegu"/>
              </a:rPr>
              <a:t>Example 1 - Stereo Sound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15" name="Google Shape;5815;p15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6467314" y="-289339"/>
            <a:ext cx="2290098" cy="2636084"/>
          </a:xfrm>
          <a:prstGeom prst="rect">
            <a:avLst/>
          </a:prstGeom>
          <a:noFill/>
          <a:ln>
            <a:noFill/>
          </a:ln>
        </p:spPr>
      </p:pic>
      <p:sp>
        <p:nvSpPr>
          <p:cNvPr id="5816" name="Google Shape;5816;p151"/>
          <p:cNvSpPr txBox="1"/>
          <p:nvPr/>
        </p:nvSpPr>
        <p:spPr>
          <a:xfrm>
            <a:off x="1115057" y="2407130"/>
            <a:ext cx="15352200" cy="2930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An audio CD has a sample rate of 44100 and a sample resolution of 16 bits. The music being sampled uses two channels to allow for stereo recording. Calculate the file size for a 60-minute recording.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401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</p:txBody>
      </p:sp>
      <p:sp>
        <p:nvSpPr>
          <p:cNvPr id="5817" name="Google Shape;5817;p151"/>
          <p:cNvSpPr txBox="1"/>
          <p:nvPr/>
        </p:nvSpPr>
        <p:spPr>
          <a:xfrm>
            <a:off x="1115057" y="4780166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44100 x 16 x 3600 = 2540160000 bits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8" name="Google Shape;5818;p151"/>
          <p:cNvSpPr txBox="1"/>
          <p:nvPr/>
        </p:nvSpPr>
        <p:spPr>
          <a:xfrm>
            <a:off x="1115057" y="5677348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2540160000 x 2 = 5080320000 bits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9" name="Google Shape;5819;p151"/>
          <p:cNvSpPr txBox="1"/>
          <p:nvPr/>
        </p:nvSpPr>
        <p:spPr>
          <a:xfrm>
            <a:off x="1115057" y="6674084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5080320000 / 8 = 635040000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0" name="Google Shape;5820;p151"/>
          <p:cNvSpPr txBox="1"/>
          <p:nvPr/>
        </p:nvSpPr>
        <p:spPr>
          <a:xfrm>
            <a:off x="1115057" y="7730645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635040000 / 1024 = 620156.25 KiB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1" name="Google Shape;5821;p151"/>
          <p:cNvSpPr txBox="1"/>
          <p:nvPr/>
        </p:nvSpPr>
        <p:spPr>
          <a:xfrm>
            <a:off x="1115057" y="8750213"/>
            <a:ext cx="11872800" cy="8619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001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620156.25 / 1024 = 605.62 MiB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66E96"/>
        </a:solidFill>
      </p:bgPr>
    </p:bg>
    <p:spTree>
      <p:nvGrpSpPr>
        <p:cNvPr id="5825" name="Shape 5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26" name="Google Shape;5826;p152"/>
          <p:cNvGrpSpPr/>
          <p:nvPr/>
        </p:nvGrpSpPr>
        <p:grpSpPr>
          <a:xfrm>
            <a:off x="1117882" y="1028702"/>
            <a:ext cx="16243808" cy="8227026"/>
            <a:chOff x="-3810" y="0"/>
            <a:chExt cx="7866251" cy="3984032"/>
          </a:xfrm>
        </p:grpSpPr>
        <p:sp>
          <p:nvSpPr>
            <p:cNvPr id="5827" name="Google Shape;5827;p152"/>
            <p:cNvSpPr/>
            <p:nvPr/>
          </p:nvSpPr>
          <p:spPr>
            <a:xfrm>
              <a:off x="10160" y="16510"/>
              <a:ext cx="7837041" cy="3957362"/>
            </a:xfrm>
            <a:custGeom>
              <a:rect b="b" l="l" r="r" t="t"/>
              <a:pathLst>
                <a:path extrusionOk="0" h="3957362" w="7837041">
                  <a:moveTo>
                    <a:pt x="7837041" y="3957362"/>
                  </a:moveTo>
                  <a:lnTo>
                    <a:pt x="0" y="3949742"/>
                  </a:lnTo>
                  <a:lnTo>
                    <a:pt x="0" y="1385743"/>
                  </a:lnTo>
                  <a:lnTo>
                    <a:pt x="17780" y="19050"/>
                  </a:lnTo>
                  <a:lnTo>
                    <a:pt x="3906166" y="0"/>
                  </a:lnTo>
                  <a:lnTo>
                    <a:pt x="7817991" y="5080"/>
                  </a:lnTo>
                  <a:close/>
                </a:path>
              </a:pathLst>
            </a:custGeom>
            <a:solidFill>
              <a:srgbClr val="11284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8" name="Google Shape;5828;p152"/>
            <p:cNvSpPr/>
            <p:nvPr/>
          </p:nvSpPr>
          <p:spPr>
            <a:xfrm>
              <a:off x="-3810" y="0"/>
              <a:ext cx="7866251" cy="3984032"/>
            </a:xfrm>
            <a:custGeom>
              <a:rect b="b" l="l" r="r" t="t"/>
              <a:pathLst>
                <a:path extrusionOk="0" h="3984032" w="7866251">
                  <a:moveTo>
                    <a:pt x="7831961" y="21590"/>
                  </a:moveTo>
                  <a:cubicBezTo>
                    <a:pt x="7833231" y="34290"/>
                    <a:pt x="7833231" y="44450"/>
                    <a:pt x="7834501" y="54610"/>
                  </a:cubicBezTo>
                  <a:cubicBezTo>
                    <a:pt x="7837041" y="124036"/>
                    <a:pt x="7838311" y="210485"/>
                    <a:pt x="7840851" y="293847"/>
                  </a:cubicBezTo>
                  <a:cubicBezTo>
                    <a:pt x="7840851" y="414259"/>
                    <a:pt x="7853551" y="2788533"/>
                    <a:pt x="7859901" y="2908944"/>
                  </a:cubicBezTo>
                  <a:cubicBezTo>
                    <a:pt x="7866251" y="3091106"/>
                    <a:pt x="7862441" y="3276355"/>
                    <a:pt x="7862441" y="3458516"/>
                  </a:cubicBezTo>
                  <a:cubicBezTo>
                    <a:pt x="7862441" y="3619065"/>
                    <a:pt x="7863711" y="3767264"/>
                    <a:pt x="7864981" y="3923072"/>
                  </a:cubicBezTo>
                  <a:cubicBezTo>
                    <a:pt x="7864981" y="3944662"/>
                    <a:pt x="7864981" y="3958632"/>
                    <a:pt x="7864981" y="3982762"/>
                  </a:cubicBezTo>
                  <a:cubicBezTo>
                    <a:pt x="7842121" y="3982762"/>
                    <a:pt x="7821801" y="3984032"/>
                    <a:pt x="7781528" y="3982762"/>
                  </a:cubicBezTo>
                  <a:cubicBezTo>
                    <a:pt x="7381861" y="3977682"/>
                    <a:pt x="6976046" y="3984032"/>
                    <a:pt x="6576380" y="3978952"/>
                  </a:cubicBezTo>
                  <a:cubicBezTo>
                    <a:pt x="6336580" y="3975142"/>
                    <a:pt x="6102929" y="3977682"/>
                    <a:pt x="5863129" y="3975142"/>
                  </a:cubicBezTo>
                  <a:cubicBezTo>
                    <a:pt x="5752453" y="3973872"/>
                    <a:pt x="5641776" y="3972602"/>
                    <a:pt x="5531099" y="3971332"/>
                  </a:cubicBezTo>
                  <a:cubicBezTo>
                    <a:pt x="5463463" y="3971332"/>
                    <a:pt x="5401976" y="3972602"/>
                    <a:pt x="5334340" y="3972602"/>
                  </a:cubicBezTo>
                  <a:cubicBezTo>
                    <a:pt x="5162176" y="3971332"/>
                    <a:pt x="4688725" y="3972602"/>
                    <a:pt x="4516561" y="3971332"/>
                  </a:cubicBezTo>
                  <a:cubicBezTo>
                    <a:pt x="4393587" y="3970062"/>
                    <a:pt x="1934102" y="3978952"/>
                    <a:pt x="1811128" y="3977682"/>
                  </a:cubicBezTo>
                  <a:cubicBezTo>
                    <a:pt x="1780385" y="3977682"/>
                    <a:pt x="1743492" y="3978952"/>
                    <a:pt x="1712749" y="3978952"/>
                  </a:cubicBezTo>
                  <a:cubicBezTo>
                    <a:pt x="1638964" y="3978952"/>
                    <a:pt x="1571328" y="3980222"/>
                    <a:pt x="1497544" y="3980222"/>
                  </a:cubicBezTo>
                  <a:cubicBezTo>
                    <a:pt x="1313082" y="3980222"/>
                    <a:pt x="1134770" y="3978952"/>
                    <a:pt x="950308" y="3977682"/>
                  </a:cubicBezTo>
                  <a:cubicBezTo>
                    <a:pt x="839632" y="3976412"/>
                    <a:pt x="728955" y="3975142"/>
                    <a:pt x="624427" y="3973872"/>
                  </a:cubicBezTo>
                  <a:cubicBezTo>
                    <a:pt x="427668" y="3972602"/>
                    <a:pt x="230909" y="3971332"/>
                    <a:pt x="48260" y="3971332"/>
                  </a:cubicBezTo>
                  <a:cubicBezTo>
                    <a:pt x="38100" y="3971332"/>
                    <a:pt x="29210" y="3971332"/>
                    <a:pt x="19050" y="3970062"/>
                  </a:cubicBezTo>
                  <a:cubicBezTo>
                    <a:pt x="10160" y="3968792"/>
                    <a:pt x="5080" y="3962442"/>
                    <a:pt x="7620" y="3953552"/>
                  </a:cubicBezTo>
                  <a:cubicBezTo>
                    <a:pt x="16510" y="3921639"/>
                    <a:pt x="12700" y="3844451"/>
                    <a:pt x="11430" y="3764177"/>
                  </a:cubicBezTo>
                  <a:cubicBezTo>
                    <a:pt x="10160" y="3600540"/>
                    <a:pt x="6350" y="3439991"/>
                    <a:pt x="7620" y="3276355"/>
                  </a:cubicBezTo>
                  <a:cubicBezTo>
                    <a:pt x="5080" y="3072581"/>
                    <a:pt x="0" y="550108"/>
                    <a:pt x="7620" y="343247"/>
                  </a:cubicBezTo>
                  <a:cubicBezTo>
                    <a:pt x="8890" y="303110"/>
                    <a:pt x="7620" y="259885"/>
                    <a:pt x="8890" y="219748"/>
                  </a:cubicBezTo>
                  <a:cubicBezTo>
                    <a:pt x="10160" y="154911"/>
                    <a:pt x="12700" y="8389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77191" y="30480"/>
                    <a:pt x="175571" y="29210"/>
                  </a:cubicBezTo>
                  <a:cubicBezTo>
                    <a:pt x="341586" y="25400"/>
                    <a:pt x="507601" y="22860"/>
                    <a:pt x="679765" y="20320"/>
                  </a:cubicBezTo>
                  <a:cubicBezTo>
                    <a:pt x="796591" y="17780"/>
                    <a:pt x="913416" y="16510"/>
                    <a:pt x="1024093" y="13970"/>
                  </a:cubicBezTo>
                  <a:cubicBezTo>
                    <a:pt x="1134770" y="11430"/>
                    <a:pt x="1251595" y="8890"/>
                    <a:pt x="1362272" y="8890"/>
                  </a:cubicBezTo>
                  <a:cubicBezTo>
                    <a:pt x="1485246" y="7620"/>
                    <a:pt x="1608221" y="10160"/>
                    <a:pt x="1731195" y="8890"/>
                  </a:cubicBezTo>
                  <a:cubicBezTo>
                    <a:pt x="1884913" y="8890"/>
                    <a:pt x="4670279" y="6350"/>
                    <a:pt x="4823997" y="5080"/>
                  </a:cubicBezTo>
                  <a:cubicBezTo>
                    <a:pt x="4971566" y="3810"/>
                    <a:pt x="5119135" y="2540"/>
                    <a:pt x="5272853" y="2540"/>
                  </a:cubicBezTo>
                  <a:cubicBezTo>
                    <a:pt x="5524951" y="1270"/>
                    <a:pt x="5770899" y="0"/>
                    <a:pt x="6022996" y="0"/>
                  </a:cubicBezTo>
                  <a:cubicBezTo>
                    <a:pt x="6127524" y="0"/>
                    <a:pt x="6238201" y="2540"/>
                    <a:pt x="6342729" y="2540"/>
                  </a:cubicBezTo>
                  <a:cubicBezTo>
                    <a:pt x="6631719" y="3810"/>
                    <a:pt x="6926856" y="5080"/>
                    <a:pt x="7215846" y="7620"/>
                  </a:cubicBezTo>
                  <a:cubicBezTo>
                    <a:pt x="7369564" y="8890"/>
                    <a:pt x="7523281" y="12700"/>
                    <a:pt x="7677000" y="16510"/>
                  </a:cubicBezTo>
                  <a:cubicBezTo>
                    <a:pt x="7713891" y="16510"/>
                    <a:pt x="7750784" y="16510"/>
                    <a:pt x="7781528" y="16510"/>
                  </a:cubicBezTo>
                  <a:cubicBezTo>
                    <a:pt x="7812911" y="17780"/>
                    <a:pt x="7821801" y="20320"/>
                    <a:pt x="7831961" y="21590"/>
                  </a:cubicBezTo>
                  <a:close/>
                  <a:moveTo>
                    <a:pt x="7842121" y="3966252"/>
                  </a:moveTo>
                  <a:cubicBezTo>
                    <a:pt x="7843391" y="3949742"/>
                    <a:pt x="7844661" y="3937042"/>
                    <a:pt x="7844661" y="3924342"/>
                  </a:cubicBezTo>
                  <a:cubicBezTo>
                    <a:pt x="7843391" y="3751827"/>
                    <a:pt x="7842121" y="3588191"/>
                    <a:pt x="7842121" y="3412204"/>
                  </a:cubicBezTo>
                  <a:cubicBezTo>
                    <a:pt x="7842121" y="3331930"/>
                    <a:pt x="7844661" y="3251655"/>
                    <a:pt x="7843391" y="3171380"/>
                  </a:cubicBezTo>
                  <a:cubicBezTo>
                    <a:pt x="7843391" y="3097281"/>
                    <a:pt x="7842121" y="3020094"/>
                    <a:pt x="7840851" y="2945994"/>
                  </a:cubicBezTo>
                  <a:cubicBezTo>
                    <a:pt x="7835771" y="2831757"/>
                    <a:pt x="7824341" y="466746"/>
                    <a:pt x="7824341" y="352510"/>
                  </a:cubicBezTo>
                  <a:cubicBezTo>
                    <a:pt x="7821801" y="256798"/>
                    <a:pt x="7819261" y="157998"/>
                    <a:pt x="7816721" y="63500"/>
                  </a:cubicBezTo>
                  <a:cubicBezTo>
                    <a:pt x="7815451" y="44450"/>
                    <a:pt x="7814181" y="43180"/>
                    <a:pt x="7763081" y="41910"/>
                  </a:cubicBezTo>
                  <a:cubicBezTo>
                    <a:pt x="7744635" y="41910"/>
                    <a:pt x="7732338" y="41910"/>
                    <a:pt x="7713892" y="40640"/>
                  </a:cubicBezTo>
                  <a:cubicBezTo>
                    <a:pt x="7560174" y="36830"/>
                    <a:pt x="7400307" y="31750"/>
                    <a:pt x="7246590" y="30480"/>
                  </a:cubicBezTo>
                  <a:cubicBezTo>
                    <a:pt x="6871519" y="26670"/>
                    <a:pt x="6490298" y="25400"/>
                    <a:pt x="6115227" y="22860"/>
                  </a:cubicBezTo>
                  <a:cubicBezTo>
                    <a:pt x="6059888" y="22860"/>
                    <a:pt x="5998401" y="22860"/>
                    <a:pt x="5943063" y="22860"/>
                  </a:cubicBezTo>
                  <a:cubicBezTo>
                    <a:pt x="5850832" y="22860"/>
                    <a:pt x="5758601" y="22860"/>
                    <a:pt x="5672519" y="22860"/>
                  </a:cubicBezTo>
                  <a:cubicBezTo>
                    <a:pt x="5475761" y="22860"/>
                    <a:pt x="5279002" y="22860"/>
                    <a:pt x="5088392" y="24130"/>
                  </a:cubicBezTo>
                  <a:cubicBezTo>
                    <a:pt x="4922376" y="25400"/>
                    <a:pt x="2124712" y="29210"/>
                    <a:pt x="1958697" y="29210"/>
                  </a:cubicBezTo>
                  <a:cubicBezTo>
                    <a:pt x="1688154" y="29210"/>
                    <a:pt x="1417611" y="26670"/>
                    <a:pt x="1147067" y="33020"/>
                  </a:cubicBezTo>
                  <a:cubicBezTo>
                    <a:pt x="1005647" y="36830"/>
                    <a:pt x="870375" y="36830"/>
                    <a:pt x="735104" y="38100"/>
                  </a:cubicBezTo>
                  <a:cubicBezTo>
                    <a:pt x="501452" y="41910"/>
                    <a:pt x="267801" y="45720"/>
                    <a:pt x="49530" y="50800"/>
                  </a:cubicBezTo>
                  <a:cubicBezTo>
                    <a:pt x="36830" y="50800"/>
                    <a:pt x="34290" y="53340"/>
                    <a:pt x="33020" y="74636"/>
                  </a:cubicBezTo>
                  <a:cubicBezTo>
                    <a:pt x="31750" y="130211"/>
                    <a:pt x="31750" y="185786"/>
                    <a:pt x="30480" y="241360"/>
                  </a:cubicBezTo>
                  <a:cubicBezTo>
                    <a:pt x="29210" y="333985"/>
                    <a:pt x="26670" y="423522"/>
                    <a:pt x="25400" y="516146"/>
                  </a:cubicBezTo>
                  <a:cubicBezTo>
                    <a:pt x="20320" y="614946"/>
                    <a:pt x="26670" y="3029356"/>
                    <a:pt x="29210" y="3128156"/>
                  </a:cubicBezTo>
                  <a:cubicBezTo>
                    <a:pt x="29210" y="3233130"/>
                    <a:pt x="29210" y="3341192"/>
                    <a:pt x="30480" y="3446166"/>
                  </a:cubicBezTo>
                  <a:cubicBezTo>
                    <a:pt x="30480" y="3523353"/>
                    <a:pt x="33020" y="3600540"/>
                    <a:pt x="33020" y="3677727"/>
                  </a:cubicBezTo>
                  <a:cubicBezTo>
                    <a:pt x="33020" y="3761089"/>
                    <a:pt x="33020" y="3844451"/>
                    <a:pt x="31750" y="3924342"/>
                  </a:cubicBezTo>
                  <a:cubicBezTo>
                    <a:pt x="31750" y="3928152"/>
                    <a:pt x="31750" y="3930692"/>
                    <a:pt x="31750" y="3934502"/>
                  </a:cubicBezTo>
                  <a:cubicBezTo>
                    <a:pt x="31750" y="3944662"/>
                    <a:pt x="35560" y="3948472"/>
                    <a:pt x="44450" y="3948472"/>
                  </a:cubicBezTo>
                  <a:cubicBezTo>
                    <a:pt x="89489" y="3948472"/>
                    <a:pt x="175571" y="3949742"/>
                    <a:pt x="255504" y="3949742"/>
                  </a:cubicBezTo>
                  <a:cubicBezTo>
                    <a:pt x="372330" y="3949742"/>
                    <a:pt x="495304" y="3947202"/>
                    <a:pt x="612129" y="3949742"/>
                  </a:cubicBezTo>
                  <a:cubicBezTo>
                    <a:pt x="802739" y="3953552"/>
                    <a:pt x="993349" y="3956092"/>
                    <a:pt x="1183960" y="3954822"/>
                  </a:cubicBezTo>
                  <a:cubicBezTo>
                    <a:pt x="1306934" y="3953552"/>
                    <a:pt x="1423759" y="3956092"/>
                    <a:pt x="1546734" y="3956092"/>
                  </a:cubicBezTo>
                  <a:cubicBezTo>
                    <a:pt x="1725046" y="3956092"/>
                    <a:pt x="1903359" y="3954822"/>
                    <a:pt x="2081672" y="3956092"/>
                  </a:cubicBezTo>
                  <a:cubicBezTo>
                    <a:pt x="2346066" y="3957362"/>
                    <a:pt x="5248258" y="3947202"/>
                    <a:pt x="5518802" y="3949742"/>
                  </a:cubicBezTo>
                  <a:cubicBezTo>
                    <a:pt x="5635627" y="3951012"/>
                    <a:pt x="5752453" y="3952282"/>
                    <a:pt x="5863129" y="3952282"/>
                  </a:cubicBezTo>
                  <a:cubicBezTo>
                    <a:pt x="6066037" y="3954822"/>
                    <a:pt x="6262796" y="3951012"/>
                    <a:pt x="6465703" y="3954822"/>
                  </a:cubicBezTo>
                  <a:cubicBezTo>
                    <a:pt x="6631719" y="3957362"/>
                    <a:pt x="6797734" y="3957362"/>
                    <a:pt x="6963749" y="3959902"/>
                  </a:cubicBezTo>
                  <a:cubicBezTo>
                    <a:pt x="7209697" y="3963712"/>
                    <a:pt x="7455646" y="3966252"/>
                    <a:pt x="7701594" y="3967522"/>
                  </a:cubicBezTo>
                  <a:cubicBezTo>
                    <a:pt x="7793825" y="3967522"/>
                    <a:pt x="7821801" y="3966252"/>
                    <a:pt x="7842121" y="3966252"/>
                  </a:cubicBezTo>
                  <a:close/>
                </a:path>
              </a:pathLst>
            </a:custGeom>
            <a:solidFill>
              <a:srgbClr val="566E9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829" name="Google Shape;5829;p1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65927" y="8402060"/>
            <a:ext cx="1079711" cy="1137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0" name="Google Shape;5830;p1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515499">
            <a:off x="-1859064" y="8237574"/>
            <a:ext cx="4472952" cy="4098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1" name="Google Shape;5831;p15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2407583">
            <a:off x="3833552" y="7780571"/>
            <a:ext cx="360857" cy="392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2" name="Google Shape;5832;p15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2407542">
            <a:off x="3620962" y="7366646"/>
            <a:ext cx="180428" cy="196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3" name="Google Shape;5833;p15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592686" y="7464869"/>
            <a:ext cx="1077794" cy="372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4" name="Google Shape;5834;p15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709722" y="2108492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5" name="Google Shape;5835;p15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99935" y="1566026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6" name="Google Shape;5836;p15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218217" y="1957918"/>
            <a:ext cx="276587" cy="3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7" name="Google Shape;5837;p15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3408442">
            <a:off x="14718604" y="-144607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8" name="Google Shape;5838;p15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2249571">
            <a:off x="15103114" y="279368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9" name="Google Shape;5839;p152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1799909">
            <a:off x="15125198" y="1052471"/>
            <a:ext cx="1090565" cy="10271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40" name="Google Shape;5840;p152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2426989" y="7132322"/>
            <a:ext cx="2568374" cy="2539481"/>
          </a:xfrm>
          <a:prstGeom prst="rect">
            <a:avLst/>
          </a:prstGeom>
          <a:noFill/>
          <a:ln>
            <a:noFill/>
          </a:ln>
        </p:spPr>
      </p:pic>
      <p:sp>
        <p:nvSpPr>
          <p:cNvPr id="5841" name="Google Shape;5841;p152"/>
          <p:cNvSpPr txBox="1"/>
          <p:nvPr/>
        </p:nvSpPr>
        <p:spPr>
          <a:xfrm>
            <a:off x="16576895" y="-80477"/>
            <a:ext cx="1362600" cy="114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2" name="Google Shape;5842;p152"/>
          <p:cNvSpPr txBox="1"/>
          <p:nvPr/>
        </p:nvSpPr>
        <p:spPr>
          <a:xfrm>
            <a:off x="1701728" y="2386990"/>
            <a:ext cx="15352200" cy="2930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An audio CD has a sample rate of 44100 and a sample resolution of 8 bits. The music being sampled uses two channels to allow for stereo recording. Calculate the file size for a 25-minute recording.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401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66E96"/>
        </a:solidFill>
      </p:bgPr>
    </p:bg>
    <p:spTree>
      <p:nvGrpSpPr>
        <p:cNvPr id="5846" name="Shape 5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47" name="Google Shape;5847;p153"/>
          <p:cNvGrpSpPr/>
          <p:nvPr/>
        </p:nvGrpSpPr>
        <p:grpSpPr>
          <a:xfrm>
            <a:off x="1117882" y="1028702"/>
            <a:ext cx="16243808" cy="8227026"/>
            <a:chOff x="-3810" y="0"/>
            <a:chExt cx="7866251" cy="3984032"/>
          </a:xfrm>
        </p:grpSpPr>
        <p:sp>
          <p:nvSpPr>
            <p:cNvPr id="5848" name="Google Shape;5848;p153"/>
            <p:cNvSpPr/>
            <p:nvPr/>
          </p:nvSpPr>
          <p:spPr>
            <a:xfrm>
              <a:off x="10160" y="16510"/>
              <a:ext cx="7837041" cy="3957362"/>
            </a:xfrm>
            <a:custGeom>
              <a:rect b="b" l="l" r="r" t="t"/>
              <a:pathLst>
                <a:path extrusionOk="0" h="3957362" w="7837041">
                  <a:moveTo>
                    <a:pt x="7837041" y="3957362"/>
                  </a:moveTo>
                  <a:lnTo>
                    <a:pt x="0" y="3949742"/>
                  </a:lnTo>
                  <a:lnTo>
                    <a:pt x="0" y="1385743"/>
                  </a:lnTo>
                  <a:lnTo>
                    <a:pt x="17780" y="19050"/>
                  </a:lnTo>
                  <a:lnTo>
                    <a:pt x="3906166" y="0"/>
                  </a:lnTo>
                  <a:lnTo>
                    <a:pt x="7817991" y="5080"/>
                  </a:lnTo>
                  <a:close/>
                </a:path>
              </a:pathLst>
            </a:custGeom>
            <a:solidFill>
              <a:srgbClr val="11284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9" name="Google Shape;5849;p153"/>
            <p:cNvSpPr/>
            <p:nvPr/>
          </p:nvSpPr>
          <p:spPr>
            <a:xfrm>
              <a:off x="-3810" y="0"/>
              <a:ext cx="7866251" cy="3984032"/>
            </a:xfrm>
            <a:custGeom>
              <a:rect b="b" l="l" r="r" t="t"/>
              <a:pathLst>
                <a:path extrusionOk="0" h="3984032" w="7866251">
                  <a:moveTo>
                    <a:pt x="7831961" y="21590"/>
                  </a:moveTo>
                  <a:cubicBezTo>
                    <a:pt x="7833231" y="34290"/>
                    <a:pt x="7833231" y="44450"/>
                    <a:pt x="7834501" y="54610"/>
                  </a:cubicBezTo>
                  <a:cubicBezTo>
                    <a:pt x="7837041" y="124036"/>
                    <a:pt x="7838311" y="210485"/>
                    <a:pt x="7840851" y="293847"/>
                  </a:cubicBezTo>
                  <a:cubicBezTo>
                    <a:pt x="7840851" y="414259"/>
                    <a:pt x="7853551" y="2788533"/>
                    <a:pt x="7859901" y="2908944"/>
                  </a:cubicBezTo>
                  <a:cubicBezTo>
                    <a:pt x="7866251" y="3091106"/>
                    <a:pt x="7862441" y="3276355"/>
                    <a:pt x="7862441" y="3458516"/>
                  </a:cubicBezTo>
                  <a:cubicBezTo>
                    <a:pt x="7862441" y="3619065"/>
                    <a:pt x="7863711" y="3767264"/>
                    <a:pt x="7864981" y="3923072"/>
                  </a:cubicBezTo>
                  <a:cubicBezTo>
                    <a:pt x="7864981" y="3944662"/>
                    <a:pt x="7864981" y="3958632"/>
                    <a:pt x="7864981" y="3982762"/>
                  </a:cubicBezTo>
                  <a:cubicBezTo>
                    <a:pt x="7842121" y="3982762"/>
                    <a:pt x="7821801" y="3984032"/>
                    <a:pt x="7781528" y="3982762"/>
                  </a:cubicBezTo>
                  <a:cubicBezTo>
                    <a:pt x="7381861" y="3977682"/>
                    <a:pt x="6976046" y="3984032"/>
                    <a:pt x="6576380" y="3978952"/>
                  </a:cubicBezTo>
                  <a:cubicBezTo>
                    <a:pt x="6336580" y="3975142"/>
                    <a:pt x="6102929" y="3977682"/>
                    <a:pt x="5863129" y="3975142"/>
                  </a:cubicBezTo>
                  <a:cubicBezTo>
                    <a:pt x="5752453" y="3973872"/>
                    <a:pt x="5641776" y="3972602"/>
                    <a:pt x="5531099" y="3971332"/>
                  </a:cubicBezTo>
                  <a:cubicBezTo>
                    <a:pt x="5463463" y="3971332"/>
                    <a:pt x="5401976" y="3972602"/>
                    <a:pt x="5334340" y="3972602"/>
                  </a:cubicBezTo>
                  <a:cubicBezTo>
                    <a:pt x="5162176" y="3971332"/>
                    <a:pt x="4688725" y="3972602"/>
                    <a:pt x="4516561" y="3971332"/>
                  </a:cubicBezTo>
                  <a:cubicBezTo>
                    <a:pt x="4393587" y="3970062"/>
                    <a:pt x="1934102" y="3978952"/>
                    <a:pt x="1811128" y="3977682"/>
                  </a:cubicBezTo>
                  <a:cubicBezTo>
                    <a:pt x="1780385" y="3977682"/>
                    <a:pt x="1743492" y="3978952"/>
                    <a:pt x="1712749" y="3978952"/>
                  </a:cubicBezTo>
                  <a:cubicBezTo>
                    <a:pt x="1638964" y="3978952"/>
                    <a:pt x="1571328" y="3980222"/>
                    <a:pt x="1497544" y="3980222"/>
                  </a:cubicBezTo>
                  <a:cubicBezTo>
                    <a:pt x="1313082" y="3980222"/>
                    <a:pt x="1134770" y="3978952"/>
                    <a:pt x="950308" y="3977682"/>
                  </a:cubicBezTo>
                  <a:cubicBezTo>
                    <a:pt x="839632" y="3976412"/>
                    <a:pt x="728955" y="3975142"/>
                    <a:pt x="624427" y="3973872"/>
                  </a:cubicBezTo>
                  <a:cubicBezTo>
                    <a:pt x="427668" y="3972602"/>
                    <a:pt x="230909" y="3971332"/>
                    <a:pt x="48260" y="3971332"/>
                  </a:cubicBezTo>
                  <a:cubicBezTo>
                    <a:pt x="38100" y="3971332"/>
                    <a:pt x="29210" y="3971332"/>
                    <a:pt x="19050" y="3970062"/>
                  </a:cubicBezTo>
                  <a:cubicBezTo>
                    <a:pt x="10160" y="3968792"/>
                    <a:pt x="5080" y="3962442"/>
                    <a:pt x="7620" y="3953552"/>
                  </a:cubicBezTo>
                  <a:cubicBezTo>
                    <a:pt x="16510" y="3921639"/>
                    <a:pt x="12700" y="3844451"/>
                    <a:pt x="11430" y="3764177"/>
                  </a:cubicBezTo>
                  <a:cubicBezTo>
                    <a:pt x="10160" y="3600540"/>
                    <a:pt x="6350" y="3439991"/>
                    <a:pt x="7620" y="3276355"/>
                  </a:cubicBezTo>
                  <a:cubicBezTo>
                    <a:pt x="5080" y="3072581"/>
                    <a:pt x="0" y="550108"/>
                    <a:pt x="7620" y="343247"/>
                  </a:cubicBezTo>
                  <a:cubicBezTo>
                    <a:pt x="8890" y="303110"/>
                    <a:pt x="7620" y="259885"/>
                    <a:pt x="8890" y="219748"/>
                  </a:cubicBezTo>
                  <a:cubicBezTo>
                    <a:pt x="10160" y="154911"/>
                    <a:pt x="12700" y="83899"/>
                    <a:pt x="13970" y="44450"/>
                  </a:cubicBezTo>
                  <a:cubicBezTo>
                    <a:pt x="13970" y="41910"/>
                    <a:pt x="15240" y="39370"/>
                    <a:pt x="16510" y="38100"/>
                  </a:cubicBezTo>
                  <a:cubicBezTo>
                    <a:pt x="38100" y="35560"/>
                    <a:pt x="77191" y="30480"/>
                    <a:pt x="175571" y="29210"/>
                  </a:cubicBezTo>
                  <a:cubicBezTo>
                    <a:pt x="341586" y="25400"/>
                    <a:pt x="507601" y="22860"/>
                    <a:pt x="679765" y="20320"/>
                  </a:cubicBezTo>
                  <a:cubicBezTo>
                    <a:pt x="796591" y="17780"/>
                    <a:pt x="913416" y="16510"/>
                    <a:pt x="1024093" y="13970"/>
                  </a:cubicBezTo>
                  <a:cubicBezTo>
                    <a:pt x="1134770" y="11430"/>
                    <a:pt x="1251595" y="8890"/>
                    <a:pt x="1362272" y="8890"/>
                  </a:cubicBezTo>
                  <a:cubicBezTo>
                    <a:pt x="1485246" y="7620"/>
                    <a:pt x="1608221" y="10160"/>
                    <a:pt x="1731195" y="8890"/>
                  </a:cubicBezTo>
                  <a:cubicBezTo>
                    <a:pt x="1884913" y="8890"/>
                    <a:pt x="4670279" y="6350"/>
                    <a:pt x="4823997" y="5080"/>
                  </a:cubicBezTo>
                  <a:cubicBezTo>
                    <a:pt x="4971566" y="3810"/>
                    <a:pt x="5119135" y="2540"/>
                    <a:pt x="5272853" y="2540"/>
                  </a:cubicBezTo>
                  <a:cubicBezTo>
                    <a:pt x="5524951" y="1270"/>
                    <a:pt x="5770899" y="0"/>
                    <a:pt x="6022996" y="0"/>
                  </a:cubicBezTo>
                  <a:cubicBezTo>
                    <a:pt x="6127524" y="0"/>
                    <a:pt x="6238201" y="2540"/>
                    <a:pt x="6342729" y="2540"/>
                  </a:cubicBezTo>
                  <a:cubicBezTo>
                    <a:pt x="6631719" y="3810"/>
                    <a:pt x="6926856" y="5080"/>
                    <a:pt x="7215846" y="7620"/>
                  </a:cubicBezTo>
                  <a:cubicBezTo>
                    <a:pt x="7369564" y="8890"/>
                    <a:pt x="7523281" y="12700"/>
                    <a:pt x="7677000" y="16510"/>
                  </a:cubicBezTo>
                  <a:cubicBezTo>
                    <a:pt x="7713891" y="16510"/>
                    <a:pt x="7750784" y="16510"/>
                    <a:pt x="7781528" y="16510"/>
                  </a:cubicBezTo>
                  <a:cubicBezTo>
                    <a:pt x="7812911" y="17780"/>
                    <a:pt x="7821801" y="20320"/>
                    <a:pt x="7831961" y="21590"/>
                  </a:cubicBezTo>
                  <a:close/>
                  <a:moveTo>
                    <a:pt x="7842121" y="3966252"/>
                  </a:moveTo>
                  <a:cubicBezTo>
                    <a:pt x="7843391" y="3949742"/>
                    <a:pt x="7844661" y="3937042"/>
                    <a:pt x="7844661" y="3924342"/>
                  </a:cubicBezTo>
                  <a:cubicBezTo>
                    <a:pt x="7843391" y="3751827"/>
                    <a:pt x="7842121" y="3588191"/>
                    <a:pt x="7842121" y="3412204"/>
                  </a:cubicBezTo>
                  <a:cubicBezTo>
                    <a:pt x="7842121" y="3331930"/>
                    <a:pt x="7844661" y="3251655"/>
                    <a:pt x="7843391" y="3171380"/>
                  </a:cubicBezTo>
                  <a:cubicBezTo>
                    <a:pt x="7843391" y="3097281"/>
                    <a:pt x="7842121" y="3020094"/>
                    <a:pt x="7840851" y="2945994"/>
                  </a:cubicBezTo>
                  <a:cubicBezTo>
                    <a:pt x="7835771" y="2831757"/>
                    <a:pt x="7824341" y="466746"/>
                    <a:pt x="7824341" y="352510"/>
                  </a:cubicBezTo>
                  <a:cubicBezTo>
                    <a:pt x="7821801" y="256798"/>
                    <a:pt x="7819261" y="157998"/>
                    <a:pt x="7816721" y="63500"/>
                  </a:cubicBezTo>
                  <a:cubicBezTo>
                    <a:pt x="7815451" y="44450"/>
                    <a:pt x="7814181" y="43180"/>
                    <a:pt x="7763081" y="41910"/>
                  </a:cubicBezTo>
                  <a:cubicBezTo>
                    <a:pt x="7744635" y="41910"/>
                    <a:pt x="7732338" y="41910"/>
                    <a:pt x="7713892" y="40640"/>
                  </a:cubicBezTo>
                  <a:cubicBezTo>
                    <a:pt x="7560174" y="36830"/>
                    <a:pt x="7400307" y="31750"/>
                    <a:pt x="7246590" y="30480"/>
                  </a:cubicBezTo>
                  <a:cubicBezTo>
                    <a:pt x="6871519" y="26670"/>
                    <a:pt x="6490298" y="25400"/>
                    <a:pt x="6115227" y="22860"/>
                  </a:cubicBezTo>
                  <a:cubicBezTo>
                    <a:pt x="6059888" y="22860"/>
                    <a:pt x="5998401" y="22860"/>
                    <a:pt x="5943063" y="22860"/>
                  </a:cubicBezTo>
                  <a:cubicBezTo>
                    <a:pt x="5850832" y="22860"/>
                    <a:pt x="5758601" y="22860"/>
                    <a:pt x="5672519" y="22860"/>
                  </a:cubicBezTo>
                  <a:cubicBezTo>
                    <a:pt x="5475761" y="22860"/>
                    <a:pt x="5279002" y="22860"/>
                    <a:pt x="5088392" y="24130"/>
                  </a:cubicBezTo>
                  <a:cubicBezTo>
                    <a:pt x="4922376" y="25400"/>
                    <a:pt x="2124712" y="29210"/>
                    <a:pt x="1958697" y="29210"/>
                  </a:cubicBezTo>
                  <a:cubicBezTo>
                    <a:pt x="1688154" y="29210"/>
                    <a:pt x="1417611" y="26670"/>
                    <a:pt x="1147067" y="33020"/>
                  </a:cubicBezTo>
                  <a:cubicBezTo>
                    <a:pt x="1005647" y="36830"/>
                    <a:pt x="870375" y="36830"/>
                    <a:pt x="735104" y="38100"/>
                  </a:cubicBezTo>
                  <a:cubicBezTo>
                    <a:pt x="501452" y="41910"/>
                    <a:pt x="267801" y="45720"/>
                    <a:pt x="49530" y="50800"/>
                  </a:cubicBezTo>
                  <a:cubicBezTo>
                    <a:pt x="36830" y="50800"/>
                    <a:pt x="34290" y="53340"/>
                    <a:pt x="33020" y="74636"/>
                  </a:cubicBezTo>
                  <a:cubicBezTo>
                    <a:pt x="31750" y="130211"/>
                    <a:pt x="31750" y="185786"/>
                    <a:pt x="30480" y="241360"/>
                  </a:cubicBezTo>
                  <a:cubicBezTo>
                    <a:pt x="29210" y="333985"/>
                    <a:pt x="26670" y="423522"/>
                    <a:pt x="25400" y="516146"/>
                  </a:cubicBezTo>
                  <a:cubicBezTo>
                    <a:pt x="20320" y="614946"/>
                    <a:pt x="26670" y="3029356"/>
                    <a:pt x="29210" y="3128156"/>
                  </a:cubicBezTo>
                  <a:cubicBezTo>
                    <a:pt x="29210" y="3233130"/>
                    <a:pt x="29210" y="3341192"/>
                    <a:pt x="30480" y="3446166"/>
                  </a:cubicBezTo>
                  <a:cubicBezTo>
                    <a:pt x="30480" y="3523353"/>
                    <a:pt x="33020" y="3600540"/>
                    <a:pt x="33020" y="3677727"/>
                  </a:cubicBezTo>
                  <a:cubicBezTo>
                    <a:pt x="33020" y="3761089"/>
                    <a:pt x="33020" y="3844451"/>
                    <a:pt x="31750" y="3924342"/>
                  </a:cubicBezTo>
                  <a:cubicBezTo>
                    <a:pt x="31750" y="3928152"/>
                    <a:pt x="31750" y="3930692"/>
                    <a:pt x="31750" y="3934502"/>
                  </a:cubicBezTo>
                  <a:cubicBezTo>
                    <a:pt x="31750" y="3944662"/>
                    <a:pt x="35560" y="3948472"/>
                    <a:pt x="44450" y="3948472"/>
                  </a:cubicBezTo>
                  <a:cubicBezTo>
                    <a:pt x="89489" y="3948472"/>
                    <a:pt x="175571" y="3949742"/>
                    <a:pt x="255504" y="3949742"/>
                  </a:cubicBezTo>
                  <a:cubicBezTo>
                    <a:pt x="372330" y="3949742"/>
                    <a:pt x="495304" y="3947202"/>
                    <a:pt x="612129" y="3949742"/>
                  </a:cubicBezTo>
                  <a:cubicBezTo>
                    <a:pt x="802739" y="3953552"/>
                    <a:pt x="993349" y="3956092"/>
                    <a:pt x="1183960" y="3954822"/>
                  </a:cubicBezTo>
                  <a:cubicBezTo>
                    <a:pt x="1306934" y="3953552"/>
                    <a:pt x="1423759" y="3956092"/>
                    <a:pt x="1546734" y="3956092"/>
                  </a:cubicBezTo>
                  <a:cubicBezTo>
                    <a:pt x="1725046" y="3956092"/>
                    <a:pt x="1903359" y="3954822"/>
                    <a:pt x="2081672" y="3956092"/>
                  </a:cubicBezTo>
                  <a:cubicBezTo>
                    <a:pt x="2346066" y="3957362"/>
                    <a:pt x="5248258" y="3947202"/>
                    <a:pt x="5518802" y="3949742"/>
                  </a:cubicBezTo>
                  <a:cubicBezTo>
                    <a:pt x="5635627" y="3951012"/>
                    <a:pt x="5752453" y="3952282"/>
                    <a:pt x="5863129" y="3952282"/>
                  </a:cubicBezTo>
                  <a:cubicBezTo>
                    <a:pt x="6066037" y="3954822"/>
                    <a:pt x="6262796" y="3951012"/>
                    <a:pt x="6465703" y="3954822"/>
                  </a:cubicBezTo>
                  <a:cubicBezTo>
                    <a:pt x="6631719" y="3957362"/>
                    <a:pt x="6797734" y="3957362"/>
                    <a:pt x="6963749" y="3959902"/>
                  </a:cubicBezTo>
                  <a:cubicBezTo>
                    <a:pt x="7209697" y="3963712"/>
                    <a:pt x="7455646" y="3966252"/>
                    <a:pt x="7701594" y="3967522"/>
                  </a:cubicBezTo>
                  <a:cubicBezTo>
                    <a:pt x="7793825" y="3967522"/>
                    <a:pt x="7821801" y="3966252"/>
                    <a:pt x="7842121" y="3966252"/>
                  </a:cubicBezTo>
                  <a:close/>
                </a:path>
              </a:pathLst>
            </a:custGeom>
            <a:solidFill>
              <a:srgbClr val="566E96"/>
            </a:solidFill>
            <a:ln>
              <a:noFill/>
            </a:ln>
          </p:spPr>
          <p:txBody>
            <a:bodyPr anchorCtr="0" anchor="ctr" bIns="91450" lIns="91450" spcFirstLastPara="1" rIns="91450" wrap="square" tIns="9145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850" name="Google Shape;5850;p1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65927" y="8402060"/>
            <a:ext cx="1079711" cy="1137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1" name="Google Shape;5851;p15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1515499">
            <a:off x="-1859064" y="8237574"/>
            <a:ext cx="4472952" cy="4098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2" name="Google Shape;5852;p15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 rot="2407583">
            <a:off x="3833552" y="7780571"/>
            <a:ext cx="360857" cy="392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3" name="Google Shape;5853;p15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2407542">
            <a:off x="3620962" y="7366646"/>
            <a:ext cx="180428" cy="196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4" name="Google Shape;5854;p15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592686" y="7464869"/>
            <a:ext cx="1077794" cy="372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5" name="Google Shape;5855;p15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709722" y="2108492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6" name="Google Shape;5856;p15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99935" y="1566026"/>
            <a:ext cx="180428" cy="196452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7" name="Google Shape;5857;p15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218217" y="1957918"/>
            <a:ext cx="276587" cy="3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8" name="Google Shape;5858;p15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3408442">
            <a:off x="14718604" y="-144607"/>
            <a:ext cx="4134083" cy="2052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59" name="Google Shape;5859;p15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2249571">
            <a:off x="15103114" y="279368"/>
            <a:ext cx="3901748" cy="1752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0" name="Google Shape;5860;p15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1799909">
            <a:off x="15125198" y="1052471"/>
            <a:ext cx="1090565" cy="10271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1" name="Google Shape;5861;p15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2426989" y="7132322"/>
            <a:ext cx="2568374" cy="2539481"/>
          </a:xfrm>
          <a:prstGeom prst="rect">
            <a:avLst/>
          </a:prstGeom>
          <a:noFill/>
          <a:ln>
            <a:noFill/>
          </a:ln>
        </p:spPr>
      </p:pic>
      <p:sp>
        <p:nvSpPr>
          <p:cNvPr id="5862" name="Google Shape;5862;p153"/>
          <p:cNvSpPr txBox="1"/>
          <p:nvPr/>
        </p:nvSpPr>
        <p:spPr>
          <a:xfrm>
            <a:off x="16576895" y="-80477"/>
            <a:ext cx="1362600" cy="114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DIY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3" name="Google Shape;5863;p153"/>
          <p:cNvSpPr txBox="1"/>
          <p:nvPr/>
        </p:nvSpPr>
        <p:spPr>
          <a:xfrm>
            <a:off x="1701728" y="2386990"/>
            <a:ext cx="15352200" cy="2930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1">
                <a:solidFill>
                  <a:srgbClr val="C9E265"/>
                </a:solidFill>
                <a:latin typeface="Gaegu"/>
                <a:ea typeface="Gaegu"/>
                <a:cs typeface="Gaegu"/>
                <a:sym typeface="Gaegu"/>
              </a:rPr>
              <a:t>An audio CD has a sample rate of 44100 and a sample resolution of 8 bits. The music being sampled uses two channels to allow for stereo recording. Calculate the file size for a 25-minute recording in MiB.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401">
              <a:solidFill>
                <a:srgbClr val="C9E265"/>
              </a:solidFill>
              <a:latin typeface="Gaegu"/>
              <a:ea typeface="Gaegu"/>
              <a:cs typeface="Gaegu"/>
              <a:sym typeface="Gaegu"/>
            </a:endParaRPr>
          </a:p>
        </p:txBody>
      </p:sp>
      <p:sp>
        <p:nvSpPr>
          <p:cNvPr id="5864" name="Google Shape;5864;p153"/>
          <p:cNvSpPr txBox="1"/>
          <p:nvPr/>
        </p:nvSpPr>
        <p:spPr>
          <a:xfrm>
            <a:off x="5272115" y="4615280"/>
            <a:ext cx="9523200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44100 x 8 x 1500 = 529200000 bits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5" name="Google Shape;5865;p153"/>
          <p:cNvSpPr txBox="1"/>
          <p:nvPr/>
        </p:nvSpPr>
        <p:spPr>
          <a:xfrm>
            <a:off x="5272115" y="5334944"/>
            <a:ext cx="9523200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529200000 x 2 = 1058400000 bits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6" name="Google Shape;5866;p153"/>
          <p:cNvSpPr txBox="1"/>
          <p:nvPr/>
        </p:nvSpPr>
        <p:spPr>
          <a:xfrm>
            <a:off x="5272115" y="6134462"/>
            <a:ext cx="9523200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1058400000 / 8 = 132300000 bytes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7" name="Google Shape;5867;p153"/>
          <p:cNvSpPr txBox="1"/>
          <p:nvPr/>
        </p:nvSpPr>
        <p:spPr>
          <a:xfrm>
            <a:off x="5272115" y="6981971"/>
            <a:ext cx="9523200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132300000 / 1024 = 129199.218 KiB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8" name="Google Shape;5868;p153"/>
          <p:cNvSpPr txBox="1"/>
          <p:nvPr/>
        </p:nvSpPr>
        <p:spPr>
          <a:xfrm>
            <a:off x="5272115" y="7799805"/>
            <a:ext cx="9523200" cy="689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F14624"/>
                </a:solidFill>
                <a:latin typeface="Gaegu"/>
                <a:ea typeface="Gaegu"/>
                <a:cs typeface="Gaegu"/>
                <a:sym typeface="Gaegu"/>
              </a:rPr>
              <a:t>129199.218 / 1024 = 126.17 MiB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2" name="Shape 5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73" name="Google Shape;5873;p154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5874" name="Google Shape;5874;p154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5" name="Google Shape;5875;p154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6" name="Google Shape;5876;p154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7" name="Google Shape;5877;p154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8" name="Google Shape;5878;p154"/>
          <p:cNvSpPr txBox="1"/>
          <p:nvPr/>
        </p:nvSpPr>
        <p:spPr>
          <a:xfrm>
            <a:off x="4425439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PAST YEAR QUESTION</a:t>
            </a:r>
            <a:endParaRPr/>
          </a:p>
        </p:txBody>
      </p:sp>
      <p:sp>
        <p:nvSpPr>
          <p:cNvPr id="5879" name="Google Shape;5879;p154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80" name="Google Shape;5880;p1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15066" y="1706046"/>
            <a:ext cx="12626747" cy="82156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84" name="Shape 5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5" name="Google Shape;5885;p155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5886" name="Google Shape;5886;p155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7" name="Google Shape;5887;p155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8" name="Google Shape;5888;p155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9" name="Google Shape;5889;p155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0" name="Google Shape;5890;p155"/>
          <p:cNvSpPr txBox="1"/>
          <p:nvPr/>
        </p:nvSpPr>
        <p:spPr>
          <a:xfrm>
            <a:off x="4755005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ANSWER</a:t>
            </a:r>
            <a:endParaRPr/>
          </a:p>
        </p:txBody>
      </p:sp>
      <p:sp>
        <p:nvSpPr>
          <p:cNvPr id="5891" name="Google Shape;5891;p155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92" name="Google Shape;5892;p1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97887" y="3272654"/>
            <a:ext cx="13763120" cy="4601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896" name="Shape 5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7" name="Google Shape;5897;p156"/>
          <p:cNvSpPr/>
          <p:nvPr/>
        </p:nvSpPr>
        <p:spPr>
          <a:xfrm rot="-2201375">
            <a:off x="-5981158" y="-2968200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70000"/>
                </a:lnTo>
                <a:lnTo>
                  <a:pt x="0" y="8070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8" name="Google Shape;5898;p156"/>
          <p:cNvSpPr/>
          <p:nvPr/>
        </p:nvSpPr>
        <p:spPr>
          <a:xfrm rot="-1368431">
            <a:off x="9750375" y="5305947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50" y="0"/>
                </a:lnTo>
                <a:lnTo>
                  <a:pt x="15017850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9" name="Google Shape;5899;p156"/>
          <p:cNvSpPr/>
          <p:nvPr/>
        </p:nvSpPr>
        <p:spPr>
          <a:xfrm rot="5219721">
            <a:off x="6426073" y="-645156"/>
            <a:ext cx="4619615" cy="11143808"/>
          </a:xfrm>
          <a:custGeom>
            <a:rect b="b" l="l" r="r" t="t"/>
            <a:pathLst>
              <a:path extrusionOk="0" h="11143808" w="4619615">
                <a:moveTo>
                  <a:pt x="0" y="0"/>
                </a:moveTo>
                <a:lnTo>
                  <a:pt x="4619615" y="0"/>
                </a:lnTo>
                <a:lnTo>
                  <a:pt x="4619615" y="11143808"/>
                </a:lnTo>
                <a:lnTo>
                  <a:pt x="0" y="11143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0" name="Google Shape;5900;p156"/>
          <p:cNvSpPr/>
          <p:nvPr/>
        </p:nvSpPr>
        <p:spPr>
          <a:xfrm rot="-311325">
            <a:off x="2805705" y="7076356"/>
            <a:ext cx="2495372" cy="595770"/>
          </a:xfrm>
          <a:custGeom>
            <a:rect b="b" l="l" r="r" t="t"/>
            <a:pathLst>
              <a:path extrusionOk="0" h="595770" w="2495372">
                <a:moveTo>
                  <a:pt x="0" y="0"/>
                </a:moveTo>
                <a:lnTo>
                  <a:pt x="2495372" y="0"/>
                </a:lnTo>
                <a:lnTo>
                  <a:pt x="2495372" y="595770"/>
                </a:lnTo>
                <a:lnTo>
                  <a:pt x="0" y="5957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1" name="Google Shape;5901;p156"/>
          <p:cNvSpPr txBox="1"/>
          <p:nvPr/>
        </p:nvSpPr>
        <p:spPr>
          <a:xfrm rot="-180278">
            <a:off x="2488250" y="2944999"/>
            <a:ext cx="11595759" cy="37183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423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10400"/>
              <a:buFont typeface="Londrina Solid"/>
              <a:buNone/>
            </a:pPr>
            <a:r>
              <a:rPr b="1" i="0" lang="en" sz="104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DATA </a:t>
            </a:r>
            <a:endParaRPr/>
          </a:p>
          <a:p>
            <a:pPr indent="0" lvl="0" marL="0" marR="0" rtl="0" algn="ctr">
              <a:lnSpc>
                <a:spcPct val="14423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10400"/>
              <a:buFont typeface="Londrina Solid"/>
              <a:buNone/>
            </a:pPr>
            <a:r>
              <a:rPr b="1" i="0" lang="en" sz="104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  <p:sp>
        <p:nvSpPr>
          <p:cNvPr id="5902" name="Google Shape;5902;p156"/>
          <p:cNvSpPr/>
          <p:nvPr/>
        </p:nvSpPr>
        <p:spPr>
          <a:xfrm rot="754075">
            <a:off x="13490079" y="1628221"/>
            <a:ext cx="1047135" cy="1408127"/>
          </a:xfrm>
          <a:custGeom>
            <a:rect b="b" l="l" r="r" t="t"/>
            <a:pathLst>
              <a:path extrusionOk="0" h="1408127" w="1047135">
                <a:moveTo>
                  <a:pt x="0" y="0"/>
                </a:moveTo>
                <a:lnTo>
                  <a:pt x="1047134" y="0"/>
                </a:lnTo>
                <a:lnTo>
                  <a:pt x="1047134" y="1408127"/>
                </a:lnTo>
                <a:lnTo>
                  <a:pt x="0" y="140812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06" name="Shape 5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7" name="Google Shape;5907;p157"/>
          <p:cNvSpPr/>
          <p:nvPr/>
        </p:nvSpPr>
        <p:spPr>
          <a:xfrm rot="-2201375">
            <a:off x="-8155464" y="-5351001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8" name="Google Shape;5908;p157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9" name="Google Shape;5909;p157"/>
          <p:cNvSpPr/>
          <p:nvPr/>
        </p:nvSpPr>
        <p:spPr>
          <a:xfrm>
            <a:off x="3623972" y="4917543"/>
            <a:ext cx="5795493" cy="4114800"/>
          </a:xfrm>
          <a:custGeom>
            <a:rect b="b" l="l" r="r" t="t"/>
            <a:pathLst>
              <a:path extrusionOk="0" h="4114800" w="5795493">
                <a:moveTo>
                  <a:pt x="0" y="0"/>
                </a:moveTo>
                <a:lnTo>
                  <a:pt x="5795493" y="0"/>
                </a:lnTo>
                <a:lnTo>
                  <a:pt x="57954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0" name="Google Shape;5910;p157"/>
          <p:cNvSpPr/>
          <p:nvPr/>
        </p:nvSpPr>
        <p:spPr>
          <a:xfrm rot="-882168">
            <a:off x="8295493" y="2860143"/>
            <a:ext cx="4258525" cy="4114800"/>
          </a:xfrm>
          <a:custGeom>
            <a:rect b="b" l="l" r="r" t="t"/>
            <a:pathLst>
              <a:path extrusionOk="0" h="4114800" w="4258525">
                <a:moveTo>
                  <a:pt x="0" y="0"/>
                </a:moveTo>
                <a:lnTo>
                  <a:pt x="4258525" y="0"/>
                </a:lnTo>
                <a:lnTo>
                  <a:pt x="42585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1" name="Google Shape;5911;p157"/>
          <p:cNvSpPr txBox="1"/>
          <p:nvPr/>
        </p:nvSpPr>
        <p:spPr>
          <a:xfrm>
            <a:off x="3776053" y="891665"/>
            <a:ext cx="7480233" cy="869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6500"/>
              <a:buFont typeface="Londrina Solid"/>
              <a:buNone/>
            </a:pPr>
            <a:r>
              <a:rPr b="0" i="0" lang="en" sz="65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DATA COMPRESSION</a:t>
            </a:r>
            <a:endParaRPr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15" name="Shape 5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6" name="Google Shape;5916;p158"/>
          <p:cNvSpPr/>
          <p:nvPr/>
        </p:nvSpPr>
        <p:spPr>
          <a:xfrm rot="-2201375">
            <a:off x="-8155464" y="-5351001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7" name="Google Shape;5917;p158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8" name="Google Shape;5918;p158"/>
          <p:cNvSpPr/>
          <p:nvPr/>
        </p:nvSpPr>
        <p:spPr>
          <a:xfrm>
            <a:off x="3776053" y="5359569"/>
            <a:ext cx="5795493" cy="627383"/>
          </a:xfrm>
          <a:custGeom>
            <a:rect b="b" l="l" r="r" t="t"/>
            <a:pathLst>
              <a:path extrusionOk="0" h="627383" w="5795493">
                <a:moveTo>
                  <a:pt x="0" y="0"/>
                </a:moveTo>
                <a:lnTo>
                  <a:pt x="5795493" y="0"/>
                </a:lnTo>
                <a:lnTo>
                  <a:pt x="5795493" y="627383"/>
                </a:lnTo>
                <a:lnTo>
                  <a:pt x="0" y="6273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-555824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9" name="Google Shape;5919;p158"/>
          <p:cNvSpPr/>
          <p:nvPr/>
        </p:nvSpPr>
        <p:spPr>
          <a:xfrm rot="-882168">
            <a:off x="8295493" y="2860143"/>
            <a:ext cx="4258525" cy="4114800"/>
          </a:xfrm>
          <a:custGeom>
            <a:rect b="b" l="l" r="r" t="t"/>
            <a:pathLst>
              <a:path extrusionOk="0" h="4114800" w="4258525">
                <a:moveTo>
                  <a:pt x="0" y="0"/>
                </a:moveTo>
                <a:lnTo>
                  <a:pt x="4258525" y="0"/>
                </a:lnTo>
                <a:lnTo>
                  <a:pt x="42585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0" name="Google Shape;5920;p158"/>
          <p:cNvSpPr txBox="1"/>
          <p:nvPr/>
        </p:nvSpPr>
        <p:spPr>
          <a:xfrm>
            <a:off x="3776053" y="891665"/>
            <a:ext cx="7480233" cy="869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6500"/>
              <a:buFont typeface="Londrina Solid"/>
              <a:buNone/>
            </a:pPr>
            <a:r>
              <a:rPr b="1" i="0" lang="en" sz="65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DATA COMPRESSION</a:t>
            </a:r>
            <a:endParaRPr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24" name="Shape 5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5" name="Google Shape;5925;p159"/>
          <p:cNvSpPr/>
          <p:nvPr/>
        </p:nvSpPr>
        <p:spPr>
          <a:xfrm rot="-2201375">
            <a:off x="-6807515" y="-5916916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6" name="Google Shape;5926;p159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7" name="Google Shape;5927;p159"/>
          <p:cNvSpPr txBox="1"/>
          <p:nvPr/>
        </p:nvSpPr>
        <p:spPr>
          <a:xfrm>
            <a:off x="925552" y="2732363"/>
            <a:ext cx="16842901" cy="200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57308" lvl="1" marL="111461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5162"/>
              <a:buFont typeface="Londrina Solid"/>
              <a:buAutoNum type="arabicPeriod"/>
            </a:pPr>
            <a:r>
              <a:rPr b="1" i="0" lang="en" sz="5162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FILE SIZE OF IMAGES AND SOUND CAN BE VERY LARGE.</a:t>
            </a:r>
            <a:endParaRPr/>
          </a:p>
          <a:p>
            <a:pPr indent="-557308" lvl="1" marL="111461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5162"/>
              <a:buFont typeface="Londrina Solid"/>
              <a:buAutoNum type="arabicPeriod"/>
            </a:pPr>
            <a:r>
              <a:rPr b="1" i="0" lang="en" sz="5162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THEREFORE, DATA COMPRESSION IS NEEDED TO REDUCE THE SIZE OF A FILE.</a:t>
            </a:r>
            <a:endParaRPr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31" name="Shape 5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2" name="Google Shape;5932;p160"/>
          <p:cNvSpPr/>
          <p:nvPr/>
        </p:nvSpPr>
        <p:spPr>
          <a:xfrm rot="-2201375">
            <a:off x="-6807515" y="-5916916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3" name="Google Shape;5933;p160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4" name="Google Shape;5934;p160"/>
          <p:cNvSpPr txBox="1"/>
          <p:nvPr/>
        </p:nvSpPr>
        <p:spPr>
          <a:xfrm>
            <a:off x="3030888" y="3902920"/>
            <a:ext cx="12736620" cy="15197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5832"/>
              <a:buFont typeface="Londrina Solid"/>
              <a:buNone/>
            </a:pPr>
            <a:r>
              <a:rPr b="1" i="0" lang="en" sz="5832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WHAT ARE SOME BENEFITS OF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5832"/>
              <a:buFont typeface="Londrina Solid"/>
              <a:buNone/>
            </a:pPr>
            <a:r>
              <a:rPr b="1" i="0" lang="en" sz="5832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REDUCING THE FILE SIZE?</a:t>
            </a:r>
            <a:endParaRPr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38" name="Shape 5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" name="Google Shape;5939;p161"/>
          <p:cNvSpPr/>
          <p:nvPr/>
        </p:nvSpPr>
        <p:spPr>
          <a:xfrm rot="-2201375">
            <a:off x="-6807515" y="-5916916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0" name="Google Shape;5940;p161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1" name="Google Shape;5941;p161"/>
          <p:cNvSpPr/>
          <p:nvPr/>
        </p:nvSpPr>
        <p:spPr>
          <a:xfrm>
            <a:off x="6449573" y="408986"/>
            <a:ext cx="3275049" cy="3275049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2" name="Google Shape;5942;p161"/>
          <p:cNvSpPr/>
          <p:nvPr/>
        </p:nvSpPr>
        <p:spPr>
          <a:xfrm>
            <a:off x="1219200" y="2966743"/>
            <a:ext cx="4734514" cy="4734514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3" name="Google Shape;5943;p161"/>
          <p:cNvSpPr/>
          <p:nvPr/>
        </p:nvSpPr>
        <p:spPr>
          <a:xfrm>
            <a:off x="12329011" y="1329218"/>
            <a:ext cx="3275049" cy="3275049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4" name="Google Shape;5944;p161"/>
          <p:cNvSpPr/>
          <p:nvPr/>
        </p:nvSpPr>
        <p:spPr>
          <a:xfrm>
            <a:off x="7676216" y="4605505"/>
            <a:ext cx="4652795" cy="4652795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5" name="Google Shape;5945;p161"/>
          <p:cNvSpPr txBox="1"/>
          <p:nvPr/>
        </p:nvSpPr>
        <p:spPr>
          <a:xfrm rot="-84478">
            <a:off x="1789175" y="4350206"/>
            <a:ext cx="3596061" cy="2053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1249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800"/>
              <a:buFont typeface="Londrina Solid"/>
              <a:buNone/>
            </a:pPr>
            <a:r>
              <a:rPr b="1" i="0" lang="en" sz="48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SAVE STORAGE SPACE</a:t>
            </a:r>
            <a:endParaRPr/>
          </a:p>
        </p:txBody>
      </p:sp>
      <p:sp>
        <p:nvSpPr>
          <p:cNvPr id="5946" name="Google Shape;5946;p161"/>
          <p:cNvSpPr txBox="1"/>
          <p:nvPr/>
        </p:nvSpPr>
        <p:spPr>
          <a:xfrm rot="-84478">
            <a:off x="6289815" y="1062716"/>
            <a:ext cx="3596061" cy="2053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1249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800"/>
              <a:buFont typeface="Londrina Solid"/>
              <a:buNone/>
            </a:pPr>
            <a:r>
              <a:rPr b="1" i="0" lang="en" sz="48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REDUCE </a:t>
            </a:r>
            <a:endParaRPr/>
          </a:p>
          <a:p>
            <a:pPr indent="0" lvl="0" marL="0" marR="0" rtl="0" algn="ctr">
              <a:lnSpc>
                <a:spcPct val="111249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800"/>
              <a:buFont typeface="Londrina Solid"/>
              <a:buNone/>
            </a:pPr>
            <a:r>
              <a:rPr b="1" i="0" lang="en" sz="48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STREAMING TIME</a:t>
            </a:r>
            <a:endParaRPr/>
          </a:p>
        </p:txBody>
      </p:sp>
      <p:sp>
        <p:nvSpPr>
          <p:cNvPr id="5947" name="Google Shape;5947;p161"/>
          <p:cNvSpPr txBox="1"/>
          <p:nvPr/>
        </p:nvSpPr>
        <p:spPr>
          <a:xfrm rot="-84478">
            <a:off x="8205331" y="4946420"/>
            <a:ext cx="3596061" cy="40566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1249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800"/>
              <a:buFont typeface="Londrina Solid"/>
              <a:buNone/>
            </a:pPr>
            <a:r>
              <a:rPr b="1" i="0" lang="en" sz="48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REDUCE </a:t>
            </a:r>
            <a:endParaRPr/>
          </a:p>
          <a:p>
            <a:pPr indent="0" lvl="0" marL="0" marR="0" rtl="0" algn="ctr">
              <a:lnSpc>
                <a:spcPct val="111249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800"/>
              <a:buFont typeface="Londrina Solid"/>
              <a:buNone/>
            </a:pPr>
            <a:r>
              <a:rPr b="1" i="0" lang="en" sz="48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TIME TAKEN TO UPLOAD AND DOWNLOAD MEDIA</a:t>
            </a:r>
            <a:endParaRPr/>
          </a:p>
        </p:txBody>
      </p:sp>
      <p:sp>
        <p:nvSpPr>
          <p:cNvPr id="5948" name="Google Shape;5948;p161"/>
          <p:cNvSpPr txBox="1"/>
          <p:nvPr/>
        </p:nvSpPr>
        <p:spPr>
          <a:xfrm rot="-84478">
            <a:off x="12169253" y="2316845"/>
            <a:ext cx="3596061" cy="13855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1249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800"/>
              <a:buFont typeface="Londrina Solid"/>
              <a:buNone/>
            </a:pPr>
            <a:r>
              <a:rPr b="1" i="0" lang="en" sz="48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REDUCE </a:t>
            </a:r>
            <a:endParaRPr/>
          </a:p>
          <a:p>
            <a:pPr indent="0" lvl="0" marL="0" marR="0" rtl="0" algn="ctr">
              <a:lnSpc>
                <a:spcPct val="111249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800"/>
              <a:buFont typeface="Londrina Solid"/>
              <a:buNone/>
            </a:pPr>
            <a:r>
              <a:rPr b="1" i="0" lang="en" sz="48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COST</a:t>
            </a:r>
            <a:endParaRPr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52" name="Shape 5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3" name="Google Shape;5953;p162"/>
          <p:cNvSpPr/>
          <p:nvPr/>
        </p:nvSpPr>
        <p:spPr>
          <a:xfrm rot="-2201375">
            <a:off x="-6601457" y="-5719310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4" name="Google Shape;5954;p162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5" name="Google Shape;5955;p162"/>
          <p:cNvSpPr/>
          <p:nvPr/>
        </p:nvSpPr>
        <p:spPr>
          <a:xfrm>
            <a:off x="2278645" y="2625525"/>
            <a:ext cx="5591023" cy="5591023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6" name="Google Shape;5956;p162"/>
          <p:cNvSpPr/>
          <p:nvPr/>
        </p:nvSpPr>
        <p:spPr>
          <a:xfrm>
            <a:off x="10034539" y="2625525"/>
            <a:ext cx="5591023" cy="5591023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281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7" name="Google Shape;5957;p162"/>
          <p:cNvSpPr txBox="1"/>
          <p:nvPr/>
        </p:nvSpPr>
        <p:spPr>
          <a:xfrm>
            <a:off x="2613491" y="4281557"/>
            <a:ext cx="4784376" cy="22789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5855"/>
              <a:buFont typeface="Londrina Solid"/>
              <a:buNone/>
            </a:pPr>
            <a:r>
              <a:rPr b="1" i="0" lang="en" sz="5855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LOSSY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5855"/>
              <a:buFont typeface="Londrina Solid"/>
              <a:buNone/>
            </a:pPr>
            <a:r>
              <a:rPr b="1" i="0" lang="en" sz="5855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FILE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5855"/>
              <a:buFont typeface="Londrina Solid"/>
              <a:buNone/>
            </a:pPr>
            <a:r>
              <a:rPr b="1" i="0" lang="en" sz="5855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  <p:sp>
        <p:nvSpPr>
          <p:cNvPr id="5958" name="Google Shape;5958;p162"/>
          <p:cNvSpPr txBox="1"/>
          <p:nvPr/>
        </p:nvSpPr>
        <p:spPr>
          <a:xfrm>
            <a:off x="10439317" y="4247788"/>
            <a:ext cx="4781466" cy="22789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5855"/>
              <a:buFont typeface="Londrina Solid"/>
              <a:buNone/>
            </a:pPr>
            <a:r>
              <a:rPr b="1" i="0" lang="en" sz="5855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LOSSLESS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5855"/>
              <a:buFont typeface="Londrina Solid"/>
              <a:buNone/>
            </a:pPr>
            <a:r>
              <a:rPr b="1" i="0" lang="en" sz="5855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FILE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5855"/>
              <a:buFont typeface="Londrina Solid"/>
              <a:buNone/>
            </a:pPr>
            <a:r>
              <a:rPr b="1" i="0" lang="en" sz="5855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62" name="Shape 5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3" name="Google Shape;5963;p163"/>
          <p:cNvSpPr/>
          <p:nvPr/>
        </p:nvSpPr>
        <p:spPr>
          <a:xfrm rot="-2201375">
            <a:off x="-6824566" y="-5308309"/>
            <a:ext cx="13396467" cy="7940451"/>
          </a:xfrm>
          <a:custGeom>
            <a:rect b="b" l="l" r="r" t="t"/>
            <a:pathLst>
              <a:path extrusionOk="0" h="7940451" w="13396467">
                <a:moveTo>
                  <a:pt x="0" y="0"/>
                </a:moveTo>
                <a:lnTo>
                  <a:pt x="13396467" y="0"/>
                </a:lnTo>
                <a:lnTo>
                  <a:pt x="13396467" y="7940451"/>
                </a:lnTo>
                <a:lnTo>
                  <a:pt x="0" y="79404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4" name="Google Shape;5964;p163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5" name="Google Shape;5965;p163"/>
          <p:cNvSpPr txBox="1"/>
          <p:nvPr/>
        </p:nvSpPr>
        <p:spPr>
          <a:xfrm>
            <a:off x="1143000" y="2362042"/>
            <a:ext cx="16294731" cy="44884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41783" lvl="1" marL="1083567" marR="0" rtl="0" algn="l">
              <a:lnSpc>
                <a:spcPct val="11404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4400"/>
              <a:buFont typeface="Londrina Solid"/>
              <a:buAutoNum type="arabicPeriod"/>
            </a:pPr>
            <a:r>
              <a:rPr b="1" i="0" lang="en" sz="44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 FILE COMPRESSION ALGORITHM ELIMINATES UNNECESSARY DATAS FROM THE FILE.</a:t>
            </a:r>
            <a:endParaRPr/>
          </a:p>
          <a:p>
            <a:pPr indent="-541783" lvl="1" marL="1083567" marR="0" rtl="0" algn="l">
              <a:lnSpc>
                <a:spcPct val="11404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4400"/>
              <a:buFont typeface="Londrina Solid"/>
              <a:buAutoNum type="arabicPeriod"/>
            </a:pPr>
            <a:r>
              <a:rPr b="1" i="0" lang="en" sz="44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ORIGINAL FILE CANNOT BE RECONSTRUCTED ONCE IT HAS BEEN COMPRESSED.</a:t>
            </a:r>
            <a:endParaRPr/>
          </a:p>
          <a:p>
            <a:pPr indent="-541783" lvl="1" marL="1083567" marR="0" rtl="0" algn="l">
              <a:lnSpc>
                <a:spcPct val="11404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4400"/>
              <a:buFont typeface="Londrina Solid"/>
              <a:buAutoNum type="arabicPeriod"/>
            </a:pPr>
            <a:r>
              <a:rPr b="1" i="0" lang="en" sz="44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IMAGE - REDUCE THE RESOLUTION // COLOUR DEPTH</a:t>
            </a:r>
            <a:endParaRPr/>
          </a:p>
          <a:p>
            <a:pPr indent="-541783" lvl="1" marL="1083567" marR="0" rtl="0" algn="l">
              <a:lnSpc>
                <a:spcPct val="11404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4400"/>
              <a:buFont typeface="Londrina Solid"/>
              <a:buAutoNum type="arabicPeriod"/>
            </a:pPr>
            <a:r>
              <a:rPr b="1" i="0" lang="en" sz="44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SOUND - REDUCE THE SAMPLING RATE // SAMPLING RESOLUTION</a:t>
            </a:r>
            <a:endParaRPr/>
          </a:p>
          <a:p>
            <a:pPr indent="-541783" lvl="1" marL="1083567" marR="0" rtl="0" algn="l">
              <a:lnSpc>
                <a:spcPct val="11404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4400"/>
              <a:buFont typeface="Londrina Solid"/>
              <a:buAutoNum type="arabicPeriod"/>
            </a:pPr>
            <a:r>
              <a:rPr b="1" i="0" lang="en" sz="44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SOME LOSSY FILE COMPRESSION ALGORITHMS ARE: </a:t>
            </a:r>
            <a:endParaRPr/>
          </a:p>
        </p:txBody>
      </p:sp>
      <p:sp>
        <p:nvSpPr>
          <p:cNvPr id="5966" name="Google Shape;5966;p163"/>
          <p:cNvSpPr/>
          <p:nvPr/>
        </p:nvSpPr>
        <p:spPr>
          <a:xfrm>
            <a:off x="2446102" y="7196679"/>
            <a:ext cx="2536140" cy="2536140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7" name="Google Shape;5967;p163"/>
          <p:cNvSpPr/>
          <p:nvPr/>
        </p:nvSpPr>
        <p:spPr>
          <a:xfrm>
            <a:off x="7843865" y="7196679"/>
            <a:ext cx="2536140" cy="2536140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8" name="Google Shape;5968;p163"/>
          <p:cNvSpPr/>
          <p:nvPr/>
        </p:nvSpPr>
        <p:spPr>
          <a:xfrm>
            <a:off x="13304602" y="7196679"/>
            <a:ext cx="2536140" cy="2536140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9" name="Google Shape;5969;p163"/>
          <p:cNvSpPr txBox="1"/>
          <p:nvPr/>
        </p:nvSpPr>
        <p:spPr>
          <a:xfrm>
            <a:off x="2446102" y="8262238"/>
            <a:ext cx="2536140" cy="4621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3455"/>
              <a:buFont typeface="Londrina Solid"/>
              <a:buNone/>
            </a:pPr>
            <a:r>
              <a:rPr b="0" i="0" lang="en" sz="3455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MPEG-3</a:t>
            </a:r>
            <a:endParaRPr/>
          </a:p>
        </p:txBody>
      </p:sp>
      <p:sp>
        <p:nvSpPr>
          <p:cNvPr id="5970" name="Google Shape;5970;p163"/>
          <p:cNvSpPr txBox="1"/>
          <p:nvPr/>
        </p:nvSpPr>
        <p:spPr>
          <a:xfrm>
            <a:off x="7843865" y="8262238"/>
            <a:ext cx="2536140" cy="4621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3455"/>
              <a:buFont typeface="Londrina Solid"/>
              <a:buNone/>
            </a:pPr>
            <a:r>
              <a:rPr b="0" i="0" lang="en" sz="3455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MPEG-4</a:t>
            </a:r>
            <a:endParaRPr/>
          </a:p>
        </p:txBody>
      </p:sp>
      <p:sp>
        <p:nvSpPr>
          <p:cNvPr id="5971" name="Google Shape;5971;p163"/>
          <p:cNvSpPr txBox="1"/>
          <p:nvPr/>
        </p:nvSpPr>
        <p:spPr>
          <a:xfrm>
            <a:off x="13304602" y="8262238"/>
            <a:ext cx="2536140" cy="4621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3455"/>
              <a:buFont typeface="Londrina Solid"/>
              <a:buNone/>
            </a:pPr>
            <a:r>
              <a:rPr b="0" i="0" lang="en" sz="3455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JPEG</a:t>
            </a:r>
            <a:endParaRPr/>
          </a:p>
        </p:txBody>
      </p:sp>
      <p:sp>
        <p:nvSpPr>
          <p:cNvPr id="5972" name="Google Shape;5972;p163"/>
          <p:cNvSpPr txBox="1"/>
          <p:nvPr/>
        </p:nvSpPr>
        <p:spPr>
          <a:xfrm>
            <a:off x="-8021" y="419100"/>
            <a:ext cx="2934876" cy="981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916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600"/>
              <a:buFont typeface="Londrina Solid"/>
              <a:buNone/>
            </a:pPr>
            <a:r>
              <a:rPr b="0" i="0" lang="en" sz="36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LOSSY FILE </a:t>
            </a:r>
            <a:endParaRPr/>
          </a:p>
          <a:p>
            <a:pPr indent="0" lvl="0" marL="0" marR="0" rtl="0" algn="ctr">
              <a:lnSpc>
                <a:spcPct val="105916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600"/>
              <a:buFont typeface="Londrina Solid"/>
              <a:buNone/>
            </a:pPr>
            <a:r>
              <a:rPr b="0" i="0" lang="en" sz="36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76" name="Shape 5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7" name="Google Shape;5977;p164"/>
          <p:cNvSpPr/>
          <p:nvPr/>
        </p:nvSpPr>
        <p:spPr>
          <a:xfrm rot="-2201375">
            <a:off x="-6824566" y="-5308309"/>
            <a:ext cx="13396467" cy="7940451"/>
          </a:xfrm>
          <a:custGeom>
            <a:rect b="b" l="l" r="r" t="t"/>
            <a:pathLst>
              <a:path extrusionOk="0" h="7940451" w="13396467">
                <a:moveTo>
                  <a:pt x="0" y="0"/>
                </a:moveTo>
                <a:lnTo>
                  <a:pt x="13396467" y="0"/>
                </a:lnTo>
                <a:lnTo>
                  <a:pt x="13396467" y="7940451"/>
                </a:lnTo>
                <a:lnTo>
                  <a:pt x="0" y="79404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8" name="Google Shape;5978;p164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9" name="Google Shape;5979;p164"/>
          <p:cNvSpPr/>
          <p:nvPr/>
        </p:nvSpPr>
        <p:spPr>
          <a:xfrm>
            <a:off x="1028700" y="2855588"/>
            <a:ext cx="3182685" cy="3182685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0" name="Google Shape;5980;p164"/>
          <p:cNvSpPr txBox="1"/>
          <p:nvPr/>
        </p:nvSpPr>
        <p:spPr>
          <a:xfrm>
            <a:off x="1028700" y="4187749"/>
            <a:ext cx="3182685" cy="5603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336"/>
              <a:buFont typeface="Londrina Solid"/>
              <a:buNone/>
            </a:pPr>
            <a:r>
              <a:rPr b="1" i="0" lang="en" sz="4336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MPEG-3</a:t>
            </a:r>
            <a:endParaRPr/>
          </a:p>
        </p:txBody>
      </p:sp>
      <p:sp>
        <p:nvSpPr>
          <p:cNvPr id="5981" name="Google Shape;5981;p164"/>
          <p:cNvSpPr txBox="1"/>
          <p:nvPr/>
        </p:nvSpPr>
        <p:spPr>
          <a:xfrm>
            <a:off x="4382655" y="1095375"/>
            <a:ext cx="10502503" cy="16722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46813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336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A COMPRESSION TECHNOLOGY THAT REDUCES THE SIZE OF A NORMAL MUSIC FILE BY ABOUT 90%.</a:t>
            </a:r>
            <a:endParaRPr/>
          </a:p>
        </p:txBody>
      </p:sp>
      <p:sp>
        <p:nvSpPr>
          <p:cNvPr id="5982" name="Google Shape;5982;p164"/>
          <p:cNvSpPr/>
          <p:nvPr/>
        </p:nvSpPr>
        <p:spPr>
          <a:xfrm>
            <a:off x="7339913" y="3144513"/>
            <a:ext cx="6346140" cy="6346140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3" name="Google Shape;5983;p164"/>
          <p:cNvSpPr txBox="1"/>
          <p:nvPr/>
        </p:nvSpPr>
        <p:spPr>
          <a:xfrm>
            <a:off x="7905639" y="4187749"/>
            <a:ext cx="4752867" cy="4411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68132" lvl="1" marL="936265" marR="0" rtl="0" algn="l">
              <a:lnSpc>
                <a:spcPct val="1084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000"/>
              <a:buFont typeface="Londrina Solid"/>
              <a:buAutoNum type="arabicPeriod"/>
            </a:pPr>
            <a:r>
              <a:rPr b="1" i="0" lang="en" sz="40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REMOVE SOUNDS OUTSIDE THE HUMAN EAR RANGE</a:t>
            </a:r>
            <a:endParaRPr/>
          </a:p>
          <a:p>
            <a:pPr indent="-468132" lvl="1" marL="936265" marR="0" rtl="0" algn="l">
              <a:lnSpc>
                <a:spcPct val="1084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000"/>
              <a:buFont typeface="Londrina Solid"/>
              <a:buAutoNum type="arabicPeriod"/>
            </a:pPr>
            <a:r>
              <a:rPr b="1" i="0" lang="en" sz="4000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ELIMINATE THE SOFTER SOUND - PERCEPTUAL MUSIC SHAPING</a:t>
            </a:r>
            <a:endParaRPr/>
          </a:p>
        </p:txBody>
      </p:sp>
      <p:sp>
        <p:nvSpPr>
          <p:cNvPr id="5984" name="Google Shape;5984;p164"/>
          <p:cNvSpPr txBox="1"/>
          <p:nvPr/>
        </p:nvSpPr>
        <p:spPr>
          <a:xfrm>
            <a:off x="-8021" y="419100"/>
            <a:ext cx="2934876" cy="981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916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600"/>
              <a:buFont typeface="Londrina Solid"/>
              <a:buNone/>
            </a:pPr>
            <a:r>
              <a:rPr b="0" i="0" lang="en" sz="36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LOSSY FILE </a:t>
            </a:r>
            <a:endParaRPr/>
          </a:p>
          <a:p>
            <a:pPr indent="0" lvl="0" marL="0" marR="0" rtl="0" algn="ctr">
              <a:lnSpc>
                <a:spcPct val="105916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600"/>
              <a:buFont typeface="Londrina Solid"/>
              <a:buNone/>
            </a:pPr>
            <a:r>
              <a:rPr b="0" i="0" lang="en" sz="36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5988" name="Shape 5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9" name="Google Shape;5989;p165"/>
          <p:cNvSpPr/>
          <p:nvPr/>
        </p:nvSpPr>
        <p:spPr>
          <a:xfrm rot="-2201375">
            <a:off x="-6824566" y="-5308309"/>
            <a:ext cx="13396467" cy="7940451"/>
          </a:xfrm>
          <a:custGeom>
            <a:rect b="b" l="l" r="r" t="t"/>
            <a:pathLst>
              <a:path extrusionOk="0" h="7940451" w="13396467">
                <a:moveTo>
                  <a:pt x="0" y="0"/>
                </a:moveTo>
                <a:lnTo>
                  <a:pt x="13396467" y="0"/>
                </a:lnTo>
                <a:lnTo>
                  <a:pt x="13396467" y="7940451"/>
                </a:lnTo>
                <a:lnTo>
                  <a:pt x="0" y="79404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0" name="Google Shape;5990;p165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1" name="Google Shape;5991;p165"/>
          <p:cNvSpPr/>
          <p:nvPr/>
        </p:nvSpPr>
        <p:spPr>
          <a:xfrm>
            <a:off x="1028700" y="2855588"/>
            <a:ext cx="3182685" cy="3182685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2" name="Google Shape;5992;p165"/>
          <p:cNvSpPr txBox="1"/>
          <p:nvPr/>
        </p:nvSpPr>
        <p:spPr>
          <a:xfrm>
            <a:off x="1028700" y="4187749"/>
            <a:ext cx="3182685" cy="585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336"/>
              <a:buFont typeface="Londrina Solid"/>
              <a:buNone/>
            </a:pPr>
            <a:r>
              <a:rPr b="0" i="0" lang="en" sz="4336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MPEG-4</a:t>
            </a:r>
            <a:endParaRPr/>
          </a:p>
        </p:txBody>
      </p:sp>
      <p:sp>
        <p:nvSpPr>
          <p:cNvPr id="5993" name="Google Shape;5993;p165"/>
          <p:cNvSpPr txBox="1"/>
          <p:nvPr/>
        </p:nvSpPr>
        <p:spPr>
          <a:xfrm>
            <a:off x="4382655" y="1366837"/>
            <a:ext cx="10502503" cy="11293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4336"/>
              <a:buFont typeface="Londrina Solid"/>
              <a:buNone/>
            </a:pPr>
            <a:r>
              <a:rPr b="1" i="0" lang="en" sz="4336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ALLOWS STORAGE OF MULTIMEDIA FILES RATHER THAN JUST SOUND.</a:t>
            </a:r>
            <a:endParaRPr/>
          </a:p>
        </p:txBody>
      </p:sp>
      <p:sp>
        <p:nvSpPr>
          <p:cNvPr id="5994" name="Google Shape;5994;p165"/>
          <p:cNvSpPr/>
          <p:nvPr/>
        </p:nvSpPr>
        <p:spPr>
          <a:xfrm>
            <a:off x="7339913" y="3144513"/>
            <a:ext cx="6346140" cy="6346140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5" name="Google Shape;5995;p165"/>
          <p:cNvSpPr txBox="1"/>
          <p:nvPr/>
        </p:nvSpPr>
        <p:spPr>
          <a:xfrm>
            <a:off x="7905639" y="4431647"/>
            <a:ext cx="4752867" cy="3868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46813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336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MOVIES CAN BE STREAMED USING THE MP4 FORMAT WITHOUT LOSING ANY REAL DISCERNIBLE QUALITY</a:t>
            </a:r>
            <a:endParaRPr/>
          </a:p>
        </p:txBody>
      </p:sp>
      <p:sp>
        <p:nvSpPr>
          <p:cNvPr id="5996" name="Google Shape;5996;p165"/>
          <p:cNvSpPr txBox="1"/>
          <p:nvPr/>
        </p:nvSpPr>
        <p:spPr>
          <a:xfrm>
            <a:off x="-8021" y="419100"/>
            <a:ext cx="2934876" cy="981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916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600"/>
              <a:buFont typeface="Londrina Solid"/>
              <a:buNone/>
            </a:pPr>
            <a:r>
              <a:rPr b="0" i="0" lang="en" sz="36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LOSSY FILE </a:t>
            </a:r>
            <a:endParaRPr/>
          </a:p>
          <a:p>
            <a:pPr indent="0" lvl="0" marL="0" marR="0" rtl="0" algn="ctr">
              <a:lnSpc>
                <a:spcPct val="105916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600"/>
              <a:buFont typeface="Londrina Solid"/>
              <a:buNone/>
            </a:pPr>
            <a:r>
              <a:rPr b="0" i="0" lang="en" sz="36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6000" name="Shape 6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1" name="Google Shape;6001;p166"/>
          <p:cNvSpPr/>
          <p:nvPr/>
        </p:nvSpPr>
        <p:spPr>
          <a:xfrm rot="-2201375">
            <a:off x="-6824566" y="-5308309"/>
            <a:ext cx="13396467" cy="7940451"/>
          </a:xfrm>
          <a:custGeom>
            <a:rect b="b" l="l" r="r" t="t"/>
            <a:pathLst>
              <a:path extrusionOk="0" h="7940451" w="13396467">
                <a:moveTo>
                  <a:pt x="0" y="0"/>
                </a:moveTo>
                <a:lnTo>
                  <a:pt x="13396467" y="0"/>
                </a:lnTo>
                <a:lnTo>
                  <a:pt x="13396467" y="7940451"/>
                </a:lnTo>
                <a:lnTo>
                  <a:pt x="0" y="79404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2" name="Google Shape;6002;p166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3" name="Google Shape;6003;p166"/>
          <p:cNvSpPr/>
          <p:nvPr/>
        </p:nvSpPr>
        <p:spPr>
          <a:xfrm>
            <a:off x="1028700" y="2855588"/>
            <a:ext cx="3182685" cy="3182685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4" name="Google Shape;6004;p166"/>
          <p:cNvSpPr txBox="1"/>
          <p:nvPr/>
        </p:nvSpPr>
        <p:spPr>
          <a:xfrm>
            <a:off x="1028700" y="4187749"/>
            <a:ext cx="3182685" cy="585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089B"/>
              </a:buClr>
              <a:buSzPts val="4336"/>
              <a:buFont typeface="Londrina Solid"/>
              <a:buNone/>
            </a:pPr>
            <a:r>
              <a:rPr b="0" i="0" lang="en" sz="4336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JPEG</a:t>
            </a:r>
            <a:endParaRPr/>
          </a:p>
        </p:txBody>
      </p:sp>
      <p:sp>
        <p:nvSpPr>
          <p:cNvPr id="6005" name="Google Shape;6005;p166"/>
          <p:cNvSpPr txBox="1"/>
          <p:nvPr/>
        </p:nvSpPr>
        <p:spPr>
          <a:xfrm>
            <a:off x="4382655" y="1095375"/>
            <a:ext cx="10502503" cy="16722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4336"/>
              <a:buFont typeface="Londrina Solid"/>
              <a:buNone/>
            </a:pPr>
            <a:r>
              <a:rPr b="1" i="0" lang="en" sz="4336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A LOSSY COMPRESSION ALGORITHM USED FOR BITMAP IMAGES. ORIGINAL FILE CAN NO LONGER BE CONSTRUCTED.</a:t>
            </a:r>
            <a:endParaRPr/>
          </a:p>
        </p:txBody>
      </p:sp>
      <p:sp>
        <p:nvSpPr>
          <p:cNvPr id="6006" name="Google Shape;6006;p166"/>
          <p:cNvSpPr/>
          <p:nvPr/>
        </p:nvSpPr>
        <p:spPr>
          <a:xfrm>
            <a:off x="7339913" y="3144513"/>
            <a:ext cx="6346140" cy="6346140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FCBB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7" name="Google Shape;6007;p166"/>
          <p:cNvSpPr txBox="1"/>
          <p:nvPr/>
        </p:nvSpPr>
        <p:spPr>
          <a:xfrm>
            <a:off x="7905639" y="4590689"/>
            <a:ext cx="4752867" cy="22151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46813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336" u="none" cap="none" strike="noStrike">
                <a:solidFill>
                  <a:srgbClr val="44089B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REMOVE COLOUR SHADES (HUMAN CAN'T NOTICE THEM)</a:t>
            </a:r>
            <a:endParaRPr/>
          </a:p>
        </p:txBody>
      </p:sp>
      <p:sp>
        <p:nvSpPr>
          <p:cNvPr id="6008" name="Google Shape;6008;p166"/>
          <p:cNvSpPr txBox="1"/>
          <p:nvPr/>
        </p:nvSpPr>
        <p:spPr>
          <a:xfrm>
            <a:off x="-8021" y="419100"/>
            <a:ext cx="2934876" cy="981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5916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600"/>
              <a:buFont typeface="Londrina Solid"/>
              <a:buNone/>
            </a:pPr>
            <a:r>
              <a:rPr b="0" i="0" lang="en" sz="36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LOSSY FILE </a:t>
            </a:r>
            <a:endParaRPr/>
          </a:p>
          <a:p>
            <a:pPr indent="0" lvl="0" marL="0" marR="0" rtl="0" algn="ctr">
              <a:lnSpc>
                <a:spcPct val="105916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600"/>
              <a:buFont typeface="Londrina Solid"/>
              <a:buNone/>
            </a:pPr>
            <a:r>
              <a:rPr b="0" i="0" lang="en" sz="36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6012" name="Shape 6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3" name="Google Shape;6013;p167"/>
          <p:cNvSpPr/>
          <p:nvPr/>
        </p:nvSpPr>
        <p:spPr>
          <a:xfrm rot="-2201375">
            <a:off x="-6807515" y="-5916916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4" name="Google Shape;6014;p167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5" name="Google Shape;6015;p167"/>
          <p:cNvSpPr txBox="1"/>
          <p:nvPr/>
        </p:nvSpPr>
        <p:spPr>
          <a:xfrm>
            <a:off x="-4011" y="212220"/>
            <a:ext cx="2829743" cy="929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580"/>
              <a:buFont typeface="Londrina Solid"/>
              <a:buNone/>
            </a:pPr>
            <a:r>
              <a:rPr b="0" i="0" lang="en" sz="358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DATA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580"/>
              <a:buFont typeface="Londrina Solid"/>
              <a:buNone/>
            </a:pPr>
            <a:r>
              <a:rPr b="0" i="0" lang="en" sz="358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  <p:sp>
        <p:nvSpPr>
          <p:cNvPr id="6016" name="Google Shape;6016;p167"/>
          <p:cNvSpPr/>
          <p:nvPr/>
        </p:nvSpPr>
        <p:spPr>
          <a:xfrm>
            <a:off x="659630" y="2625525"/>
            <a:ext cx="5591023" cy="5591023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281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7" name="Google Shape;6017;p167"/>
          <p:cNvSpPr txBox="1"/>
          <p:nvPr/>
        </p:nvSpPr>
        <p:spPr>
          <a:xfrm>
            <a:off x="914400" y="4284636"/>
            <a:ext cx="4766893" cy="22727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5855"/>
              <a:buFont typeface="Londrina Solid"/>
              <a:buNone/>
            </a:pPr>
            <a:r>
              <a:rPr b="0" i="0" lang="en" sz="5855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LOSSLESS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5855"/>
              <a:buFont typeface="Londrina Solid"/>
              <a:buNone/>
            </a:pPr>
            <a:r>
              <a:rPr b="0" i="0" lang="en" sz="5855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FILE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5855"/>
              <a:buFont typeface="Londrina Solid"/>
              <a:buNone/>
            </a:pPr>
            <a:r>
              <a:rPr b="0" i="0" lang="en" sz="5855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  <p:sp>
        <p:nvSpPr>
          <p:cNvPr id="6018" name="Google Shape;6018;p167"/>
          <p:cNvSpPr txBox="1"/>
          <p:nvPr/>
        </p:nvSpPr>
        <p:spPr>
          <a:xfrm>
            <a:off x="6250653" y="2128746"/>
            <a:ext cx="11502636" cy="54314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502201" lvl="1" marL="100440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4652"/>
              <a:buFont typeface="Londrina Solid"/>
              <a:buAutoNum type="arabicPeriod"/>
            </a:pPr>
            <a:r>
              <a:rPr b="1" i="0" lang="en" sz="4652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ALL THE DATA FROM THE ORIGINAL UNCOMPRESSED FILE CAN BE RECONSTRUCTED</a:t>
            </a:r>
            <a:endParaRPr/>
          </a:p>
          <a:p>
            <a:pPr indent="-502201" lvl="1" marL="100440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4652"/>
              <a:buFont typeface="Londrina Solid"/>
              <a:buAutoNum type="arabicPeriod"/>
            </a:pPr>
            <a:r>
              <a:rPr b="1" i="0" lang="en" sz="4652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THIS IS IMPORTANT FOR FILES WHERE LOSS OF DATA WOULD BE DISASTROUS (COMPLEX SPREADSHEET).</a:t>
            </a:r>
            <a:endParaRPr/>
          </a:p>
          <a:p>
            <a:pPr indent="-502201" lvl="1" marL="100440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4652"/>
              <a:buFont typeface="Londrina Solid"/>
              <a:buAutoNum type="arabicPeriod"/>
            </a:pPr>
            <a:r>
              <a:rPr b="1" i="0" lang="en" sz="4652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LOSSLESS FILE COMPRESSION IS DESIGNED SO THAT NONE OF THE ORIGNAL DETAIL FROM THE FILE IS LOST. </a:t>
            </a:r>
            <a:endParaRPr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6022" name="Shape 6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3" name="Google Shape;6023;p168"/>
          <p:cNvSpPr/>
          <p:nvPr/>
        </p:nvSpPr>
        <p:spPr>
          <a:xfrm rot="-2201375">
            <a:off x="-6807515" y="-5916916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4" name="Google Shape;6024;p168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5" name="Google Shape;6025;p168"/>
          <p:cNvSpPr/>
          <p:nvPr/>
        </p:nvSpPr>
        <p:spPr>
          <a:xfrm>
            <a:off x="659630" y="2625525"/>
            <a:ext cx="2795511" cy="2795511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281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6" name="Google Shape;6026;p168"/>
          <p:cNvSpPr/>
          <p:nvPr/>
        </p:nvSpPr>
        <p:spPr>
          <a:xfrm>
            <a:off x="5769050" y="7097789"/>
            <a:ext cx="2737784" cy="2737784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281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7" name="Google Shape;6027;p168"/>
          <p:cNvSpPr/>
          <p:nvPr/>
        </p:nvSpPr>
        <p:spPr>
          <a:xfrm>
            <a:off x="10201129" y="7097789"/>
            <a:ext cx="2737784" cy="2737784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281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8" name="Google Shape;6028;p168"/>
          <p:cNvSpPr/>
          <p:nvPr/>
        </p:nvSpPr>
        <p:spPr>
          <a:xfrm>
            <a:off x="4763533" y="6890871"/>
            <a:ext cx="1005517" cy="1005517"/>
          </a:xfrm>
          <a:custGeom>
            <a:rect b="b" l="l" r="r" t="t"/>
            <a:pathLst>
              <a:path extrusionOk="0" h="1005517" w="1005517">
                <a:moveTo>
                  <a:pt x="0" y="0"/>
                </a:moveTo>
                <a:lnTo>
                  <a:pt x="1005517" y="0"/>
                </a:lnTo>
                <a:lnTo>
                  <a:pt x="1005517" y="1005517"/>
                </a:lnTo>
                <a:lnTo>
                  <a:pt x="0" y="10055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9" name="Google Shape;6029;p168"/>
          <p:cNvSpPr/>
          <p:nvPr/>
        </p:nvSpPr>
        <p:spPr>
          <a:xfrm>
            <a:off x="9408483" y="6839259"/>
            <a:ext cx="1057129" cy="1057129"/>
          </a:xfrm>
          <a:custGeom>
            <a:rect b="b" l="l" r="r" t="t"/>
            <a:pathLst>
              <a:path extrusionOk="0" h="1057129" w="1057129">
                <a:moveTo>
                  <a:pt x="0" y="0"/>
                </a:moveTo>
                <a:lnTo>
                  <a:pt x="1057129" y="0"/>
                </a:lnTo>
                <a:lnTo>
                  <a:pt x="1057129" y="1057129"/>
                </a:lnTo>
                <a:lnTo>
                  <a:pt x="0" y="105712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0" name="Google Shape;6030;p168"/>
          <p:cNvSpPr txBox="1"/>
          <p:nvPr/>
        </p:nvSpPr>
        <p:spPr>
          <a:xfrm>
            <a:off x="-117218" y="114300"/>
            <a:ext cx="3180347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187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200"/>
              <a:buFont typeface="Londrina Solid"/>
              <a:buNone/>
            </a:pPr>
            <a:r>
              <a:rPr b="0" i="0" lang="en" sz="32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LOSSLESS FILE</a:t>
            </a:r>
            <a:endParaRPr/>
          </a:p>
          <a:p>
            <a:pPr indent="0" lvl="0" marL="0" marR="0" rtl="0" algn="ctr">
              <a:lnSpc>
                <a:spcPct val="11187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200"/>
              <a:buFont typeface="Londrina Solid"/>
              <a:buNone/>
            </a:pPr>
            <a:r>
              <a:rPr b="0" i="0" lang="en" sz="32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  <p:sp>
        <p:nvSpPr>
          <p:cNvPr id="6031" name="Google Shape;6031;p168"/>
          <p:cNvSpPr txBox="1"/>
          <p:nvPr/>
        </p:nvSpPr>
        <p:spPr>
          <a:xfrm>
            <a:off x="1071695" y="3513957"/>
            <a:ext cx="1971381" cy="77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2927"/>
              <a:buFont typeface="Londrina Solid"/>
              <a:buNone/>
            </a:pPr>
            <a:r>
              <a:rPr b="0" i="0" lang="en" sz="2927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RUN-LENGTH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2927"/>
              <a:buFont typeface="Londrina Solid"/>
              <a:buNone/>
            </a:pPr>
            <a:r>
              <a:rPr b="0" i="0" lang="en" sz="2927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ENCODING</a:t>
            </a:r>
            <a:endParaRPr/>
          </a:p>
        </p:txBody>
      </p:sp>
      <p:sp>
        <p:nvSpPr>
          <p:cNvPr id="6032" name="Google Shape;6032;p168"/>
          <p:cNvSpPr txBox="1"/>
          <p:nvPr/>
        </p:nvSpPr>
        <p:spPr>
          <a:xfrm>
            <a:off x="4148559" y="2505306"/>
            <a:ext cx="13512089" cy="97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97392" lvl="1" marL="79478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681"/>
              <a:buFont typeface="Londrina Solid"/>
              <a:buAutoNum type="arabicPeriod"/>
            </a:pPr>
            <a:r>
              <a:rPr b="1" i="0" lang="en" sz="3681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CAN BE USED FOR LOSSLESS COMPRESSION OF A NUMBER OF DIFFERENT FILE FORMATS.</a:t>
            </a:r>
            <a:endParaRPr/>
          </a:p>
        </p:txBody>
      </p:sp>
      <p:sp>
        <p:nvSpPr>
          <p:cNvPr id="6033" name="Google Shape;6033;p168"/>
          <p:cNvSpPr txBox="1"/>
          <p:nvPr/>
        </p:nvSpPr>
        <p:spPr>
          <a:xfrm>
            <a:off x="4541104" y="3941663"/>
            <a:ext cx="13512089" cy="4804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681"/>
              <a:buFont typeface="Londrina Solid"/>
              <a:buNone/>
            </a:pPr>
            <a:r>
              <a:rPr b="1" i="0" lang="en" sz="3681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2. IT REDUCES THE SIZE OF A STRING OF ADJACENT, IDENTICAL DATA.</a:t>
            </a:r>
            <a:endParaRPr/>
          </a:p>
        </p:txBody>
      </p:sp>
      <p:sp>
        <p:nvSpPr>
          <p:cNvPr id="6034" name="Google Shape;6034;p168"/>
          <p:cNvSpPr txBox="1"/>
          <p:nvPr/>
        </p:nvSpPr>
        <p:spPr>
          <a:xfrm>
            <a:off x="4541104" y="5379447"/>
            <a:ext cx="13512089" cy="4804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681"/>
              <a:buFont typeface="Londrina Solid"/>
              <a:buNone/>
            </a:pPr>
            <a:r>
              <a:rPr b="1" i="0" lang="en" sz="3681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3. A REPEATED STRING IS ENCODED INTO TWO VALUES.</a:t>
            </a:r>
            <a:endParaRPr/>
          </a:p>
        </p:txBody>
      </p:sp>
      <p:sp>
        <p:nvSpPr>
          <p:cNvPr id="6035" name="Google Shape;6035;p168"/>
          <p:cNvSpPr txBox="1"/>
          <p:nvPr/>
        </p:nvSpPr>
        <p:spPr>
          <a:xfrm>
            <a:off x="6033533" y="8096125"/>
            <a:ext cx="2208819" cy="77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2927"/>
              <a:buFont typeface="Londrina Solid"/>
              <a:buNone/>
            </a:pPr>
            <a:r>
              <a:rPr b="0" i="0" lang="en" sz="2927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NUMBER OF IDENTICAL DATA</a:t>
            </a:r>
            <a:endParaRPr/>
          </a:p>
        </p:txBody>
      </p:sp>
      <p:sp>
        <p:nvSpPr>
          <p:cNvPr id="6036" name="Google Shape;6036;p168"/>
          <p:cNvSpPr txBox="1"/>
          <p:nvPr/>
        </p:nvSpPr>
        <p:spPr>
          <a:xfrm>
            <a:off x="10465612" y="8281862"/>
            <a:ext cx="2208819" cy="407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2927"/>
              <a:buFont typeface="Londrina Solid"/>
              <a:buNone/>
            </a:pPr>
            <a:r>
              <a:rPr b="0" i="0" lang="en" sz="2927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DATA ITEM</a:t>
            </a:r>
            <a:endParaRPr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6040" name="Shape 6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" name="Google Shape;6041;p169"/>
          <p:cNvSpPr/>
          <p:nvPr/>
        </p:nvSpPr>
        <p:spPr>
          <a:xfrm rot="-2201375">
            <a:off x="-6807515" y="-5916916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2" name="Google Shape;6042;p169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3" name="Google Shape;6043;p169"/>
          <p:cNvSpPr/>
          <p:nvPr/>
        </p:nvSpPr>
        <p:spPr>
          <a:xfrm>
            <a:off x="16139955" y="197021"/>
            <a:ext cx="2069520" cy="4324213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281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44" name="Google Shape;6044;p169"/>
          <p:cNvGraphicFramePr/>
          <p:nvPr/>
        </p:nvGraphicFramePr>
        <p:xfrm>
          <a:off x="312193" y="491733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{B222D65A-BFAB-478E-8F4F-CCD75DDC8EAC}</a:tableStyleId>
              </a:tblPr>
              <a:tblGrid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</a:tblGrid>
              <a:tr h="8858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k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k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k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</a:tr>
            </a:tbl>
          </a:graphicData>
        </a:graphic>
      </p:graphicFrame>
      <p:sp>
        <p:nvSpPr>
          <p:cNvPr id="6045" name="Google Shape;6045;p169"/>
          <p:cNvSpPr txBox="1"/>
          <p:nvPr/>
        </p:nvSpPr>
        <p:spPr>
          <a:xfrm>
            <a:off x="16061430" y="1214250"/>
            <a:ext cx="2226570" cy="23469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27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641"/>
              <a:buFont typeface="Londrina Solid"/>
              <a:buNone/>
            </a:pPr>
            <a:r>
              <a:rPr b="0" i="0" lang="en" sz="3642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RUN-LENGTH</a:t>
            </a:r>
            <a:endParaRPr/>
          </a:p>
          <a:p>
            <a:pPr indent="0" lvl="0" marL="0" marR="0" rtl="0" algn="ctr">
              <a:lnSpc>
                <a:spcPct val="100027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641"/>
              <a:buFont typeface="Londrina Solid"/>
              <a:buNone/>
            </a:pPr>
            <a:r>
              <a:rPr b="0" i="0" lang="en" sz="3642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ENCODING</a:t>
            </a:r>
            <a:endParaRPr/>
          </a:p>
          <a:p>
            <a:pPr indent="0" lvl="0" marL="0" marR="0" rtl="0" algn="ctr">
              <a:lnSpc>
                <a:spcPct val="100027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641"/>
              <a:buFont typeface="Londrina Solid"/>
              <a:buNone/>
            </a:pPr>
            <a:r>
              <a:rPr b="0" i="0" lang="en" sz="3642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IN</a:t>
            </a:r>
            <a:endParaRPr/>
          </a:p>
          <a:p>
            <a:pPr indent="0" lvl="0" marL="0" marR="0" rtl="0" algn="ctr">
              <a:lnSpc>
                <a:spcPct val="100027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641"/>
              <a:buFont typeface="Londrina Solid"/>
              <a:buNone/>
            </a:pPr>
            <a:r>
              <a:rPr b="0" i="0" lang="en" sz="3642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ACTION</a:t>
            </a:r>
            <a:endParaRPr/>
          </a:p>
        </p:txBody>
      </p:sp>
      <p:sp>
        <p:nvSpPr>
          <p:cNvPr id="6046" name="Google Shape;6046;p169"/>
          <p:cNvSpPr txBox="1"/>
          <p:nvPr/>
        </p:nvSpPr>
        <p:spPr>
          <a:xfrm>
            <a:off x="7173766" y="6997411"/>
            <a:ext cx="4910286" cy="1533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Open Sans ExtraBold"/>
              <a:buNone/>
            </a:pPr>
            <a:r>
              <a:rPr b="1" i="0" lang="en" sz="9000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16 bytes</a:t>
            </a:r>
            <a:endParaRPr/>
          </a:p>
        </p:txBody>
      </p:sp>
      <p:sp>
        <p:nvSpPr>
          <p:cNvPr id="6047" name="Google Shape;6047;p169"/>
          <p:cNvSpPr txBox="1"/>
          <p:nvPr/>
        </p:nvSpPr>
        <p:spPr>
          <a:xfrm>
            <a:off x="-117218" y="114300"/>
            <a:ext cx="3180347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187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200"/>
              <a:buFont typeface="Londrina Solid"/>
              <a:buNone/>
            </a:pPr>
            <a:r>
              <a:rPr b="0" i="0" lang="en" sz="32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LOSSLESS FILE</a:t>
            </a:r>
            <a:endParaRPr/>
          </a:p>
          <a:p>
            <a:pPr indent="0" lvl="0" marL="0" marR="0" rtl="0" algn="ctr">
              <a:lnSpc>
                <a:spcPct val="11187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200"/>
              <a:buFont typeface="Londrina Solid"/>
              <a:buNone/>
            </a:pPr>
            <a:r>
              <a:rPr b="0" i="0" lang="en" sz="32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6051" name="Shape 6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2" name="Google Shape;6052;p170"/>
          <p:cNvSpPr/>
          <p:nvPr/>
        </p:nvSpPr>
        <p:spPr>
          <a:xfrm rot="-2201375">
            <a:off x="-6807515" y="-5916916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69999"/>
                </a:lnTo>
                <a:lnTo>
                  <a:pt x="0" y="80699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3" name="Google Shape;6053;p170"/>
          <p:cNvSpPr/>
          <p:nvPr/>
        </p:nvSpPr>
        <p:spPr>
          <a:xfrm rot="-1368431">
            <a:off x="12877802" y="8165309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9"/>
                </a:lnTo>
                <a:lnTo>
                  <a:pt x="0" y="890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4" name="Google Shape;6054;p170"/>
          <p:cNvSpPr/>
          <p:nvPr/>
        </p:nvSpPr>
        <p:spPr>
          <a:xfrm>
            <a:off x="16145921" y="-155448"/>
            <a:ext cx="2226758" cy="4652758"/>
          </a:xfrm>
          <a:custGeom>
            <a:rect b="b" l="l" r="r" t="t"/>
            <a:pathLst>
              <a:path extrusionOk="0" h="6350000" w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F2812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55" name="Google Shape;6055;p170"/>
          <p:cNvGraphicFramePr/>
          <p:nvPr/>
        </p:nvGraphicFramePr>
        <p:xfrm>
          <a:off x="447812" y="471677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{B222D65A-BFAB-478E-8F4F-CCD75DDC8EAC}</a:tableStyleId>
              </a:tblPr>
              <a:tblGrid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  <a:gridCol w="1087025"/>
              </a:tblGrid>
              <a:tr h="8858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k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k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k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3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B99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056" name="Google Shape;6056;p170"/>
          <p:cNvGraphicFramePr/>
          <p:nvPr/>
        </p:nvGraphicFramePr>
        <p:xfrm>
          <a:off x="447812" y="59618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{B222D65A-BFAB-478E-8F4F-CCD75DDC8EAC}</a:tableStyleId>
              </a:tblPr>
              <a:tblGrid>
                <a:gridCol w="2174050"/>
                <a:gridCol w="2174050"/>
                <a:gridCol w="2174050"/>
                <a:gridCol w="2174050"/>
                <a:gridCol w="2174050"/>
                <a:gridCol w="2174050"/>
                <a:gridCol w="2174050"/>
                <a:gridCol w="2174050"/>
              </a:tblGrid>
              <a:tr h="819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4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D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4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S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D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4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4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D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4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R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D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4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3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D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4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k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D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4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5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D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499" u="none" cap="none" strike="noStrike">
                          <a:solidFill>
                            <a:srgbClr val="000000"/>
                          </a:solidFill>
                          <a:latin typeface="Londrina Solid"/>
                          <a:ea typeface="Londrina Solid"/>
                          <a:cs typeface="Londrina Solid"/>
                          <a:sym typeface="Londrina Solid"/>
                        </a:rPr>
                        <a:t>j</a:t>
                      </a:r>
                      <a:endParaRPr sz="1100" u="none" cap="none" strike="noStrike"/>
                    </a:p>
                  </a:txBody>
                  <a:tcPr marT="190500" marB="190500" marR="190500" marL="190500" anchor="ctr">
                    <a:lnL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B99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9D4D"/>
                    </a:solidFill>
                  </a:tcPr>
                </a:tc>
              </a:tr>
            </a:tbl>
          </a:graphicData>
        </a:graphic>
      </p:graphicFrame>
      <p:sp>
        <p:nvSpPr>
          <p:cNvPr id="6057" name="Google Shape;6057;p170"/>
          <p:cNvSpPr txBox="1"/>
          <p:nvPr/>
        </p:nvSpPr>
        <p:spPr>
          <a:xfrm>
            <a:off x="16061430" y="944251"/>
            <a:ext cx="2395741" cy="25200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25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918"/>
              <a:buFont typeface="Londrina Solid"/>
              <a:buNone/>
            </a:pPr>
            <a:r>
              <a:rPr b="0" i="0" lang="en" sz="3919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RUN-LENGTH</a:t>
            </a:r>
            <a:endParaRPr/>
          </a:p>
          <a:p>
            <a:pPr indent="0" lvl="0" marL="0" marR="0" rtl="0" algn="ctr">
              <a:lnSpc>
                <a:spcPct val="100025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918"/>
              <a:buFont typeface="Londrina Solid"/>
              <a:buNone/>
            </a:pPr>
            <a:r>
              <a:rPr b="0" i="0" lang="en" sz="3919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ENCODING</a:t>
            </a:r>
            <a:endParaRPr/>
          </a:p>
          <a:p>
            <a:pPr indent="0" lvl="0" marL="0" marR="0" rtl="0" algn="ctr">
              <a:lnSpc>
                <a:spcPct val="100025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918"/>
              <a:buFont typeface="Londrina Solid"/>
              <a:buNone/>
            </a:pPr>
            <a:r>
              <a:rPr b="0" i="0" lang="en" sz="3919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IN</a:t>
            </a:r>
            <a:endParaRPr/>
          </a:p>
          <a:p>
            <a:pPr indent="0" lvl="0" marL="0" marR="0" rtl="0" algn="ctr">
              <a:lnSpc>
                <a:spcPct val="100025"/>
              </a:lnSpc>
              <a:spcBef>
                <a:spcPts val="0"/>
              </a:spcBef>
              <a:spcAft>
                <a:spcPts val="0"/>
              </a:spcAft>
              <a:buClr>
                <a:srgbClr val="FFEBCF"/>
              </a:buClr>
              <a:buSzPts val="3918"/>
              <a:buFont typeface="Londrina Solid"/>
              <a:buNone/>
            </a:pPr>
            <a:r>
              <a:rPr b="0" i="0" lang="en" sz="3919" u="none" cap="none" strike="noStrike">
                <a:solidFill>
                  <a:srgbClr val="FFEBCF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ACTION</a:t>
            </a:r>
            <a:endParaRPr/>
          </a:p>
        </p:txBody>
      </p:sp>
      <p:sp>
        <p:nvSpPr>
          <p:cNvPr id="6058" name="Google Shape;6058;p170"/>
          <p:cNvSpPr txBox="1"/>
          <p:nvPr/>
        </p:nvSpPr>
        <p:spPr>
          <a:xfrm>
            <a:off x="2775264" y="7111748"/>
            <a:ext cx="14791942" cy="18239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67"/>
              <a:buFont typeface="Open Sans ExtraBold"/>
              <a:buNone/>
            </a:pPr>
            <a:r>
              <a:rPr b="1" i="0" lang="en" sz="5267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Each digit - 1 byte</a:t>
            </a:r>
            <a:endParaRPr/>
          </a:p>
          <a:p>
            <a:pPr indent="0" lvl="0" marL="0" marR="0" rtl="0" algn="l">
              <a:lnSpc>
                <a:spcPct val="14000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67"/>
              <a:buFont typeface="Open Sans ExtraBold"/>
              <a:buNone/>
            </a:pPr>
            <a:r>
              <a:rPr b="1" i="0" lang="en" sz="5267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Total size = 8 bytes (50% reduction in size)</a:t>
            </a:r>
            <a:endParaRPr/>
          </a:p>
        </p:txBody>
      </p:sp>
      <p:sp>
        <p:nvSpPr>
          <p:cNvPr id="6059" name="Google Shape;6059;p170"/>
          <p:cNvSpPr txBox="1"/>
          <p:nvPr/>
        </p:nvSpPr>
        <p:spPr>
          <a:xfrm>
            <a:off x="3496058" y="689231"/>
            <a:ext cx="11323931" cy="1202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89"/>
              <a:buFont typeface="Open Sans ExtraBold"/>
              <a:buNone/>
            </a:pPr>
            <a:r>
              <a:rPr b="1" i="0" lang="en" sz="3489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Does not work well when there is </a:t>
            </a:r>
            <a:endParaRPr/>
          </a:p>
          <a:p>
            <a:pPr indent="0" lvl="0" marL="0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89"/>
              <a:buFont typeface="Open Sans ExtraBold"/>
              <a:buNone/>
            </a:pPr>
            <a:r>
              <a:rPr b="1" i="0" lang="en" sz="3489" u="none" cap="none" strike="noStrike">
                <a:solidFill>
                  <a:srgbClr val="FFFFFF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no repeated data!</a:t>
            </a:r>
            <a:endParaRPr/>
          </a:p>
        </p:txBody>
      </p:sp>
      <p:sp>
        <p:nvSpPr>
          <p:cNvPr id="6060" name="Google Shape;6060;p170"/>
          <p:cNvSpPr txBox="1"/>
          <p:nvPr/>
        </p:nvSpPr>
        <p:spPr>
          <a:xfrm>
            <a:off x="-117218" y="114300"/>
            <a:ext cx="3180347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187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200"/>
              <a:buFont typeface="Londrina Solid"/>
              <a:buNone/>
            </a:pPr>
            <a:r>
              <a:rPr b="0" i="0" lang="en" sz="32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LOSSLESS FILE</a:t>
            </a:r>
            <a:endParaRPr/>
          </a:p>
          <a:p>
            <a:pPr indent="0" lvl="0" marL="0" marR="0" rtl="0" algn="ctr">
              <a:lnSpc>
                <a:spcPct val="11187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200"/>
              <a:buFont typeface="Londrina Solid"/>
              <a:buNone/>
            </a:pPr>
            <a:r>
              <a:rPr b="0" i="0" lang="en" sz="32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44089B"/>
        </a:solidFill>
      </p:bgPr>
    </p:bg>
    <p:spTree>
      <p:nvGrpSpPr>
        <p:cNvPr id="6064" name="Shape 6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5" name="Google Shape;6065;p171"/>
          <p:cNvSpPr/>
          <p:nvPr/>
        </p:nvSpPr>
        <p:spPr>
          <a:xfrm rot="-2201375">
            <a:off x="-6807515" y="-5995736"/>
            <a:ext cx="13615030" cy="8069999"/>
          </a:xfrm>
          <a:custGeom>
            <a:rect b="b" l="l" r="r" t="t"/>
            <a:pathLst>
              <a:path extrusionOk="0" h="8069999" w="13615030">
                <a:moveTo>
                  <a:pt x="0" y="0"/>
                </a:moveTo>
                <a:lnTo>
                  <a:pt x="13615030" y="0"/>
                </a:lnTo>
                <a:lnTo>
                  <a:pt x="13615030" y="8070000"/>
                </a:lnTo>
                <a:lnTo>
                  <a:pt x="0" y="8070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6" name="Google Shape;6066;p171"/>
          <p:cNvSpPr/>
          <p:nvPr/>
        </p:nvSpPr>
        <p:spPr>
          <a:xfrm rot="-1368431">
            <a:off x="12877802" y="8086490"/>
            <a:ext cx="15017849" cy="8901489"/>
          </a:xfrm>
          <a:custGeom>
            <a:rect b="b" l="l" r="r" t="t"/>
            <a:pathLst>
              <a:path extrusionOk="0" h="8901489" w="15017849">
                <a:moveTo>
                  <a:pt x="0" y="0"/>
                </a:moveTo>
                <a:lnTo>
                  <a:pt x="15017849" y="0"/>
                </a:lnTo>
                <a:lnTo>
                  <a:pt x="15017849" y="8901488"/>
                </a:lnTo>
                <a:lnTo>
                  <a:pt x="0" y="890148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7" name="Google Shape;6067;p171"/>
          <p:cNvSpPr txBox="1"/>
          <p:nvPr/>
        </p:nvSpPr>
        <p:spPr>
          <a:xfrm>
            <a:off x="3113850" y="778420"/>
            <a:ext cx="1366518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Open Sans"/>
              <a:buNone/>
            </a:pPr>
            <a:r>
              <a:rPr b="1" i="0" lang="en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compression method that encodes repeated byte values by specifying their count and value. Eg. It works well with a bitmap file. </a:t>
            </a:r>
            <a:endParaRPr/>
          </a:p>
        </p:txBody>
      </p:sp>
      <p:graphicFrame>
        <p:nvGraphicFramePr>
          <p:cNvPr id="6068" name="Google Shape;6068;p171"/>
          <p:cNvGraphicFramePr/>
          <p:nvPr/>
        </p:nvGraphicFramePr>
        <p:xfrm>
          <a:off x="1729034" y="44119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{B222D65A-BFAB-478E-8F4F-CCD75DDC8EAC}</a:tableStyleId>
              </a:tblPr>
              <a:tblGrid>
                <a:gridCol w="1657925"/>
                <a:gridCol w="1610575"/>
                <a:gridCol w="1610575"/>
                <a:gridCol w="1610575"/>
              </a:tblGrid>
              <a:tr h="1082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10101101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29AE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10101101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29AE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10101101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29AE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10101101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29AE3"/>
                    </a:solidFill>
                  </a:tcPr>
                </a:tc>
              </a:tr>
              <a:tr h="10358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 ExtraBold"/>
                          <a:ea typeface="Open Sans ExtraBold"/>
                          <a:cs typeface="Open Sans ExtraBold"/>
                          <a:sym typeface="Open Sans ExtraBold"/>
                        </a:rPr>
                        <a:t>10111101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 ExtraBold"/>
                          <a:ea typeface="Open Sans ExtraBold"/>
                          <a:cs typeface="Open Sans ExtraBold"/>
                          <a:sym typeface="Open Sans ExtraBold"/>
                        </a:rPr>
                        <a:t>10111101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 ExtraBold"/>
                          <a:ea typeface="Open Sans ExtraBold"/>
                          <a:cs typeface="Open Sans ExtraBold"/>
                          <a:sym typeface="Open Sans ExtraBold"/>
                        </a:rPr>
                        <a:t>10111101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 ExtraBold"/>
                          <a:ea typeface="Open Sans ExtraBold"/>
                          <a:cs typeface="Open Sans ExtraBold"/>
                          <a:sym typeface="Open Sans ExtraBold"/>
                        </a:rPr>
                        <a:t>10111101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BA01"/>
                    </a:solidFill>
                  </a:tcPr>
                </a:tc>
              </a:tr>
              <a:tr h="996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 ExtraBold"/>
                          <a:ea typeface="Open Sans ExtraBold"/>
                          <a:cs typeface="Open Sans ExtraBold"/>
                          <a:sym typeface="Open Sans ExtraBold"/>
                        </a:rPr>
                        <a:t>10101100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149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 ExtraBold"/>
                          <a:ea typeface="Open Sans ExtraBold"/>
                          <a:cs typeface="Open Sans ExtraBold"/>
                          <a:sym typeface="Open Sans ExtraBold"/>
                        </a:rPr>
                        <a:t>10101100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149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 ExtraBold"/>
                          <a:ea typeface="Open Sans ExtraBold"/>
                          <a:cs typeface="Open Sans ExtraBold"/>
                          <a:sym typeface="Open Sans ExtraBold"/>
                        </a:rPr>
                        <a:t>10101100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149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000" u="none" cap="none" strike="noStrike">
                          <a:solidFill>
                            <a:srgbClr val="000000"/>
                          </a:solidFill>
                          <a:latin typeface="Open Sans ExtraBold"/>
                          <a:ea typeface="Open Sans ExtraBold"/>
                          <a:cs typeface="Open Sans ExtraBold"/>
                          <a:sym typeface="Open Sans ExtraBold"/>
                        </a:rPr>
                        <a:t>10101100</a:t>
                      </a:r>
                      <a:endParaRPr sz="1100" u="none" cap="none" strike="noStrike"/>
                    </a:p>
                  </a:txBody>
                  <a:tcPr marT="150025" marB="150025" marR="150025" marL="150025" anchor="ctr">
                    <a:lnL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00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1495"/>
                    </a:solidFill>
                  </a:tcPr>
                </a:tc>
              </a:tr>
            </a:tbl>
          </a:graphicData>
        </a:graphic>
      </p:graphicFrame>
      <p:grpSp>
        <p:nvGrpSpPr>
          <p:cNvPr id="6069" name="Google Shape;6069;p171"/>
          <p:cNvGrpSpPr/>
          <p:nvPr/>
        </p:nvGrpSpPr>
        <p:grpSpPr>
          <a:xfrm>
            <a:off x="9566863" y="2901755"/>
            <a:ext cx="6814175" cy="2906101"/>
            <a:chOff x="0" y="-28575"/>
            <a:chExt cx="2308468" cy="984513"/>
          </a:xfrm>
        </p:grpSpPr>
        <p:sp>
          <p:nvSpPr>
            <p:cNvPr id="6070" name="Google Shape;6070;p171"/>
            <p:cNvSpPr/>
            <p:nvPr/>
          </p:nvSpPr>
          <p:spPr>
            <a:xfrm>
              <a:off x="0" y="0"/>
              <a:ext cx="2308468" cy="955938"/>
            </a:xfrm>
            <a:custGeom>
              <a:rect b="b" l="l" r="r" t="t"/>
              <a:pathLst>
                <a:path extrusionOk="0" h="955938" w="2308468">
                  <a:moveTo>
                    <a:pt x="57944" y="0"/>
                  </a:moveTo>
                  <a:lnTo>
                    <a:pt x="2250525" y="0"/>
                  </a:lnTo>
                  <a:cubicBezTo>
                    <a:pt x="2265892" y="0"/>
                    <a:pt x="2280631" y="6105"/>
                    <a:pt x="2291497" y="16971"/>
                  </a:cubicBezTo>
                  <a:cubicBezTo>
                    <a:pt x="2302364" y="27838"/>
                    <a:pt x="2308468" y="42576"/>
                    <a:pt x="2308468" y="57944"/>
                  </a:cubicBezTo>
                  <a:lnTo>
                    <a:pt x="2308468" y="897994"/>
                  </a:lnTo>
                  <a:cubicBezTo>
                    <a:pt x="2308468" y="913362"/>
                    <a:pt x="2302364" y="928100"/>
                    <a:pt x="2291497" y="938967"/>
                  </a:cubicBezTo>
                  <a:cubicBezTo>
                    <a:pt x="2280631" y="949833"/>
                    <a:pt x="2265892" y="955938"/>
                    <a:pt x="2250525" y="955938"/>
                  </a:cubicBezTo>
                  <a:lnTo>
                    <a:pt x="57944" y="955938"/>
                  </a:lnTo>
                  <a:cubicBezTo>
                    <a:pt x="25942" y="955938"/>
                    <a:pt x="0" y="929996"/>
                    <a:pt x="0" y="897994"/>
                  </a:cubicBezTo>
                  <a:lnTo>
                    <a:pt x="0" y="57944"/>
                  </a:lnTo>
                  <a:cubicBezTo>
                    <a:pt x="0" y="42576"/>
                    <a:pt x="6105" y="27838"/>
                    <a:pt x="16971" y="16971"/>
                  </a:cubicBezTo>
                  <a:cubicBezTo>
                    <a:pt x="27838" y="6105"/>
                    <a:pt x="42576" y="0"/>
                    <a:pt x="57944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1" name="Google Shape;6071;p171"/>
            <p:cNvSpPr txBox="1"/>
            <p:nvPr/>
          </p:nvSpPr>
          <p:spPr>
            <a:xfrm>
              <a:off x="0" y="-28575"/>
              <a:ext cx="2308468" cy="98451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18444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072" name="Google Shape;6072;p171"/>
          <p:cNvSpPr txBox="1"/>
          <p:nvPr/>
        </p:nvSpPr>
        <p:spPr>
          <a:xfrm>
            <a:off x="9649343" y="3246552"/>
            <a:ext cx="6649215" cy="4621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57"/>
              <a:buFont typeface="Open Sans"/>
              <a:buNone/>
            </a:pPr>
            <a:r>
              <a:rPr b="0" i="0" lang="en" sz="265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10101101 10101101 10101101 10101101</a:t>
            </a:r>
            <a:endParaRPr/>
          </a:p>
        </p:txBody>
      </p:sp>
      <p:sp>
        <p:nvSpPr>
          <p:cNvPr id="6073" name="Google Shape;6073;p171"/>
          <p:cNvSpPr txBox="1"/>
          <p:nvPr/>
        </p:nvSpPr>
        <p:spPr>
          <a:xfrm>
            <a:off x="9649343" y="4137323"/>
            <a:ext cx="6649215" cy="4621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57"/>
              <a:buFont typeface="Open Sans"/>
              <a:buNone/>
            </a:pPr>
            <a:r>
              <a:rPr b="0" i="0" lang="en" sz="265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10111101 10111101 10111101 10111101</a:t>
            </a:r>
            <a:endParaRPr/>
          </a:p>
        </p:txBody>
      </p:sp>
      <p:sp>
        <p:nvSpPr>
          <p:cNvPr id="6074" name="Google Shape;6074;p171"/>
          <p:cNvSpPr txBox="1"/>
          <p:nvPr/>
        </p:nvSpPr>
        <p:spPr>
          <a:xfrm>
            <a:off x="9649343" y="4878572"/>
            <a:ext cx="6649215" cy="4621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57"/>
              <a:buFont typeface="Open Sans"/>
              <a:buNone/>
            </a:pPr>
            <a:r>
              <a:rPr b="0" i="0" lang="en" sz="265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10101100 10101100 10101100 10101100</a:t>
            </a:r>
            <a:endParaRPr/>
          </a:p>
        </p:txBody>
      </p:sp>
      <p:sp>
        <p:nvSpPr>
          <p:cNvPr id="6075" name="Google Shape;6075;p171"/>
          <p:cNvSpPr txBox="1"/>
          <p:nvPr/>
        </p:nvSpPr>
        <p:spPr>
          <a:xfrm>
            <a:off x="11811779" y="2425213"/>
            <a:ext cx="2324342" cy="4713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17"/>
              <a:buFont typeface="Open Sans"/>
              <a:buNone/>
            </a:pPr>
            <a:r>
              <a:rPr b="1" i="0" lang="en" sz="2717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Before RLE </a:t>
            </a:r>
            <a:endParaRPr/>
          </a:p>
        </p:txBody>
      </p:sp>
      <p:grpSp>
        <p:nvGrpSpPr>
          <p:cNvPr id="6076" name="Google Shape;6076;p171"/>
          <p:cNvGrpSpPr/>
          <p:nvPr/>
        </p:nvGrpSpPr>
        <p:grpSpPr>
          <a:xfrm>
            <a:off x="9653747" y="6566227"/>
            <a:ext cx="6905219" cy="2944929"/>
            <a:chOff x="0" y="-28575"/>
            <a:chExt cx="2308468" cy="984513"/>
          </a:xfrm>
        </p:grpSpPr>
        <p:sp>
          <p:nvSpPr>
            <p:cNvPr id="6077" name="Google Shape;6077;p171"/>
            <p:cNvSpPr/>
            <p:nvPr/>
          </p:nvSpPr>
          <p:spPr>
            <a:xfrm>
              <a:off x="0" y="0"/>
              <a:ext cx="2308468" cy="955938"/>
            </a:xfrm>
            <a:custGeom>
              <a:rect b="b" l="l" r="r" t="t"/>
              <a:pathLst>
                <a:path extrusionOk="0" h="955938" w="2308468">
                  <a:moveTo>
                    <a:pt x="57180" y="0"/>
                  </a:moveTo>
                  <a:lnTo>
                    <a:pt x="2251289" y="0"/>
                  </a:lnTo>
                  <a:cubicBezTo>
                    <a:pt x="2266454" y="0"/>
                    <a:pt x="2280998" y="6024"/>
                    <a:pt x="2291721" y="16748"/>
                  </a:cubicBezTo>
                  <a:cubicBezTo>
                    <a:pt x="2302444" y="27471"/>
                    <a:pt x="2308468" y="42015"/>
                    <a:pt x="2308468" y="57180"/>
                  </a:cubicBezTo>
                  <a:lnTo>
                    <a:pt x="2308468" y="898758"/>
                  </a:lnTo>
                  <a:cubicBezTo>
                    <a:pt x="2308468" y="913923"/>
                    <a:pt x="2302444" y="928467"/>
                    <a:pt x="2291721" y="939190"/>
                  </a:cubicBezTo>
                  <a:cubicBezTo>
                    <a:pt x="2280998" y="949914"/>
                    <a:pt x="2266454" y="955938"/>
                    <a:pt x="2251289" y="955938"/>
                  </a:cubicBezTo>
                  <a:lnTo>
                    <a:pt x="57180" y="955938"/>
                  </a:lnTo>
                  <a:cubicBezTo>
                    <a:pt x="42015" y="955938"/>
                    <a:pt x="27471" y="949914"/>
                    <a:pt x="16748" y="939190"/>
                  </a:cubicBezTo>
                  <a:cubicBezTo>
                    <a:pt x="6024" y="928467"/>
                    <a:pt x="0" y="913923"/>
                    <a:pt x="0" y="898758"/>
                  </a:cubicBezTo>
                  <a:lnTo>
                    <a:pt x="0" y="57180"/>
                  </a:lnTo>
                  <a:cubicBezTo>
                    <a:pt x="0" y="42015"/>
                    <a:pt x="6024" y="27471"/>
                    <a:pt x="16748" y="16748"/>
                  </a:cubicBezTo>
                  <a:cubicBezTo>
                    <a:pt x="27471" y="6024"/>
                    <a:pt x="42015" y="0"/>
                    <a:pt x="57180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8" name="Google Shape;6078;p171"/>
            <p:cNvSpPr txBox="1"/>
            <p:nvPr/>
          </p:nvSpPr>
          <p:spPr>
            <a:xfrm>
              <a:off x="0" y="-28575"/>
              <a:ext cx="2308468" cy="98451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18444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079" name="Google Shape;6079;p171"/>
          <p:cNvSpPr txBox="1"/>
          <p:nvPr/>
        </p:nvSpPr>
        <p:spPr>
          <a:xfrm>
            <a:off x="11421843" y="6913389"/>
            <a:ext cx="3961894" cy="464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93"/>
              <a:buFont typeface="Open Sans"/>
              <a:buNone/>
            </a:pPr>
            <a:r>
              <a:rPr b="0" i="0" lang="en" sz="2693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10101101 00000100 </a:t>
            </a:r>
            <a:r>
              <a:rPr b="1" i="0" lang="en" sz="2693" u="none" cap="none" strike="noStrike">
                <a:solidFill>
                  <a:srgbClr val="FA3C7E"/>
                </a:solidFill>
                <a:latin typeface="Open Sans"/>
                <a:ea typeface="Open Sans"/>
                <a:cs typeface="Open Sans"/>
                <a:sym typeface="Open Sans"/>
              </a:rPr>
              <a:t>(4)</a:t>
            </a:r>
            <a:endParaRPr/>
          </a:p>
        </p:txBody>
      </p:sp>
      <p:sp>
        <p:nvSpPr>
          <p:cNvPr id="6080" name="Google Shape;6080;p171"/>
          <p:cNvSpPr txBox="1"/>
          <p:nvPr/>
        </p:nvSpPr>
        <p:spPr>
          <a:xfrm>
            <a:off x="11421843" y="7741804"/>
            <a:ext cx="3961894" cy="464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93"/>
              <a:buFont typeface="Open Sans"/>
              <a:buNone/>
            </a:pPr>
            <a:r>
              <a:rPr b="0" i="0" lang="en" sz="2693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10111101 00000100 </a:t>
            </a:r>
            <a:r>
              <a:rPr b="1" i="0" lang="en" sz="2693" u="none" cap="none" strike="noStrike">
                <a:solidFill>
                  <a:srgbClr val="FF1495"/>
                </a:solidFill>
                <a:latin typeface="Open Sans"/>
                <a:ea typeface="Open Sans"/>
                <a:cs typeface="Open Sans"/>
                <a:sym typeface="Open Sans"/>
              </a:rPr>
              <a:t>(4)</a:t>
            </a:r>
            <a:endParaRPr/>
          </a:p>
        </p:txBody>
      </p:sp>
      <p:sp>
        <p:nvSpPr>
          <p:cNvPr id="6081" name="Google Shape;6081;p171"/>
          <p:cNvSpPr txBox="1"/>
          <p:nvPr/>
        </p:nvSpPr>
        <p:spPr>
          <a:xfrm>
            <a:off x="11421843" y="8545511"/>
            <a:ext cx="3785636" cy="464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93"/>
              <a:buFont typeface="Open Sans"/>
              <a:buNone/>
            </a:pPr>
            <a:r>
              <a:rPr b="0" i="0" lang="en" sz="2693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10101100 00000100 </a:t>
            </a:r>
            <a:r>
              <a:rPr b="1" i="0" lang="en" sz="2693" u="none" cap="none" strike="noStrike">
                <a:solidFill>
                  <a:srgbClr val="FA3C7E"/>
                </a:solidFill>
                <a:latin typeface="Open Sans"/>
                <a:ea typeface="Open Sans"/>
                <a:cs typeface="Open Sans"/>
                <a:sym typeface="Open Sans"/>
              </a:rPr>
              <a:t>(4)</a:t>
            </a:r>
            <a:endParaRPr/>
          </a:p>
        </p:txBody>
      </p:sp>
      <p:sp>
        <p:nvSpPr>
          <p:cNvPr id="6082" name="Google Shape;6082;p171"/>
          <p:cNvSpPr txBox="1"/>
          <p:nvPr/>
        </p:nvSpPr>
        <p:spPr>
          <a:xfrm>
            <a:off x="11928658" y="6093606"/>
            <a:ext cx="2355397" cy="4673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7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54"/>
              <a:buFont typeface="Open Sans"/>
              <a:buNone/>
            </a:pPr>
            <a:r>
              <a:rPr b="1" i="0" lang="en" sz="2754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After RLE </a:t>
            </a:r>
            <a:endParaRPr/>
          </a:p>
        </p:txBody>
      </p:sp>
      <p:sp>
        <p:nvSpPr>
          <p:cNvPr id="6083" name="Google Shape;6083;p171"/>
          <p:cNvSpPr txBox="1"/>
          <p:nvPr/>
        </p:nvSpPr>
        <p:spPr>
          <a:xfrm>
            <a:off x="-117218" y="114300"/>
            <a:ext cx="3180347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187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200"/>
              <a:buFont typeface="Londrina Solid"/>
              <a:buNone/>
            </a:pPr>
            <a:r>
              <a:rPr b="0" i="0" lang="en" sz="32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LOSSLESS FILE</a:t>
            </a:r>
            <a:endParaRPr/>
          </a:p>
          <a:p>
            <a:pPr indent="0" lvl="0" marL="0" marR="0" rtl="0" algn="ctr">
              <a:lnSpc>
                <a:spcPct val="111875"/>
              </a:lnSpc>
              <a:spcBef>
                <a:spcPts val="0"/>
              </a:spcBef>
              <a:spcAft>
                <a:spcPts val="0"/>
              </a:spcAft>
              <a:buClr>
                <a:srgbClr val="FFCBB4"/>
              </a:buClr>
              <a:buSzPts val="3200"/>
              <a:buFont typeface="Londrina Solid"/>
              <a:buNone/>
            </a:pPr>
            <a:r>
              <a:rPr b="0" i="0" lang="en" sz="3200" u="none" cap="none" strike="noStrike">
                <a:solidFill>
                  <a:srgbClr val="FFCBB4"/>
                </a:solidFill>
                <a:latin typeface="Londrina Solid"/>
                <a:ea typeface="Londrina Solid"/>
                <a:cs typeface="Londrina Solid"/>
                <a:sym typeface="Londrina Solid"/>
              </a:rPr>
              <a:t>COMPRESSION</a:t>
            </a:r>
            <a:endParaRPr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87" name="Shape 6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8" name="Google Shape;6088;p172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6089" name="Google Shape;6089;p172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0" name="Google Shape;6090;p172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1" name="Google Shape;6091;p172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2" name="Google Shape;6092;p172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3" name="Google Shape;6093;p172"/>
          <p:cNvSpPr txBox="1"/>
          <p:nvPr/>
        </p:nvSpPr>
        <p:spPr>
          <a:xfrm>
            <a:off x="4425439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4383F"/>
              </a:buClr>
              <a:buSzPts val="7500"/>
              <a:buFont typeface="League Spartan"/>
              <a:buNone/>
            </a:pPr>
            <a:r>
              <a:rPr b="0" i="0" lang="en" sz="7500" u="none" cap="none" strike="noStrike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PAST YEAR QUESTION</a:t>
            </a:r>
            <a:endParaRPr/>
          </a:p>
        </p:txBody>
      </p:sp>
      <p:sp>
        <p:nvSpPr>
          <p:cNvPr id="6094" name="Google Shape;6094;p172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95" name="Google Shape;6095;p1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61863" y="2943895"/>
            <a:ext cx="13933154" cy="57156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9" name="Shape 6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00" name="Google Shape;6100;p173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6101" name="Google Shape;6101;p173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2" name="Google Shape;6102;p173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3" name="Google Shape;6103;p173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4" name="Google Shape;6104;p173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5" name="Google Shape;6105;p173"/>
          <p:cNvSpPr txBox="1"/>
          <p:nvPr/>
        </p:nvSpPr>
        <p:spPr>
          <a:xfrm>
            <a:off x="4755005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4383F"/>
              </a:buClr>
              <a:buSzPts val="7500"/>
              <a:buFont typeface="League Spartan"/>
              <a:buNone/>
            </a:pPr>
            <a:r>
              <a:rPr b="0" i="0" lang="en" sz="7500" u="none" cap="none" strike="noStrike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ANSWER</a:t>
            </a:r>
            <a:endParaRPr/>
          </a:p>
        </p:txBody>
      </p:sp>
      <p:sp>
        <p:nvSpPr>
          <p:cNvPr id="6106" name="Google Shape;6106;p173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7" name="Google Shape;6107;p1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67077" y="2940413"/>
            <a:ext cx="13415618" cy="59385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1" name="Shape 6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2" name="Google Shape;6112;p174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6113" name="Google Shape;6113;p174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4" name="Google Shape;6114;p174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5" name="Google Shape;6115;p174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6" name="Google Shape;6116;p174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7" name="Google Shape;6117;p174"/>
          <p:cNvSpPr txBox="1"/>
          <p:nvPr/>
        </p:nvSpPr>
        <p:spPr>
          <a:xfrm>
            <a:off x="4425439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4383F"/>
              </a:buClr>
              <a:buSzPts val="7500"/>
              <a:buFont typeface="League Spartan"/>
              <a:buNone/>
            </a:pPr>
            <a:r>
              <a:rPr b="0" i="0" lang="en" sz="7500" u="none" cap="none" strike="noStrike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PAST YEAR QUESTION</a:t>
            </a:r>
            <a:endParaRPr/>
          </a:p>
        </p:txBody>
      </p:sp>
      <p:sp>
        <p:nvSpPr>
          <p:cNvPr id="6118" name="Google Shape;6118;p174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19" name="Google Shape;6119;p1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38627" y="1516054"/>
            <a:ext cx="13571861" cy="8749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23" name="Shape 6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24" name="Google Shape;6124;p175"/>
          <p:cNvPicPr preferRelativeResize="0"/>
          <p:nvPr/>
        </p:nvPicPr>
        <p:blipFill rotWithShape="1">
          <a:blip r:embed="rId3">
            <a:alphaModFix amt="50000"/>
          </a:blip>
          <a:srcRect b="0" l="35277" r="38005" t="0"/>
          <a:stretch/>
        </p:blipFill>
        <p:spPr>
          <a:xfrm>
            <a:off x="-246607" y="-357629"/>
            <a:ext cx="4218458" cy="10756353"/>
          </a:xfrm>
          <a:prstGeom prst="rect">
            <a:avLst/>
          </a:prstGeom>
          <a:noFill/>
          <a:ln>
            <a:noFill/>
          </a:ln>
        </p:spPr>
      </p:pic>
      <p:sp>
        <p:nvSpPr>
          <p:cNvPr id="6125" name="Google Shape;6125;p175"/>
          <p:cNvSpPr/>
          <p:nvPr/>
        </p:nvSpPr>
        <p:spPr>
          <a:xfrm>
            <a:off x="739641" y="8487071"/>
            <a:ext cx="2492568" cy="1985237"/>
          </a:xfrm>
          <a:prstGeom prst="rect">
            <a:avLst/>
          </a:pr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6" name="Google Shape;6126;p175"/>
          <p:cNvSpPr/>
          <p:nvPr/>
        </p:nvSpPr>
        <p:spPr>
          <a:xfrm>
            <a:off x="1926384" y="5082200"/>
            <a:ext cx="119085" cy="8229600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7" name="Google Shape;6127;p175"/>
          <p:cNvSpPr/>
          <p:nvPr/>
        </p:nvSpPr>
        <p:spPr>
          <a:xfrm rot="5400000">
            <a:off x="1331731" y="1141318"/>
            <a:ext cx="1188871" cy="1194200"/>
          </a:xfrm>
          <a:custGeom>
            <a:rect b="b" l="l" r="r" t="t"/>
            <a:pathLst>
              <a:path extrusionOk="0" h="6350000" w="6321665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8" name="Google Shape;6128;p175"/>
          <p:cNvSpPr/>
          <p:nvPr/>
        </p:nvSpPr>
        <p:spPr>
          <a:xfrm rot="5400000">
            <a:off x="1807778" y="1706047"/>
            <a:ext cx="835007" cy="835007"/>
          </a:xfrm>
          <a:custGeom>
            <a:rect b="b" l="l" r="r" t="t"/>
            <a:pathLst>
              <a:path extrusionOk="0" h="6355080" w="6355080">
                <a:moveTo>
                  <a:pt x="3177540" y="6355080"/>
                </a:moveTo>
                <a:cubicBezTo>
                  <a:pt x="2329180" y="6355080"/>
                  <a:pt x="1530350" y="6024880"/>
                  <a:pt x="930910" y="5424170"/>
                </a:cubicBezTo>
                <a:cubicBezTo>
                  <a:pt x="330200" y="4824730"/>
                  <a:pt x="0" y="4025900"/>
                  <a:pt x="0" y="3177540"/>
                </a:cubicBezTo>
                <a:cubicBezTo>
                  <a:pt x="0" y="2329180"/>
                  <a:pt x="330200" y="1530350"/>
                  <a:pt x="930910" y="930910"/>
                </a:cubicBezTo>
                <a:cubicBezTo>
                  <a:pt x="1530350" y="330200"/>
                  <a:pt x="2329180" y="0"/>
                  <a:pt x="3177540" y="0"/>
                </a:cubicBezTo>
                <a:cubicBezTo>
                  <a:pt x="4025900" y="0"/>
                  <a:pt x="4824730" y="330200"/>
                  <a:pt x="5424170" y="930910"/>
                </a:cubicBezTo>
                <a:cubicBezTo>
                  <a:pt x="6024880" y="1531620"/>
                  <a:pt x="6355080" y="2329180"/>
                  <a:pt x="6355080" y="3177540"/>
                </a:cubicBezTo>
                <a:cubicBezTo>
                  <a:pt x="6355080" y="4025900"/>
                  <a:pt x="6024880" y="4824730"/>
                  <a:pt x="5424170" y="5424170"/>
                </a:cubicBezTo>
                <a:cubicBezTo>
                  <a:pt x="4824730" y="6024880"/>
                  <a:pt x="4025900" y="6355080"/>
                  <a:pt x="3177540" y="6355080"/>
                </a:cubicBezTo>
                <a:close/>
                <a:moveTo>
                  <a:pt x="3177540" y="190500"/>
                </a:moveTo>
                <a:cubicBezTo>
                  <a:pt x="2379980" y="190500"/>
                  <a:pt x="1629410" y="501650"/>
                  <a:pt x="1065530" y="1065530"/>
                </a:cubicBezTo>
                <a:cubicBezTo>
                  <a:pt x="501650" y="1629410"/>
                  <a:pt x="190500" y="2379980"/>
                  <a:pt x="190500" y="3177540"/>
                </a:cubicBezTo>
                <a:cubicBezTo>
                  <a:pt x="190500" y="3975100"/>
                  <a:pt x="501650" y="4725670"/>
                  <a:pt x="1065530" y="5289550"/>
                </a:cubicBezTo>
                <a:cubicBezTo>
                  <a:pt x="1629410" y="5853430"/>
                  <a:pt x="2379980" y="6164580"/>
                  <a:pt x="3177540" y="6164580"/>
                </a:cubicBezTo>
                <a:cubicBezTo>
                  <a:pt x="3975100" y="6164580"/>
                  <a:pt x="4725670" y="5853430"/>
                  <a:pt x="5289550" y="5289550"/>
                </a:cubicBezTo>
                <a:cubicBezTo>
                  <a:pt x="5853430" y="4725670"/>
                  <a:pt x="6164580" y="3975100"/>
                  <a:pt x="6164580" y="3177540"/>
                </a:cubicBezTo>
                <a:cubicBezTo>
                  <a:pt x="6164580" y="2379980"/>
                  <a:pt x="5853430" y="1629410"/>
                  <a:pt x="5289550" y="1065530"/>
                </a:cubicBezTo>
                <a:cubicBezTo>
                  <a:pt x="4725670" y="501650"/>
                  <a:pt x="3975100" y="190500"/>
                  <a:pt x="3177540" y="190500"/>
                </a:cubicBezTo>
                <a:close/>
              </a:path>
            </a:pathLst>
          </a:custGeom>
          <a:solidFill>
            <a:srgbClr val="318F9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9" name="Google Shape;6129;p175"/>
          <p:cNvSpPr txBox="1"/>
          <p:nvPr/>
        </p:nvSpPr>
        <p:spPr>
          <a:xfrm>
            <a:off x="4755005" y="-80169"/>
            <a:ext cx="13206002" cy="1263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4383F"/>
              </a:buClr>
              <a:buSzPts val="7500"/>
              <a:buFont typeface="League Spartan"/>
              <a:buNone/>
            </a:pPr>
            <a:r>
              <a:rPr b="0" i="0" lang="en" sz="7500" u="none" cap="none" strike="noStrike">
                <a:solidFill>
                  <a:srgbClr val="04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ANSWER</a:t>
            </a:r>
            <a:endParaRPr/>
          </a:p>
        </p:txBody>
      </p:sp>
      <p:sp>
        <p:nvSpPr>
          <p:cNvPr id="6130" name="Google Shape;6130;p175"/>
          <p:cNvSpPr/>
          <p:nvPr/>
        </p:nvSpPr>
        <p:spPr>
          <a:xfrm>
            <a:off x="5231058" y="1080295"/>
            <a:ext cx="12579429" cy="125414"/>
          </a:xfrm>
          <a:prstGeom prst="rect">
            <a:avLst/>
          </a:prstGeom>
          <a:solidFill>
            <a:srgbClr val="04383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31" name="Google Shape;6131;p175"/>
          <p:cNvPicPr preferRelativeResize="0"/>
          <p:nvPr/>
        </p:nvPicPr>
        <p:blipFill rotWithShape="1">
          <a:blip r:embed="rId4">
            <a:alphaModFix/>
          </a:blip>
          <a:srcRect b="0" l="0" r="47389" t="0"/>
          <a:stretch/>
        </p:blipFill>
        <p:spPr>
          <a:xfrm>
            <a:off x="4235747" y="4411406"/>
            <a:ext cx="13379564" cy="26651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