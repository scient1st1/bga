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67.xml"/>
  <Override ContentType="application/vnd.openxmlformats-officedocument.presentationml.notesSlide+xml" PartName="/ppt/notesSlides/notesSlide59.xml"/>
  <Override ContentType="application/vnd.openxmlformats-officedocument.presentationml.notesSlide+xml" PartName="/ppt/notesSlides/notesSlide32.xml"/>
  <Override ContentType="application/vnd.openxmlformats-officedocument.presentationml.notesSlide+xml" PartName="/ppt/notesSlides/notesSlide117.xml"/>
  <Override ContentType="application/vnd.openxmlformats-officedocument.presentationml.notesSlide+xml" PartName="/ppt/notesSlides/notesSlide3.xml"/>
  <Override ContentType="application/vnd.openxmlformats-officedocument.presentationml.notesSlide+xml" PartName="/ppt/notesSlides/notesSlide91.xml"/>
  <Override ContentType="application/vnd.openxmlformats-officedocument.presentationml.notesSlide+xml" PartName="/ppt/notesSlides/notesSlide109.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107.xml"/>
  <Override ContentType="application/vnd.openxmlformats-officedocument.presentationml.notesSlide+xml" PartName="/ppt/notesSlides/notesSlide100.xml"/>
  <Override ContentType="application/vnd.openxmlformats-officedocument.presentationml.notesSlide+xml" PartName="/ppt/notesSlides/notesSlide42.xml"/>
  <Override ContentType="application/vnd.openxmlformats-officedocument.presentationml.notesSlide+xml" PartName="/ppt/notesSlides/notesSlide85.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77.xml"/>
  <Override ContentType="application/vnd.openxmlformats-officedocument.presentationml.notesSlide+xml" PartName="/ppt/notesSlides/notesSlide1.xml"/>
  <Override ContentType="application/vnd.openxmlformats-officedocument.presentationml.notesSlide+xml" PartName="/ppt/notesSlides/notesSlide73.xml"/>
  <Override ContentType="application/vnd.openxmlformats-officedocument.presentationml.notesSlide+xml" PartName="/ppt/notesSlides/notesSlide81.xml"/>
  <Override ContentType="application/vnd.openxmlformats-officedocument.presentationml.notesSlide+xml" PartName="/ppt/notesSlides/notesSlide30.xml"/>
  <Override ContentType="application/vnd.openxmlformats-officedocument.presentationml.notesSlide+xml" PartName="/ppt/notesSlides/notesSlide69.xml"/>
  <Override ContentType="application/vnd.openxmlformats-officedocument.presentationml.notesSlide+xml" PartName="/ppt/notesSlides/notesSlide105.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93.xml"/>
  <Override ContentType="application/vnd.openxmlformats-officedocument.presentationml.notesSlide+xml" PartName="/ppt/notesSlides/notesSlide87.xml"/>
  <Override ContentType="application/vnd.openxmlformats-officedocument.presentationml.notesSlide+xml" PartName="/ppt/notesSlides/notesSlide57.xml"/>
  <Override ContentType="application/vnd.openxmlformats-officedocument.presentationml.notesSlide+xml" PartName="/ppt/notesSlides/notesSlide44.xml"/>
  <Override ContentType="application/vnd.openxmlformats-officedocument.presentationml.notesSlide+xml" PartName="/ppt/notesSlides/notesSlide110.xml"/>
  <Override ContentType="application/vnd.openxmlformats-officedocument.presentationml.notesSlide+xml" PartName="/ppt/notesSlides/notesSlide14.xml"/>
  <Override ContentType="application/vnd.openxmlformats-officedocument.presentationml.notesSlide+xml" PartName="/ppt/notesSlides/notesSlide75.xml"/>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112.xml"/>
  <Override ContentType="application/vnd.openxmlformats-officedocument.presentationml.notesSlide+xml" PartName="/ppt/notesSlides/notesSlide103.xml"/>
  <Override ContentType="application/vnd.openxmlformats-officedocument.presentationml.notesSlide+xml" PartName="/ppt/notesSlides/notesSlide97.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89.xml"/>
  <Override ContentType="application/vnd.openxmlformats-officedocument.presentationml.notesSlide+xml" PartName="/ppt/notesSlides/notesSlide11.xml"/>
  <Override ContentType="application/vnd.openxmlformats-officedocument.presentationml.notesSlide+xml" PartName="/ppt/notesSlides/notesSlide63.xml"/>
  <Override ContentType="application/vnd.openxmlformats-officedocument.presentationml.notesSlide+xml" PartName="/ppt/notesSlides/notesSlide20.xml"/>
  <Override ContentType="application/vnd.openxmlformats-officedocument.presentationml.notesSlide+xml" PartName="/ppt/notesSlides/notesSlide60.xml"/>
  <Override ContentType="application/vnd.openxmlformats-officedocument.presentationml.notesSlide+xml" PartName="/ppt/notesSlides/notesSlide18.xml"/>
  <Override ContentType="application/vnd.openxmlformats-officedocument.presentationml.notesSlide+xml" PartName="/ppt/notesSlides/notesSlide48.xml"/>
  <Override ContentType="application/vnd.openxmlformats-officedocument.presentationml.notesSlide+xml" PartName="/ppt/notesSlides/notesSlide114.xml"/>
  <Override ContentType="application/vnd.openxmlformats-officedocument.presentationml.notesSlide+xml" PartName="/ppt/notesSlides/notesSlide101.xml"/>
  <Override ContentType="application/vnd.openxmlformats-officedocument.presentationml.notesSlide+xml" PartName="/ppt/notesSlides/notesSlide95.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65.xml"/>
  <Override ContentType="application/vnd.openxmlformats-officedocument.presentationml.notesSlide+xml" PartName="/ppt/notesSlides/notesSlide78.xml"/>
  <Override ContentType="application/vnd.openxmlformats-officedocument.presentationml.notesSlide+xml" PartName="/ppt/notesSlides/notesSlide71.xml"/>
  <Override ContentType="application/vnd.openxmlformats-officedocument.presentationml.notesSlide+xml" PartName="/ppt/notesSlides/notesSlide92.xml"/>
  <Override ContentType="application/vnd.openxmlformats-officedocument.presentationml.notesSlide+xml" PartName="/ppt/notesSlides/notesSlide84.xml"/>
  <Override ContentType="application/vnd.openxmlformats-officedocument.presentationml.notesSlide+xml" PartName="/ppt/notesSlides/notesSlide116.xml"/>
  <Override ContentType="application/vnd.openxmlformats-officedocument.presentationml.notesSlide+xml" PartName="/ppt/notesSlides/notesSlide76.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68.xml"/>
  <Override ContentType="application/vnd.openxmlformats-officedocument.presentationml.notesSlide+xml" PartName="/ppt/notesSlides/notesSlide17.xml"/>
  <Override ContentType="application/vnd.openxmlformats-officedocument.presentationml.notesSlide+xml" PartName="/ppt/notesSlides/notesSlide82.xml"/>
  <Override ContentType="application/vnd.openxmlformats-officedocument.presentationml.notesSlide+xml" PartName="/ppt/notesSlides/notesSlide94.xml"/>
  <Override ContentType="application/vnd.openxmlformats-officedocument.presentationml.notesSlide+xml" PartName="/ppt/notesSlides/notesSlide51.xml"/>
  <Override ContentType="application/vnd.openxmlformats-officedocument.presentationml.notesSlide+xml" PartName="/ppt/notesSlides/notesSlide108.xml"/>
  <Override ContentType="application/vnd.openxmlformats-officedocument.presentationml.notesSlide+xml" PartName="/ppt/notesSlides/notesSlide90.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86.xml"/>
  <Override ContentType="application/vnd.openxmlformats-officedocument.presentationml.notesSlide+xml" PartName="/ppt/notesSlides/notesSlide106.xml"/>
  <Override ContentType="application/vnd.openxmlformats-officedocument.presentationml.notesSlide+xml" PartName="/ppt/notesSlides/notesSlide99.xml"/>
  <Override ContentType="application/vnd.openxmlformats-officedocument.presentationml.notesSlide+xml" PartName="/ppt/notesSlides/notesSlide56.xml"/>
  <Override ContentType="application/vnd.openxmlformats-officedocument.presentationml.notesSlide+xml" PartName="/ppt/notesSlides/notesSlide31.xml"/>
  <Override ContentType="application/vnd.openxmlformats-officedocument.presentationml.notesSlide+xml" PartName="/ppt/notesSlides/notesSlide80.xml"/>
  <Override ContentType="application/vnd.openxmlformats-officedocument.presentationml.notesSlide+xml" PartName="/ppt/notesSlides/notesSlide61.xml"/>
  <Override ContentType="application/vnd.openxmlformats-officedocument.presentationml.notesSlide+xml" PartName="/ppt/notesSlides/notesSlide118.xml"/>
  <Override ContentType="application/vnd.openxmlformats-officedocument.presentationml.notesSlide+xml" PartName="/ppt/notesSlides/notesSlide74.xml"/>
  <Override ContentType="application/vnd.openxmlformats-officedocument.presentationml.notesSlide+xml" PartName="/ppt/notesSlides/notesSlide58.xml"/>
  <Override ContentType="application/vnd.openxmlformats-officedocument.presentationml.notesSlide+xml" PartName="/ppt/notesSlides/notesSlide27.xml"/>
  <Override ContentType="application/vnd.openxmlformats-officedocument.presentationml.notesSlide+xml" PartName="/ppt/notesSlides/notesSlide88.xml"/>
  <Override ContentType="application/vnd.openxmlformats-officedocument.presentationml.notesSlide+xml" PartName="/ppt/notesSlides/notesSlide2.xml"/>
  <Override ContentType="application/vnd.openxmlformats-officedocument.presentationml.notesSlide+xml" PartName="/ppt/notesSlides/notesSlide62.xml"/>
  <Override ContentType="application/vnd.openxmlformats-officedocument.presentationml.notesSlide+xml" PartName="/ppt/notesSlides/notesSlide45.xml"/>
  <Override ContentType="application/vnd.openxmlformats-officedocument.presentationml.notesSlide+xml" PartName="/ppt/notesSlides/notesSlide70.xml"/>
  <Override ContentType="application/vnd.openxmlformats-officedocument.presentationml.notesSlide+xml" PartName="/ppt/notesSlides/notesSlide28.xml"/>
  <Override ContentType="application/vnd.openxmlformats-officedocument.presentationml.notesSlide+xml" PartName="/ppt/notesSlides/notesSlide111.xml"/>
  <Override ContentType="application/vnd.openxmlformats-officedocument.presentationml.notesSlide+xml" PartName="/ppt/notesSlides/notesSlide55.xml"/>
  <Override ContentType="application/vnd.openxmlformats-officedocument.presentationml.notesSlide+xml" PartName="/ppt/notesSlides/notesSlide12.xml"/>
  <Override ContentType="application/vnd.openxmlformats-officedocument.presentationml.notesSlide+xml" PartName="/ppt/notesSlides/notesSlide113.xml"/>
  <Override ContentType="application/vnd.openxmlformats-officedocument.presentationml.notesSlide+xml" PartName="/ppt/notesSlides/notesSlide47.xml"/>
  <Override ContentType="application/vnd.openxmlformats-officedocument.presentationml.notesSlide+xml" PartName="/ppt/notesSlides/notesSlide72.xml"/>
  <Override ContentType="application/vnd.openxmlformats-officedocument.presentationml.notesSlide+xml" PartName="/ppt/notesSlides/notesSlide98.xml"/>
  <Override ContentType="application/vnd.openxmlformats-officedocument.presentationml.notesSlide+xml" PartName="/ppt/notesSlides/notesSlide104.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8.xml"/>
  <Override ContentType="application/vnd.openxmlformats-officedocument.presentationml.notesSlide+xml" PartName="/ppt/notesSlides/notesSlide64.xml"/>
  <Override ContentType="application/vnd.openxmlformats-officedocument.presentationml.notesSlide+xml" PartName="/ppt/notesSlides/notesSlide6.xml"/>
  <Override ContentType="application/vnd.openxmlformats-officedocument.presentationml.notesSlide+xml" PartName="/ppt/notesSlides/notesSlide79.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96.xml"/>
  <Override ContentType="application/vnd.openxmlformats-officedocument.presentationml.notesSlide+xml" PartName="/ppt/notesSlides/notesSlide102.xml"/>
  <Override ContentType="application/vnd.openxmlformats-officedocument.presentationml.notesSlide+xml" PartName="/ppt/notesSlides/notesSlide19.xml"/>
  <Override ContentType="application/vnd.openxmlformats-officedocument.presentationml.notesSlide+xml" PartName="/ppt/notesSlides/notesSlide83.xml"/>
  <Override ContentType="application/vnd.openxmlformats-officedocument.presentationml.notesSlide+xml" PartName="/ppt/notesSlides/notesSlide115.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66.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3.xml"/>
  <Override ContentType="application/vnd.openxmlformats-officedocument.presentationml.slide+xml" PartName="/ppt/slides/slide78.xml"/>
  <Override ContentType="application/vnd.openxmlformats-officedocument.presentationml.slide+xml" PartName="/ppt/slides/slide86.xml"/>
  <Override ContentType="application/vnd.openxmlformats-officedocument.presentationml.slide+xml" PartName="/ppt/slides/slide35.xml"/>
  <Override ContentType="application/vnd.openxmlformats-officedocument.presentationml.slide+xml" PartName="/ppt/slides/slide105.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13.xml"/>
  <Override ContentType="application/vnd.openxmlformats-officedocument.presentationml.slide+xml" PartName="/ppt/slides/slide68.xml"/>
  <Override ContentType="application/vnd.openxmlformats-officedocument.presentationml.slide+xml" PartName="/ppt/slides/slide94.xml"/>
  <Override ContentType="application/vnd.openxmlformats-officedocument.presentationml.slide+xml" PartName="/ppt/slides/slide84.xml"/>
  <Override ContentType="application/vnd.openxmlformats-officedocument.presentationml.slide+xml" PartName="/ppt/slides/slide107.xml"/>
  <Override ContentType="application/vnd.openxmlformats-officedocument.presentationml.slide+xml" PartName="/ppt/slides/slide37.xml"/>
  <Override ContentType="application/vnd.openxmlformats-officedocument.presentationml.slide+xml" PartName="/ppt/slides/slide71.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66.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111.xml"/>
  <Override ContentType="application/vnd.openxmlformats-officedocument.presentationml.slide+xml" PartName="/ppt/slides/slide53.xml"/>
  <Override ContentType="application/vnd.openxmlformats-officedocument.presentationml.slide+xml" PartName="/ppt/slides/slide96.xml"/>
  <Override ContentType="application/vnd.openxmlformats-officedocument.presentationml.slide+xml" PartName="/ppt/slides/slide48.xml"/>
  <Override ContentType="application/vnd.openxmlformats-officedocument.presentationml.slide+xml" PartName="/ppt/slides/slide22.xml"/>
  <Override ContentType="application/vnd.openxmlformats-officedocument.presentationml.slide+xml" PartName="/ppt/slides/slide82.xml"/>
  <Override ContentType="application/vnd.openxmlformats-officedocument.presentationml.slide+xml" PartName="/ppt/slides/slide65.xml"/>
  <Override ContentType="application/vnd.openxmlformats-officedocument.presentationml.slide+xml" PartName="/ppt/slides/slide9.xml"/>
  <Override ContentType="application/vnd.openxmlformats-officedocument.presentationml.slide+xml" PartName="/ppt/slides/slide118.xml"/>
  <Override ContentType="application/vnd.openxmlformats-officedocument.presentationml.slide+xml" PartName="/ppt/slides/slide12.xml"/>
  <Override ContentType="application/vnd.openxmlformats-officedocument.presentationml.slide+xml" PartName="/ppt/slides/slide108.xml"/>
  <Override ContentType="application/vnd.openxmlformats-officedocument.presentationml.slide+xml" PartName="/ppt/slides/slide98.xml"/>
  <Override ContentType="application/vnd.openxmlformats-officedocument.presentationml.slide+xml" PartName="/ppt/slides/slide72.xml"/>
  <Override ContentType="application/vnd.openxmlformats-officedocument.presentationml.slide+xml" PartName="/ppt/slides/slide20.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55.xml"/>
  <Override ContentType="application/vnd.openxmlformats-officedocument.presentationml.slide+xml" PartName="/ppt/slides/slide29.xml"/>
  <Override ContentType="application/vnd.openxmlformats-officedocument.presentationml.slide+xml" PartName="/ppt/slides/slide59.xml"/>
  <Override ContentType="application/vnd.openxmlformats-officedocument.presentationml.slide+xml" PartName="/ppt/slides/slide89.xml"/>
  <Override ContentType="application/vnd.openxmlformats-officedocument.presentationml.slide+xml" PartName="/ppt/slides/slide76.xml"/>
  <Override ContentType="application/vnd.openxmlformats-officedocument.presentationml.slide+xml" PartName="/ppt/slides/slide63.xml"/>
  <Override ContentType="application/vnd.openxmlformats-officedocument.presentationml.slide+xml" PartName="/ppt/slides/slide93.xml"/>
  <Override ContentType="application/vnd.openxmlformats-officedocument.presentationml.slide+xml" PartName="/ppt/slides/slide101.xml"/>
  <Override ContentType="application/vnd.openxmlformats-officedocument.presentationml.slide+xml" PartName="/ppt/slides/slide116.xml"/>
  <Override ContentType="application/vnd.openxmlformats-officedocument.presentationml.slide+xml" PartName="/ppt/slides/slide80.xml"/>
  <Override ContentType="application/vnd.openxmlformats-officedocument.presentationml.slide+xml" PartName="/ppt/slides/slide103.xml"/>
  <Override ContentType="application/vnd.openxmlformats-officedocument.presentationml.slide+xml" PartName="/ppt/slides/slide61.xml"/>
  <Override ContentType="application/vnd.openxmlformats-officedocument.presentationml.slide+xml" PartName="/ppt/slides/slide91.xml"/>
  <Override ContentType="application/vnd.openxmlformats-officedocument.presentationml.slide+xml" PartName="/ppt/slides/slide114.xml"/>
  <Override ContentType="application/vnd.openxmlformats-officedocument.presentationml.slide+xml" PartName="/ppt/slides/slide31.xml"/>
  <Override ContentType="application/vnd.openxmlformats-officedocument.presentationml.slide+xml" PartName="/ppt/slides/slide87.xml"/>
  <Override ContentType="application/vnd.openxmlformats-officedocument.presentationml.slide+xml" PartName="/ppt/slides/slide74.xml"/>
  <Override ContentType="application/vnd.openxmlformats-officedocument.presentationml.slide+xml" PartName="/ppt/slides/slide27.xml"/>
  <Override ContentType="application/vnd.openxmlformats-officedocument.presentationml.slide+xml" PartName="/ppt/slides/slide5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60.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12.xml"/>
  <Override ContentType="application/vnd.openxmlformats-officedocument.presentationml.slide+xml" PartName="/ppt/slides/slide95.xml"/>
  <Override ContentType="application/vnd.openxmlformats-officedocument.presentationml.slide+xml" PartName="/ppt/slides/slide69.xml"/>
  <Override ContentType="application/vnd.openxmlformats-officedocument.presentationml.slide+xml" PartName="/ppt/slides/slide85.xml"/>
  <Override ContentType="application/vnd.openxmlformats-officedocument.presentationml.slide+xml" PartName="/ppt/slides/slide42.xml"/>
  <Override ContentType="application/vnd.openxmlformats-officedocument.presentationml.slide+xml" PartName="/ppt/slides/slide50.xml"/>
  <Override ContentType="application/vnd.openxmlformats-officedocument.presentationml.slide+xml" PartName="/ppt/slides/slide77.xml"/>
  <Override ContentType="application/vnd.openxmlformats-officedocument.presentationml.slide+xml" PartName="/ppt/slides/slide34.xml"/>
  <Override ContentType="application/vnd.openxmlformats-officedocument.presentationml.slide+xml" PartName="/ppt/slides/slide16.xml"/>
  <Override ContentType="application/vnd.openxmlformats-officedocument.presentationml.slide+xml" PartName="/ppt/slides/slide104.xml"/>
  <Override ContentType="application/vnd.openxmlformats-officedocument.presentationml.slide+xml" PartName="/ppt/slides/slide24.xml"/>
  <Override ContentType="application/vnd.openxmlformats-officedocument.presentationml.slide+xml" PartName="/ppt/slides/slide97.xml"/>
  <Override ContentType="application/vnd.openxmlformats-officedocument.presentationml.slide+xml" PartName="/ppt/slides/slide11.xml"/>
  <Override ContentType="application/vnd.openxmlformats-officedocument.presentationml.slide+xml" PartName="/ppt/slides/slide110.xml"/>
  <Override ContentType="application/vnd.openxmlformats-officedocument.presentationml.slide+xml" PartName="/ppt/slides/slide6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79.xml"/>
  <Override ContentType="application/vnd.openxmlformats-officedocument.presentationml.slide+xml" PartName="/ppt/slides/slide49.xml"/>
  <Override ContentType="application/vnd.openxmlformats-officedocument.presentationml.slide+xml" PartName="/ppt/slides/slide83.xml"/>
  <Override ContentType="application/vnd.openxmlformats-officedocument.presentationml.slide+xml" PartName="/ppt/slides/slide106.xml"/>
  <Override ContentType="application/vnd.openxmlformats-officedocument.presentationml.slide+xml" PartName="/ppt/slides/slide70.xml"/>
  <Override ContentType="application/vnd.openxmlformats-officedocument.presentationml.slide+xml" PartName="/ppt/slides/slide6.xml"/>
  <Override ContentType="application/vnd.openxmlformats-officedocument.presentationml.slide+xml" PartName="/ppt/slides/slide40.xml"/>
  <Override ContentType="application/vnd.openxmlformats-officedocument.presentationml.slide+xml" PartName="/ppt/slides/slide73.xml"/>
  <Override ContentType="application/vnd.openxmlformats-officedocument.presentationml.slide+xml" PartName="/ppt/slides/slide30.xml"/>
  <Override ContentType="application/vnd.openxmlformats-officedocument.presentationml.slide+xml" PartName="/ppt/slides/slide109.xml"/>
  <Override ContentType="application/vnd.openxmlformats-officedocument.presentationml.slide+xml" PartName="/ppt/slides/slide99.xml"/>
  <Override ContentType="application/vnd.openxmlformats-officedocument.presentationml.slide+xml" PartName="/ppt/slides/slide39.xml"/>
  <Override ContentType="application/vnd.openxmlformats-officedocument.presentationml.slide+xml" PartName="/ppt/slides/slide13.xml"/>
  <Override ContentType="application/vnd.openxmlformats-officedocument.presentationml.slide+xml" PartName="/ppt/slides/slide56.xml"/>
  <Override ContentType="application/vnd.openxmlformats-officedocument.presentationml.slide+xml" PartName="/ppt/slides/slide47.xml"/>
  <Override ContentType="application/vnd.openxmlformats-officedocument.presentationml.slide+xml" PartName="/ppt/slides/slide21.xml"/>
  <Override ContentType="application/vnd.openxmlformats-officedocument.presentationml.slide+xml" PartName="/ppt/slides/slide100.xml"/>
  <Override ContentType="application/vnd.openxmlformats-officedocument.presentationml.slide+xml" PartName="/ppt/slides/slide64.xml"/>
  <Override ContentType="application/vnd.openxmlformats-officedocument.presentationml.slide+xml" PartName="/ppt/slides/slide81.xml"/>
  <Override ContentType="application/vnd.openxmlformats-officedocument.presentationml.slide+xml" PartName="/ppt/slides/slide90.xml"/>
  <Override ContentType="application/vnd.openxmlformats-officedocument.presentationml.slide+xml" PartName="/ppt/slides/slide8.xml"/>
  <Override ContentType="application/vnd.openxmlformats-officedocument.presentationml.slide+xml" PartName="/ppt/slides/slide117.xml"/>
  <Override ContentType="application/vnd.openxmlformats-officedocument.presentationml.slide+xml" PartName="/ppt/slides/slide32.xml"/>
  <Override ContentType="application/vnd.openxmlformats-officedocument.presentationml.slide+xml" PartName="/ppt/slides/slide62.xml"/>
  <Override ContentType="application/vnd.openxmlformats-officedocument.presentationml.slide+xml" PartName="/ppt/slides/slide75.xml"/>
  <Override ContentType="application/vnd.openxmlformats-officedocument.presentationml.slide+xml" PartName="/ppt/slides/slide1.xml"/>
  <Override ContentType="application/vnd.openxmlformats-officedocument.presentationml.slide+xml" PartName="/ppt/slides/slide58.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88.xml"/>
  <Override ContentType="application/vnd.openxmlformats-officedocument.presentationml.slide+xml" PartName="/ppt/slides/slide92.xml"/>
  <Override ContentType="application/vnd.openxmlformats-officedocument.presentationml.slide+xml" PartName="/ppt/slides/slide115.xml"/>
  <Override ContentType="application/vnd.openxmlformats-officedocument.presentationml.slide+xml" PartName="/ppt/slides/slide102.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Lst>
  <p:sldSz cy="5143500" cx="9144000"/>
  <p:notesSz cx="6858000" cy="9144000"/>
  <p:embeddedFontLst>
    <p:embeddedFont>
      <p:font typeface="Roboto"/>
      <p:regular r:id="rId125"/>
      <p:bold r:id="rId126"/>
      <p:italic r:id="rId127"/>
      <p:boldItalic r:id="rId12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 uri="GoogleSlidesCustomDataVersion2">
      <go:slidesCustomData xmlns:go="http://customooxmlschemas.google.com/" r:id="rId129" roundtripDataSignature="AMtx7mhEbQWmnBux6BkRjAMgQ6gDm06ne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B6B477F1-82FF-4E01-9ABA-C1D04204DD87}">
  <a:tblStyle styleId="{B6B477F1-82FF-4E01-9ABA-C1D04204DD87}" styleName="Table_0">
    <a:wholeTbl>
      <a:tcTxStyle b="off" i="off">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 styleId="{4DF8E71E-F62A-4E45-A5E0-5B944BCE5DC5}" styleName="Table_1">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42" Type="http://schemas.openxmlformats.org/officeDocument/2006/relationships/slide" Target="slides/slide36.xml"/><Relationship Id="rId41" Type="http://schemas.openxmlformats.org/officeDocument/2006/relationships/slide" Target="slides/slide35.xml"/><Relationship Id="rId44" Type="http://schemas.openxmlformats.org/officeDocument/2006/relationships/slide" Target="slides/slide38.xml"/><Relationship Id="rId43" Type="http://schemas.openxmlformats.org/officeDocument/2006/relationships/slide" Target="slides/slide37.xml"/><Relationship Id="rId46" Type="http://schemas.openxmlformats.org/officeDocument/2006/relationships/slide" Target="slides/slide40.xml"/><Relationship Id="rId45" Type="http://schemas.openxmlformats.org/officeDocument/2006/relationships/slide" Target="slides/slide39.xml"/><Relationship Id="rId107" Type="http://schemas.openxmlformats.org/officeDocument/2006/relationships/slide" Target="slides/slide101.xml"/><Relationship Id="rId106" Type="http://schemas.openxmlformats.org/officeDocument/2006/relationships/slide" Target="slides/slide100.xml"/><Relationship Id="rId105" Type="http://schemas.openxmlformats.org/officeDocument/2006/relationships/slide" Target="slides/slide99.xml"/><Relationship Id="rId104" Type="http://schemas.openxmlformats.org/officeDocument/2006/relationships/slide" Target="slides/slide98.xml"/><Relationship Id="rId109" Type="http://schemas.openxmlformats.org/officeDocument/2006/relationships/slide" Target="slides/slide103.xml"/><Relationship Id="rId108" Type="http://schemas.openxmlformats.org/officeDocument/2006/relationships/slide" Target="slides/slide102.xml"/><Relationship Id="rId48" Type="http://schemas.openxmlformats.org/officeDocument/2006/relationships/slide" Target="slides/slide42.xml"/><Relationship Id="rId47" Type="http://schemas.openxmlformats.org/officeDocument/2006/relationships/slide" Target="slides/slide41.xml"/><Relationship Id="rId49" Type="http://schemas.openxmlformats.org/officeDocument/2006/relationships/slide" Target="slides/slide43.xml"/><Relationship Id="rId103" Type="http://schemas.openxmlformats.org/officeDocument/2006/relationships/slide" Target="slides/slide97.xml"/><Relationship Id="rId102" Type="http://schemas.openxmlformats.org/officeDocument/2006/relationships/slide" Target="slides/slide96.xml"/><Relationship Id="rId101" Type="http://schemas.openxmlformats.org/officeDocument/2006/relationships/slide" Target="slides/slide95.xml"/><Relationship Id="rId100" Type="http://schemas.openxmlformats.org/officeDocument/2006/relationships/slide" Target="slides/slide94.xml"/><Relationship Id="rId31" Type="http://schemas.openxmlformats.org/officeDocument/2006/relationships/slide" Target="slides/slide25.xml"/><Relationship Id="rId30" Type="http://schemas.openxmlformats.org/officeDocument/2006/relationships/slide" Target="slides/slide24.xml"/><Relationship Id="rId33" Type="http://schemas.openxmlformats.org/officeDocument/2006/relationships/slide" Target="slides/slide27.xml"/><Relationship Id="rId32" Type="http://schemas.openxmlformats.org/officeDocument/2006/relationships/slide" Target="slides/slide26.xml"/><Relationship Id="rId35" Type="http://schemas.openxmlformats.org/officeDocument/2006/relationships/slide" Target="slides/slide29.xml"/><Relationship Id="rId34" Type="http://schemas.openxmlformats.org/officeDocument/2006/relationships/slide" Target="slides/slide28.xml"/><Relationship Id="rId37" Type="http://schemas.openxmlformats.org/officeDocument/2006/relationships/slide" Target="slides/slide31.xml"/><Relationship Id="rId36" Type="http://schemas.openxmlformats.org/officeDocument/2006/relationships/slide" Target="slides/slide30.xml"/><Relationship Id="rId39" Type="http://schemas.openxmlformats.org/officeDocument/2006/relationships/slide" Target="slides/slide33.xml"/><Relationship Id="rId38" Type="http://schemas.openxmlformats.org/officeDocument/2006/relationships/slide" Target="slides/slide32.xml"/><Relationship Id="rId20" Type="http://schemas.openxmlformats.org/officeDocument/2006/relationships/slide" Target="slides/slide14.xml"/><Relationship Id="rId22" Type="http://schemas.openxmlformats.org/officeDocument/2006/relationships/slide" Target="slides/slide16.xml"/><Relationship Id="rId21" Type="http://schemas.openxmlformats.org/officeDocument/2006/relationships/slide" Target="slides/slide15.xml"/><Relationship Id="rId24" Type="http://schemas.openxmlformats.org/officeDocument/2006/relationships/slide" Target="slides/slide18.xml"/><Relationship Id="rId23" Type="http://schemas.openxmlformats.org/officeDocument/2006/relationships/slide" Target="slides/slide17.xml"/><Relationship Id="rId129" Type="http://customschemas.google.com/relationships/presentationmetadata" Target="metadata"/><Relationship Id="rId128" Type="http://schemas.openxmlformats.org/officeDocument/2006/relationships/font" Target="fonts/Roboto-boldItalic.fntdata"/><Relationship Id="rId127" Type="http://schemas.openxmlformats.org/officeDocument/2006/relationships/font" Target="fonts/Roboto-italic.fntdata"/><Relationship Id="rId126" Type="http://schemas.openxmlformats.org/officeDocument/2006/relationships/font" Target="fonts/Roboto-bold.fntdata"/><Relationship Id="rId26" Type="http://schemas.openxmlformats.org/officeDocument/2006/relationships/slide" Target="slides/slide20.xml"/><Relationship Id="rId121" Type="http://schemas.openxmlformats.org/officeDocument/2006/relationships/slide" Target="slides/slide115.xml"/><Relationship Id="rId25" Type="http://schemas.openxmlformats.org/officeDocument/2006/relationships/slide" Target="slides/slide19.xml"/><Relationship Id="rId120" Type="http://schemas.openxmlformats.org/officeDocument/2006/relationships/slide" Target="slides/slide114.xml"/><Relationship Id="rId28" Type="http://schemas.openxmlformats.org/officeDocument/2006/relationships/slide" Target="slides/slide22.xml"/><Relationship Id="rId27" Type="http://schemas.openxmlformats.org/officeDocument/2006/relationships/slide" Target="slides/slide21.xml"/><Relationship Id="rId125" Type="http://schemas.openxmlformats.org/officeDocument/2006/relationships/font" Target="fonts/Roboto-regular.fntdata"/><Relationship Id="rId29" Type="http://schemas.openxmlformats.org/officeDocument/2006/relationships/slide" Target="slides/slide23.xml"/><Relationship Id="rId124" Type="http://schemas.openxmlformats.org/officeDocument/2006/relationships/slide" Target="slides/slide118.xml"/><Relationship Id="rId123" Type="http://schemas.openxmlformats.org/officeDocument/2006/relationships/slide" Target="slides/slide117.xml"/><Relationship Id="rId122" Type="http://schemas.openxmlformats.org/officeDocument/2006/relationships/slide" Target="slides/slide116.xml"/><Relationship Id="rId95" Type="http://schemas.openxmlformats.org/officeDocument/2006/relationships/slide" Target="slides/slide89.xml"/><Relationship Id="rId94" Type="http://schemas.openxmlformats.org/officeDocument/2006/relationships/slide" Target="slides/slide88.xml"/><Relationship Id="rId97" Type="http://schemas.openxmlformats.org/officeDocument/2006/relationships/slide" Target="slides/slide91.xml"/><Relationship Id="rId96" Type="http://schemas.openxmlformats.org/officeDocument/2006/relationships/slide" Target="slides/slide90.xml"/><Relationship Id="rId11" Type="http://schemas.openxmlformats.org/officeDocument/2006/relationships/slide" Target="slides/slide5.xml"/><Relationship Id="rId99" Type="http://schemas.openxmlformats.org/officeDocument/2006/relationships/slide" Target="slides/slide93.xml"/><Relationship Id="rId10" Type="http://schemas.openxmlformats.org/officeDocument/2006/relationships/slide" Target="slides/slide4.xml"/><Relationship Id="rId98" Type="http://schemas.openxmlformats.org/officeDocument/2006/relationships/slide" Target="slides/slide92.xml"/><Relationship Id="rId13" Type="http://schemas.openxmlformats.org/officeDocument/2006/relationships/slide" Target="slides/slide7.xml"/><Relationship Id="rId12" Type="http://schemas.openxmlformats.org/officeDocument/2006/relationships/slide" Target="slides/slide6.xml"/><Relationship Id="rId91" Type="http://schemas.openxmlformats.org/officeDocument/2006/relationships/slide" Target="slides/slide85.xml"/><Relationship Id="rId90" Type="http://schemas.openxmlformats.org/officeDocument/2006/relationships/slide" Target="slides/slide84.xml"/><Relationship Id="rId93" Type="http://schemas.openxmlformats.org/officeDocument/2006/relationships/slide" Target="slides/slide87.xml"/><Relationship Id="rId92" Type="http://schemas.openxmlformats.org/officeDocument/2006/relationships/slide" Target="slides/slide86.xml"/><Relationship Id="rId118" Type="http://schemas.openxmlformats.org/officeDocument/2006/relationships/slide" Target="slides/slide112.xml"/><Relationship Id="rId117" Type="http://schemas.openxmlformats.org/officeDocument/2006/relationships/slide" Target="slides/slide111.xml"/><Relationship Id="rId116" Type="http://schemas.openxmlformats.org/officeDocument/2006/relationships/slide" Target="slides/slide110.xml"/><Relationship Id="rId115" Type="http://schemas.openxmlformats.org/officeDocument/2006/relationships/slide" Target="slides/slide109.xml"/><Relationship Id="rId119" Type="http://schemas.openxmlformats.org/officeDocument/2006/relationships/slide" Target="slides/slide113.xml"/><Relationship Id="rId15" Type="http://schemas.openxmlformats.org/officeDocument/2006/relationships/slide" Target="slides/slide9.xml"/><Relationship Id="rId110" Type="http://schemas.openxmlformats.org/officeDocument/2006/relationships/slide" Target="slides/slide104.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slide" Target="slides/slide13.xml"/><Relationship Id="rId114" Type="http://schemas.openxmlformats.org/officeDocument/2006/relationships/slide" Target="slides/slide108.xml"/><Relationship Id="rId18" Type="http://schemas.openxmlformats.org/officeDocument/2006/relationships/slide" Target="slides/slide12.xml"/><Relationship Id="rId113" Type="http://schemas.openxmlformats.org/officeDocument/2006/relationships/slide" Target="slides/slide107.xml"/><Relationship Id="rId112" Type="http://schemas.openxmlformats.org/officeDocument/2006/relationships/slide" Target="slides/slide106.xml"/><Relationship Id="rId111" Type="http://schemas.openxmlformats.org/officeDocument/2006/relationships/slide" Target="slides/slide105.xml"/><Relationship Id="rId84" Type="http://schemas.openxmlformats.org/officeDocument/2006/relationships/slide" Target="slides/slide78.xml"/><Relationship Id="rId83" Type="http://schemas.openxmlformats.org/officeDocument/2006/relationships/slide" Target="slides/slide77.xml"/><Relationship Id="rId86" Type="http://schemas.openxmlformats.org/officeDocument/2006/relationships/slide" Target="slides/slide80.xml"/><Relationship Id="rId85" Type="http://schemas.openxmlformats.org/officeDocument/2006/relationships/slide" Target="slides/slide79.xml"/><Relationship Id="rId88" Type="http://schemas.openxmlformats.org/officeDocument/2006/relationships/slide" Target="slides/slide82.xml"/><Relationship Id="rId87" Type="http://schemas.openxmlformats.org/officeDocument/2006/relationships/slide" Target="slides/slide81.xml"/><Relationship Id="rId89" Type="http://schemas.openxmlformats.org/officeDocument/2006/relationships/slide" Target="slides/slide83.xml"/><Relationship Id="rId80" Type="http://schemas.openxmlformats.org/officeDocument/2006/relationships/slide" Target="slides/slide74.xml"/><Relationship Id="rId82" Type="http://schemas.openxmlformats.org/officeDocument/2006/relationships/slide" Target="slides/slide76.xml"/><Relationship Id="rId81" Type="http://schemas.openxmlformats.org/officeDocument/2006/relationships/slide" Target="slides/slide75.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5"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73" Type="http://schemas.openxmlformats.org/officeDocument/2006/relationships/slide" Target="slides/slide67.xml"/><Relationship Id="rId72" Type="http://schemas.openxmlformats.org/officeDocument/2006/relationships/slide" Target="slides/slide66.xml"/><Relationship Id="rId75" Type="http://schemas.openxmlformats.org/officeDocument/2006/relationships/slide" Target="slides/slide69.xml"/><Relationship Id="rId74" Type="http://schemas.openxmlformats.org/officeDocument/2006/relationships/slide" Target="slides/slide68.xml"/><Relationship Id="rId77" Type="http://schemas.openxmlformats.org/officeDocument/2006/relationships/slide" Target="slides/slide71.xml"/><Relationship Id="rId76" Type="http://schemas.openxmlformats.org/officeDocument/2006/relationships/slide" Target="slides/slide70.xml"/><Relationship Id="rId79" Type="http://schemas.openxmlformats.org/officeDocument/2006/relationships/slide" Target="slides/slide73.xml"/><Relationship Id="rId78" Type="http://schemas.openxmlformats.org/officeDocument/2006/relationships/slide" Target="slides/slide72.xml"/><Relationship Id="rId71" Type="http://schemas.openxmlformats.org/officeDocument/2006/relationships/slide" Target="slides/slide65.xml"/><Relationship Id="rId70" Type="http://schemas.openxmlformats.org/officeDocument/2006/relationships/slide" Target="slides/slide64.xml"/><Relationship Id="rId62" Type="http://schemas.openxmlformats.org/officeDocument/2006/relationships/slide" Target="slides/slide56.xml"/><Relationship Id="rId61" Type="http://schemas.openxmlformats.org/officeDocument/2006/relationships/slide" Target="slides/slide55.xml"/><Relationship Id="rId64" Type="http://schemas.openxmlformats.org/officeDocument/2006/relationships/slide" Target="slides/slide58.xml"/><Relationship Id="rId63" Type="http://schemas.openxmlformats.org/officeDocument/2006/relationships/slide" Target="slides/slide57.xml"/><Relationship Id="rId66" Type="http://schemas.openxmlformats.org/officeDocument/2006/relationships/slide" Target="slides/slide60.xml"/><Relationship Id="rId65" Type="http://schemas.openxmlformats.org/officeDocument/2006/relationships/slide" Target="slides/slide59.xml"/><Relationship Id="rId68" Type="http://schemas.openxmlformats.org/officeDocument/2006/relationships/slide" Target="slides/slide62.xml"/><Relationship Id="rId67" Type="http://schemas.openxmlformats.org/officeDocument/2006/relationships/slide" Target="slides/slide61.xml"/><Relationship Id="rId60" Type="http://schemas.openxmlformats.org/officeDocument/2006/relationships/slide" Target="slides/slide54.xml"/><Relationship Id="rId69" Type="http://schemas.openxmlformats.org/officeDocument/2006/relationships/slide" Target="slides/slide63.xml"/><Relationship Id="rId51" Type="http://schemas.openxmlformats.org/officeDocument/2006/relationships/slide" Target="slides/slide45.xml"/><Relationship Id="rId50" Type="http://schemas.openxmlformats.org/officeDocument/2006/relationships/slide" Target="slides/slide44.xml"/><Relationship Id="rId53" Type="http://schemas.openxmlformats.org/officeDocument/2006/relationships/slide" Target="slides/slide47.xml"/><Relationship Id="rId52" Type="http://schemas.openxmlformats.org/officeDocument/2006/relationships/slide" Target="slides/slide46.xml"/><Relationship Id="rId55" Type="http://schemas.openxmlformats.org/officeDocument/2006/relationships/slide" Target="slides/slide49.xml"/><Relationship Id="rId54" Type="http://schemas.openxmlformats.org/officeDocument/2006/relationships/slide" Target="slides/slide48.xml"/><Relationship Id="rId57" Type="http://schemas.openxmlformats.org/officeDocument/2006/relationships/slide" Target="slides/slide51.xml"/><Relationship Id="rId56" Type="http://schemas.openxmlformats.org/officeDocument/2006/relationships/slide" Target="slides/slide50.xml"/><Relationship Id="rId59" Type="http://schemas.openxmlformats.org/officeDocument/2006/relationships/slide" Target="slides/slide53.xml"/><Relationship Id="rId58" Type="http://schemas.openxmlformats.org/officeDocument/2006/relationships/slide" Target="slides/slide5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317500" lvl="0" marL="457200" marR="0" rtl="0" algn="l">
              <a:lnSpc>
                <a:spcPct val="100000"/>
              </a:lnSpc>
              <a:spcBef>
                <a:spcPts val="0"/>
              </a:spcBef>
              <a:spcAft>
                <a:spcPts val="0"/>
              </a:spcAft>
              <a:buClr>
                <a:srgbClr val="000000"/>
              </a:buClr>
              <a:buSzPts val="1400"/>
              <a:buFont typeface="Arial"/>
              <a:buChar char="●"/>
              <a:defRPr b="0" i="0" sz="1100" u="none" cap="none" strike="noStrike">
                <a:solidFill>
                  <a:srgbClr val="000000"/>
                </a:solidFill>
                <a:latin typeface="Arial"/>
                <a:ea typeface="Arial"/>
                <a:cs typeface="Arial"/>
                <a:sym typeface="Arial"/>
              </a:defRPr>
            </a:lvl1pPr>
            <a:lvl2pPr indent="-317500" lvl="1" marL="914400" marR="0" rtl="0" algn="l">
              <a:lnSpc>
                <a:spcPct val="100000"/>
              </a:lnSpc>
              <a:spcBef>
                <a:spcPts val="0"/>
              </a:spcBef>
              <a:spcAft>
                <a:spcPts val="0"/>
              </a:spcAft>
              <a:buClr>
                <a:srgbClr val="000000"/>
              </a:buClr>
              <a:buSzPts val="1400"/>
              <a:buFont typeface="Arial"/>
              <a:buChar char="○"/>
              <a:defRPr b="0" i="0" sz="1100" u="none" cap="none" strike="noStrike">
                <a:solidFill>
                  <a:srgbClr val="000000"/>
                </a:solidFill>
                <a:latin typeface="Arial"/>
                <a:ea typeface="Arial"/>
                <a:cs typeface="Arial"/>
                <a:sym typeface="Arial"/>
              </a:defRPr>
            </a:lvl2pPr>
            <a:lvl3pPr indent="-317500" lvl="2" marL="1371600" marR="0" rtl="0" algn="l">
              <a:lnSpc>
                <a:spcPct val="100000"/>
              </a:lnSpc>
              <a:spcBef>
                <a:spcPts val="0"/>
              </a:spcBef>
              <a:spcAft>
                <a:spcPts val="0"/>
              </a:spcAft>
              <a:buClr>
                <a:srgbClr val="000000"/>
              </a:buClr>
              <a:buSzPts val="1400"/>
              <a:buFont typeface="Arial"/>
              <a:buChar char="■"/>
              <a:defRPr b="0" i="0" sz="1100" u="none" cap="none" strike="noStrike">
                <a:solidFill>
                  <a:srgbClr val="000000"/>
                </a:solidFill>
                <a:latin typeface="Arial"/>
                <a:ea typeface="Arial"/>
                <a:cs typeface="Arial"/>
                <a:sym typeface="Arial"/>
              </a:defRPr>
            </a:lvl3pPr>
            <a:lvl4pPr indent="-317500" lvl="3" marL="1828800" marR="0" rtl="0" algn="l">
              <a:lnSpc>
                <a:spcPct val="100000"/>
              </a:lnSpc>
              <a:spcBef>
                <a:spcPts val="0"/>
              </a:spcBef>
              <a:spcAft>
                <a:spcPts val="0"/>
              </a:spcAft>
              <a:buClr>
                <a:srgbClr val="000000"/>
              </a:buClr>
              <a:buSzPts val="1400"/>
              <a:buFont typeface="Arial"/>
              <a:buChar char="●"/>
              <a:defRPr b="0" i="0" sz="1100" u="none" cap="none" strike="noStrike">
                <a:solidFill>
                  <a:srgbClr val="000000"/>
                </a:solidFill>
                <a:latin typeface="Arial"/>
                <a:ea typeface="Arial"/>
                <a:cs typeface="Arial"/>
                <a:sym typeface="Arial"/>
              </a:defRPr>
            </a:lvl4pPr>
            <a:lvl5pPr indent="-317500" lvl="4" marL="2286000" marR="0" rtl="0" algn="l">
              <a:lnSpc>
                <a:spcPct val="100000"/>
              </a:lnSpc>
              <a:spcBef>
                <a:spcPts val="0"/>
              </a:spcBef>
              <a:spcAft>
                <a:spcPts val="0"/>
              </a:spcAft>
              <a:buClr>
                <a:srgbClr val="000000"/>
              </a:buClr>
              <a:buSzPts val="1400"/>
              <a:buFont typeface="Arial"/>
              <a:buChar char="○"/>
              <a:defRPr b="0" i="0" sz="1100" u="none" cap="none" strike="noStrike">
                <a:solidFill>
                  <a:srgbClr val="000000"/>
                </a:solidFill>
                <a:latin typeface="Arial"/>
                <a:ea typeface="Arial"/>
                <a:cs typeface="Arial"/>
                <a:sym typeface="Arial"/>
              </a:defRPr>
            </a:lvl5pPr>
            <a:lvl6pPr indent="-317500" lvl="5" marL="2743200" marR="0" rtl="0" algn="l">
              <a:lnSpc>
                <a:spcPct val="100000"/>
              </a:lnSpc>
              <a:spcBef>
                <a:spcPts val="0"/>
              </a:spcBef>
              <a:spcAft>
                <a:spcPts val="0"/>
              </a:spcAft>
              <a:buClr>
                <a:srgbClr val="000000"/>
              </a:buClr>
              <a:buSzPts val="1400"/>
              <a:buFont typeface="Arial"/>
              <a:buChar char="■"/>
              <a:defRPr b="0" i="0" sz="1100" u="none" cap="none" strike="noStrike">
                <a:solidFill>
                  <a:srgbClr val="000000"/>
                </a:solidFill>
                <a:latin typeface="Arial"/>
                <a:ea typeface="Arial"/>
                <a:cs typeface="Arial"/>
                <a:sym typeface="Arial"/>
              </a:defRPr>
            </a:lvl6pPr>
            <a:lvl7pPr indent="-317500" lvl="6" marL="3200400" marR="0" rtl="0" algn="l">
              <a:lnSpc>
                <a:spcPct val="100000"/>
              </a:lnSpc>
              <a:spcBef>
                <a:spcPts val="0"/>
              </a:spcBef>
              <a:spcAft>
                <a:spcPts val="0"/>
              </a:spcAft>
              <a:buClr>
                <a:srgbClr val="000000"/>
              </a:buClr>
              <a:buSzPts val="1400"/>
              <a:buFont typeface="Arial"/>
              <a:buChar char="●"/>
              <a:defRPr b="0" i="0" sz="1100" u="none" cap="none" strike="noStrike">
                <a:solidFill>
                  <a:srgbClr val="000000"/>
                </a:solidFill>
                <a:latin typeface="Arial"/>
                <a:ea typeface="Arial"/>
                <a:cs typeface="Arial"/>
                <a:sym typeface="Arial"/>
              </a:defRPr>
            </a:lvl7pPr>
            <a:lvl8pPr indent="-317500" lvl="7" marL="3657600" marR="0" rtl="0" algn="l">
              <a:lnSpc>
                <a:spcPct val="100000"/>
              </a:lnSpc>
              <a:spcBef>
                <a:spcPts val="0"/>
              </a:spcBef>
              <a:spcAft>
                <a:spcPts val="0"/>
              </a:spcAft>
              <a:buClr>
                <a:srgbClr val="000000"/>
              </a:buClr>
              <a:buSzPts val="1400"/>
              <a:buFont typeface="Arial"/>
              <a:buChar char="○"/>
              <a:defRPr b="0" i="0" sz="1100" u="none" cap="none" strike="noStrike">
                <a:solidFill>
                  <a:srgbClr val="000000"/>
                </a:solidFill>
                <a:latin typeface="Arial"/>
                <a:ea typeface="Arial"/>
                <a:cs typeface="Arial"/>
                <a:sym typeface="Arial"/>
              </a:defRPr>
            </a:lvl8pPr>
            <a:lvl9pPr indent="-317500" lvl="8" marL="4114800" marR="0" rtl="0" algn="l">
              <a:lnSpc>
                <a:spcPct val="100000"/>
              </a:lnSpc>
              <a:spcBef>
                <a:spcPts val="0"/>
              </a:spcBef>
              <a:spcAft>
                <a:spcPts val="0"/>
              </a:spcAft>
              <a:buClr>
                <a:srgbClr val="000000"/>
              </a:buClr>
              <a:buSzPts val="14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 name="Shape 81"/>
        <p:cNvGrpSpPr/>
        <p:nvPr/>
      </p:nvGrpSpPr>
      <p:grpSpPr>
        <a:xfrm>
          <a:off x="0" y="0"/>
          <a:ext cx="0" cy="0"/>
          <a:chOff x="0" y="0"/>
          <a:chExt cx="0" cy="0"/>
        </a:xfrm>
      </p:grpSpPr>
      <p:sp>
        <p:nvSpPr>
          <p:cNvPr id="82" name="Google Shape;82;p1:notes"/>
          <p:cNvSpPr/>
          <p:nvPr>
            <p:ph idx="2" type="sldImg"/>
          </p:nvPr>
        </p:nvSpPr>
        <p:spPr>
          <a:xfrm>
            <a:off x="381188" y="685800"/>
            <a:ext cx="6096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3" name="Google Shape;83;p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 name="Shape 87"/>
        <p:cNvGrpSpPr/>
        <p:nvPr/>
      </p:nvGrpSpPr>
      <p:grpSpPr>
        <a:xfrm>
          <a:off x="0" y="0"/>
          <a:ext cx="0" cy="0"/>
          <a:chOff x="0" y="0"/>
          <a:chExt cx="0" cy="0"/>
        </a:xfrm>
      </p:grpSpPr>
      <p:sp>
        <p:nvSpPr>
          <p:cNvPr id="88" name="Google Shape;88;p2:notes"/>
          <p:cNvSpPr/>
          <p:nvPr>
            <p:ph idx="2" type="sldImg"/>
          </p:nvPr>
        </p:nvSpPr>
        <p:spPr>
          <a:xfrm>
            <a:off x="381188" y="685800"/>
            <a:ext cx="6096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9" name="Google Shape;89;p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p3:notes"/>
          <p:cNvSpPr/>
          <p:nvPr>
            <p:ph idx="2" type="sldImg"/>
          </p:nvPr>
        </p:nvSpPr>
        <p:spPr>
          <a:xfrm>
            <a:off x="381188" y="685800"/>
            <a:ext cx="6096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97" name="Google Shape;97;p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p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02" name="Google Shape;102;p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p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07" name="Google Shape;107;p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p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14" name="Google Shape;114;p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 name="Shape 118"/>
        <p:cNvGrpSpPr/>
        <p:nvPr/>
      </p:nvGrpSpPr>
      <p:grpSpPr>
        <a:xfrm>
          <a:off x="0" y="0"/>
          <a:ext cx="0" cy="0"/>
          <a:chOff x="0" y="0"/>
          <a:chExt cx="0" cy="0"/>
        </a:xfrm>
      </p:grpSpPr>
      <p:sp>
        <p:nvSpPr>
          <p:cNvPr id="119" name="Google Shape;119;p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20" name="Google Shape;120;p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 name="Shape 125"/>
        <p:cNvGrpSpPr/>
        <p:nvPr/>
      </p:nvGrpSpPr>
      <p:grpSpPr>
        <a:xfrm>
          <a:off x="0" y="0"/>
          <a:ext cx="0" cy="0"/>
          <a:chOff x="0" y="0"/>
          <a:chExt cx="0" cy="0"/>
        </a:xfrm>
      </p:grpSpPr>
      <p:sp>
        <p:nvSpPr>
          <p:cNvPr id="126" name="Google Shape;126;p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27" name="Google Shape;127;p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 name="Shape 132"/>
        <p:cNvGrpSpPr/>
        <p:nvPr/>
      </p:nvGrpSpPr>
      <p:grpSpPr>
        <a:xfrm>
          <a:off x="0" y="0"/>
          <a:ext cx="0" cy="0"/>
          <a:chOff x="0" y="0"/>
          <a:chExt cx="0" cy="0"/>
        </a:xfrm>
      </p:grpSpPr>
      <p:sp>
        <p:nvSpPr>
          <p:cNvPr id="133" name="Google Shape;133;p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34" name="Google Shape;134;p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g2f6cb607d70_0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42" name="Google Shape;142;g2f6cb607d70_0_2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 name="Shape 145"/>
        <p:cNvGrpSpPr/>
        <p:nvPr/>
      </p:nvGrpSpPr>
      <p:grpSpPr>
        <a:xfrm>
          <a:off x="0" y="0"/>
          <a:ext cx="0" cy="0"/>
          <a:chOff x="0" y="0"/>
          <a:chExt cx="0" cy="0"/>
        </a:xfrm>
      </p:grpSpPr>
      <p:sp>
        <p:nvSpPr>
          <p:cNvPr id="146" name="Google Shape;146;g2fe59f1dc03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47" name="Google Shape;147;g2fe59f1dc03_0_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 name="Shape 153"/>
        <p:cNvGrpSpPr/>
        <p:nvPr/>
      </p:nvGrpSpPr>
      <p:grpSpPr>
        <a:xfrm>
          <a:off x="0" y="0"/>
          <a:ext cx="0" cy="0"/>
          <a:chOff x="0" y="0"/>
          <a:chExt cx="0" cy="0"/>
        </a:xfrm>
      </p:grpSpPr>
      <p:sp>
        <p:nvSpPr>
          <p:cNvPr id="154" name="Google Shape;154;p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55" name="Google Shape;155;p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 name="Shape 161"/>
        <p:cNvGrpSpPr/>
        <p:nvPr/>
      </p:nvGrpSpPr>
      <p:grpSpPr>
        <a:xfrm>
          <a:off x="0" y="0"/>
          <a:ext cx="0" cy="0"/>
          <a:chOff x="0" y="0"/>
          <a:chExt cx="0" cy="0"/>
        </a:xfrm>
      </p:grpSpPr>
      <p:sp>
        <p:nvSpPr>
          <p:cNvPr id="162" name="Google Shape;162;p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63" name="Google Shape;163;p1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p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69" name="Google Shape;169;p1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5" name="Shape 175"/>
        <p:cNvGrpSpPr/>
        <p:nvPr/>
      </p:nvGrpSpPr>
      <p:grpSpPr>
        <a:xfrm>
          <a:off x="0" y="0"/>
          <a:ext cx="0" cy="0"/>
          <a:chOff x="0" y="0"/>
          <a:chExt cx="0" cy="0"/>
        </a:xfrm>
      </p:grpSpPr>
      <p:sp>
        <p:nvSpPr>
          <p:cNvPr id="176" name="Google Shape;176;p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77" name="Google Shape;177;p1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84" name="Google Shape;184;p1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 name="Shape 190"/>
        <p:cNvGrpSpPr/>
        <p:nvPr/>
      </p:nvGrpSpPr>
      <p:grpSpPr>
        <a:xfrm>
          <a:off x="0" y="0"/>
          <a:ext cx="0" cy="0"/>
          <a:chOff x="0" y="0"/>
          <a:chExt cx="0" cy="0"/>
        </a:xfrm>
      </p:grpSpPr>
      <p:sp>
        <p:nvSpPr>
          <p:cNvPr id="191" name="Google Shape;191;g2fe59f1dc03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92" name="Google Shape;192;g2fe59f1dc03_0_1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g2f6cb607d70_0_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97" name="Google Shape;197;g2f6cb607d70_0_3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 name="Shape 206"/>
        <p:cNvGrpSpPr/>
        <p:nvPr/>
      </p:nvGrpSpPr>
      <p:grpSpPr>
        <a:xfrm>
          <a:off x="0" y="0"/>
          <a:ext cx="0" cy="0"/>
          <a:chOff x="0" y="0"/>
          <a:chExt cx="0" cy="0"/>
        </a:xfrm>
      </p:grpSpPr>
      <p:sp>
        <p:nvSpPr>
          <p:cNvPr id="207" name="Google Shape;207;p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08" name="Google Shape;208;p1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 name="Shape 211"/>
        <p:cNvGrpSpPr/>
        <p:nvPr/>
      </p:nvGrpSpPr>
      <p:grpSpPr>
        <a:xfrm>
          <a:off x="0" y="0"/>
          <a:ext cx="0" cy="0"/>
          <a:chOff x="0" y="0"/>
          <a:chExt cx="0" cy="0"/>
        </a:xfrm>
      </p:grpSpPr>
      <p:sp>
        <p:nvSpPr>
          <p:cNvPr id="212" name="Google Shape;212;p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13" name="Google Shape;213;p1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 name="Shape 218"/>
        <p:cNvGrpSpPr/>
        <p:nvPr/>
      </p:nvGrpSpPr>
      <p:grpSpPr>
        <a:xfrm>
          <a:off x="0" y="0"/>
          <a:ext cx="0" cy="0"/>
          <a:chOff x="0" y="0"/>
          <a:chExt cx="0" cy="0"/>
        </a:xfrm>
      </p:grpSpPr>
      <p:sp>
        <p:nvSpPr>
          <p:cNvPr id="219" name="Google Shape;219;p1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20" name="Google Shape;220;p1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p1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25" name="Google Shape;225;p1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0" name="Shape 230"/>
        <p:cNvGrpSpPr/>
        <p:nvPr/>
      </p:nvGrpSpPr>
      <p:grpSpPr>
        <a:xfrm>
          <a:off x="0" y="0"/>
          <a:ext cx="0" cy="0"/>
          <a:chOff x="0" y="0"/>
          <a:chExt cx="0" cy="0"/>
        </a:xfrm>
      </p:grpSpPr>
      <p:sp>
        <p:nvSpPr>
          <p:cNvPr id="231" name="Google Shape;231;p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32" name="Google Shape;232;p1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6cb607d70_0_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37" name="Google Shape;237;g2f6cb607d70_0_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0" name="Shape 240"/>
        <p:cNvGrpSpPr/>
        <p:nvPr/>
      </p:nvGrpSpPr>
      <p:grpSpPr>
        <a:xfrm>
          <a:off x="0" y="0"/>
          <a:ext cx="0" cy="0"/>
          <a:chOff x="0" y="0"/>
          <a:chExt cx="0" cy="0"/>
        </a:xfrm>
      </p:grpSpPr>
      <p:sp>
        <p:nvSpPr>
          <p:cNvPr id="241" name="Google Shape;241;p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42" name="Google Shape;242;p2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7" name="Shape 247"/>
        <p:cNvGrpSpPr/>
        <p:nvPr/>
      </p:nvGrpSpPr>
      <p:grpSpPr>
        <a:xfrm>
          <a:off x="0" y="0"/>
          <a:ext cx="0" cy="0"/>
          <a:chOff x="0" y="0"/>
          <a:chExt cx="0" cy="0"/>
        </a:xfrm>
      </p:grpSpPr>
      <p:sp>
        <p:nvSpPr>
          <p:cNvPr id="248" name="Google Shape;248;p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49" name="Google Shape;249;p2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4" name="Shape 254"/>
        <p:cNvGrpSpPr/>
        <p:nvPr/>
      </p:nvGrpSpPr>
      <p:grpSpPr>
        <a:xfrm>
          <a:off x="0" y="0"/>
          <a:ext cx="0" cy="0"/>
          <a:chOff x="0" y="0"/>
          <a:chExt cx="0" cy="0"/>
        </a:xfrm>
      </p:grpSpPr>
      <p:sp>
        <p:nvSpPr>
          <p:cNvPr id="255" name="Google Shape;255;p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56" name="Google Shape;256;p2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1" name="Shape 261"/>
        <p:cNvGrpSpPr/>
        <p:nvPr/>
      </p:nvGrpSpPr>
      <p:grpSpPr>
        <a:xfrm>
          <a:off x="0" y="0"/>
          <a:ext cx="0" cy="0"/>
          <a:chOff x="0" y="0"/>
          <a:chExt cx="0" cy="0"/>
        </a:xfrm>
      </p:grpSpPr>
      <p:sp>
        <p:nvSpPr>
          <p:cNvPr id="262" name="Google Shape;262;g2f6cb607d70_0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63" name="Google Shape;263;g2f6cb607d70_0_4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 name="Shape 266"/>
        <p:cNvGrpSpPr/>
        <p:nvPr/>
      </p:nvGrpSpPr>
      <p:grpSpPr>
        <a:xfrm>
          <a:off x="0" y="0"/>
          <a:ext cx="0" cy="0"/>
          <a:chOff x="0" y="0"/>
          <a:chExt cx="0" cy="0"/>
        </a:xfrm>
      </p:grpSpPr>
      <p:sp>
        <p:nvSpPr>
          <p:cNvPr id="267" name="Google Shape;267;p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68" name="Google Shape;268;p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2" name="Shape 272"/>
        <p:cNvGrpSpPr/>
        <p:nvPr/>
      </p:nvGrpSpPr>
      <p:grpSpPr>
        <a:xfrm>
          <a:off x="0" y="0"/>
          <a:ext cx="0" cy="0"/>
          <a:chOff x="0" y="0"/>
          <a:chExt cx="0" cy="0"/>
        </a:xfrm>
      </p:grpSpPr>
      <p:sp>
        <p:nvSpPr>
          <p:cNvPr id="273" name="Google Shape;273;p2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4" name="Google Shape;274;p2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p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82" name="Google Shape;282;p2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8" name="Shape 288"/>
        <p:cNvGrpSpPr/>
        <p:nvPr/>
      </p:nvGrpSpPr>
      <p:grpSpPr>
        <a:xfrm>
          <a:off x="0" y="0"/>
          <a:ext cx="0" cy="0"/>
          <a:chOff x="0" y="0"/>
          <a:chExt cx="0" cy="0"/>
        </a:xfrm>
      </p:grpSpPr>
      <p:sp>
        <p:nvSpPr>
          <p:cNvPr id="289" name="Google Shape;289;g2f6cb607d70_0_6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0" name="Google Shape;290;g2f6cb607d70_0_6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3" name="Shape 293"/>
        <p:cNvGrpSpPr/>
        <p:nvPr/>
      </p:nvGrpSpPr>
      <p:grpSpPr>
        <a:xfrm>
          <a:off x="0" y="0"/>
          <a:ext cx="0" cy="0"/>
          <a:chOff x="0" y="0"/>
          <a:chExt cx="0" cy="0"/>
        </a:xfrm>
      </p:grpSpPr>
      <p:sp>
        <p:nvSpPr>
          <p:cNvPr id="294" name="Google Shape;294;p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95" name="Google Shape;295;p2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0" name="Shape 300"/>
        <p:cNvGrpSpPr/>
        <p:nvPr/>
      </p:nvGrpSpPr>
      <p:grpSpPr>
        <a:xfrm>
          <a:off x="0" y="0"/>
          <a:ext cx="0" cy="0"/>
          <a:chOff x="0" y="0"/>
          <a:chExt cx="0" cy="0"/>
        </a:xfrm>
      </p:grpSpPr>
      <p:sp>
        <p:nvSpPr>
          <p:cNvPr id="301" name="Google Shape;301;p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2" name="Google Shape;302;p3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7" name="Shape 307"/>
        <p:cNvGrpSpPr/>
        <p:nvPr/>
      </p:nvGrpSpPr>
      <p:grpSpPr>
        <a:xfrm>
          <a:off x="0" y="0"/>
          <a:ext cx="0" cy="0"/>
          <a:chOff x="0" y="0"/>
          <a:chExt cx="0" cy="0"/>
        </a:xfrm>
      </p:grpSpPr>
      <p:sp>
        <p:nvSpPr>
          <p:cNvPr id="308" name="Google Shape;308;g2f6cb607d70_0_9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9" name="Google Shape;309;g2f6cb607d70_0_9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4" name="Shape 314"/>
        <p:cNvGrpSpPr/>
        <p:nvPr/>
      </p:nvGrpSpPr>
      <p:grpSpPr>
        <a:xfrm>
          <a:off x="0" y="0"/>
          <a:ext cx="0" cy="0"/>
          <a:chOff x="0" y="0"/>
          <a:chExt cx="0" cy="0"/>
        </a:xfrm>
      </p:grpSpPr>
      <p:sp>
        <p:nvSpPr>
          <p:cNvPr id="315" name="Google Shape;315;g2f6cb607d70_0_1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16" name="Google Shape;316;g2f6cb607d70_0_10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3" name="Shape 323"/>
        <p:cNvGrpSpPr/>
        <p:nvPr/>
      </p:nvGrpSpPr>
      <p:grpSpPr>
        <a:xfrm>
          <a:off x="0" y="0"/>
          <a:ext cx="0" cy="0"/>
          <a:chOff x="0" y="0"/>
          <a:chExt cx="0" cy="0"/>
        </a:xfrm>
      </p:grpSpPr>
      <p:sp>
        <p:nvSpPr>
          <p:cNvPr id="324" name="Google Shape;324;p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25" name="Google Shape;325;p2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9" name="Shape 329"/>
        <p:cNvGrpSpPr/>
        <p:nvPr/>
      </p:nvGrpSpPr>
      <p:grpSpPr>
        <a:xfrm>
          <a:off x="0" y="0"/>
          <a:ext cx="0" cy="0"/>
          <a:chOff x="0" y="0"/>
          <a:chExt cx="0" cy="0"/>
        </a:xfrm>
      </p:grpSpPr>
      <p:sp>
        <p:nvSpPr>
          <p:cNvPr id="330" name="Google Shape;330;p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31" name="Google Shape;331;p2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2f6cb607d70_0_1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36" name="Google Shape;336;g2f6cb607d70_0_11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9" name="Shape 339"/>
        <p:cNvGrpSpPr/>
        <p:nvPr/>
      </p:nvGrpSpPr>
      <p:grpSpPr>
        <a:xfrm>
          <a:off x="0" y="0"/>
          <a:ext cx="0" cy="0"/>
          <a:chOff x="0" y="0"/>
          <a:chExt cx="0" cy="0"/>
        </a:xfrm>
      </p:grpSpPr>
      <p:sp>
        <p:nvSpPr>
          <p:cNvPr id="340" name="Google Shape;340;p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41" name="Google Shape;341;p3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5" name="Shape 345"/>
        <p:cNvGrpSpPr/>
        <p:nvPr/>
      </p:nvGrpSpPr>
      <p:grpSpPr>
        <a:xfrm>
          <a:off x="0" y="0"/>
          <a:ext cx="0" cy="0"/>
          <a:chOff x="0" y="0"/>
          <a:chExt cx="0" cy="0"/>
        </a:xfrm>
      </p:grpSpPr>
      <p:sp>
        <p:nvSpPr>
          <p:cNvPr id="346" name="Google Shape;346;p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47" name="Google Shape;347;p3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3" name="Shape 353"/>
        <p:cNvGrpSpPr/>
        <p:nvPr/>
      </p:nvGrpSpPr>
      <p:grpSpPr>
        <a:xfrm>
          <a:off x="0" y="0"/>
          <a:ext cx="0" cy="0"/>
          <a:chOff x="0" y="0"/>
          <a:chExt cx="0" cy="0"/>
        </a:xfrm>
      </p:grpSpPr>
      <p:sp>
        <p:nvSpPr>
          <p:cNvPr id="354" name="Google Shape;354;p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55" name="Google Shape;355;p3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1" name="Shape 361"/>
        <p:cNvGrpSpPr/>
        <p:nvPr/>
      </p:nvGrpSpPr>
      <p:grpSpPr>
        <a:xfrm>
          <a:off x="0" y="0"/>
          <a:ext cx="0" cy="0"/>
          <a:chOff x="0" y="0"/>
          <a:chExt cx="0" cy="0"/>
        </a:xfrm>
      </p:grpSpPr>
      <p:sp>
        <p:nvSpPr>
          <p:cNvPr id="362" name="Google Shape;362;p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63" name="Google Shape;363;p3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6" name="Shape 366"/>
        <p:cNvGrpSpPr/>
        <p:nvPr/>
      </p:nvGrpSpPr>
      <p:grpSpPr>
        <a:xfrm>
          <a:off x="0" y="0"/>
          <a:ext cx="0" cy="0"/>
          <a:chOff x="0" y="0"/>
          <a:chExt cx="0" cy="0"/>
        </a:xfrm>
      </p:grpSpPr>
      <p:sp>
        <p:nvSpPr>
          <p:cNvPr id="367" name="Google Shape;367;p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68" name="Google Shape;368;p3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4" name="Shape 374"/>
        <p:cNvGrpSpPr/>
        <p:nvPr/>
      </p:nvGrpSpPr>
      <p:grpSpPr>
        <a:xfrm>
          <a:off x="0" y="0"/>
          <a:ext cx="0" cy="0"/>
          <a:chOff x="0" y="0"/>
          <a:chExt cx="0" cy="0"/>
        </a:xfrm>
      </p:grpSpPr>
      <p:sp>
        <p:nvSpPr>
          <p:cNvPr id="375" name="Google Shape;375;g2f6cb607d70_0_1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6" name="Google Shape;376;g2f6cb607d70_0_1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p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1" name="Google Shape;381;p3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p3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7" name="Google Shape;387;p3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4" name="Shape 394"/>
        <p:cNvGrpSpPr/>
        <p:nvPr/>
      </p:nvGrpSpPr>
      <p:grpSpPr>
        <a:xfrm>
          <a:off x="0" y="0"/>
          <a:ext cx="0" cy="0"/>
          <a:chOff x="0" y="0"/>
          <a:chExt cx="0" cy="0"/>
        </a:xfrm>
      </p:grpSpPr>
      <p:sp>
        <p:nvSpPr>
          <p:cNvPr id="395" name="Google Shape;395;p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96" name="Google Shape;396;p4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9" name="Shape 399"/>
        <p:cNvGrpSpPr/>
        <p:nvPr/>
      </p:nvGrpSpPr>
      <p:grpSpPr>
        <a:xfrm>
          <a:off x="0" y="0"/>
          <a:ext cx="0" cy="0"/>
          <a:chOff x="0" y="0"/>
          <a:chExt cx="0" cy="0"/>
        </a:xfrm>
      </p:grpSpPr>
      <p:sp>
        <p:nvSpPr>
          <p:cNvPr id="400" name="Google Shape;400;g2f6cb607d70_0_14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01" name="Google Shape;401;g2f6cb607d70_0_14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5" name="Shape 405"/>
        <p:cNvGrpSpPr/>
        <p:nvPr/>
      </p:nvGrpSpPr>
      <p:grpSpPr>
        <a:xfrm>
          <a:off x="0" y="0"/>
          <a:ext cx="0" cy="0"/>
          <a:chOff x="0" y="0"/>
          <a:chExt cx="0" cy="0"/>
        </a:xfrm>
      </p:grpSpPr>
      <p:sp>
        <p:nvSpPr>
          <p:cNvPr id="406" name="Google Shape;406;p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07" name="Google Shape;407;p4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2" name="Shape 412"/>
        <p:cNvGrpSpPr/>
        <p:nvPr/>
      </p:nvGrpSpPr>
      <p:grpSpPr>
        <a:xfrm>
          <a:off x="0" y="0"/>
          <a:ext cx="0" cy="0"/>
          <a:chOff x="0" y="0"/>
          <a:chExt cx="0" cy="0"/>
        </a:xfrm>
      </p:grpSpPr>
      <p:sp>
        <p:nvSpPr>
          <p:cNvPr id="413" name="Google Shape;413;p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14" name="Google Shape;414;p4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9" name="Shape 419"/>
        <p:cNvGrpSpPr/>
        <p:nvPr/>
      </p:nvGrpSpPr>
      <p:grpSpPr>
        <a:xfrm>
          <a:off x="0" y="0"/>
          <a:ext cx="0" cy="0"/>
          <a:chOff x="0" y="0"/>
          <a:chExt cx="0" cy="0"/>
        </a:xfrm>
      </p:grpSpPr>
      <p:sp>
        <p:nvSpPr>
          <p:cNvPr id="420" name="Google Shape;420;p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21" name="Google Shape;421;p4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6" name="Shape 426"/>
        <p:cNvGrpSpPr/>
        <p:nvPr/>
      </p:nvGrpSpPr>
      <p:grpSpPr>
        <a:xfrm>
          <a:off x="0" y="0"/>
          <a:ext cx="0" cy="0"/>
          <a:chOff x="0" y="0"/>
          <a:chExt cx="0" cy="0"/>
        </a:xfrm>
      </p:grpSpPr>
      <p:sp>
        <p:nvSpPr>
          <p:cNvPr id="427" name="Google Shape;427;p4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28" name="Google Shape;428;p4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3" name="Shape 433"/>
        <p:cNvGrpSpPr/>
        <p:nvPr/>
      </p:nvGrpSpPr>
      <p:grpSpPr>
        <a:xfrm>
          <a:off x="0" y="0"/>
          <a:ext cx="0" cy="0"/>
          <a:chOff x="0" y="0"/>
          <a:chExt cx="0" cy="0"/>
        </a:xfrm>
      </p:grpSpPr>
      <p:sp>
        <p:nvSpPr>
          <p:cNvPr id="434" name="Google Shape;434;p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35" name="Google Shape;435;p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8" name="Shape 438"/>
        <p:cNvGrpSpPr/>
        <p:nvPr/>
      </p:nvGrpSpPr>
      <p:grpSpPr>
        <a:xfrm>
          <a:off x="0" y="0"/>
          <a:ext cx="0" cy="0"/>
          <a:chOff x="0" y="0"/>
          <a:chExt cx="0" cy="0"/>
        </a:xfrm>
      </p:grpSpPr>
      <p:sp>
        <p:nvSpPr>
          <p:cNvPr id="439" name="Google Shape;439;p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0" name="Google Shape;440;p4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4" name="Shape 444"/>
        <p:cNvGrpSpPr/>
        <p:nvPr/>
      </p:nvGrpSpPr>
      <p:grpSpPr>
        <a:xfrm>
          <a:off x="0" y="0"/>
          <a:ext cx="0" cy="0"/>
          <a:chOff x="0" y="0"/>
          <a:chExt cx="0" cy="0"/>
        </a:xfrm>
      </p:grpSpPr>
      <p:sp>
        <p:nvSpPr>
          <p:cNvPr id="445" name="Google Shape;445;p4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6" name="Google Shape;446;p4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0" name="Shape 450"/>
        <p:cNvGrpSpPr/>
        <p:nvPr/>
      </p:nvGrpSpPr>
      <p:grpSpPr>
        <a:xfrm>
          <a:off x="0" y="0"/>
          <a:ext cx="0" cy="0"/>
          <a:chOff x="0" y="0"/>
          <a:chExt cx="0" cy="0"/>
        </a:xfrm>
      </p:grpSpPr>
      <p:sp>
        <p:nvSpPr>
          <p:cNvPr id="451" name="Google Shape;451;g2d374c57397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52" name="Google Shape;452;g2d374c57397_0_1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5" name="Shape 455"/>
        <p:cNvGrpSpPr/>
        <p:nvPr/>
      </p:nvGrpSpPr>
      <p:grpSpPr>
        <a:xfrm>
          <a:off x="0" y="0"/>
          <a:ext cx="0" cy="0"/>
          <a:chOff x="0" y="0"/>
          <a:chExt cx="0" cy="0"/>
        </a:xfrm>
      </p:grpSpPr>
      <p:sp>
        <p:nvSpPr>
          <p:cNvPr id="456" name="Google Shape;456;g2d374c57397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57" name="Google Shape;457;g2d374c57397_0_2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0" name="Shape 460"/>
        <p:cNvGrpSpPr/>
        <p:nvPr/>
      </p:nvGrpSpPr>
      <p:grpSpPr>
        <a:xfrm>
          <a:off x="0" y="0"/>
          <a:ext cx="0" cy="0"/>
          <a:chOff x="0" y="0"/>
          <a:chExt cx="0" cy="0"/>
        </a:xfrm>
      </p:grpSpPr>
      <p:sp>
        <p:nvSpPr>
          <p:cNvPr id="461" name="Google Shape;461;g2d374c57397_0_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62" name="Google Shape;462;g2d374c57397_0_2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5" name="Shape 465"/>
        <p:cNvGrpSpPr/>
        <p:nvPr/>
      </p:nvGrpSpPr>
      <p:grpSpPr>
        <a:xfrm>
          <a:off x="0" y="0"/>
          <a:ext cx="0" cy="0"/>
          <a:chOff x="0" y="0"/>
          <a:chExt cx="0" cy="0"/>
        </a:xfrm>
      </p:grpSpPr>
      <p:sp>
        <p:nvSpPr>
          <p:cNvPr id="466" name="Google Shape;466;g2d374c5739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67" name="Google Shape;467;g2d374c57397_0_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0" name="Shape 470"/>
        <p:cNvGrpSpPr/>
        <p:nvPr/>
      </p:nvGrpSpPr>
      <p:grpSpPr>
        <a:xfrm>
          <a:off x="0" y="0"/>
          <a:ext cx="0" cy="0"/>
          <a:chOff x="0" y="0"/>
          <a:chExt cx="0" cy="0"/>
        </a:xfrm>
      </p:grpSpPr>
      <p:sp>
        <p:nvSpPr>
          <p:cNvPr id="471" name="Google Shape;471;p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72" name="Google Shape;472;p4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8" name="Shape 478"/>
        <p:cNvGrpSpPr/>
        <p:nvPr/>
      </p:nvGrpSpPr>
      <p:grpSpPr>
        <a:xfrm>
          <a:off x="0" y="0"/>
          <a:ext cx="0" cy="0"/>
          <a:chOff x="0" y="0"/>
          <a:chExt cx="0" cy="0"/>
        </a:xfrm>
      </p:grpSpPr>
      <p:sp>
        <p:nvSpPr>
          <p:cNvPr id="479" name="Google Shape;479;g2d374c57397_0_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80" name="Google Shape;480;g2d374c57397_0_3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5" name="Shape 485"/>
        <p:cNvGrpSpPr/>
        <p:nvPr/>
      </p:nvGrpSpPr>
      <p:grpSpPr>
        <a:xfrm>
          <a:off x="0" y="0"/>
          <a:ext cx="0" cy="0"/>
          <a:chOff x="0" y="0"/>
          <a:chExt cx="0" cy="0"/>
        </a:xfrm>
      </p:grpSpPr>
      <p:sp>
        <p:nvSpPr>
          <p:cNvPr id="486" name="Google Shape;486;g2d374c57397_0_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87" name="Google Shape;487;g2d374c57397_0_4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1" name="Shape 491"/>
        <p:cNvGrpSpPr/>
        <p:nvPr/>
      </p:nvGrpSpPr>
      <p:grpSpPr>
        <a:xfrm>
          <a:off x="0" y="0"/>
          <a:ext cx="0" cy="0"/>
          <a:chOff x="0" y="0"/>
          <a:chExt cx="0" cy="0"/>
        </a:xfrm>
      </p:grpSpPr>
      <p:sp>
        <p:nvSpPr>
          <p:cNvPr id="492" name="Google Shape;492;g2d374c57397_0_5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93" name="Google Shape;493;g2d374c57397_0_5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7" name="Shape 497"/>
        <p:cNvGrpSpPr/>
        <p:nvPr/>
      </p:nvGrpSpPr>
      <p:grpSpPr>
        <a:xfrm>
          <a:off x="0" y="0"/>
          <a:ext cx="0" cy="0"/>
          <a:chOff x="0" y="0"/>
          <a:chExt cx="0" cy="0"/>
        </a:xfrm>
      </p:grpSpPr>
      <p:sp>
        <p:nvSpPr>
          <p:cNvPr id="498" name="Google Shape;498;p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99" name="Google Shape;499;p4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4" name="Shape 504"/>
        <p:cNvGrpSpPr/>
        <p:nvPr/>
      </p:nvGrpSpPr>
      <p:grpSpPr>
        <a:xfrm>
          <a:off x="0" y="0"/>
          <a:ext cx="0" cy="0"/>
          <a:chOff x="0" y="0"/>
          <a:chExt cx="0" cy="0"/>
        </a:xfrm>
      </p:grpSpPr>
      <p:sp>
        <p:nvSpPr>
          <p:cNvPr id="505" name="Google Shape;505;p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06" name="Google Shape;506;p5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0" name="Shape 510"/>
        <p:cNvGrpSpPr/>
        <p:nvPr/>
      </p:nvGrpSpPr>
      <p:grpSpPr>
        <a:xfrm>
          <a:off x="0" y="0"/>
          <a:ext cx="0" cy="0"/>
          <a:chOff x="0" y="0"/>
          <a:chExt cx="0" cy="0"/>
        </a:xfrm>
      </p:grpSpPr>
      <p:sp>
        <p:nvSpPr>
          <p:cNvPr id="511" name="Google Shape;511;p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12" name="Google Shape;512;p5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6" name="Shape 516"/>
        <p:cNvGrpSpPr/>
        <p:nvPr/>
      </p:nvGrpSpPr>
      <p:grpSpPr>
        <a:xfrm>
          <a:off x="0" y="0"/>
          <a:ext cx="0" cy="0"/>
          <a:chOff x="0" y="0"/>
          <a:chExt cx="0" cy="0"/>
        </a:xfrm>
      </p:grpSpPr>
      <p:sp>
        <p:nvSpPr>
          <p:cNvPr id="517" name="Google Shape;517;p5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18" name="Google Shape;518;p5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3" name="Shape 523"/>
        <p:cNvGrpSpPr/>
        <p:nvPr/>
      </p:nvGrpSpPr>
      <p:grpSpPr>
        <a:xfrm>
          <a:off x="0" y="0"/>
          <a:ext cx="0" cy="0"/>
          <a:chOff x="0" y="0"/>
          <a:chExt cx="0" cy="0"/>
        </a:xfrm>
      </p:grpSpPr>
      <p:sp>
        <p:nvSpPr>
          <p:cNvPr id="524" name="Google Shape;524;g2d374c57397_0_5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25" name="Google Shape;525;g2d374c57397_0_5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9" name="Shape 529"/>
        <p:cNvGrpSpPr/>
        <p:nvPr/>
      </p:nvGrpSpPr>
      <p:grpSpPr>
        <a:xfrm>
          <a:off x="0" y="0"/>
          <a:ext cx="0" cy="0"/>
          <a:chOff x="0" y="0"/>
          <a:chExt cx="0" cy="0"/>
        </a:xfrm>
      </p:grpSpPr>
      <p:sp>
        <p:nvSpPr>
          <p:cNvPr id="530" name="Google Shape;530;p5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31" name="Google Shape;531;p5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7" name="Shape 537"/>
        <p:cNvGrpSpPr/>
        <p:nvPr/>
      </p:nvGrpSpPr>
      <p:grpSpPr>
        <a:xfrm>
          <a:off x="0" y="0"/>
          <a:ext cx="0" cy="0"/>
          <a:chOff x="0" y="0"/>
          <a:chExt cx="0" cy="0"/>
        </a:xfrm>
      </p:grpSpPr>
      <p:sp>
        <p:nvSpPr>
          <p:cNvPr id="538" name="Google Shape;538;p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39" name="Google Shape;539;p5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p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45" name="Google Shape;545;p5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9" name="Shape 549"/>
        <p:cNvGrpSpPr/>
        <p:nvPr/>
      </p:nvGrpSpPr>
      <p:grpSpPr>
        <a:xfrm>
          <a:off x="0" y="0"/>
          <a:ext cx="0" cy="0"/>
          <a:chOff x="0" y="0"/>
          <a:chExt cx="0" cy="0"/>
        </a:xfrm>
      </p:grpSpPr>
      <p:sp>
        <p:nvSpPr>
          <p:cNvPr id="550" name="Google Shape;550;p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51" name="Google Shape;551;p5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4" name="Shape 554"/>
        <p:cNvGrpSpPr/>
        <p:nvPr/>
      </p:nvGrpSpPr>
      <p:grpSpPr>
        <a:xfrm>
          <a:off x="0" y="0"/>
          <a:ext cx="0" cy="0"/>
          <a:chOff x="0" y="0"/>
          <a:chExt cx="0" cy="0"/>
        </a:xfrm>
      </p:grpSpPr>
      <p:sp>
        <p:nvSpPr>
          <p:cNvPr id="555" name="Google Shape;555;g3076698fdf3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56" name="Google Shape;556;g3076698fdf3_0_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0" name="Shape 560"/>
        <p:cNvGrpSpPr/>
        <p:nvPr/>
      </p:nvGrpSpPr>
      <p:grpSpPr>
        <a:xfrm>
          <a:off x="0" y="0"/>
          <a:ext cx="0" cy="0"/>
          <a:chOff x="0" y="0"/>
          <a:chExt cx="0" cy="0"/>
        </a:xfrm>
      </p:grpSpPr>
      <p:sp>
        <p:nvSpPr>
          <p:cNvPr id="561" name="Google Shape;561;g30dbfbd893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62" name="Google Shape;562;g30dbfbd8932_0_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6" name="Shape 566"/>
        <p:cNvGrpSpPr/>
        <p:nvPr/>
      </p:nvGrpSpPr>
      <p:grpSpPr>
        <a:xfrm>
          <a:off x="0" y="0"/>
          <a:ext cx="0" cy="0"/>
          <a:chOff x="0" y="0"/>
          <a:chExt cx="0" cy="0"/>
        </a:xfrm>
      </p:grpSpPr>
      <p:sp>
        <p:nvSpPr>
          <p:cNvPr id="567" name="Google Shape;567;p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68" name="Google Shape;568;p5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2" name="Shape 572"/>
        <p:cNvGrpSpPr/>
        <p:nvPr/>
      </p:nvGrpSpPr>
      <p:grpSpPr>
        <a:xfrm>
          <a:off x="0" y="0"/>
          <a:ext cx="0" cy="0"/>
          <a:chOff x="0" y="0"/>
          <a:chExt cx="0" cy="0"/>
        </a:xfrm>
      </p:grpSpPr>
      <p:sp>
        <p:nvSpPr>
          <p:cNvPr id="573" name="Google Shape;573;g2d65f02d385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74" name="Google Shape;574;g2d65f02d385_0_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8" name="Shape 578"/>
        <p:cNvGrpSpPr/>
        <p:nvPr/>
      </p:nvGrpSpPr>
      <p:grpSpPr>
        <a:xfrm>
          <a:off x="0" y="0"/>
          <a:ext cx="0" cy="0"/>
          <a:chOff x="0" y="0"/>
          <a:chExt cx="0" cy="0"/>
        </a:xfrm>
      </p:grpSpPr>
      <p:sp>
        <p:nvSpPr>
          <p:cNvPr id="579" name="Google Shape;579;p5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80" name="Google Shape;580;p5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p6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87" name="Google Shape;587;p6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 name="Shape 590"/>
        <p:cNvGrpSpPr/>
        <p:nvPr/>
      </p:nvGrpSpPr>
      <p:grpSpPr>
        <a:xfrm>
          <a:off x="0" y="0"/>
          <a:ext cx="0" cy="0"/>
          <a:chOff x="0" y="0"/>
          <a:chExt cx="0" cy="0"/>
        </a:xfrm>
      </p:grpSpPr>
      <p:sp>
        <p:nvSpPr>
          <p:cNvPr id="591" name="Google Shape;591;p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92" name="Google Shape;592;p6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p6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98" name="Google Shape;598;p6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p6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06" name="Google Shape;606;p6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9" name="Shape 609"/>
        <p:cNvGrpSpPr/>
        <p:nvPr/>
      </p:nvGrpSpPr>
      <p:grpSpPr>
        <a:xfrm>
          <a:off x="0" y="0"/>
          <a:ext cx="0" cy="0"/>
          <a:chOff x="0" y="0"/>
          <a:chExt cx="0" cy="0"/>
        </a:xfrm>
      </p:grpSpPr>
      <p:sp>
        <p:nvSpPr>
          <p:cNvPr id="610" name="Google Shape;610;p6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11" name="Google Shape;611;p6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6" name="Shape 616"/>
        <p:cNvGrpSpPr/>
        <p:nvPr/>
      </p:nvGrpSpPr>
      <p:grpSpPr>
        <a:xfrm>
          <a:off x="0" y="0"/>
          <a:ext cx="0" cy="0"/>
          <a:chOff x="0" y="0"/>
          <a:chExt cx="0" cy="0"/>
        </a:xfrm>
      </p:grpSpPr>
      <p:sp>
        <p:nvSpPr>
          <p:cNvPr id="617" name="Google Shape;617;p6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18" name="Google Shape;618;p6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3" name="Shape 623"/>
        <p:cNvGrpSpPr/>
        <p:nvPr/>
      </p:nvGrpSpPr>
      <p:grpSpPr>
        <a:xfrm>
          <a:off x="0" y="0"/>
          <a:ext cx="0" cy="0"/>
          <a:chOff x="0" y="0"/>
          <a:chExt cx="0" cy="0"/>
        </a:xfrm>
      </p:grpSpPr>
      <p:sp>
        <p:nvSpPr>
          <p:cNvPr id="624" name="Google Shape;624;p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25" name="Google Shape;625;p6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0" name="Shape 630"/>
        <p:cNvGrpSpPr/>
        <p:nvPr/>
      </p:nvGrpSpPr>
      <p:grpSpPr>
        <a:xfrm>
          <a:off x="0" y="0"/>
          <a:ext cx="0" cy="0"/>
          <a:chOff x="0" y="0"/>
          <a:chExt cx="0" cy="0"/>
        </a:xfrm>
      </p:grpSpPr>
      <p:sp>
        <p:nvSpPr>
          <p:cNvPr id="631" name="Google Shape;631;p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32" name="Google Shape;632;p6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7" name="Shape 637"/>
        <p:cNvGrpSpPr/>
        <p:nvPr/>
      </p:nvGrpSpPr>
      <p:grpSpPr>
        <a:xfrm>
          <a:off x="0" y="0"/>
          <a:ext cx="0" cy="0"/>
          <a:chOff x="0" y="0"/>
          <a:chExt cx="0" cy="0"/>
        </a:xfrm>
      </p:grpSpPr>
      <p:sp>
        <p:nvSpPr>
          <p:cNvPr id="638" name="Google Shape;638;p6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39" name="Google Shape;639;p6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p6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46" name="Google Shape;646;p6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2" name="Shape 652"/>
        <p:cNvGrpSpPr/>
        <p:nvPr/>
      </p:nvGrpSpPr>
      <p:grpSpPr>
        <a:xfrm>
          <a:off x="0" y="0"/>
          <a:ext cx="0" cy="0"/>
          <a:chOff x="0" y="0"/>
          <a:chExt cx="0" cy="0"/>
        </a:xfrm>
      </p:grpSpPr>
      <p:sp>
        <p:nvSpPr>
          <p:cNvPr id="653" name="Google Shape;653;p7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54" name="Google Shape;654;p7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0" name="Shape 660"/>
        <p:cNvGrpSpPr/>
        <p:nvPr/>
      </p:nvGrpSpPr>
      <p:grpSpPr>
        <a:xfrm>
          <a:off x="0" y="0"/>
          <a:ext cx="0" cy="0"/>
          <a:chOff x="0" y="0"/>
          <a:chExt cx="0" cy="0"/>
        </a:xfrm>
      </p:grpSpPr>
      <p:sp>
        <p:nvSpPr>
          <p:cNvPr id="661" name="Google Shape;661;p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62" name="Google Shape;662;p7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7" name="Shape 667"/>
        <p:cNvGrpSpPr/>
        <p:nvPr/>
      </p:nvGrpSpPr>
      <p:grpSpPr>
        <a:xfrm>
          <a:off x="0" y="0"/>
          <a:ext cx="0" cy="0"/>
          <a:chOff x="0" y="0"/>
          <a:chExt cx="0" cy="0"/>
        </a:xfrm>
      </p:grpSpPr>
      <p:sp>
        <p:nvSpPr>
          <p:cNvPr id="668" name="Google Shape;668;p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69" name="Google Shape;669;p7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4" name="Shape 674"/>
        <p:cNvGrpSpPr/>
        <p:nvPr/>
      </p:nvGrpSpPr>
      <p:grpSpPr>
        <a:xfrm>
          <a:off x="0" y="0"/>
          <a:ext cx="0" cy="0"/>
          <a:chOff x="0" y="0"/>
          <a:chExt cx="0" cy="0"/>
        </a:xfrm>
      </p:grpSpPr>
      <p:sp>
        <p:nvSpPr>
          <p:cNvPr id="675" name="Google Shape;675;p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76" name="Google Shape;676;p7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1" name="Shape 681"/>
        <p:cNvGrpSpPr/>
        <p:nvPr/>
      </p:nvGrpSpPr>
      <p:grpSpPr>
        <a:xfrm>
          <a:off x="0" y="0"/>
          <a:ext cx="0" cy="0"/>
          <a:chOff x="0" y="0"/>
          <a:chExt cx="0" cy="0"/>
        </a:xfrm>
      </p:grpSpPr>
      <p:sp>
        <p:nvSpPr>
          <p:cNvPr id="682" name="Google Shape;682;p7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83" name="Google Shape;683;p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8" name="Shape 688"/>
        <p:cNvGrpSpPr/>
        <p:nvPr/>
      </p:nvGrpSpPr>
      <p:grpSpPr>
        <a:xfrm>
          <a:off x="0" y="0"/>
          <a:ext cx="0" cy="0"/>
          <a:chOff x="0" y="0"/>
          <a:chExt cx="0" cy="0"/>
        </a:xfrm>
      </p:grpSpPr>
      <p:sp>
        <p:nvSpPr>
          <p:cNvPr id="689" name="Google Shape;689;p7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90" name="Google Shape;690;p7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3" name="Shape 693"/>
        <p:cNvGrpSpPr/>
        <p:nvPr/>
      </p:nvGrpSpPr>
      <p:grpSpPr>
        <a:xfrm>
          <a:off x="0" y="0"/>
          <a:ext cx="0" cy="0"/>
          <a:chOff x="0" y="0"/>
          <a:chExt cx="0" cy="0"/>
        </a:xfrm>
      </p:grpSpPr>
      <p:sp>
        <p:nvSpPr>
          <p:cNvPr id="694" name="Google Shape;694;p7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95" name="Google Shape;695;p7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p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01" name="Google Shape;701;p7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p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07" name="Google Shape;707;p7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3" name="Shape 713"/>
        <p:cNvGrpSpPr/>
        <p:nvPr/>
      </p:nvGrpSpPr>
      <p:grpSpPr>
        <a:xfrm>
          <a:off x="0" y="0"/>
          <a:ext cx="0" cy="0"/>
          <a:chOff x="0" y="0"/>
          <a:chExt cx="0" cy="0"/>
        </a:xfrm>
      </p:grpSpPr>
      <p:sp>
        <p:nvSpPr>
          <p:cNvPr id="714" name="Google Shape;714;p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15" name="Google Shape;715;p7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1" name="Shape 721"/>
        <p:cNvGrpSpPr/>
        <p:nvPr/>
      </p:nvGrpSpPr>
      <p:grpSpPr>
        <a:xfrm>
          <a:off x="0" y="0"/>
          <a:ext cx="0" cy="0"/>
          <a:chOff x="0" y="0"/>
          <a:chExt cx="0" cy="0"/>
        </a:xfrm>
      </p:grpSpPr>
      <p:sp>
        <p:nvSpPr>
          <p:cNvPr id="722" name="Google Shape;722;p8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23" name="Google Shape;723;p8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1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6" name="Shape 726"/>
        <p:cNvGrpSpPr/>
        <p:nvPr/>
      </p:nvGrpSpPr>
      <p:grpSpPr>
        <a:xfrm>
          <a:off x="0" y="0"/>
          <a:ext cx="0" cy="0"/>
          <a:chOff x="0" y="0"/>
          <a:chExt cx="0" cy="0"/>
        </a:xfrm>
      </p:grpSpPr>
      <p:sp>
        <p:nvSpPr>
          <p:cNvPr id="727" name="Google Shape;727;g31462014281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28" name="Google Shape;728;g31462014281_0_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1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2" name="Shape 732"/>
        <p:cNvGrpSpPr/>
        <p:nvPr/>
      </p:nvGrpSpPr>
      <p:grpSpPr>
        <a:xfrm>
          <a:off x="0" y="0"/>
          <a:ext cx="0" cy="0"/>
          <a:chOff x="0" y="0"/>
          <a:chExt cx="0" cy="0"/>
        </a:xfrm>
      </p:grpSpPr>
      <p:sp>
        <p:nvSpPr>
          <p:cNvPr id="733" name="Google Shape;733;g31462014281_0_1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34" name="Google Shape;734;g31462014281_0_1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1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7" name="Shape 737"/>
        <p:cNvGrpSpPr/>
        <p:nvPr/>
      </p:nvGrpSpPr>
      <p:grpSpPr>
        <a:xfrm>
          <a:off x="0" y="0"/>
          <a:ext cx="0" cy="0"/>
          <a:chOff x="0" y="0"/>
          <a:chExt cx="0" cy="0"/>
        </a:xfrm>
      </p:grpSpPr>
      <p:sp>
        <p:nvSpPr>
          <p:cNvPr id="738" name="Google Shape;738;g31462014281_0_2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39" name="Google Shape;739;g31462014281_0_2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1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2" name="Shape 742"/>
        <p:cNvGrpSpPr/>
        <p:nvPr/>
      </p:nvGrpSpPr>
      <p:grpSpPr>
        <a:xfrm>
          <a:off x="0" y="0"/>
          <a:ext cx="0" cy="0"/>
          <a:chOff x="0" y="0"/>
          <a:chExt cx="0" cy="0"/>
        </a:xfrm>
      </p:grpSpPr>
      <p:sp>
        <p:nvSpPr>
          <p:cNvPr id="743" name="Google Shape;743;g31462014281_0_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44" name="Google Shape;744;g31462014281_0_2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1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7" name="Shape 747"/>
        <p:cNvGrpSpPr/>
        <p:nvPr/>
      </p:nvGrpSpPr>
      <p:grpSpPr>
        <a:xfrm>
          <a:off x="0" y="0"/>
          <a:ext cx="0" cy="0"/>
          <a:chOff x="0" y="0"/>
          <a:chExt cx="0" cy="0"/>
        </a:xfrm>
      </p:grpSpPr>
      <p:sp>
        <p:nvSpPr>
          <p:cNvPr id="748" name="Google Shape;748;p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49" name="Google Shape;749;p8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1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4" name="Shape 754"/>
        <p:cNvGrpSpPr/>
        <p:nvPr/>
      </p:nvGrpSpPr>
      <p:grpSpPr>
        <a:xfrm>
          <a:off x="0" y="0"/>
          <a:ext cx="0" cy="0"/>
          <a:chOff x="0" y="0"/>
          <a:chExt cx="0" cy="0"/>
        </a:xfrm>
      </p:grpSpPr>
      <p:sp>
        <p:nvSpPr>
          <p:cNvPr id="755" name="Google Shape;755;p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56" name="Google Shape;756;p8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1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0" name="Shape 760"/>
        <p:cNvGrpSpPr/>
        <p:nvPr/>
      </p:nvGrpSpPr>
      <p:grpSpPr>
        <a:xfrm>
          <a:off x="0" y="0"/>
          <a:ext cx="0" cy="0"/>
          <a:chOff x="0" y="0"/>
          <a:chExt cx="0" cy="0"/>
        </a:xfrm>
      </p:grpSpPr>
      <p:sp>
        <p:nvSpPr>
          <p:cNvPr id="761" name="Google Shape;761;p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62" name="Google Shape;762;p8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1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8" name="Shape 768"/>
        <p:cNvGrpSpPr/>
        <p:nvPr/>
      </p:nvGrpSpPr>
      <p:grpSpPr>
        <a:xfrm>
          <a:off x="0" y="0"/>
          <a:ext cx="0" cy="0"/>
          <a:chOff x="0" y="0"/>
          <a:chExt cx="0" cy="0"/>
        </a:xfrm>
      </p:grpSpPr>
      <p:sp>
        <p:nvSpPr>
          <p:cNvPr id="769" name="Google Shape;769;p8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70" name="Google Shape;770;p8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1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5" name="Shape 775"/>
        <p:cNvGrpSpPr/>
        <p:nvPr/>
      </p:nvGrpSpPr>
      <p:grpSpPr>
        <a:xfrm>
          <a:off x="0" y="0"/>
          <a:ext cx="0" cy="0"/>
          <a:chOff x="0" y="0"/>
          <a:chExt cx="0" cy="0"/>
        </a:xfrm>
      </p:grpSpPr>
      <p:sp>
        <p:nvSpPr>
          <p:cNvPr id="776" name="Google Shape;776;p8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77" name="Google Shape;777;p8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1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4" name="Shape 784"/>
        <p:cNvGrpSpPr/>
        <p:nvPr/>
      </p:nvGrpSpPr>
      <p:grpSpPr>
        <a:xfrm>
          <a:off x="0" y="0"/>
          <a:ext cx="0" cy="0"/>
          <a:chOff x="0" y="0"/>
          <a:chExt cx="0" cy="0"/>
        </a:xfrm>
      </p:grpSpPr>
      <p:sp>
        <p:nvSpPr>
          <p:cNvPr id="785" name="Google Shape;785;p8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86" name="Google Shape;786;p8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1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1" name="Shape 791"/>
        <p:cNvGrpSpPr/>
        <p:nvPr/>
      </p:nvGrpSpPr>
      <p:grpSpPr>
        <a:xfrm>
          <a:off x="0" y="0"/>
          <a:ext cx="0" cy="0"/>
          <a:chOff x="0" y="0"/>
          <a:chExt cx="0" cy="0"/>
        </a:xfrm>
      </p:grpSpPr>
      <p:sp>
        <p:nvSpPr>
          <p:cNvPr id="792" name="Google Shape;792;g31462014281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93" name="Google Shape;793;g31462014281_0_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1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6" name="Shape 796"/>
        <p:cNvGrpSpPr/>
        <p:nvPr/>
      </p:nvGrpSpPr>
      <p:grpSpPr>
        <a:xfrm>
          <a:off x="0" y="0"/>
          <a:ext cx="0" cy="0"/>
          <a:chOff x="0" y="0"/>
          <a:chExt cx="0" cy="0"/>
        </a:xfrm>
      </p:grpSpPr>
      <p:sp>
        <p:nvSpPr>
          <p:cNvPr id="797" name="Google Shape;797;p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98" name="Google Shape;798;p8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1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2" name="Shape 802"/>
        <p:cNvGrpSpPr/>
        <p:nvPr/>
      </p:nvGrpSpPr>
      <p:grpSpPr>
        <a:xfrm>
          <a:off x="0" y="0"/>
          <a:ext cx="0" cy="0"/>
          <a:chOff x="0" y="0"/>
          <a:chExt cx="0" cy="0"/>
        </a:xfrm>
      </p:grpSpPr>
      <p:sp>
        <p:nvSpPr>
          <p:cNvPr id="803" name="Google Shape;803;p8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04" name="Google Shape;804;p8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1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8" name="Shape 808"/>
        <p:cNvGrpSpPr/>
        <p:nvPr/>
      </p:nvGrpSpPr>
      <p:grpSpPr>
        <a:xfrm>
          <a:off x="0" y="0"/>
          <a:ext cx="0" cy="0"/>
          <a:chOff x="0" y="0"/>
          <a:chExt cx="0" cy="0"/>
        </a:xfrm>
      </p:grpSpPr>
      <p:sp>
        <p:nvSpPr>
          <p:cNvPr id="809" name="Google Shape;809;p8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10" name="Google Shape;810;p8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1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5" name="Shape 815"/>
        <p:cNvGrpSpPr/>
        <p:nvPr/>
      </p:nvGrpSpPr>
      <p:grpSpPr>
        <a:xfrm>
          <a:off x="0" y="0"/>
          <a:ext cx="0" cy="0"/>
          <a:chOff x="0" y="0"/>
          <a:chExt cx="0" cy="0"/>
        </a:xfrm>
      </p:grpSpPr>
      <p:sp>
        <p:nvSpPr>
          <p:cNvPr id="816" name="Google Shape;816;p9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17" name="Google Shape;817;p9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1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3" name="Shape 823"/>
        <p:cNvGrpSpPr/>
        <p:nvPr/>
      </p:nvGrpSpPr>
      <p:grpSpPr>
        <a:xfrm>
          <a:off x="0" y="0"/>
          <a:ext cx="0" cy="0"/>
          <a:chOff x="0" y="0"/>
          <a:chExt cx="0" cy="0"/>
        </a:xfrm>
      </p:grpSpPr>
      <p:sp>
        <p:nvSpPr>
          <p:cNvPr id="824" name="Google Shape;824;p9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25" name="Google Shape;825;p9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1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1" name="Shape 831"/>
        <p:cNvGrpSpPr/>
        <p:nvPr/>
      </p:nvGrpSpPr>
      <p:grpSpPr>
        <a:xfrm>
          <a:off x="0" y="0"/>
          <a:ext cx="0" cy="0"/>
          <a:chOff x="0" y="0"/>
          <a:chExt cx="0" cy="0"/>
        </a:xfrm>
      </p:grpSpPr>
      <p:sp>
        <p:nvSpPr>
          <p:cNvPr id="832" name="Google Shape;832;p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33" name="Google Shape;833;p9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1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8" name="Shape 838"/>
        <p:cNvGrpSpPr/>
        <p:nvPr/>
      </p:nvGrpSpPr>
      <p:grpSpPr>
        <a:xfrm>
          <a:off x="0" y="0"/>
          <a:ext cx="0" cy="0"/>
          <a:chOff x="0" y="0"/>
          <a:chExt cx="0" cy="0"/>
        </a:xfrm>
      </p:grpSpPr>
      <p:sp>
        <p:nvSpPr>
          <p:cNvPr id="839" name="Google Shape;839;p9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40" name="Google Shape;840;p9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1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p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46" name="Google Shape;846;p9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9" name="Shape 9"/>
        <p:cNvGrpSpPr/>
        <p:nvPr/>
      </p:nvGrpSpPr>
      <p:grpSpPr>
        <a:xfrm>
          <a:off x="0" y="0"/>
          <a:ext cx="0" cy="0"/>
          <a:chOff x="0" y="0"/>
          <a:chExt cx="0" cy="0"/>
        </a:xfrm>
      </p:grpSpPr>
      <p:grpSp>
        <p:nvGrpSpPr>
          <p:cNvPr id="10" name="Google Shape;10;p96"/>
          <p:cNvGrpSpPr/>
          <p:nvPr/>
        </p:nvGrpSpPr>
        <p:grpSpPr>
          <a:xfrm>
            <a:off x="6098378" y="5"/>
            <a:ext cx="3045625" cy="2030570"/>
            <a:chOff x="6098378" y="5"/>
            <a:chExt cx="3045625" cy="2030570"/>
          </a:xfrm>
        </p:grpSpPr>
        <p:sp>
          <p:nvSpPr>
            <p:cNvPr id="11" name="Google Shape;11;p96"/>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96"/>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96"/>
            <p:cNvSpPr/>
            <p:nvPr/>
          </p:nvSpPr>
          <p:spPr>
            <a:xfrm flipH="1" rot="10800000">
              <a:off x="7113588" y="107"/>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96"/>
            <p:cNvSpPr/>
            <p:nvPr/>
          </p:nvSpPr>
          <p:spPr>
            <a:xfrm rot="10800000">
              <a:off x="6098378" y="9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 name="Google Shape;15;p96"/>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6" name="Google Shape;16;p96"/>
          <p:cNvSpPr txBox="1"/>
          <p:nvPr>
            <p:ph type="ctrTitle"/>
          </p:nvPr>
        </p:nvSpPr>
        <p:spPr>
          <a:xfrm>
            <a:off x="598100" y="1775222"/>
            <a:ext cx="8222100" cy="838800"/>
          </a:xfrm>
          <a:prstGeom prst="rect">
            <a:avLst/>
          </a:prstGeom>
          <a:noFill/>
          <a:ln>
            <a:noFill/>
          </a:ln>
        </p:spPr>
        <p:txBody>
          <a:bodyPr anchorCtr="0" anchor="b" bIns="91425" lIns="91425" spcFirstLastPara="1" rIns="91425" wrap="square" tIns="91425">
            <a:no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17" name="Google Shape;17;p9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18" name="Google Shape;18;p9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9" name="Shape 19"/>
        <p:cNvGrpSpPr/>
        <p:nvPr/>
      </p:nvGrpSpPr>
      <p:grpSpPr>
        <a:xfrm>
          <a:off x="0" y="0"/>
          <a:ext cx="0" cy="0"/>
          <a:chOff x="0" y="0"/>
          <a:chExt cx="0" cy="0"/>
        </a:xfrm>
      </p:grpSpPr>
      <p:sp>
        <p:nvSpPr>
          <p:cNvPr id="20" name="Google Shape;20;p97"/>
          <p:cNvSpPr/>
          <p:nvPr/>
        </p:nvSpPr>
        <p:spPr>
          <a:xfrm>
            <a:off x="4572000" y="-175"/>
            <a:ext cx="4572000" cy="5143500"/>
          </a:xfrm>
          <a:prstGeom prst="rect">
            <a:avLst/>
          </a:pr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21" name="Google Shape;21;p97"/>
          <p:cNvCxnSpPr/>
          <p:nvPr/>
        </p:nvCxnSpPr>
        <p:spPr>
          <a:xfrm>
            <a:off x="5029675" y="4495500"/>
            <a:ext cx="468300" cy="0"/>
          </a:xfrm>
          <a:prstGeom prst="straightConnector1">
            <a:avLst/>
          </a:prstGeom>
          <a:noFill/>
          <a:ln cap="flat" cmpd="sng" w="19050">
            <a:solidFill>
              <a:schemeClr val="lt1"/>
            </a:solidFill>
            <a:prstDash val="solid"/>
            <a:round/>
            <a:headEnd len="sm" w="sm" type="none"/>
            <a:tailEnd len="sm" w="sm" type="none"/>
          </a:ln>
        </p:spPr>
      </p:cxnSp>
      <p:sp>
        <p:nvSpPr>
          <p:cNvPr id="22" name="Google Shape;22;p97"/>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p:txBody>
      </p:sp>
      <p:sp>
        <p:nvSpPr>
          <p:cNvPr id="23" name="Google Shape;23;p97"/>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24" name="Google Shape;24;p97"/>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1600"/>
              </a:spcBef>
              <a:spcAft>
                <a:spcPts val="0"/>
              </a:spcAft>
              <a:buClr>
                <a:schemeClr val="lt1"/>
              </a:buClr>
              <a:buSzPts val="1400"/>
              <a:buChar char="○"/>
              <a:defRPr>
                <a:solidFill>
                  <a:schemeClr val="lt1"/>
                </a:solidFill>
              </a:defRPr>
            </a:lvl2pPr>
            <a:lvl3pPr indent="-317500" lvl="2" marL="1371600" algn="l">
              <a:lnSpc>
                <a:spcPct val="115000"/>
              </a:lnSpc>
              <a:spcBef>
                <a:spcPts val="1600"/>
              </a:spcBef>
              <a:spcAft>
                <a:spcPts val="0"/>
              </a:spcAft>
              <a:buClr>
                <a:schemeClr val="lt1"/>
              </a:buClr>
              <a:buSzPts val="1400"/>
              <a:buChar char="■"/>
              <a:defRPr>
                <a:solidFill>
                  <a:schemeClr val="lt1"/>
                </a:solidFill>
              </a:defRPr>
            </a:lvl3pPr>
            <a:lvl4pPr indent="-317500" lvl="3" marL="1828800" algn="l">
              <a:lnSpc>
                <a:spcPct val="115000"/>
              </a:lnSpc>
              <a:spcBef>
                <a:spcPts val="1600"/>
              </a:spcBef>
              <a:spcAft>
                <a:spcPts val="0"/>
              </a:spcAft>
              <a:buClr>
                <a:schemeClr val="lt1"/>
              </a:buClr>
              <a:buSzPts val="1400"/>
              <a:buChar char="●"/>
              <a:defRPr>
                <a:solidFill>
                  <a:schemeClr val="lt1"/>
                </a:solidFill>
              </a:defRPr>
            </a:lvl4pPr>
            <a:lvl5pPr indent="-317500" lvl="4" marL="2286000" algn="l">
              <a:lnSpc>
                <a:spcPct val="115000"/>
              </a:lnSpc>
              <a:spcBef>
                <a:spcPts val="1600"/>
              </a:spcBef>
              <a:spcAft>
                <a:spcPts val="0"/>
              </a:spcAft>
              <a:buClr>
                <a:schemeClr val="lt1"/>
              </a:buClr>
              <a:buSzPts val="1400"/>
              <a:buChar char="○"/>
              <a:defRPr>
                <a:solidFill>
                  <a:schemeClr val="lt1"/>
                </a:solidFill>
              </a:defRPr>
            </a:lvl5pPr>
            <a:lvl6pPr indent="-317500" lvl="5" marL="2743200" algn="l">
              <a:lnSpc>
                <a:spcPct val="115000"/>
              </a:lnSpc>
              <a:spcBef>
                <a:spcPts val="1600"/>
              </a:spcBef>
              <a:spcAft>
                <a:spcPts val="0"/>
              </a:spcAft>
              <a:buClr>
                <a:schemeClr val="lt1"/>
              </a:buClr>
              <a:buSzPts val="1400"/>
              <a:buChar char="■"/>
              <a:defRPr>
                <a:solidFill>
                  <a:schemeClr val="lt1"/>
                </a:solidFill>
              </a:defRPr>
            </a:lvl6pPr>
            <a:lvl7pPr indent="-317500" lvl="6" marL="3200400" algn="l">
              <a:lnSpc>
                <a:spcPct val="115000"/>
              </a:lnSpc>
              <a:spcBef>
                <a:spcPts val="1600"/>
              </a:spcBef>
              <a:spcAft>
                <a:spcPts val="0"/>
              </a:spcAft>
              <a:buClr>
                <a:schemeClr val="lt1"/>
              </a:buClr>
              <a:buSzPts val="1400"/>
              <a:buChar char="●"/>
              <a:defRPr>
                <a:solidFill>
                  <a:schemeClr val="lt1"/>
                </a:solidFill>
              </a:defRPr>
            </a:lvl7pPr>
            <a:lvl8pPr indent="-317500" lvl="7" marL="3657600" algn="l">
              <a:lnSpc>
                <a:spcPct val="115000"/>
              </a:lnSpc>
              <a:spcBef>
                <a:spcPts val="1600"/>
              </a:spcBef>
              <a:spcAft>
                <a:spcPts val="0"/>
              </a:spcAft>
              <a:buClr>
                <a:schemeClr val="lt1"/>
              </a:buClr>
              <a:buSzPts val="1400"/>
              <a:buChar char="○"/>
              <a:defRPr>
                <a:solidFill>
                  <a:schemeClr val="lt1"/>
                </a:solidFill>
              </a:defRPr>
            </a:lvl8pPr>
            <a:lvl9pPr indent="-317500" lvl="8" marL="4114800" algn="l">
              <a:lnSpc>
                <a:spcPct val="115000"/>
              </a:lnSpc>
              <a:spcBef>
                <a:spcPts val="1600"/>
              </a:spcBef>
              <a:spcAft>
                <a:spcPts val="1600"/>
              </a:spcAft>
              <a:buClr>
                <a:schemeClr val="lt1"/>
              </a:buClr>
              <a:buSzPts val="1400"/>
              <a:buChar char="■"/>
              <a:defRPr>
                <a:solidFill>
                  <a:schemeClr val="lt1"/>
                </a:solidFill>
              </a:defRPr>
            </a:lvl9pPr>
          </a:lstStyle>
          <a:p/>
        </p:txBody>
      </p:sp>
      <p:sp>
        <p:nvSpPr>
          <p:cNvPr id="25" name="Google Shape;25;p9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solidFill>
          <a:schemeClr val="dk1"/>
        </a:solidFill>
      </p:bgPr>
    </p:bg>
    <p:spTree>
      <p:nvGrpSpPr>
        <p:cNvPr id="26" name="Shape 26"/>
        <p:cNvGrpSpPr/>
        <p:nvPr/>
      </p:nvGrpSpPr>
      <p:grpSpPr>
        <a:xfrm>
          <a:off x="0" y="0"/>
          <a:ext cx="0" cy="0"/>
          <a:chOff x="0" y="0"/>
          <a:chExt cx="0" cy="0"/>
        </a:xfrm>
      </p:grpSpPr>
      <p:grpSp>
        <p:nvGrpSpPr>
          <p:cNvPr id="27" name="Google Shape;27;p98"/>
          <p:cNvGrpSpPr/>
          <p:nvPr/>
        </p:nvGrpSpPr>
        <p:grpSpPr>
          <a:xfrm>
            <a:off x="6098378" y="5"/>
            <a:ext cx="3045625" cy="2030570"/>
            <a:chOff x="6098378" y="5"/>
            <a:chExt cx="3045625" cy="2030570"/>
          </a:xfrm>
        </p:grpSpPr>
        <p:sp>
          <p:nvSpPr>
            <p:cNvPr id="28" name="Google Shape;28;p9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 name="Google Shape;29;p98"/>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 name="Google Shape;30;p98"/>
            <p:cNvSpPr/>
            <p:nvPr/>
          </p:nvSpPr>
          <p:spPr>
            <a:xfrm flipH="1" rot="10800000">
              <a:off x="7113588" y="107"/>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 name="Google Shape;31;p98"/>
            <p:cNvSpPr/>
            <p:nvPr/>
          </p:nvSpPr>
          <p:spPr>
            <a:xfrm rot="10800000">
              <a:off x="6098378" y="9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98"/>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3" name="Google Shape;33;p9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34" name="Google Shape;34;p9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bg>
      <p:bgPr>
        <a:solidFill>
          <a:schemeClr val="accent4"/>
        </a:solidFill>
      </p:bgPr>
    </p:bg>
    <p:spTree>
      <p:nvGrpSpPr>
        <p:cNvPr id="35" name="Shape 35"/>
        <p:cNvGrpSpPr/>
        <p:nvPr/>
      </p:nvGrpSpPr>
      <p:grpSpPr>
        <a:xfrm>
          <a:off x="0" y="0"/>
          <a:ext cx="0" cy="0"/>
          <a:chOff x="0" y="0"/>
          <a:chExt cx="0" cy="0"/>
        </a:xfrm>
      </p:grpSpPr>
      <p:grpSp>
        <p:nvGrpSpPr>
          <p:cNvPr id="36" name="Google Shape;36;p99"/>
          <p:cNvGrpSpPr/>
          <p:nvPr/>
        </p:nvGrpSpPr>
        <p:grpSpPr>
          <a:xfrm>
            <a:off x="6098378" y="5"/>
            <a:ext cx="3045625" cy="2030570"/>
            <a:chOff x="6098378" y="5"/>
            <a:chExt cx="3045625" cy="2030570"/>
          </a:xfrm>
        </p:grpSpPr>
        <p:sp>
          <p:nvSpPr>
            <p:cNvPr id="37" name="Google Shape;37;p99"/>
            <p:cNvSpPr/>
            <p:nvPr/>
          </p:nvSpPr>
          <p:spPr>
            <a:xfrm>
              <a:off x="8128803" y="16"/>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 name="Google Shape;38;p99"/>
            <p:cNvSpPr/>
            <p:nvPr/>
          </p:nvSpPr>
          <p:spPr>
            <a:xfrm flipH="1">
              <a:off x="7113463" y="5"/>
              <a:ext cx="1015200" cy="1015200"/>
            </a:xfrm>
            <a:prstGeom prst="rtTriangle">
              <a:avLst/>
            </a:pr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 name="Google Shape;39;p99"/>
            <p:cNvSpPr/>
            <p:nvPr/>
          </p:nvSpPr>
          <p:spPr>
            <a:xfrm flipH="1" rot="10800000">
              <a:off x="7113588" y="107"/>
              <a:ext cx="1015200" cy="1015200"/>
            </a:xfrm>
            <a:prstGeom prst="rtTriangle">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 name="Google Shape;40;p99"/>
            <p:cNvSpPr/>
            <p:nvPr/>
          </p:nvSpPr>
          <p:spPr>
            <a:xfrm rot="10800000">
              <a:off x="6098378" y="97"/>
              <a:ext cx="1015200" cy="1015200"/>
            </a:xfrm>
            <a:prstGeom prst="rtTriangle">
              <a:avLst/>
            </a:pr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 name="Google Shape;41;p99"/>
            <p:cNvSpPr/>
            <p:nvPr/>
          </p:nvSpPr>
          <p:spPr>
            <a:xfrm rot="10800000">
              <a:off x="8128789" y="1015375"/>
              <a:ext cx="1015200" cy="1015200"/>
            </a:xfrm>
            <a:prstGeom prst="rtTriangle">
              <a:avLst/>
            </a:pr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42" name="Google Shape;42;p99"/>
          <p:cNvSpPr txBox="1"/>
          <p:nvPr>
            <p:ph type="title"/>
          </p:nvPr>
        </p:nvSpPr>
        <p:spPr>
          <a:xfrm>
            <a:off x="490250" y="526350"/>
            <a:ext cx="5618700" cy="40908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Clr>
                <a:schemeClr val="lt1"/>
              </a:buClr>
              <a:buSzPts val="4800"/>
              <a:buNone/>
              <a:defRPr sz="4800">
                <a:solidFill>
                  <a:schemeClr val="lt1"/>
                </a:solidFill>
              </a:defRPr>
            </a:lvl1pPr>
            <a:lvl2pPr lvl="1" algn="l">
              <a:lnSpc>
                <a:spcPct val="100000"/>
              </a:lnSpc>
              <a:spcBef>
                <a:spcPts val="0"/>
              </a:spcBef>
              <a:spcAft>
                <a:spcPts val="0"/>
              </a:spcAft>
              <a:buClr>
                <a:schemeClr val="lt1"/>
              </a:buClr>
              <a:buSzPts val="4800"/>
              <a:buNone/>
              <a:defRPr sz="4800">
                <a:solidFill>
                  <a:schemeClr val="lt1"/>
                </a:solidFill>
              </a:defRPr>
            </a:lvl2pPr>
            <a:lvl3pPr lvl="2" algn="l">
              <a:lnSpc>
                <a:spcPct val="100000"/>
              </a:lnSpc>
              <a:spcBef>
                <a:spcPts val="0"/>
              </a:spcBef>
              <a:spcAft>
                <a:spcPts val="0"/>
              </a:spcAft>
              <a:buClr>
                <a:schemeClr val="lt1"/>
              </a:buClr>
              <a:buSzPts val="4800"/>
              <a:buNone/>
              <a:defRPr sz="4800">
                <a:solidFill>
                  <a:schemeClr val="lt1"/>
                </a:solidFill>
              </a:defRPr>
            </a:lvl3pPr>
            <a:lvl4pPr lvl="3" algn="l">
              <a:lnSpc>
                <a:spcPct val="100000"/>
              </a:lnSpc>
              <a:spcBef>
                <a:spcPts val="0"/>
              </a:spcBef>
              <a:spcAft>
                <a:spcPts val="0"/>
              </a:spcAft>
              <a:buClr>
                <a:schemeClr val="lt1"/>
              </a:buClr>
              <a:buSzPts val="4800"/>
              <a:buNone/>
              <a:defRPr sz="4800">
                <a:solidFill>
                  <a:schemeClr val="lt1"/>
                </a:solidFill>
              </a:defRPr>
            </a:lvl4pPr>
            <a:lvl5pPr lvl="4" algn="l">
              <a:lnSpc>
                <a:spcPct val="100000"/>
              </a:lnSpc>
              <a:spcBef>
                <a:spcPts val="0"/>
              </a:spcBef>
              <a:spcAft>
                <a:spcPts val="0"/>
              </a:spcAft>
              <a:buClr>
                <a:schemeClr val="lt1"/>
              </a:buClr>
              <a:buSzPts val="4800"/>
              <a:buNone/>
              <a:defRPr sz="4800">
                <a:solidFill>
                  <a:schemeClr val="lt1"/>
                </a:solidFill>
              </a:defRPr>
            </a:lvl5pPr>
            <a:lvl6pPr lvl="5" algn="l">
              <a:lnSpc>
                <a:spcPct val="100000"/>
              </a:lnSpc>
              <a:spcBef>
                <a:spcPts val="0"/>
              </a:spcBef>
              <a:spcAft>
                <a:spcPts val="0"/>
              </a:spcAft>
              <a:buClr>
                <a:schemeClr val="lt1"/>
              </a:buClr>
              <a:buSzPts val="4800"/>
              <a:buNone/>
              <a:defRPr sz="4800">
                <a:solidFill>
                  <a:schemeClr val="lt1"/>
                </a:solidFill>
              </a:defRPr>
            </a:lvl6pPr>
            <a:lvl7pPr lvl="6" algn="l">
              <a:lnSpc>
                <a:spcPct val="100000"/>
              </a:lnSpc>
              <a:spcBef>
                <a:spcPts val="0"/>
              </a:spcBef>
              <a:spcAft>
                <a:spcPts val="0"/>
              </a:spcAft>
              <a:buClr>
                <a:schemeClr val="lt1"/>
              </a:buClr>
              <a:buSzPts val="4800"/>
              <a:buNone/>
              <a:defRPr sz="4800">
                <a:solidFill>
                  <a:schemeClr val="lt1"/>
                </a:solidFill>
              </a:defRPr>
            </a:lvl7pPr>
            <a:lvl8pPr lvl="7" algn="l">
              <a:lnSpc>
                <a:spcPct val="100000"/>
              </a:lnSpc>
              <a:spcBef>
                <a:spcPts val="0"/>
              </a:spcBef>
              <a:spcAft>
                <a:spcPts val="0"/>
              </a:spcAft>
              <a:buClr>
                <a:schemeClr val="lt1"/>
              </a:buClr>
              <a:buSzPts val="4800"/>
              <a:buNone/>
              <a:defRPr sz="4800">
                <a:solidFill>
                  <a:schemeClr val="lt1"/>
                </a:solidFill>
              </a:defRPr>
            </a:lvl8pPr>
            <a:lvl9pPr lvl="8" algn="l">
              <a:lnSpc>
                <a:spcPct val="100000"/>
              </a:lnSpc>
              <a:spcBef>
                <a:spcPts val="0"/>
              </a:spcBef>
              <a:spcAft>
                <a:spcPts val="0"/>
              </a:spcAft>
              <a:buClr>
                <a:schemeClr val="lt1"/>
              </a:buClr>
              <a:buSzPts val="4800"/>
              <a:buNone/>
              <a:defRPr sz="4800">
                <a:solidFill>
                  <a:schemeClr val="lt1"/>
                </a:solidFill>
              </a:defRPr>
            </a:lvl9pPr>
          </a:lstStyle>
          <a:p/>
        </p:txBody>
      </p:sp>
      <p:sp>
        <p:nvSpPr>
          <p:cNvPr id="43" name="Google Shape;43;p9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44" name="Shape 44"/>
        <p:cNvGrpSpPr/>
        <p:nvPr/>
      </p:nvGrpSpPr>
      <p:grpSpPr>
        <a:xfrm>
          <a:off x="0" y="0"/>
          <a:ext cx="0" cy="0"/>
          <a:chOff x="0" y="0"/>
          <a:chExt cx="0" cy="0"/>
        </a:xfrm>
      </p:grpSpPr>
      <p:grpSp>
        <p:nvGrpSpPr>
          <p:cNvPr id="45" name="Google Shape;45;p100"/>
          <p:cNvGrpSpPr/>
          <p:nvPr/>
        </p:nvGrpSpPr>
        <p:grpSpPr>
          <a:xfrm>
            <a:off x="0" y="4204431"/>
            <a:ext cx="9144000" cy="939243"/>
            <a:chOff x="0" y="3903669"/>
            <a:chExt cx="9144000" cy="1239925"/>
          </a:xfrm>
        </p:grpSpPr>
        <p:sp>
          <p:nvSpPr>
            <p:cNvPr id="46" name="Google Shape;46;p100"/>
            <p:cNvSpPr/>
            <p:nvPr/>
          </p:nvSpPr>
          <p:spPr>
            <a:xfrm>
              <a:off x="8154895" y="3903669"/>
              <a:ext cx="989100" cy="987900"/>
            </a:xfrm>
            <a:prstGeom prst="rtTriangle">
              <a:avLst/>
            </a:pr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100"/>
            <p:cNvSpPr/>
            <p:nvPr/>
          </p:nvSpPr>
          <p:spPr>
            <a:xfrm flipH="1">
              <a:off x="6181163" y="3903669"/>
              <a:ext cx="989100" cy="987900"/>
            </a:xfrm>
            <a:prstGeom prst="rtTriangle">
              <a:avLst/>
            </a:pr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 name="Google Shape;48;p100"/>
            <p:cNvSpPr/>
            <p:nvPr/>
          </p:nvSpPr>
          <p:spPr>
            <a:xfrm>
              <a:off x="7170274" y="3903669"/>
              <a:ext cx="989100" cy="9879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 name="Google Shape;49;p100"/>
            <p:cNvSpPr/>
            <p:nvPr/>
          </p:nvSpPr>
          <p:spPr>
            <a:xfrm rot="10800000">
              <a:off x="8154757" y="3903682"/>
              <a:ext cx="989100" cy="987900"/>
            </a:xfrm>
            <a:prstGeom prst="rtTriangle">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 name="Google Shape;50;p100"/>
            <p:cNvSpPr/>
            <p:nvPr/>
          </p:nvSpPr>
          <p:spPr>
            <a:xfrm>
              <a:off x="0" y="4891594"/>
              <a:ext cx="9144000" cy="252000"/>
            </a:xfrm>
            <a:prstGeom prst="rect">
              <a:avLst/>
            </a:pr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1" name="Google Shape;51;p10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 name="Google Shape;52;p100"/>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1600"/>
              </a:spcBef>
              <a:spcAft>
                <a:spcPts val="0"/>
              </a:spcAft>
              <a:buSzPts val="1400"/>
              <a:buChar char="○"/>
              <a:defRPr/>
            </a:lvl2pPr>
            <a:lvl3pPr indent="-317500" lvl="2" marL="1371600" algn="l">
              <a:lnSpc>
                <a:spcPct val="115000"/>
              </a:lnSpc>
              <a:spcBef>
                <a:spcPts val="1600"/>
              </a:spcBef>
              <a:spcAft>
                <a:spcPts val="0"/>
              </a:spcAft>
              <a:buSzPts val="1400"/>
              <a:buChar char="■"/>
              <a:defRPr/>
            </a:lvl3pPr>
            <a:lvl4pPr indent="-317500" lvl="3" marL="1828800" algn="l">
              <a:lnSpc>
                <a:spcPct val="115000"/>
              </a:lnSpc>
              <a:spcBef>
                <a:spcPts val="1600"/>
              </a:spcBef>
              <a:spcAft>
                <a:spcPts val="0"/>
              </a:spcAft>
              <a:buSzPts val="1400"/>
              <a:buChar char="●"/>
              <a:defRPr/>
            </a:lvl4pPr>
            <a:lvl5pPr indent="-317500" lvl="4" marL="2286000" algn="l">
              <a:lnSpc>
                <a:spcPct val="115000"/>
              </a:lnSpc>
              <a:spcBef>
                <a:spcPts val="1600"/>
              </a:spcBef>
              <a:spcAft>
                <a:spcPts val="0"/>
              </a:spcAft>
              <a:buSzPts val="1400"/>
              <a:buChar char="○"/>
              <a:defRPr/>
            </a:lvl5pPr>
            <a:lvl6pPr indent="-317500" lvl="5" marL="2743200" algn="l">
              <a:lnSpc>
                <a:spcPct val="115000"/>
              </a:lnSpc>
              <a:spcBef>
                <a:spcPts val="1600"/>
              </a:spcBef>
              <a:spcAft>
                <a:spcPts val="0"/>
              </a:spcAft>
              <a:buSzPts val="1400"/>
              <a:buChar char="■"/>
              <a:defRPr/>
            </a:lvl6pPr>
            <a:lvl7pPr indent="-317500" lvl="6" marL="3200400" algn="l">
              <a:lnSpc>
                <a:spcPct val="115000"/>
              </a:lnSpc>
              <a:spcBef>
                <a:spcPts val="1600"/>
              </a:spcBef>
              <a:spcAft>
                <a:spcPts val="0"/>
              </a:spcAft>
              <a:buSzPts val="1400"/>
              <a:buChar char="●"/>
              <a:defRPr/>
            </a:lvl7pPr>
            <a:lvl8pPr indent="-317500" lvl="7" marL="3657600" algn="l">
              <a:lnSpc>
                <a:spcPct val="115000"/>
              </a:lnSpc>
              <a:spcBef>
                <a:spcPts val="1600"/>
              </a:spcBef>
              <a:spcAft>
                <a:spcPts val="0"/>
              </a:spcAft>
              <a:buSzPts val="1400"/>
              <a:buChar char="○"/>
              <a:defRPr/>
            </a:lvl8pPr>
            <a:lvl9pPr indent="-317500" lvl="8" marL="4114800" algn="l">
              <a:lnSpc>
                <a:spcPct val="115000"/>
              </a:lnSpc>
              <a:spcBef>
                <a:spcPts val="1600"/>
              </a:spcBef>
              <a:spcAft>
                <a:spcPts val="1600"/>
              </a:spcAft>
              <a:buSzPts val="1400"/>
              <a:buChar char="■"/>
              <a:defRPr/>
            </a:lvl9pPr>
          </a:lstStyle>
          <a:p/>
        </p:txBody>
      </p:sp>
      <p:sp>
        <p:nvSpPr>
          <p:cNvPr id="53" name="Google Shape;53;p10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 name="Shape 54"/>
        <p:cNvGrpSpPr/>
        <p:nvPr/>
      </p:nvGrpSpPr>
      <p:grpSpPr>
        <a:xfrm>
          <a:off x="0" y="0"/>
          <a:ext cx="0" cy="0"/>
          <a:chOff x="0" y="0"/>
          <a:chExt cx="0" cy="0"/>
        </a:xfrm>
      </p:grpSpPr>
      <p:sp>
        <p:nvSpPr>
          <p:cNvPr id="55" name="Google Shape;55;p10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solidFill>
          <a:schemeClr val="dk1"/>
        </a:solidFill>
      </p:bgPr>
    </p:bg>
    <p:spTree>
      <p:nvGrpSpPr>
        <p:cNvPr id="56" name="Shape 56"/>
        <p:cNvGrpSpPr/>
        <p:nvPr/>
      </p:nvGrpSpPr>
      <p:grpSpPr>
        <a:xfrm>
          <a:off x="0" y="0"/>
          <a:ext cx="0" cy="0"/>
          <a:chOff x="0" y="0"/>
          <a:chExt cx="0" cy="0"/>
        </a:xfrm>
      </p:grpSpPr>
      <p:grpSp>
        <p:nvGrpSpPr>
          <p:cNvPr id="57" name="Google Shape;57;p102"/>
          <p:cNvGrpSpPr/>
          <p:nvPr/>
        </p:nvGrpSpPr>
        <p:grpSpPr>
          <a:xfrm>
            <a:off x="6098378" y="5"/>
            <a:ext cx="3045625" cy="2030570"/>
            <a:chOff x="6098378" y="5"/>
            <a:chExt cx="3045625" cy="2030570"/>
          </a:xfrm>
        </p:grpSpPr>
        <p:sp>
          <p:nvSpPr>
            <p:cNvPr id="58" name="Google Shape;58;p10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0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 name="Google Shape;60;p102"/>
            <p:cNvSpPr/>
            <p:nvPr/>
          </p:nvSpPr>
          <p:spPr>
            <a:xfrm flipH="1" rot="10800000">
              <a:off x="7113588" y="107"/>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 name="Google Shape;61;p102"/>
            <p:cNvSpPr/>
            <p:nvPr/>
          </p:nvSpPr>
          <p:spPr>
            <a:xfrm rot="10800000">
              <a:off x="6098378" y="9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 name="Google Shape;62;p10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63" name="Google Shape;63;p10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64" name="Google Shape;64;p10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1600"/>
              </a:spcBef>
              <a:spcAft>
                <a:spcPts val="0"/>
              </a:spcAft>
              <a:buClr>
                <a:schemeClr val="lt1"/>
              </a:buClr>
              <a:buSzPts val="1400"/>
              <a:buChar char="○"/>
              <a:defRPr>
                <a:solidFill>
                  <a:schemeClr val="lt1"/>
                </a:solidFill>
              </a:defRPr>
            </a:lvl2pPr>
            <a:lvl3pPr indent="-317500" lvl="2" marL="1371600" algn="ctr">
              <a:lnSpc>
                <a:spcPct val="115000"/>
              </a:lnSpc>
              <a:spcBef>
                <a:spcPts val="1600"/>
              </a:spcBef>
              <a:spcAft>
                <a:spcPts val="0"/>
              </a:spcAft>
              <a:buClr>
                <a:schemeClr val="lt1"/>
              </a:buClr>
              <a:buSzPts val="1400"/>
              <a:buChar char="■"/>
              <a:defRPr>
                <a:solidFill>
                  <a:schemeClr val="lt1"/>
                </a:solidFill>
              </a:defRPr>
            </a:lvl3pPr>
            <a:lvl4pPr indent="-317500" lvl="3" marL="1828800" algn="ctr">
              <a:lnSpc>
                <a:spcPct val="115000"/>
              </a:lnSpc>
              <a:spcBef>
                <a:spcPts val="1600"/>
              </a:spcBef>
              <a:spcAft>
                <a:spcPts val="0"/>
              </a:spcAft>
              <a:buClr>
                <a:schemeClr val="lt1"/>
              </a:buClr>
              <a:buSzPts val="1400"/>
              <a:buChar char="●"/>
              <a:defRPr>
                <a:solidFill>
                  <a:schemeClr val="lt1"/>
                </a:solidFill>
              </a:defRPr>
            </a:lvl4pPr>
            <a:lvl5pPr indent="-317500" lvl="4" marL="2286000" algn="ctr">
              <a:lnSpc>
                <a:spcPct val="115000"/>
              </a:lnSpc>
              <a:spcBef>
                <a:spcPts val="1600"/>
              </a:spcBef>
              <a:spcAft>
                <a:spcPts val="0"/>
              </a:spcAft>
              <a:buClr>
                <a:schemeClr val="lt1"/>
              </a:buClr>
              <a:buSzPts val="1400"/>
              <a:buChar char="○"/>
              <a:defRPr>
                <a:solidFill>
                  <a:schemeClr val="lt1"/>
                </a:solidFill>
              </a:defRPr>
            </a:lvl5pPr>
            <a:lvl6pPr indent="-317500" lvl="5" marL="2743200" algn="ctr">
              <a:lnSpc>
                <a:spcPct val="115000"/>
              </a:lnSpc>
              <a:spcBef>
                <a:spcPts val="1600"/>
              </a:spcBef>
              <a:spcAft>
                <a:spcPts val="0"/>
              </a:spcAft>
              <a:buClr>
                <a:schemeClr val="lt1"/>
              </a:buClr>
              <a:buSzPts val="1400"/>
              <a:buChar char="■"/>
              <a:defRPr>
                <a:solidFill>
                  <a:schemeClr val="lt1"/>
                </a:solidFill>
              </a:defRPr>
            </a:lvl6pPr>
            <a:lvl7pPr indent="-317500" lvl="6" marL="3200400" algn="ctr">
              <a:lnSpc>
                <a:spcPct val="115000"/>
              </a:lnSpc>
              <a:spcBef>
                <a:spcPts val="1600"/>
              </a:spcBef>
              <a:spcAft>
                <a:spcPts val="0"/>
              </a:spcAft>
              <a:buClr>
                <a:schemeClr val="lt1"/>
              </a:buClr>
              <a:buSzPts val="1400"/>
              <a:buChar char="●"/>
              <a:defRPr>
                <a:solidFill>
                  <a:schemeClr val="lt1"/>
                </a:solidFill>
              </a:defRPr>
            </a:lvl7pPr>
            <a:lvl8pPr indent="-317500" lvl="7" marL="3657600" algn="ctr">
              <a:lnSpc>
                <a:spcPct val="115000"/>
              </a:lnSpc>
              <a:spcBef>
                <a:spcPts val="1600"/>
              </a:spcBef>
              <a:spcAft>
                <a:spcPts val="0"/>
              </a:spcAft>
              <a:buClr>
                <a:schemeClr val="lt1"/>
              </a:buClr>
              <a:buSzPts val="1400"/>
              <a:buChar char="○"/>
              <a:defRPr>
                <a:solidFill>
                  <a:schemeClr val="lt1"/>
                </a:solidFill>
              </a:defRPr>
            </a:lvl8pPr>
            <a:lvl9pPr indent="-317500" lvl="8" marL="4114800" algn="ctr">
              <a:lnSpc>
                <a:spcPct val="115000"/>
              </a:lnSpc>
              <a:spcBef>
                <a:spcPts val="1600"/>
              </a:spcBef>
              <a:spcAft>
                <a:spcPts val="1600"/>
              </a:spcAft>
              <a:buClr>
                <a:schemeClr val="lt1"/>
              </a:buClr>
              <a:buSzPts val="1400"/>
              <a:buChar char="■"/>
              <a:defRPr>
                <a:solidFill>
                  <a:schemeClr val="lt1"/>
                </a:solidFill>
              </a:defRPr>
            </a:lvl9pPr>
          </a:lstStyle>
          <a:p/>
        </p:txBody>
      </p:sp>
      <p:sp>
        <p:nvSpPr>
          <p:cNvPr id="65" name="Google Shape;65;p10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6" name="Shape 66"/>
        <p:cNvGrpSpPr/>
        <p:nvPr/>
      </p:nvGrpSpPr>
      <p:grpSpPr>
        <a:xfrm>
          <a:off x="0" y="0"/>
          <a:ext cx="0" cy="0"/>
          <a:chOff x="0" y="0"/>
          <a:chExt cx="0" cy="0"/>
        </a:xfrm>
      </p:grpSpPr>
      <p:sp>
        <p:nvSpPr>
          <p:cNvPr id="67" name="Google Shape;67;p10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8" name="Google Shape;68;p103"/>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1600"/>
              </a:spcBef>
              <a:spcAft>
                <a:spcPts val="0"/>
              </a:spcAft>
              <a:buSzPts val="1200"/>
              <a:buChar char="○"/>
              <a:defRPr sz="1200"/>
            </a:lvl2pPr>
            <a:lvl3pPr indent="-304800" lvl="2" marL="1371600" algn="l">
              <a:lnSpc>
                <a:spcPct val="115000"/>
              </a:lnSpc>
              <a:spcBef>
                <a:spcPts val="1600"/>
              </a:spcBef>
              <a:spcAft>
                <a:spcPts val="0"/>
              </a:spcAft>
              <a:buSzPts val="1200"/>
              <a:buChar char="■"/>
              <a:defRPr sz="1200"/>
            </a:lvl3pPr>
            <a:lvl4pPr indent="-304800" lvl="3" marL="1828800" algn="l">
              <a:lnSpc>
                <a:spcPct val="115000"/>
              </a:lnSpc>
              <a:spcBef>
                <a:spcPts val="1600"/>
              </a:spcBef>
              <a:spcAft>
                <a:spcPts val="0"/>
              </a:spcAft>
              <a:buSzPts val="1200"/>
              <a:buChar char="●"/>
              <a:defRPr sz="1200"/>
            </a:lvl4pPr>
            <a:lvl5pPr indent="-304800" lvl="4" marL="2286000" algn="l">
              <a:lnSpc>
                <a:spcPct val="115000"/>
              </a:lnSpc>
              <a:spcBef>
                <a:spcPts val="1600"/>
              </a:spcBef>
              <a:spcAft>
                <a:spcPts val="0"/>
              </a:spcAft>
              <a:buSzPts val="1200"/>
              <a:buChar char="○"/>
              <a:defRPr sz="1200"/>
            </a:lvl5pPr>
            <a:lvl6pPr indent="-304800" lvl="5" marL="2743200" algn="l">
              <a:lnSpc>
                <a:spcPct val="115000"/>
              </a:lnSpc>
              <a:spcBef>
                <a:spcPts val="1600"/>
              </a:spcBef>
              <a:spcAft>
                <a:spcPts val="0"/>
              </a:spcAft>
              <a:buSzPts val="1200"/>
              <a:buChar char="■"/>
              <a:defRPr sz="1200"/>
            </a:lvl6pPr>
            <a:lvl7pPr indent="-304800" lvl="6" marL="3200400" algn="l">
              <a:lnSpc>
                <a:spcPct val="115000"/>
              </a:lnSpc>
              <a:spcBef>
                <a:spcPts val="1600"/>
              </a:spcBef>
              <a:spcAft>
                <a:spcPts val="0"/>
              </a:spcAft>
              <a:buSzPts val="1200"/>
              <a:buChar char="●"/>
              <a:defRPr sz="1200"/>
            </a:lvl7pPr>
            <a:lvl8pPr indent="-304800" lvl="7" marL="3657600" algn="l">
              <a:lnSpc>
                <a:spcPct val="115000"/>
              </a:lnSpc>
              <a:spcBef>
                <a:spcPts val="1600"/>
              </a:spcBef>
              <a:spcAft>
                <a:spcPts val="0"/>
              </a:spcAft>
              <a:buSzPts val="1200"/>
              <a:buChar char="○"/>
              <a:defRPr sz="1200"/>
            </a:lvl8pPr>
            <a:lvl9pPr indent="-304800" lvl="8" marL="4114800" algn="l">
              <a:lnSpc>
                <a:spcPct val="115000"/>
              </a:lnSpc>
              <a:spcBef>
                <a:spcPts val="1600"/>
              </a:spcBef>
              <a:spcAft>
                <a:spcPts val="1600"/>
              </a:spcAft>
              <a:buSzPts val="1200"/>
              <a:buChar char="■"/>
              <a:defRPr sz="1200"/>
            </a:lvl9pPr>
          </a:lstStyle>
          <a:p/>
        </p:txBody>
      </p:sp>
      <p:sp>
        <p:nvSpPr>
          <p:cNvPr id="69" name="Google Shape;69;p103"/>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1600"/>
              </a:spcBef>
              <a:spcAft>
                <a:spcPts val="0"/>
              </a:spcAft>
              <a:buSzPts val="1200"/>
              <a:buChar char="○"/>
              <a:defRPr sz="1200"/>
            </a:lvl2pPr>
            <a:lvl3pPr indent="-304800" lvl="2" marL="1371600" algn="l">
              <a:lnSpc>
                <a:spcPct val="115000"/>
              </a:lnSpc>
              <a:spcBef>
                <a:spcPts val="1600"/>
              </a:spcBef>
              <a:spcAft>
                <a:spcPts val="0"/>
              </a:spcAft>
              <a:buSzPts val="1200"/>
              <a:buChar char="■"/>
              <a:defRPr sz="1200"/>
            </a:lvl3pPr>
            <a:lvl4pPr indent="-304800" lvl="3" marL="1828800" algn="l">
              <a:lnSpc>
                <a:spcPct val="115000"/>
              </a:lnSpc>
              <a:spcBef>
                <a:spcPts val="1600"/>
              </a:spcBef>
              <a:spcAft>
                <a:spcPts val="0"/>
              </a:spcAft>
              <a:buSzPts val="1200"/>
              <a:buChar char="●"/>
              <a:defRPr sz="1200"/>
            </a:lvl4pPr>
            <a:lvl5pPr indent="-304800" lvl="4" marL="2286000" algn="l">
              <a:lnSpc>
                <a:spcPct val="115000"/>
              </a:lnSpc>
              <a:spcBef>
                <a:spcPts val="1600"/>
              </a:spcBef>
              <a:spcAft>
                <a:spcPts val="0"/>
              </a:spcAft>
              <a:buSzPts val="1200"/>
              <a:buChar char="○"/>
              <a:defRPr sz="1200"/>
            </a:lvl5pPr>
            <a:lvl6pPr indent="-304800" lvl="5" marL="2743200" algn="l">
              <a:lnSpc>
                <a:spcPct val="115000"/>
              </a:lnSpc>
              <a:spcBef>
                <a:spcPts val="1600"/>
              </a:spcBef>
              <a:spcAft>
                <a:spcPts val="0"/>
              </a:spcAft>
              <a:buSzPts val="1200"/>
              <a:buChar char="■"/>
              <a:defRPr sz="1200"/>
            </a:lvl6pPr>
            <a:lvl7pPr indent="-304800" lvl="6" marL="3200400" algn="l">
              <a:lnSpc>
                <a:spcPct val="115000"/>
              </a:lnSpc>
              <a:spcBef>
                <a:spcPts val="1600"/>
              </a:spcBef>
              <a:spcAft>
                <a:spcPts val="0"/>
              </a:spcAft>
              <a:buSzPts val="1200"/>
              <a:buChar char="●"/>
              <a:defRPr sz="1200"/>
            </a:lvl7pPr>
            <a:lvl8pPr indent="-304800" lvl="7" marL="3657600" algn="l">
              <a:lnSpc>
                <a:spcPct val="115000"/>
              </a:lnSpc>
              <a:spcBef>
                <a:spcPts val="1600"/>
              </a:spcBef>
              <a:spcAft>
                <a:spcPts val="0"/>
              </a:spcAft>
              <a:buSzPts val="1200"/>
              <a:buChar char="○"/>
              <a:defRPr sz="1200"/>
            </a:lvl8pPr>
            <a:lvl9pPr indent="-304800" lvl="8" marL="4114800" algn="l">
              <a:lnSpc>
                <a:spcPct val="115000"/>
              </a:lnSpc>
              <a:spcBef>
                <a:spcPts val="1600"/>
              </a:spcBef>
              <a:spcAft>
                <a:spcPts val="1600"/>
              </a:spcAft>
              <a:buSzPts val="1200"/>
              <a:buChar char="■"/>
              <a:defRPr sz="1200"/>
            </a:lvl9pPr>
          </a:lstStyle>
          <a:p/>
        </p:txBody>
      </p:sp>
      <p:sp>
        <p:nvSpPr>
          <p:cNvPr id="70" name="Google Shape;70;p10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1" name="Shape 71"/>
        <p:cNvGrpSpPr/>
        <p:nvPr/>
      </p:nvGrpSpPr>
      <p:grpSpPr>
        <a:xfrm>
          <a:off x="0" y="0"/>
          <a:ext cx="0" cy="0"/>
          <a:chOff x="0" y="0"/>
          <a:chExt cx="0" cy="0"/>
        </a:xfrm>
      </p:grpSpPr>
      <p:sp>
        <p:nvSpPr>
          <p:cNvPr id="72" name="Google Shape;72;p10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3" name="Google Shape;73;p10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74" name="Shape 74"/>
        <p:cNvGrpSpPr/>
        <p:nvPr/>
      </p:nvGrpSpPr>
      <p:grpSpPr>
        <a:xfrm>
          <a:off x="0" y="0"/>
          <a:ext cx="0" cy="0"/>
          <a:chOff x="0" y="0"/>
          <a:chExt cx="0" cy="0"/>
        </a:xfrm>
      </p:grpSpPr>
      <p:sp>
        <p:nvSpPr>
          <p:cNvPr id="75" name="Google Shape;75;p105"/>
          <p:cNvSpPr txBox="1"/>
          <p:nvPr>
            <p:ph type="title"/>
          </p:nvPr>
        </p:nvSpPr>
        <p:spPr>
          <a:xfrm>
            <a:off x="311700" y="555600"/>
            <a:ext cx="2808000" cy="755700"/>
          </a:xfrm>
          <a:prstGeom prst="rect">
            <a:avLst/>
          </a:prstGeom>
          <a:noFill/>
          <a:ln>
            <a:noFill/>
          </a:ln>
        </p:spPr>
        <p:txBody>
          <a:bodyPr anchorCtr="0" anchor="b" bIns="91425" lIns="91425" spcFirstLastPara="1" rIns="91425" wrap="square" tIns="91425">
            <a:no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p:txBody>
      </p:sp>
      <p:sp>
        <p:nvSpPr>
          <p:cNvPr id="76" name="Google Shape;76;p105"/>
          <p:cNvSpPr txBox="1"/>
          <p:nvPr>
            <p:ph idx="1" type="body"/>
          </p:nvPr>
        </p:nvSpPr>
        <p:spPr>
          <a:xfrm>
            <a:off x="311700" y="1465804"/>
            <a:ext cx="2808000" cy="3103200"/>
          </a:xfrm>
          <a:prstGeom prst="rect">
            <a:avLst/>
          </a:prstGeom>
          <a:noFill/>
          <a:ln>
            <a:noFill/>
          </a:ln>
        </p:spPr>
        <p:txBody>
          <a:bodyPr anchorCtr="0" anchor="t" bIns="91425" lIns="91425" spcFirstLastPara="1" rIns="91425" wrap="square" tIns="91425">
            <a:noAutofit/>
          </a:bodyPr>
          <a:lstStyle>
            <a:lvl1pPr indent="-304800" lvl="0" marL="457200" algn="l">
              <a:lnSpc>
                <a:spcPct val="115000"/>
              </a:lnSpc>
              <a:spcBef>
                <a:spcPts val="0"/>
              </a:spcBef>
              <a:spcAft>
                <a:spcPts val="0"/>
              </a:spcAft>
              <a:buSzPts val="1200"/>
              <a:buChar char="●"/>
              <a:defRPr sz="1200"/>
            </a:lvl1pPr>
            <a:lvl2pPr indent="-304800" lvl="1" marL="914400" algn="l">
              <a:lnSpc>
                <a:spcPct val="115000"/>
              </a:lnSpc>
              <a:spcBef>
                <a:spcPts val="1600"/>
              </a:spcBef>
              <a:spcAft>
                <a:spcPts val="0"/>
              </a:spcAft>
              <a:buSzPts val="1200"/>
              <a:buChar char="○"/>
              <a:defRPr sz="1200"/>
            </a:lvl2pPr>
            <a:lvl3pPr indent="-304800" lvl="2" marL="1371600" algn="l">
              <a:lnSpc>
                <a:spcPct val="115000"/>
              </a:lnSpc>
              <a:spcBef>
                <a:spcPts val="1600"/>
              </a:spcBef>
              <a:spcAft>
                <a:spcPts val="0"/>
              </a:spcAft>
              <a:buSzPts val="1200"/>
              <a:buChar char="■"/>
              <a:defRPr sz="1200"/>
            </a:lvl3pPr>
            <a:lvl4pPr indent="-304800" lvl="3" marL="1828800" algn="l">
              <a:lnSpc>
                <a:spcPct val="115000"/>
              </a:lnSpc>
              <a:spcBef>
                <a:spcPts val="1600"/>
              </a:spcBef>
              <a:spcAft>
                <a:spcPts val="0"/>
              </a:spcAft>
              <a:buSzPts val="1200"/>
              <a:buChar char="●"/>
              <a:defRPr sz="1200"/>
            </a:lvl4pPr>
            <a:lvl5pPr indent="-304800" lvl="4" marL="2286000" algn="l">
              <a:lnSpc>
                <a:spcPct val="115000"/>
              </a:lnSpc>
              <a:spcBef>
                <a:spcPts val="1600"/>
              </a:spcBef>
              <a:spcAft>
                <a:spcPts val="0"/>
              </a:spcAft>
              <a:buSzPts val="1200"/>
              <a:buChar char="○"/>
              <a:defRPr sz="1200"/>
            </a:lvl5pPr>
            <a:lvl6pPr indent="-304800" lvl="5" marL="2743200" algn="l">
              <a:lnSpc>
                <a:spcPct val="115000"/>
              </a:lnSpc>
              <a:spcBef>
                <a:spcPts val="1600"/>
              </a:spcBef>
              <a:spcAft>
                <a:spcPts val="0"/>
              </a:spcAft>
              <a:buSzPts val="1200"/>
              <a:buChar char="■"/>
              <a:defRPr sz="1200"/>
            </a:lvl6pPr>
            <a:lvl7pPr indent="-304800" lvl="6" marL="3200400" algn="l">
              <a:lnSpc>
                <a:spcPct val="115000"/>
              </a:lnSpc>
              <a:spcBef>
                <a:spcPts val="1600"/>
              </a:spcBef>
              <a:spcAft>
                <a:spcPts val="0"/>
              </a:spcAft>
              <a:buSzPts val="1200"/>
              <a:buChar char="●"/>
              <a:defRPr sz="1200"/>
            </a:lvl7pPr>
            <a:lvl8pPr indent="-304800" lvl="7" marL="3657600" algn="l">
              <a:lnSpc>
                <a:spcPct val="115000"/>
              </a:lnSpc>
              <a:spcBef>
                <a:spcPts val="1600"/>
              </a:spcBef>
              <a:spcAft>
                <a:spcPts val="0"/>
              </a:spcAft>
              <a:buSzPts val="1200"/>
              <a:buChar char="○"/>
              <a:defRPr sz="1200"/>
            </a:lvl8pPr>
            <a:lvl9pPr indent="-304800" lvl="8" marL="4114800" algn="l">
              <a:lnSpc>
                <a:spcPct val="115000"/>
              </a:lnSpc>
              <a:spcBef>
                <a:spcPts val="1600"/>
              </a:spcBef>
              <a:spcAft>
                <a:spcPts val="1600"/>
              </a:spcAft>
              <a:buSzPts val="1200"/>
              <a:buChar char="■"/>
              <a:defRPr sz="1200"/>
            </a:lvl9pPr>
          </a:lstStyle>
          <a:p/>
        </p:txBody>
      </p:sp>
      <p:sp>
        <p:nvSpPr>
          <p:cNvPr id="77" name="Google Shape;77;p10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8" name="Shape 78"/>
        <p:cNvGrpSpPr/>
        <p:nvPr/>
      </p:nvGrpSpPr>
      <p:grpSpPr>
        <a:xfrm>
          <a:off x="0" y="0"/>
          <a:ext cx="0" cy="0"/>
          <a:chOff x="0" y="0"/>
          <a:chExt cx="0" cy="0"/>
        </a:xfrm>
      </p:grpSpPr>
      <p:sp>
        <p:nvSpPr>
          <p:cNvPr id="79" name="Google Shape;79;p106"/>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Autofit/>
          </a:bodyPr>
          <a:lstStyle>
            <a:lvl1pPr indent="-228600" lvl="0" marL="457200" algn="l">
              <a:lnSpc>
                <a:spcPct val="100000"/>
              </a:lnSpc>
              <a:spcBef>
                <a:spcPts val="0"/>
              </a:spcBef>
              <a:spcAft>
                <a:spcPts val="0"/>
              </a:spcAft>
              <a:buSzPts val="1800"/>
              <a:buNone/>
              <a:defRPr/>
            </a:lvl1pPr>
          </a:lstStyle>
          <a:p/>
        </p:txBody>
      </p:sp>
      <p:sp>
        <p:nvSpPr>
          <p:cNvPr id="80" name="Google Shape;80;p10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9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95"/>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Autofit/>
          </a:bodyPr>
          <a:lstStyle>
            <a:lvl1pPr indent="-342900" lvl="0" marL="457200" marR="0" rtl="0" algn="l">
              <a:lnSpc>
                <a:spcPct val="115000"/>
              </a:lnSpc>
              <a:spcBef>
                <a:spcPts val="0"/>
              </a:spcBef>
              <a:spcAft>
                <a:spcPts val="0"/>
              </a:spcAft>
              <a:buClr>
                <a:schemeClr val="dk2"/>
              </a:buClr>
              <a:buSzPts val="1800"/>
              <a:buFont typeface="Roboto"/>
              <a:buChar char="●"/>
              <a:defRPr b="0" i="0" sz="1800" u="none" cap="none" strike="noStrike">
                <a:solidFill>
                  <a:schemeClr val="dk2"/>
                </a:solidFill>
                <a:latin typeface="Roboto"/>
                <a:ea typeface="Roboto"/>
                <a:cs typeface="Roboto"/>
                <a:sym typeface="Roboto"/>
              </a:defRPr>
            </a:lvl1pPr>
            <a:lvl2pPr indent="-317500" lvl="1" marL="914400" marR="0" rtl="0" algn="l">
              <a:lnSpc>
                <a:spcPct val="115000"/>
              </a:lnSpc>
              <a:spcBef>
                <a:spcPts val="1600"/>
              </a:spcBef>
              <a:spcAft>
                <a:spcPts val="0"/>
              </a:spcAft>
              <a:buClr>
                <a:schemeClr val="dk2"/>
              </a:buClr>
              <a:buSzPts val="1400"/>
              <a:buFont typeface="Roboto"/>
              <a:buChar char="○"/>
              <a:defRPr b="0" i="0" sz="1400" u="none" cap="none" strike="noStrike">
                <a:solidFill>
                  <a:schemeClr val="dk2"/>
                </a:solidFill>
                <a:latin typeface="Roboto"/>
                <a:ea typeface="Roboto"/>
                <a:cs typeface="Roboto"/>
                <a:sym typeface="Roboto"/>
              </a:defRPr>
            </a:lvl2pPr>
            <a:lvl3pPr indent="-317500" lvl="2" marL="1371600" marR="0" rtl="0" algn="l">
              <a:lnSpc>
                <a:spcPct val="115000"/>
              </a:lnSpc>
              <a:spcBef>
                <a:spcPts val="1600"/>
              </a:spcBef>
              <a:spcAft>
                <a:spcPts val="0"/>
              </a:spcAft>
              <a:buClr>
                <a:schemeClr val="dk2"/>
              </a:buClr>
              <a:buSzPts val="1400"/>
              <a:buFont typeface="Roboto"/>
              <a:buChar char="■"/>
              <a:defRPr b="0" i="0" sz="1400" u="none" cap="none" strike="noStrike">
                <a:solidFill>
                  <a:schemeClr val="dk2"/>
                </a:solidFill>
                <a:latin typeface="Roboto"/>
                <a:ea typeface="Roboto"/>
                <a:cs typeface="Roboto"/>
                <a:sym typeface="Roboto"/>
              </a:defRPr>
            </a:lvl3pPr>
            <a:lvl4pPr indent="-317500" lvl="3" marL="1828800" marR="0" rtl="0" algn="l">
              <a:lnSpc>
                <a:spcPct val="115000"/>
              </a:lnSpc>
              <a:spcBef>
                <a:spcPts val="1600"/>
              </a:spcBef>
              <a:spcAft>
                <a:spcPts val="0"/>
              </a:spcAft>
              <a:buClr>
                <a:schemeClr val="dk2"/>
              </a:buClr>
              <a:buSzPts val="1400"/>
              <a:buFont typeface="Roboto"/>
              <a:buChar char="●"/>
              <a:defRPr b="0" i="0" sz="1400" u="none" cap="none" strike="noStrike">
                <a:solidFill>
                  <a:schemeClr val="dk2"/>
                </a:solidFill>
                <a:latin typeface="Roboto"/>
                <a:ea typeface="Roboto"/>
                <a:cs typeface="Roboto"/>
                <a:sym typeface="Roboto"/>
              </a:defRPr>
            </a:lvl4pPr>
            <a:lvl5pPr indent="-317500" lvl="4" marL="2286000" marR="0" rtl="0" algn="l">
              <a:lnSpc>
                <a:spcPct val="115000"/>
              </a:lnSpc>
              <a:spcBef>
                <a:spcPts val="1600"/>
              </a:spcBef>
              <a:spcAft>
                <a:spcPts val="0"/>
              </a:spcAft>
              <a:buClr>
                <a:schemeClr val="dk2"/>
              </a:buClr>
              <a:buSzPts val="1400"/>
              <a:buFont typeface="Roboto"/>
              <a:buChar char="○"/>
              <a:defRPr b="0" i="0" sz="1400" u="none" cap="none" strike="noStrike">
                <a:solidFill>
                  <a:schemeClr val="dk2"/>
                </a:solidFill>
                <a:latin typeface="Roboto"/>
                <a:ea typeface="Roboto"/>
                <a:cs typeface="Roboto"/>
                <a:sym typeface="Roboto"/>
              </a:defRPr>
            </a:lvl5pPr>
            <a:lvl6pPr indent="-317500" lvl="5" marL="2743200" marR="0" rtl="0" algn="l">
              <a:lnSpc>
                <a:spcPct val="115000"/>
              </a:lnSpc>
              <a:spcBef>
                <a:spcPts val="1600"/>
              </a:spcBef>
              <a:spcAft>
                <a:spcPts val="0"/>
              </a:spcAft>
              <a:buClr>
                <a:schemeClr val="dk2"/>
              </a:buClr>
              <a:buSzPts val="1400"/>
              <a:buFont typeface="Roboto"/>
              <a:buChar char="■"/>
              <a:defRPr b="0" i="0" sz="1400" u="none" cap="none" strike="noStrike">
                <a:solidFill>
                  <a:schemeClr val="dk2"/>
                </a:solidFill>
                <a:latin typeface="Roboto"/>
                <a:ea typeface="Roboto"/>
                <a:cs typeface="Roboto"/>
                <a:sym typeface="Roboto"/>
              </a:defRPr>
            </a:lvl6pPr>
            <a:lvl7pPr indent="-317500" lvl="6" marL="3200400" marR="0" rtl="0" algn="l">
              <a:lnSpc>
                <a:spcPct val="115000"/>
              </a:lnSpc>
              <a:spcBef>
                <a:spcPts val="1600"/>
              </a:spcBef>
              <a:spcAft>
                <a:spcPts val="0"/>
              </a:spcAft>
              <a:buClr>
                <a:schemeClr val="dk2"/>
              </a:buClr>
              <a:buSzPts val="1400"/>
              <a:buFont typeface="Roboto"/>
              <a:buChar char="●"/>
              <a:defRPr b="0" i="0" sz="1400" u="none" cap="none" strike="noStrike">
                <a:solidFill>
                  <a:schemeClr val="dk2"/>
                </a:solidFill>
                <a:latin typeface="Roboto"/>
                <a:ea typeface="Roboto"/>
                <a:cs typeface="Roboto"/>
                <a:sym typeface="Roboto"/>
              </a:defRPr>
            </a:lvl7pPr>
            <a:lvl8pPr indent="-317500" lvl="7" marL="3657600" marR="0" rtl="0" algn="l">
              <a:lnSpc>
                <a:spcPct val="115000"/>
              </a:lnSpc>
              <a:spcBef>
                <a:spcPts val="1600"/>
              </a:spcBef>
              <a:spcAft>
                <a:spcPts val="0"/>
              </a:spcAft>
              <a:buClr>
                <a:schemeClr val="dk2"/>
              </a:buClr>
              <a:buSzPts val="1400"/>
              <a:buFont typeface="Roboto"/>
              <a:buChar char="○"/>
              <a:defRPr b="0" i="0" sz="1400" u="none" cap="none" strike="noStrike">
                <a:solidFill>
                  <a:schemeClr val="dk2"/>
                </a:solidFill>
                <a:latin typeface="Roboto"/>
                <a:ea typeface="Roboto"/>
                <a:cs typeface="Roboto"/>
                <a:sym typeface="Roboto"/>
              </a:defRPr>
            </a:lvl8pPr>
            <a:lvl9pPr indent="-317500" lvl="8" marL="4114800" marR="0" rtl="0" algn="l">
              <a:lnSpc>
                <a:spcPct val="115000"/>
              </a:lnSpc>
              <a:spcBef>
                <a:spcPts val="1600"/>
              </a:spcBef>
              <a:spcAft>
                <a:spcPts val="1600"/>
              </a:spcAft>
              <a:buClr>
                <a:schemeClr val="dk2"/>
              </a:buClr>
              <a:buSzPts val="1400"/>
              <a:buFont typeface="Roboto"/>
              <a:buChar char="■"/>
              <a:defRPr b="0" i="0" sz="1400" u="none" cap="none" strike="noStrike">
                <a:solidFill>
                  <a:schemeClr val="dk2"/>
                </a:solidFill>
                <a:latin typeface="Roboto"/>
                <a:ea typeface="Roboto"/>
                <a:cs typeface="Roboto"/>
                <a:sym typeface="Roboto"/>
              </a:defRPr>
            </a:lvl9pPr>
          </a:lstStyle>
          <a:p/>
        </p:txBody>
      </p:sp>
      <p:sp>
        <p:nvSpPr>
          <p:cNvPr id="8" name="Google Shape;8;p9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 Id="rId3"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 Id="rId3"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 Id="rId3" Type="http://schemas.openxmlformats.org/officeDocument/2006/relationships/image" Target="../media/image2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 Id="rId3" Type="http://schemas.openxmlformats.org/officeDocument/2006/relationships/image" Target="../media/image2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 Id="rId3"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1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13.jpg"/><Relationship Id="rId4"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image" Target="../media/image13.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 Id="rId3"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 Id="rId3" Type="http://schemas.openxmlformats.org/officeDocument/2006/relationships/image" Target="../media/image1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 Id="rId3" Type="http://schemas.openxmlformats.org/officeDocument/2006/relationships/image" Target="../media/image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 Id="rId3" Type="http://schemas.openxmlformats.org/officeDocument/2006/relationships/image" Target="../media/image18.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 Id="rId3" Type="http://schemas.openxmlformats.org/officeDocument/2006/relationships/image" Target="../media/image15.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 Id="rId3" Type="http://schemas.openxmlformats.org/officeDocument/2006/relationships/image" Target="../media/image14.png"/><Relationship Id="rId4"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 Id="rId3" Type="http://schemas.openxmlformats.org/officeDocument/2006/relationships/image" Target="../media/image16.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 Id="rId3" Type="http://schemas.openxmlformats.org/officeDocument/2006/relationships/image" Target="../media/image1.png"/><Relationship Id="rId4" Type="http://schemas.openxmlformats.org/officeDocument/2006/relationships/image" Target="../media/image29.png"/><Relationship Id="rId5" Type="http://schemas.openxmlformats.org/officeDocument/2006/relationships/image" Target="../media/image2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2.xml"/><Relationship Id="rId3" Type="http://schemas.openxmlformats.org/officeDocument/2006/relationships/image" Target="../media/image3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 Id="rId3" Type="http://schemas.openxmlformats.org/officeDocument/2006/relationships/image" Target="../media/image13.jpg"/><Relationship Id="rId4" Type="http://schemas.openxmlformats.org/officeDocument/2006/relationships/image" Target="../media/image2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 Id="rId3" Type="http://schemas.openxmlformats.org/officeDocument/2006/relationships/image" Target="../media/image13.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 Id="rId3" Type="http://schemas.openxmlformats.org/officeDocument/2006/relationships/image" Target="../media/image13.jpg"/><Relationship Id="rId4" Type="http://schemas.openxmlformats.org/officeDocument/2006/relationships/image" Target="../media/image2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 Id="rId3" Type="http://schemas.openxmlformats.org/officeDocument/2006/relationships/image" Target="../media/image13.jpg"/><Relationship Id="rId4" Type="http://schemas.openxmlformats.org/officeDocument/2006/relationships/image" Target="../media/image23.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 Id="rId3" Type="http://schemas.openxmlformats.org/officeDocument/2006/relationships/image" Target="../media/image2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 Id="rId3" Type="http://schemas.openxmlformats.org/officeDocument/2006/relationships/image" Target="../media/image45.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 Id="rId3" Type="http://schemas.openxmlformats.org/officeDocument/2006/relationships/image" Target="../media/image28.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1.xml"/><Relationship Id="rId3" Type="http://schemas.openxmlformats.org/officeDocument/2006/relationships/image" Target="../media/image2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2.xml"/><Relationship Id="rId3" Type="http://schemas.openxmlformats.org/officeDocument/2006/relationships/image" Target="../media/image1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3.xml"/><Relationship Id="rId3" Type="http://schemas.openxmlformats.org/officeDocument/2006/relationships/image" Target="../media/image26.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4.xml"/><Relationship Id="rId3" Type="http://schemas.openxmlformats.org/officeDocument/2006/relationships/image" Target="../media/image3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5.xml"/><Relationship Id="rId3" Type="http://schemas.openxmlformats.org/officeDocument/2006/relationships/image" Target="../media/image27.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7.xml"/><Relationship Id="rId3" Type="http://schemas.openxmlformats.org/officeDocument/2006/relationships/image" Target="../media/image35.png"/><Relationship Id="rId4" Type="http://schemas.openxmlformats.org/officeDocument/2006/relationships/image" Target="../media/image7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8.xml"/><Relationship Id="rId3" Type="http://schemas.openxmlformats.org/officeDocument/2006/relationships/image" Target="../media/image34.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0.xml"/><Relationship Id="rId3" Type="http://schemas.openxmlformats.org/officeDocument/2006/relationships/image" Target="../media/image13.jpg"/><Relationship Id="rId4" Type="http://schemas.openxmlformats.org/officeDocument/2006/relationships/image" Target="../media/image36.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1.xml"/><Relationship Id="rId3" Type="http://schemas.openxmlformats.org/officeDocument/2006/relationships/image" Target="../media/image13.jpg"/><Relationship Id="rId4" Type="http://schemas.openxmlformats.org/officeDocument/2006/relationships/image" Target="../media/image49.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2.xml"/><Relationship Id="rId3" Type="http://schemas.openxmlformats.org/officeDocument/2006/relationships/image" Target="../media/image33.png"/><Relationship Id="rId4" Type="http://schemas.openxmlformats.org/officeDocument/2006/relationships/image" Target="../media/image13.jp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3.xml"/><Relationship Id="rId3" Type="http://schemas.openxmlformats.org/officeDocument/2006/relationships/image" Target="../media/image13.jpg"/><Relationship Id="rId4" Type="http://schemas.openxmlformats.org/officeDocument/2006/relationships/image" Target="../media/image4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6.xml"/><Relationship Id="rId3" Type="http://schemas.openxmlformats.org/officeDocument/2006/relationships/image" Target="../media/image37.png"/><Relationship Id="rId4" Type="http://schemas.openxmlformats.org/officeDocument/2006/relationships/image" Target="../media/image43.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7.xml"/><Relationship Id="rId3" Type="http://schemas.openxmlformats.org/officeDocument/2006/relationships/image" Target="../media/image39.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8.xml"/><Relationship Id="rId3" Type="http://schemas.openxmlformats.org/officeDocument/2006/relationships/image" Target="../media/image5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9.xml"/><Relationship Id="rId3" Type="http://schemas.openxmlformats.org/officeDocument/2006/relationships/image" Target="../media/image44.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0.xml"/><Relationship Id="rId3" Type="http://schemas.openxmlformats.org/officeDocument/2006/relationships/image" Target="../media/image47.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1.xml"/><Relationship Id="rId3" Type="http://schemas.openxmlformats.org/officeDocument/2006/relationships/image" Target="../media/image48.png"/><Relationship Id="rId4" Type="http://schemas.openxmlformats.org/officeDocument/2006/relationships/image" Target="../media/image54.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2.xml"/><Relationship Id="rId3" Type="http://schemas.openxmlformats.org/officeDocument/2006/relationships/image" Target="../media/image53.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4.xml"/><Relationship Id="rId3" Type="http://schemas.openxmlformats.org/officeDocument/2006/relationships/image" Target="../media/image38.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5.xml"/><Relationship Id="rId3" Type="http://schemas.openxmlformats.org/officeDocument/2006/relationships/image" Target="../media/image42.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6.xml"/><Relationship Id="rId3" Type="http://schemas.openxmlformats.org/officeDocument/2006/relationships/image" Target="../media/image68.png"/><Relationship Id="rId4" Type="http://schemas.openxmlformats.org/officeDocument/2006/relationships/image" Target="../media/image40.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7.xml"/><Relationship Id="rId3" Type="http://schemas.openxmlformats.org/officeDocument/2006/relationships/image" Target="../media/image5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8.xml"/><Relationship Id="rId3" Type="http://schemas.openxmlformats.org/officeDocument/2006/relationships/image" Target="../media/image90.png"/><Relationship Id="rId4" Type="http://schemas.openxmlformats.org/officeDocument/2006/relationships/image" Target="../media/image67.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9.xml"/><Relationship Id="rId3" Type="http://schemas.openxmlformats.org/officeDocument/2006/relationships/image" Target="../media/image69.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0.xml"/><Relationship Id="rId3" Type="http://schemas.openxmlformats.org/officeDocument/2006/relationships/image" Target="../media/image104.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1.xml"/><Relationship Id="rId3" Type="http://schemas.openxmlformats.org/officeDocument/2006/relationships/image" Target="../media/image65.png"/><Relationship Id="rId4" Type="http://schemas.openxmlformats.org/officeDocument/2006/relationships/image" Target="../media/image6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2.xml"/><Relationship Id="rId3" Type="http://schemas.openxmlformats.org/officeDocument/2006/relationships/image" Target="../media/image56.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3.xml"/><Relationship Id="rId3" Type="http://schemas.openxmlformats.org/officeDocument/2006/relationships/image" Target="../media/image46.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4.xml"/><Relationship Id="rId3" Type="http://schemas.openxmlformats.org/officeDocument/2006/relationships/image" Target="../media/image55.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8.xml"/><Relationship Id="rId3" Type="http://schemas.openxmlformats.org/officeDocument/2006/relationships/image" Target="../media/image80.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1.xml"/><Relationship Id="rId3" Type="http://schemas.openxmlformats.org/officeDocument/2006/relationships/image" Target="../media/image50.png"/><Relationship Id="rId4" Type="http://schemas.openxmlformats.org/officeDocument/2006/relationships/hyperlink" Target="https://web.alfredstate.edu/faculty/weimandn/miscellaneous/ascii/ascii_index.html" TargetMode="Externa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3.xml"/><Relationship Id="rId3" Type="http://schemas.openxmlformats.org/officeDocument/2006/relationships/image" Target="../media/image57.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4.xml"/><Relationship Id="rId3" Type="http://schemas.openxmlformats.org/officeDocument/2006/relationships/image" Target="../media/image66.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5.xml"/><Relationship Id="rId3" Type="http://schemas.openxmlformats.org/officeDocument/2006/relationships/image" Target="../media/image59.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6.xml"/><Relationship Id="rId3" Type="http://schemas.openxmlformats.org/officeDocument/2006/relationships/image" Target="../media/image73.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7.xml"/><Relationship Id="rId3" Type="http://schemas.openxmlformats.org/officeDocument/2006/relationships/image" Target="../media/image63.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8.xml"/><Relationship Id="rId3" Type="http://schemas.openxmlformats.org/officeDocument/2006/relationships/image" Target="../media/image62.png"/><Relationship Id="rId4" Type="http://schemas.openxmlformats.org/officeDocument/2006/relationships/image" Target="../media/image64.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9.xml"/><Relationship Id="rId3" Type="http://schemas.openxmlformats.org/officeDocument/2006/relationships/image" Target="../media/image60.png"/><Relationship Id="rId4" Type="http://schemas.openxmlformats.org/officeDocument/2006/relationships/image" Target="../media/image74.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0.xml"/><Relationship Id="rId3" Type="http://schemas.openxmlformats.org/officeDocument/2006/relationships/image" Target="../media/image75.png"/><Relationship Id="rId4" Type="http://schemas.openxmlformats.org/officeDocument/2006/relationships/image" Target="../media/image58.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1.xml"/><Relationship Id="rId3" Type="http://schemas.openxmlformats.org/officeDocument/2006/relationships/image" Target="../media/image100.png"/><Relationship Id="rId4" Type="http://schemas.openxmlformats.org/officeDocument/2006/relationships/image" Target="../media/image76.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2.xml"/><Relationship Id="rId3" Type="http://schemas.openxmlformats.org/officeDocument/2006/relationships/image" Target="../media/image78.png"/><Relationship Id="rId4" Type="http://schemas.openxmlformats.org/officeDocument/2006/relationships/image" Target="../media/image70.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3.xml"/><Relationship Id="rId3" Type="http://schemas.openxmlformats.org/officeDocument/2006/relationships/image" Target="../media/image84.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4.xml"/><Relationship Id="rId3" Type="http://schemas.openxmlformats.org/officeDocument/2006/relationships/image" Target="../media/image88.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5.xml"/><Relationship Id="rId3" Type="http://schemas.openxmlformats.org/officeDocument/2006/relationships/image" Target="../media/image79.png"/><Relationship Id="rId4" Type="http://schemas.openxmlformats.org/officeDocument/2006/relationships/image" Target="../media/image77.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6.xml"/><Relationship Id="rId3" Type="http://schemas.openxmlformats.org/officeDocument/2006/relationships/image" Target="../media/image72.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7.xml"/><Relationship Id="rId3" Type="http://schemas.openxmlformats.org/officeDocument/2006/relationships/image" Target="../media/image82.png"/><Relationship Id="rId4" Type="http://schemas.openxmlformats.org/officeDocument/2006/relationships/image" Target="../media/image13.jp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8.xml"/><Relationship Id="rId3" Type="http://schemas.openxmlformats.org/officeDocument/2006/relationships/image" Target="../media/image87.png"/><Relationship Id="rId4" Type="http://schemas.openxmlformats.org/officeDocument/2006/relationships/image" Target="../media/image13.jp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1.xml"/><Relationship Id="rId3" Type="http://schemas.openxmlformats.org/officeDocument/2006/relationships/image" Target="../media/image89.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2.xml"/><Relationship Id="rId3" Type="http://schemas.openxmlformats.org/officeDocument/2006/relationships/image" Target="../media/image95.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3.xml"/><Relationship Id="rId3" Type="http://schemas.openxmlformats.org/officeDocument/2006/relationships/image" Target="../media/image8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4.xml"/><Relationship Id="rId3" Type="http://schemas.openxmlformats.org/officeDocument/2006/relationships/image" Target="../media/image93.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5.xml"/><Relationship Id="rId3" Type="http://schemas.openxmlformats.org/officeDocument/2006/relationships/image" Target="../media/image83.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7.xml"/><Relationship Id="rId3" Type="http://schemas.openxmlformats.org/officeDocument/2006/relationships/image" Target="../media/image85.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8.xml"/><Relationship Id="rId3" Type="http://schemas.openxmlformats.org/officeDocument/2006/relationships/image" Target="../media/image92.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9.xml"/><Relationship Id="rId3" Type="http://schemas.openxmlformats.org/officeDocument/2006/relationships/image" Target="../media/image9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0.xml"/><Relationship Id="rId3" Type="http://schemas.openxmlformats.org/officeDocument/2006/relationships/image" Target="../media/image103.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4.xml"/><Relationship Id="rId3" Type="http://schemas.openxmlformats.org/officeDocument/2006/relationships/image" Target="../media/image105.png"/><Relationship Id="rId4" Type="http://schemas.openxmlformats.org/officeDocument/2006/relationships/image" Target="../media/image96.png"/><Relationship Id="rId5" Type="http://schemas.openxmlformats.org/officeDocument/2006/relationships/image" Target="../media/image94.png"/><Relationship Id="rId6" Type="http://schemas.openxmlformats.org/officeDocument/2006/relationships/image" Target="../media/image97.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5.xml"/><Relationship Id="rId3" Type="http://schemas.openxmlformats.org/officeDocument/2006/relationships/image" Target="../media/image86.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6.xml"/><Relationship Id="rId3" Type="http://schemas.openxmlformats.org/officeDocument/2006/relationships/image" Target="../media/image99.png"/><Relationship Id="rId4" Type="http://schemas.openxmlformats.org/officeDocument/2006/relationships/image" Target="../media/image102.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7.xml"/><Relationship Id="rId3" Type="http://schemas.openxmlformats.org/officeDocument/2006/relationships/image" Target="../media/image101.png"/><Relationship Id="rId4" Type="http://schemas.openxmlformats.org/officeDocument/2006/relationships/image" Target="../media/image13.jp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8.xml"/><Relationship Id="rId3" Type="http://schemas.openxmlformats.org/officeDocument/2006/relationships/image" Target="../media/image98.png"/><Relationship Id="rId4" Type="http://schemas.openxmlformats.org/officeDocument/2006/relationships/image" Target="../media/image13.jp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 name="Shape 84"/>
        <p:cNvGrpSpPr/>
        <p:nvPr/>
      </p:nvGrpSpPr>
      <p:grpSpPr>
        <a:xfrm>
          <a:off x="0" y="0"/>
          <a:ext cx="0" cy="0"/>
          <a:chOff x="0" y="0"/>
          <a:chExt cx="0" cy="0"/>
        </a:xfrm>
      </p:grpSpPr>
      <p:sp>
        <p:nvSpPr>
          <p:cNvPr id="85" name="Google Shape;85;p1"/>
          <p:cNvSpPr txBox="1"/>
          <p:nvPr>
            <p:ph type="ctrTitle"/>
          </p:nvPr>
        </p:nvSpPr>
        <p:spPr>
          <a:xfrm>
            <a:off x="598100" y="1775222"/>
            <a:ext cx="8222100" cy="838800"/>
          </a:xfrm>
          <a:prstGeom prst="rect">
            <a:avLst/>
          </a:prstGeom>
          <a:noFill/>
          <a:ln>
            <a:noFill/>
          </a:ln>
        </p:spPr>
        <p:txBody>
          <a:bodyPr anchorCtr="0" anchor="b" bIns="91425" lIns="91425" spcFirstLastPara="1" rIns="91425" wrap="square" tIns="91425">
            <a:noAutofit/>
          </a:bodyPr>
          <a:lstStyle/>
          <a:p>
            <a:pPr indent="0" lvl="0" marL="0" rtl="0" algn="l">
              <a:lnSpc>
                <a:spcPct val="100000"/>
              </a:lnSpc>
              <a:spcBef>
                <a:spcPts val="0"/>
              </a:spcBef>
              <a:spcAft>
                <a:spcPts val="0"/>
              </a:spcAft>
              <a:buSzPts val="4200"/>
              <a:buNone/>
            </a:pPr>
            <a:r>
              <a:rPr lang="en"/>
              <a:t>Unit 1: Data Representation</a:t>
            </a:r>
            <a:endParaRPr/>
          </a:p>
        </p:txBody>
      </p:sp>
      <p:sp>
        <p:nvSpPr>
          <p:cNvPr id="86" name="Google Shape;86;p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2100"/>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 name="Shape 90"/>
        <p:cNvGrpSpPr/>
        <p:nvPr/>
      </p:nvGrpSpPr>
      <p:grpSpPr>
        <a:xfrm>
          <a:off x="0" y="0"/>
          <a:ext cx="0" cy="0"/>
          <a:chOff x="0" y="0"/>
          <a:chExt cx="0" cy="0"/>
        </a:xfrm>
      </p:grpSpPr>
      <p:sp>
        <p:nvSpPr>
          <p:cNvPr id="91" name="Google Shape;91;p2"/>
          <p:cNvSpPr/>
          <p:nvPr/>
        </p:nvSpPr>
        <p:spPr>
          <a:xfrm>
            <a:off x="4951350" y="4367550"/>
            <a:ext cx="738900" cy="221700"/>
          </a:xfrm>
          <a:prstGeom prst="rect">
            <a:avLst/>
          </a:prstGeom>
          <a:solidFill>
            <a:srgbClr val="2A3990"/>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Roboto"/>
              <a:ea typeface="Roboto"/>
              <a:cs typeface="Roboto"/>
              <a:sym typeface="Roboto"/>
            </a:endParaRPr>
          </a:p>
        </p:txBody>
      </p:sp>
      <p:sp>
        <p:nvSpPr>
          <p:cNvPr id="92" name="Google Shape;92;p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Autofit/>
          </a:bodyPr>
          <a:lstStyle/>
          <a:p>
            <a:pPr indent="0" lvl="0" marL="0" rtl="0" algn="ctr">
              <a:lnSpc>
                <a:spcPct val="100000"/>
              </a:lnSpc>
              <a:spcBef>
                <a:spcPts val="0"/>
              </a:spcBef>
              <a:spcAft>
                <a:spcPts val="0"/>
              </a:spcAft>
              <a:buSzPts val="4200"/>
              <a:buNone/>
            </a:pPr>
            <a:r>
              <a:rPr b="1" lang="en"/>
              <a:t>Key objectives</a:t>
            </a:r>
            <a:endParaRPr b="1"/>
          </a:p>
        </p:txBody>
      </p:sp>
      <p:sp>
        <p:nvSpPr>
          <p:cNvPr id="93" name="Google Shape;93;p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Autofit/>
          </a:bodyPr>
          <a:lstStyle/>
          <a:p>
            <a:pPr indent="-304800" lvl="0" marL="457200" rtl="0" algn="l">
              <a:lnSpc>
                <a:spcPct val="115000"/>
              </a:lnSpc>
              <a:spcBef>
                <a:spcPts val="0"/>
              </a:spcBef>
              <a:spcAft>
                <a:spcPts val="0"/>
              </a:spcAft>
              <a:buSzPts val="1200"/>
              <a:buChar char="●"/>
            </a:pPr>
            <a:r>
              <a:rPr lang="en" sz="1200"/>
              <a:t>l number systems</a:t>
            </a:r>
            <a:endParaRPr sz="1200"/>
          </a:p>
          <a:p>
            <a:pPr indent="-304800" lvl="0" marL="457200" rtl="0" algn="l">
              <a:lnSpc>
                <a:spcPct val="115000"/>
              </a:lnSpc>
              <a:spcBef>
                <a:spcPts val="0"/>
              </a:spcBef>
              <a:spcAft>
                <a:spcPts val="0"/>
              </a:spcAft>
              <a:buSzPts val="1200"/>
              <a:buChar char="●"/>
            </a:pPr>
            <a:r>
              <a:rPr lang="en" sz="1200"/>
              <a:t>l the binary, denary and hexadecimal number systems</a:t>
            </a:r>
            <a:endParaRPr sz="1200"/>
          </a:p>
          <a:p>
            <a:pPr indent="-304800" lvl="0" marL="457200" rtl="0" algn="l">
              <a:lnSpc>
                <a:spcPct val="115000"/>
              </a:lnSpc>
              <a:spcBef>
                <a:spcPts val="0"/>
              </a:spcBef>
              <a:spcAft>
                <a:spcPts val="0"/>
              </a:spcAft>
              <a:buSzPts val="1200"/>
              <a:buChar char="●"/>
            </a:pPr>
            <a:r>
              <a:rPr lang="en" sz="1200"/>
              <a:t>l conversion of numbers between all three number systems</a:t>
            </a:r>
            <a:endParaRPr sz="1200"/>
          </a:p>
          <a:p>
            <a:pPr indent="-304800" lvl="0" marL="457200" rtl="0" algn="l">
              <a:lnSpc>
                <a:spcPct val="115000"/>
              </a:lnSpc>
              <a:spcBef>
                <a:spcPts val="0"/>
              </a:spcBef>
              <a:spcAft>
                <a:spcPts val="0"/>
              </a:spcAft>
              <a:buSzPts val="1200"/>
              <a:buChar char="●"/>
            </a:pPr>
            <a:r>
              <a:rPr lang="en" sz="1200"/>
              <a:t>l use of the hexadecimal (hex) number system</a:t>
            </a:r>
            <a:endParaRPr sz="1200"/>
          </a:p>
          <a:p>
            <a:pPr indent="-304800" lvl="0" marL="457200" rtl="0" algn="l">
              <a:lnSpc>
                <a:spcPct val="115000"/>
              </a:lnSpc>
              <a:spcBef>
                <a:spcPts val="0"/>
              </a:spcBef>
              <a:spcAft>
                <a:spcPts val="0"/>
              </a:spcAft>
              <a:buSzPts val="1200"/>
              <a:buChar char="●"/>
            </a:pPr>
            <a:r>
              <a:rPr lang="en" sz="1200"/>
              <a:t>l binary addition</a:t>
            </a:r>
            <a:endParaRPr sz="1200"/>
          </a:p>
          <a:p>
            <a:pPr indent="-304800" lvl="0" marL="457200" rtl="0" algn="l">
              <a:lnSpc>
                <a:spcPct val="115000"/>
              </a:lnSpc>
              <a:spcBef>
                <a:spcPts val="0"/>
              </a:spcBef>
              <a:spcAft>
                <a:spcPts val="0"/>
              </a:spcAft>
              <a:buSzPts val="1200"/>
              <a:buChar char="●"/>
            </a:pPr>
            <a:r>
              <a:rPr lang="en" sz="1200"/>
              <a:t>l overflow error</a:t>
            </a:r>
            <a:endParaRPr sz="1200"/>
          </a:p>
          <a:p>
            <a:pPr indent="-304800" lvl="0" marL="457200" rtl="0" algn="l">
              <a:lnSpc>
                <a:spcPct val="115000"/>
              </a:lnSpc>
              <a:spcBef>
                <a:spcPts val="0"/>
              </a:spcBef>
              <a:spcAft>
                <a:spcPts val="0"/>
              </a:spcAft>
              <a:buSzPts val="1200"/>
              <a:buChar char="●"/>
            </a:pPr>
            <a:r>
              <a:rPr lang="en" sz="1200"/>
              <a:t>l logical shifts</a:t>
            </a:r>
            <a:endParaRPr sz="1200"/>
          </a:p>
          <a:p>
            <a:pPr indent="-304800" lvl="0" marL="457200" rtl="0" algn="l">
              <a:lnSpc>
                <a:spcPct val="115000"/>
              </a:lnSpc>
              <a:spcBef>
                <a:spcPts val="0"/>
              </a:spcBef>
              <a:spcAft>
                <a:spcPts val="0"/>
              </a:spcAft>
              <a:buSzPts val="1200"/>
              <a:buChar char="●"/>
            </a:pPr>
            <a:r>
              <a:rPr lang="en" sz="1200"/>
              <a:t>l two’s complement format for negative and positive binary numbers</a:t>
            </a:r>
            <a:endParaRPr sz="1200"/>
          </a:p>
          <a:p>
            <a:pPr indent="-304800" lvl="0" marL="457200" rtl="0" algn="l">
              <a:lnSpc>
                <a:spcPct val="115000"/>
              </a:lnSpc>
              <a:spcBef>
                <a:spcPts val="0"/>
              </a:spcBef>
              <a:spcAft>
                <a:spcPts val="0"/>
              </a:spcAft>
              <a:buSzPts val="1200"/>
              <a:buChar char="●"/>
            </a:pPr>
            <a:r>
              <a:rPr lang="en" sz="1200"/>
              <a:t>l text, sound and images</a:t>
            </a:r>
            <a:endParaRPr sz="1200"/>
          </a:p>
          <a:p>
            <a:pPr indent="-304800" lvl="0" marL="457200" rtl="0" algn="l">
              <a:lnSpc>
                <a:spcPct val="115000"/>
              </a:lnSpc>
              <a:spcBef>
                <a:spcPts val="0"/>
              </a:spcBef>
              <a:spcAft>
                <a:spcPts val="0"/>
              </a:spcAft>
              <a:buSzPts val="1200"/>
              <a:buChar char="●"/>
            </a:pPr>
            <a:r>
              <a:rPr lang="en" sz="1200"/>
              <a:t>l ASCII and Unicode character sets</a:t>
            </a:r>
            <a:endParaRPr sz="1200"/>
          </a:p>
          <a:p>
            <a:pPr indent="-304800" lvl="0" marL="457200" rtl="0" algn="l">
              <a:lnSpc>
                <a:spcPct val="115000"/>
              </a:lnSpc>
              <a:spcBef>
                <a:spcPts val="0"/>
              </a:spcBef>
              <a:spcAft>
                <a:spcPts val="0"/>
              </a:spcAft>
              <a:buSzPts val="1200"/>
              <a:buChar char="●"/>
            </a:pPr>
            <a:r>
              <a:rPr lang="en" sz="1200"/>
              <a:t>l representation of sound in a computer</a:t>
            </a:r>
            <a:endParaRPr sz="1200"/>
          </a:p>
          <a:p>
            <a:pPr indent="-304800" lvl="0" marL="457200" rtl="0" algn="l">
              <a:lnSpc>
                <a:spcPct val="115000"/>
              </a:lnSpc>
              <a:spcBef>
                <a:spcPts val="0"/>
              </a:spcBef>
              <a:spcAft>
                <a:spcPts val="0"/>
              </a:spcAft>
              <a:buSzPts val="1200"/>
              <a:buChar char="●"/>
            </a:pPr>
            <a:r>
              <a:rPr lang="en" sz="1200"/>
              <a:t>l sampling rate and sample resolution</a:t>
            </a:r>
            <a:endParaRPr sz="1200"/>
          </a:p>
          <a:p>
            <a:pPr indent="-304800" lvl="0" marL="457200" rtl="0" algn="l">
              <a:lnSpc>
                <a:spcPct val="115000"/>
              </a:lnSpc>
              <a:spcBef>
                <a:spcPts val="0"/>
              </a:spcBef>
              <a:spcAft>
                <a:spcPts val="0"/>
              </a:spcAft>
              <a:buSzPts val="1200"/>
              <a:buChar char="●"/>
            </a:pPr>
            <a:r>
              <a:rPr lang="en" sz="1200"/>
              <a:t>l image representation, including resolution and colour depth</a:t>
            </a:r>
            <a:endParaRPr sz="1200"/>
          </a:p>
          <a:p>
            <a:pPr indent="-304800" lvl="0" marL="457200" rtl="0" algn="l">
              <a:lnSpc>
                <a:spcPct val="115000"/>
              </a:lnSpc>
              <a:spcBef>
                <a:spcPts val="0"/>
              </a:spcBef>
              <a:spcAft>
                <a:spcPts val="0"/>
              </a:spcAft>
              <a:buSzPts val="1200"/>
              <a:buChar char="●"/>
            </a:pPr>
            <a:r>
              <a:rPr lang="en" sz="1200"/>
              <a:t>l data storage and file compression</a:t>
            </a:r>
            <a:endParaRPr sz="1200"/>
          </a:p>
          <a:p>
            <a:pPr indent="-304800" lvl="0" marL="457200" rtl="0" algn="l">
              <a:lnSpc>
                <a:spcPct val="115000"/>
              </a:lnSpc>
              <a:spcBef>
                <a:spcPts val="0"/>
              </a:spcBef>
              <a:spcAft>
                <a:spcPts val="0"/>
              </a:spcAft>
              <a:buSzPts val="1200"/>
              <a:buChar char="●"/>
            </a:pPr>
            <a:r>
              <a:rPr lang="en" sz="1200"/>
              <a:t>l calculation of file sizes</a:t>
            </a:r>
            <a:endParaRPr sz="1200"/>
          </a:p>
          <a:p>
            <a:pPr indent="-304800" lvl="0" marL="457200" rtl="0" algn="l">
              <a:lnSpc>
                <a:spcPct val="115000"/>
              </a:lnSpc>
              <a:spcBef>
                <a:spcPts val="0"/>
              </a:spcBef>
              <a:spcAft>
                <a:spcPts val="0"/>
              </a:spcAft>
              <a:buSzPts val="1200"/>
              <a:buChar char="●"/>
            </a:pPr>
            <a:r>
              <a:rPr lang="en" sz="1200"/>
              <a:t>l the need for data (file) compression</a:t>
            </a:r>
            <a:endParaRPr sz="1200"/>
          </a:p>
          <a:p>
            <a:pPr indent="-304800" lvl="0" marL="457200" rtl="0" algn="l">
              <a:lnSpc>
                <a:spcPct val="115000"/>
              </a:lnSpc>
              <a:spcBef>
                <a:spcPts val="0"/>
              </a:spcBef>
              <a:spcAft>
                <a:spcPts val="0"/>
              </a:spcAft>
              <a:buSzPts val="1200"/>
              <a:buChar char="●"/>
            </a:pPr>
            <a:r>
              <a:rPr lang="en" sz="1200"/>
              <a:t>l lossy and lossless compression</a:t>
            </a:r>
            <a:endParaRPr sz="1200"/>
          </a:p>
        </p:txBody>
      </p:sp>
      <p:sp>
        <p:nvSpPr>
          <p:cNvPr id="94" name="Google Shape;94;p2"/>
          <p:cNvSpPr txBox="1"/>
          <p:nvPr>
            <p:ph idx="1" type="subTitle"/>
          </p:nvPr>
        </p:nvSpPr>
        <p:spPr>
          <a:xfrm>
            <a:off x="265500" y="2616601"/>
            <a:ext cx="4045200" cy="12693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0"/>
              </a:spcAft>
              <a:buSzPts val="2100"/>
              <a:buNone/>
            </a:pPr>
            <a:r>
              <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 name="Shape 98"/>
        <p:cNvGrpSpPr/>
        <p:nvPr/>
      </p:nvGrpSpPr>
      <p:grpSpPr>
        <a:xfrm>
          <a:off x="0" y="0"/>
          <a:ext cx="0" cy="0"/>
          <a:chOff x="0" y="0"/>
          <a:chExt cx="0" cy="0"/>
        </a:xfrm>
      </p:grpSpPr>
      <p:sp>
        <p:nvSpPr>
          <p:cNvPr id="99" name="Google Shape;99;p3"/>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4200"/>
              <a:buNone/>
            </a:pPr>
            <a:r>
              <a:rPr b="1" lang="en"/>
              <a:t>1.1 Number Systems</a:t>
            </a:r>
            <a:endParaRPr b="1"/>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sp>
        <p:nvSpPr>
          <p:cNvPr id="104" name="Google Shape;104;p4"/>
          <p:cNvSpPr txBox="1"/>
          <p:nvPr>
            <p:ph type="title"/>
          </p:nvPr>
        </p:nvSpPr>
        <p:spPr>
          <a:xfrm>
            <a:off x="490250" y="526350"/>
            <a:ext cx="5618700" cy="40908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4800"/>
              <a:buNone/>
            </a:pPr>
            <a:r>
              <a:rPr b="1" lang="en"/>
              <a:t>Binary representation</a:t>
            </a:r>
            <a:endParaRPr b="1"/>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 name="Shape 108"/>
        <p:cNvGrpSpPr/>
        <p:nvPr/>
      </p:nvGrpSpPr>
      <p:grpSpPr>
        <a:xfrm>
          <a:off x="0" y="0"/>
          <a:ext cx="0" cy="0"/>
          <a:chOff x="0" y="0"/>
          <a:chExt cx="0" cy="0"/>
        </a:xfrm>
      </p:grpSpPr>
      <p:sp>
        <p:nvSpPr>
          <p:cNvPr id="109" name="Google Shape;109;p5"/>
          <p:cNvSpPr txBox="1"/>
          <p:nvPr>
            <p:ph type="title"/>
          </p:nvPr>
        </p:nvSpPr>
        <p:spPr>
          <a:xfrm>
            <a:off x="311700" y="105200"/>
            <a:ext cx="8520600" cy="607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3000"/>
              <a:buNone/>
            </a:pPr>
            <a:r>
              <a:rPr lang="en"/>
              <a:t>1.1.1 Binary represents data</a:t>
            </a:r>
            <a:endParaRPr/>
          </a:p>
        </p:txBody>
      </p:sp>
      <p:sp>
        <p:nvSpPr>
          <p:cNvPr id="110" name="Google Shape;110;p5"/>
          <p:cNvSpPr txBox="1"/>
          <p:nvPr>
            <p:ph idx="1" type="body"/>
          </p:nvPr>
        </p:nvSpPr>
        <p:spPr>
          <a:xfrm>
            <a:off x="311700" y="1873500"/>
            <a:ext cx="8520600" cy="2695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SzPts val="1800"/>
              <a:buNone/>
            </a:pPr>
            <a:r>
              <a:rPr lang="en"/>
              <a:t>No matter how complex the system, the basic building block in all computers is the binary number system. This system is chosen because it consists of 1s and 0s only which correspond to ON and OFF states in the computer system.</a:t>
            </a:r>
            <a:endParaRPr/>
          </a:p>
          <a:p>
            <a:pPr indent="0" lvl="0" marL="0" rtl="0" algn="l">
              <a:lnSpc>
                <a:spcPct val="115000"/>
              </a:lnSpc>
              <a:spcBef>
                <a:spcPts val="1600"/>
              </a:spcBef>
              <a:spcAft>
                <a:spcPts val="0"/>
              </a:spcAft>
              <a:buSzPts val="1800"/>
              <a:buNone/>
            </a:pPr>
            <a:r>
              <a:rPr lang="en"/>
              <a:t>Computers use binary to represent everything including numbers, text, sound, graphics and program instructions. The number of binary digits (or switches) used determines the number of states that can be represented.</a:t>
            </a:r>
            <a:endParaRPr/>
          </a:p>
          <a:p>
            <a:pPr indent="0" lvl="0" marL="0" rtl="0" algn="l">
              <a:lnSpc>
                <a:spcPct val="115000"/>
              </a:lnSpc>
              <a:spcBef>
                <a:spcPts val="1600"/>
              </a:spcBef>
              <a:spcAft>
                <a:spcPts val="1600"/>
              </a:spcAft>
              <a:buSzPts val="1800"/>
              <a:buNone/>
            </a:pPr>
            <a:r>
              <a:t/>
            </a:r>
            <a:endParaRPr/>
          </a:p>
        </p:txBody>
      </p:sp>
      <p:pic>
        <p:nvPicPr>
          <p:cNvPr id="111" name="Google Shape;111;p5"/>
          <p:cNvPicPr preferRelativeResize="0"/>
          <p:nvPr/>
        </p:nvPicPr>
        <p:blipFill rotWithShape="1">
          <a:blip r:embed="rId3">
            <a:alphaModFix/>
          </a:blip>
          <a:srcRect b="0" l="1613" r="0" t="0"/>
          <a:stretch/>
        </p:blipFill>
        <p:spPr>
          <a:xfrm>
            <a:off x="0" y="922525"/>
            <a:ext cx="8996699" cy="68815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pic>
        <p:nvPicPr>
          <p:cNvPr id="116" name="Google Shape;116;p6"/>
          <p:cNvPicPr preferRelativeResize="0"/>
          <p:nvPr/>
        </p:nvPicPr>
        <p:blipFill rotWithShape="1">
          <a:blip r:embed="rId3">
            <a:alphaModFix/>
          </a:blip>
          <a:srcRect b="0" l="0" r="0" t="0"/>
          <a:stretch/>
        </p:blipFill>
        <p:spPr>
          <a:xfrm>
            <a:off x="2733675" y="853175"/>
            <a:ext cx="6410325" cy="3648075"/>
          </a:xfrm>
          <a:prstGeom prst="rect">
            <a:avLst/>
          </a:prstGeom>
          <a:noFill/>
          <a:ln>
            <a:noFill/>
          </a:ln>
        </p:spPr>
      </p:pic>
      <p:sp>
        <p:nvSpPr>
          <p:cNvPr id="117" name="Google Shape;117;p6"/>
          <p:cNvSpPr txBox="1"/>
          <p:nvPr/>
        </p:nvSpPr>
        <p:spPr>
          <a:xfrm>
            <a:off x="420450" y="1507363"/>
            <a:ext cx="1826700" cy="2339700"/>
          </a:xfrm>
          <a:prstGeom prst="rect">
            <a:avLst/>
          </a:prstGeom>
          <a:solidFill>
            <a:schemeClr val="accent6"/>
          </a:solid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400"/>
              <a:buFont typeface="Arial"/>
              <a:buNone/>
            </a:pPr>
            <a:r>
              <a:rPr b="0" i="0" lang="en" sz="1400" u="none" cap="none" strike="noStrike">
                <a:solidFill>
                  <a:srgbClr val="000000"/>
                </a:solidFill>
                <a:latin typeface="Arial"/>
                <a:ea typeface="Arial"/>
                <a:cs typeface="Arial"/>
                <a:sym typeface="Arial"/>
              </a:rPr>
              <a:t>8 switches or bits</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 sz="1400" u="none" cap="none" strike="noStrike">
                <a:solidFill>
                  <a:srgbClr val="000000"/>
                </a:solidFill>
                <a:latin typeface="Arial"/>
                <a:ea typeface="Arial"/>
                <a:cs typeface="Arial"/>
                <a:sym typeface="Arial"/>
              </a:rPr>
              <a:t>each have two</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 sz="1400" u="none" cap="none" strike="noStrike">
                <a:solidFill>
                  <a:srgbClr val="000000"/>
                </a:solidFill>
                <a:latin typeface="Arial"/>
                <a:ea typeface="Arial"/>
                <a:cs typeface="Arial"/>
                <a:sym typeface="Arial"/>
              </a:rPr>
              <a:t>possible states.</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 sz="1400" u="none" cap="none" strike="noStrike">
                <a:solidFill>
                  <a:srgbClr val="000000"/>
                </a:solidFill>
                <a:latin typeface="Arial"/>
                <a:ea typeface="Arial"/>
                <a:cs typeface="Arial"/>
                <a:sym typeface="Arial"/>
              </a:rPr>
              <a:t>An 8-bit byte has</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 sz="1400" u="none" cap="none" strike="noStrike">
                <a:solidFill>
                  <a:srgbClr val="000000"/>
                </a:solidFill>
                <a:latin typeface="Arial"/>
                <a:ea typeface="Arial"/>
                <a:cs typeface="Arial"/>
                <a:sym typeface="Arial"/>
              </a:rPr>
              <a:t>2x2x2x2x2x2x2x2</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 sz="1400" u="none" cap="none" strike="noStrike">
                <a:solidFill>
                  <a:srgbClr val="000000"/>
                </a:solidFill>
                <a:latin typeface="Arial"/>
                <a:ea typeface="Arial"/>
                <a:cs typeface="Arial"/>
                <a:sym typeface="Arial"/>
              </a:rPr>
              <a:t>or 28 = 256</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 sz="1400" u="none" cap="none" strike="noStrike">
                <a:solidFill>
                  <a:srgbClr val="000000"/>
                </a:solidFill>
                <a:latin typeface="Arial"/>
                <a:ea typeface="Arial"/>
                <a:cs typeface="Arial"/>
                <a:sym typeface="Arial"/>
              </a:rPr>
              <a:t>possible states, or</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 sz="1400" u="none" cap="none" strike="noStrike">
                <a:solidFill>
                  <a:srgbClr val="000000"/>
                </a:solidFill>
                <a:latin typeface="Arial"/>
                <a:ea typeface="Arial"/>
                <a:cs typeface="Arial"/>
                <a:sym typeface="Arial"/>
              </a:rPr>
              <a:t>combinations of bits,</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 sz="1400" u="none" cap="none" strike="noStrike">
                <a:solidFill>
                  <a:srgbClr val="000000"/>
                </a:solidFill>
                <a:latin typeface="Arial"/>
                <a:ea typeface="Arial"/>
                <a:cs typeface="Arial"/>
                <a:sym typeface="Arial"/>
              </a:rPr>
              <a:t>from 00000000</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 sz="1400" u="none" cap="none" strike="noStrike">
                <a:solidFill>
                  <a:srgbClr val="000000"/>
                </a:solidFill>
                <a:latin typeface="Arial"/>
                <a:ea typeface="Arial"/>
                <a:cs typeface="Arial"/>
                <a:sym typeface="Arial"/>
              </a:rPr>
              <a:t>to 11111111.</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 name="Shape 121"/>
        <p:cNvGrpSpPr/>
        <p:nvPr/>
      </p:nvGrpSpPr>
      <p:grpSpPr>
        <a:xfrm>
          <a:off x="0" y="0"/>
          <a:ext cx="0" cy="0"/>
          <a:chOff x="0" y="0"/>
          <a:chExt cx="0" cy="0"/>
        </a:xfrm>
      </p:grpSpPr>
      <p:sp>
        <p:nvSpPr>
          <p:cNvPr id="122" name="Google Shape;122;p7"/>
          <p:cNvSpPr txBox="1"/>
          <p:nvPr>
            <p:ph type="title"/>
          </p:nvPr>
        </p:nvSpPr>
        <p:spPr>
          <a:xfrm>
            <a:off x="311700" y="87650"/>
            <a:ext cx="8520600" cy="607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3000"/>
              <a:buNone/>
            </a:pPr>
            <a:r>
              <a:rPr lang="en"/>
              <a:t>1.1.2 Binary, denary and hexadecimal number systems</a:t>
            </a:r>
            <a:endParaRPr/>
          </a:p>
        </p:txBody>
      </p:sp>
      <p:sp>
        <p:nvSpPr>
          <p:cNvPr id="123" name="Google Shape;123;p7"/>
          <p:cNvSpPr txBox="1"/>
          <p:nvPr>
            <p:ph idx="1" type="body"/>
          </p:nvPr>
        </p:nvSpPr>
        <p:spPr>
          <a:xfrm>
            <a:off x="311700" y="1229875"/>
            <a:ext cx="8520600" cy="23247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SzPts val="1800"/>
              <a:buNone/>
            </a:pPr>
            <a:r>
              <a:rPr lang="en"/>
              <a:t>We are all familiar with the </a:t>
            </a:r>
            <a:r>
              <a:rPr b="1" lang="en">
                <a:solidFill>
                  <a:schemeClr val="accent3"/>
                </a:solidFill>
              </a:rPr>
              <a:t>denary </a:t>
            </a:r>
            <a:r>
              <a:rPr b="1" lang="en"/>
              <a:t>number system </a:t>
            </a:r>
            <a:r>
              <a:rPr lang="en"/>
              <a:t>which counts in multiples of 10. This gives us the well-known headings of units, 10s, 100s, 1000s, and so on. </a:t>
            </a:r>
            <a:r>
              <a:rPr b="1" lang="en"/>
              <a:t>Denary </a:t>
            </a:r>
            <a:r>
              <a:rPr lang="en"/>
              <a:t>uses ten separate digits, 0-9, to represent all values. Denary is known as a base 10 number system.</a:t>
            </a:r>
            <a:endParaRPr/>
          </a:p>
          <a:p>
            <a:pPr indent="0" lvl="0" marL="0" rtl="0" algn="l">
              <a:lnSpc>
                <a:spcPct val="115000"/>
              </a:lnSpc>
              <a:spcBef>
                <a:spcPts val="1600"/>
              </a:spcBef>
              <a:spcAft>
                <a:spcPts val="0"/>
              </a:spcAft>
              <a:buSzPts val="1800"/>
              <a:buNone/>
            </a:pPr>
            <a:r>
              <a:t/>
            </a:r>
            <a:endParaRPr/>
          </a:p>
          <a:p>
            <a:pPr indent="0" lvl="0" marL="0" rtl="0" algn="l">
              <a:lnSpc>
                <a:spcPct val="115000"/>
              </a:lnSpc>
              <a:spcBef>
                <a:spcPts val="1600"/>
              </a:spcBef>
              <a:spcAft>
                <a:spcPts val="1600"/>
              </a:spcAft>
              <a:buSzPts val="1800"/>
              <a:buNone/>
            </a:pPr>
            <a:r>
              <a:t/>
            </a:r>
            <a:endParaRPr/>
          </a:p>
        </p:txBody>
      </p:sp>
      <p:pic>
        <p:nvPicPr>
          <p:cNvPr id="124" name="Google Shape;124;p7"/>
          <p:cNvPicPr preferRelativeResize="0"/>
          <p:nvPr/>
        </p:nvPicPr>
        <p:blipFill>
          <a:blip r:embed="rId3">
            <a:alphaModFix/>
          </a:blip>
          <a:stretch>
            <a:fillRect/>
          </a:stretch>
        </p:blipFill>
        <p:spPr>
          <a:xfrm>
            <a:off x="0" y="2869445"/>
            <a:ext cx="9144000" cy="1257661"/>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8" name="Shape 128"/>
        <p:cNvGrpSpPr/>
        <p:nvPr/>
      </p:nvGrpSpPr>
      <p:grpSpPr>
        <a:xfrm>
          <a:off x="0" y="0"/>
          <a:ext cx="0" cy="0"/>
          <a:chOff x="0" y="0"/>
          <a:chExt cx="0" cy="0"/>
        </a:xfrm>
      </p:grpSpPr>
      <p:sp>
        <p:nvSpPr>
          <p:cNvPr id="129" name="Google Shape;129;p8"/>
          <p:cNvSpPr txBox="1"/>
          <p:nvPr>
            <p:ph type="title"/>
          </p:nvPr>
        </p:nvSpPr>
        <p:spPr>
          <a:xfrm>
            <a:off x="311700" y="181400"/>
            <a:ext cx="1106400" cy="607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3000"/>
              <a:buNone/>
            </a:pPr>
            <a:r>
              <a:rPr lang="en"/>
              <a:t>1.1.2</a:t>
            </a:r>
            <a:endParaRPr/>
          </a:p>
        </p:txBody>
      </p:sp>
      <p:sp>
        <p:nvSpPr>
          <p:cNvPr id="130" name="Google Shape;130;p8"/>
          <p:cNvSpPr txBox="1"/>
          <p:nvPr>
            <p:ph idx="1" type="body"/>
          </p:nvPr>
        </p:nvSpPr>
        <p:spPr>
          <a:xfrm>
            <a:off x="311700" y="789200"/>
            <a:ext cx="8520600" cy="37797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SzPts val="1800"/>
              <a:buNone/>
            </a:pPr>
            <a:r>
              <a:rPr lang="en" sz="1700"/>
              <a:t>The </a:t>
            </a:r>
            <a:r>
              <a:rPr b="1" lang="en" sz="1700">
                <a:solidFill>
                  <a:schemeClr val="accent3"/>
                </a:solidFill>
              </a:rPr>
              <a:t>binary number system </a:t>
            </a:r>
            <a:r>
              <a:rPr lang="en" sz="1700"/>
              <a:t>is a base 2 number system. It is based on the number 2. </a:t>
            </a:r>
            <a:endParaRPr sz="1700"/>
          </a:p>
          <a:p>
            <a:pPr indent="0" lvl="0" marL="0" rtl="0" algn="l">
              <a:lnSpc>
                <a:spcPct val="115000"/>
              </a:lnSpc>
              <a:spcBef>
                <a:spcPts val="1600"/>
              </a:spcBef>
              <a:spcAft>
                <a:spcPts val="1600"/>
              </a:spcAft>
              <a:buSzPts val="1800"/>
              <a:buNone/>
            </a:pPr>
            <a:r>
              <a:rPr lang="en" sz="1700"/>
              <a:t>Thus, only the two ‘values’</a:t>
            </a:r>
            <a:r>
              <a:rPr b="1" lang="en" sz="1700"/>
              <a:t> 0 and 1 </a:t>
            </a:r>
            <a:r>
              <a:rPr lang="en" sz="1700"/>
              <a:t>can be used in this system to represent all values. Using the same method as denary, this gives the headings 20 , 21 , 22 , 23 , and so on. The typical headings for a binary number with eight digits would be:</a:t>
            </a:r>
            <a:endParaRPr sz="1700"/>
          </a:p>
        </p:txBody>
      </p:sp>
      <p:pic>
        <p:nvPicPr>
          <p:cNvPr id="131" name="Google Shape;131;p8"/>
          <p:cNvPicPr preferRelativeResize="0"/>
          <p:nvPr/>
        </p:nvPicPr>
        <p:blipFill>
          <a:blip r:embed="rId3">
            <a:alphaModFix/>
          </a:blip>
          <a:stretch>
            <a:fillRect/>
          </a:stretch>
        </p:blipFill>
        <p:spPr>
          <a:xfrm>
            <a:off x="0" y="2769624"/>
            <a:ext cx="9144001" cy="1279003"/>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5" name="Shape 135"/>
        <p:cNvGrpSpPr/>
        <p:nvPr/>
      </p:nvGrpSpPr>
      <p:grpSpPr>
        <a:xfrm>
          <a:off x="0" y="0"/>
          <a:ext cx="0" cy="0"/>
          <a:chOff x="0" y="0"/>
          <a:chExt cx="0" cy="0"/>
        </a:xfrm>
      </p:grpSpPr>
      <p:sp>
        <p:nvSpPr>
          <p:cNvPr id="136" name="Google Shape;136;p9"/>
          <p:cNvSpPr txBox="1"/>
          <p:nvPr>
            <p:ph type="title"/>
          </p:nvPr>
        </p:nvSpPr>
        <p:spPr>
          <a:xfrm>
            <a:off x="311700" y="122250"/>
            <a:ext cx="8520600" cy="607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3000"/>
              <a:buNone/>
            </a:pPr>
            <a:r>
              <a:rPr lang="en"/>
              <a:t>Converting from binary to denary</a:t>
            </a:r>
            <a:endParaRPr/>
          </a:p>
        </p:txBody>
      </p:sp>
      <p:sp>
        <p:nvSpPr>
          <p:cNvPr id="137" name="Google Shape;137;p9"/>
          <p:cNvSpPr txBox="1"/>
          <p:nvPr>
            <p:ph idx="1" type="body"/>
          </p:nvPr>
        </p:nvSpPr>
        <p:spPr>
          <a:xfrm>
            <a:off x="311700" y="730050"/>
            <a:ext cx="8520600" cy="33390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SzPts val="1800"/>
              <a:buNone/>
            </a:pPr>
            <a:r>
              <a:rPr lang="en"/>
              <a:t>Each time a 1-value appears in a binary number column, the column value (heading) is added to a total.</a:t>
            </a:r>
            <a:endParaRPr/>
          </a:p>
          <a:p>
            <a:pPr indent="0" lvl="0" marL="0" rtl="0" algn="l">
              <a:lnSpc>
                <a:spcPct val="115000"/>
              </a:lnSpc>
              <a:spcBef>
                <a:spcPts val="1600"/>
              </a:spcBef>
              <a:spcAft>
                <a:spcPts val="1600"/>
              </a:spcAft>
              <a:buSzPts val="1800"/>
              <a:buNone/>
            </a:pPr>
            <a:r>
              <a:t/>
            </a:r>
            <a:endParaRPr/>
          </a:p>
        </p:txBody>
      </p:sp>
      <p:pic>
        <p:nvPicPr>
          <p:cNvPr id="138" name="Google Shape;138;p9"/>
          <p:cNvPicPr preferRelativeResize="0"/>
          <p:nvPr/>
        </p:nvPicPr>
        <p:blipFill>
          <a:blip r:embed="rId3">
            <a:alphaModFix/>
          </a:blip>
          <a:stretch>
            <a:fillRect/>
          </a:stretch>
        </p:blipFill>
        <p:spPr>
          <a:xfrm>
            <a:off x="269325" y="1512679"/>
            <a:ext cx="5922100" cy="1794683"/>
          </a:xfrm>
          <a:prstGeom prst="rect">
            <a:avLst/>
          </a:prstGeom>
          <a:noFill/>
          <a:ln>
            <a:noFill/>
          </a:ln>
        </p:spPr>
      </p:pic>
      <p:pic>
        <p:nvPicPr>
          <p:cNvPr id="139" name="Google Shape;139;p9"/>
          <p:cNvPicPr preferRelativeResize="0"/>
          <p:nvPr/>
        </p:nvPicPr>
        <p:blipFill>
          <a:blip r:embed="rId4">
            <a:alphaModFix/>
          </a:blip>
          <a:stretch>
            <a:fillRect/>
          </a:stretch>
        </p:blipFill>
        <p:spPr>
          <a:xfrm>
            <a:off x="269325" y="3147054"/>
            <a:ext cx="5922102" cy="1787224"/>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pic>
        <p:nvPicPr>
          <p:cNvPr id="144" name="Google Shape;144;g2f6cb607d70_0_20"/>
          <p:cNvPicPr preferRelativeResize="0"/>
          <p:nvPr/>
        </p:nvPicPr>
        <p:blipFill>
          <a:blip r:embed="rId3">
            <a:alphaModFix/>
          </a:blip>
          <a:stretch>
            <a:fillRect/>
          </a:stretch>
        </p:blipFill>
        <p:spPr>
          <a:xfrm>
            <a:off x="0" y="422555"/>
            <a:ext cx="9143999" cy="454298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 name="Shape 148"/>
        <p:cNvGrpSpPr/>
        <p:nvPr/>
      </p:nvGrpSpPr>
      <p:grpSpPr>
        <a:xfrm>
          <a:off x="0" y="0"/>
          <a:ext cx="0" cy="0"/>
          <a:chOff x="0" y="0"/>
          <a:chExt cx="0" cy="0"/>
        </a:xfrm>
      </p:grpSpPr>
      <p:pic>
        <p:nvPicPr>
          <p:cNvPr id="149" name="Google Shape;149;g2fe59f1dc03_0_0"/>
          <p:cNvPicPr preferRelativeResize="0"/>
          <p:nvPr/>
        </p:nvPicPr>
        <p:blipFill>
          <a:blip r:embed="rId3">
            <a:alphaModFix/>
          </a:blip>
          <a:stretch>
            <a:fillRect/>
          </a:stretch>
        </p:blipFill>
        <p:spPr>
          <a:xfrm>
            <a:off x="0" y="422555"/>
            <a:ext cx="9143999" cy="4542989"/>
          </a:xfrm>
          <a:prstGeom prst="rect">
            <a:avLst/>
          </a:prstGeom>
          <a:noFill/>
          <a:ln>
            <a:noFill/>
          </a:ln>
        </p:spPr>
      </p:pic>
      <p:sp>
        <p:nvSpPr>
          <p:cNvPr id="150" name="Google Shape;150;g2fe59f1dc03_0_0"/>
          <p:cNvSpPr txBox="1"/>
          <p:nvPr/>
        </p:nvSpPr>
        <p:spPr>
          <a:xfrm>
            <a:off x="2490475" y="1289600"/>
            <a:ext cx="1463400" cy="3554100"/>
          </a:xfrm>
          <a:prstGeom prst="rect">
            <a:avLst/>
          </a:prstGeom>
          <a:noFill/>
          <a:ln>
            <a:noFill/>
          </a:ln>
        </p:spPr>
        <p:txBody>
          <a:bodyPr anchorCtr="0" anchor="t" bIns="91425" lIns="91425" spcFirstLastPara="1" rIns="91425" wrap="square" tIns="91425">
            <a:spAutoFit/>
          </a:bodyPr>
          <a:lstStyle/>
          <a:p>
            <a:pPr indent="0" lvl="0" marL="0" rtl="0" algn="l">
              <a:lnSpc>
                <a:spcPct val="210000"/>
              </a:lnSpc>
              <a:spcBef>
                <a:spcPts val="0"/>
              </a:spcBef>
              <a:spcAft>
                <a:spcPts val="0"/>
              </a:spcAft>
              <a:buNone/>
            </a:pPr>
            <a:r>
              <a:rPr lang="en" sz="1100"/>
              <a:t>= </a:t>
            </a:r>
            <a:r>
              <a:rPr b="1" lang="en" sz="1100"/>
              <a:t>51</a:t>
            </a:r>
            <a:endParaRPr b="1" sz="1100"/>
          </a:p>
          <a:p>
            <a:pPr indent="0" lvl="0" marL="0" rtl="0" algn="l">
              <a:lnSpc>
                <a:spcPct val="210000"/>
              </a:lnSpc>
              <a:spcBef>
                <a:spcPts val="0"/>
              </a:spcBef>
              <a:spcAft>
                <a:spcPts val="0"/>
              </a:spcAft>
              <a:buNone/>
            </a:pPr>
            <a:r>
              <a:rPr lang="en" sz="1100"/>
              <a:t>= </a:t>
            </a:r>
            <a:r>
              <a:rPr b="1" lang="en" sz="1100"/>
              <a:t>127</a:t>
            </a:r>
            <a:endParaRPr b="1" sz="1100"/>
          </a:p>
          <a:p>
            <a:pPr indent="0" lvl="0" marL="0" rtl="0" algn="l">
              <a:lnSpc>
                <a:spcPct val="210000"/>
              </a:lnSpc>
              <a:spcBef>
                <a:spcPts val="0"/>
              </a:spcBef>
              <a:spcAft>
                <a:spcPts val="0"/>
              </a:spcAft>
              <a:buNone/>
            </a:pPr>
            <a:r>
              <a:rPr lang="en" sz="1100"/>
              <a:t>= </a:t>
            </a:r>
            <a:r>
              <a:rPr b="1" lang="en" sz="1100"/>
              <a:t>153</a:t>
            </a:r>
            <a:endParaRPr b="1" sz="1100"/>
          </a:p>
          <a:p>
            <a:pPr indent="0" lvl="0" marL="0" rtl="0" algn="l">
              <a:lnSpc>
                <a:spcPct val="210000"/>
              </a:lnSpc>
              <a:spcBef>
                <a:spcPts val="0"/>
              </a:spcBef>
              <a:spcAft>
                <a:spcPts val="0"/>
              </a:spcAft>
              <a:buNone/>
            </a:pPr>
            <a:r>
              <a:rPr lang="en" sz="1100"/>
              <a:t>= </a:t>
            </a:r>
            <a:r>
              <a:rPr b="1" lang="en" sz="1100"/>
              <a:t>116</a:t>
            </a:r>
            <a:endParaRPr b="1" sz="1100"/>
          </a:p>
          <a:p>
            <a:pPr indent="0" lvl="0" marL="0" rtl="0" algn="l">
              <a:lnSpc>
                <a:spcPct val="210000"/>
              </a:lnSpc>
              <a:spcBef>
                <a:spcPts val="0"/>
              </a:spcBef>
              <a:spcAft>
                <a:spcPts val="0"/>
              </a:spcAft>
              <a:buNone/>
            </a:pPr>
            <a:r>
              <a:rPr lang="en" sz="1100"/>
              <a:t>= </a:t>
            </a:r>
            <a:r>
              <a:rPr b="1" lang="en" sz="1100"/>
              <a:t>255</a:t>
            </a:r>
            <a:endParaRPr b="1" sz="1100"/>
          </a:p>
          <a:p>
            <a:pPr indent="0" lvl="0" marL="0" rtl="0" algn="l">
              <a:lnSpc>
                <a:spcPct val="210000"/>
              </a:lnSpc>
              <a:spcBef>
                <a:spcPts val="0"/>
              </a:spcBef>
              <a:spcAft>
                <a:spcPts val="0"/>
              </a:spcAft>
              <a:buNone/>
            </a:pPr>
            <a:r>
              <a:rPr lang="en" sz="1100"/>
              <a:t>= </a:t>
            </a:r>
            <a:r>
              <a:rPr b="1" lang="en" sz="1100"/>
              <a:t>15</a:t>
            </a:r>
            <a:endParaRPr b="1" sz="1100"/>
          </a:p>
          <a:p>
            <a:pPr indent="0" lvl="0" marL="0" rtl="0" algn="l">
              <a:lnSpc>
                <a:spcPct val="210000"/>
              </a:lnSpc>
              <a:spcBef>
                <a:spcPts val="0"/>
              </a:spcBef>
              <a:spcAft>
                <a:spcPts val="0"/>
              </a:spcAft>
              <a:buNone/>
            </a:pPr>
            <a:r>
              <a:rPr lang="en" sz="1100"/>
              <a:t>= </a:t>
            </a:r>
            <a:r>
              <a:rPr b="1" lang="en" sz="1100"/>
              <a:t>143</a:t>
            </a:r>
            <a:endParaRPr b="1" sz="1100"/>
          </a:p>
          <a:p>
            <a:pPr indent="0" lvl="0" marL="0" rtl="0" algn="l">
              <a:lnSpc>
                <a:spcPct val="210000"/>
              </a:lnSpc>
              <a:spcBef>
                <a:spcPts val="0"/>
              </a:spcBef>
              <a:spcAft>
                <a:spcPts val="0"/>
              </a:spcAft>
              <a:buNone/>
            </a:pPr>
            <a:r>
              <a:rPr lang="en" sz="1100"/>
              <a:t>= </a:t>
            </a:r>
            <a:r>
              <a:rPr b="1" lang="en" sz="1100"/>
              <a:t>179</a:t>
            </a:r>
            <a:endParaRPr b="1" sz="1100"/>
          </a:p>
          <a:p>
            <a:pPr indent="0" lvl="0" marL="0" rtl="0" algn="l">
              <a:lnSpc>
                <a:spcPct val="210000"/>
              </a:lnSpc>
              <a:spcBef>
                <a:spcPts val="0"/>
              </a:spcBef>
              <a:spcAft>
                <a:spcPts val="0"/>
              </a:spcAft>
              <a:buNone/>
            </a:pPr>
            <a:r>
              <a:rPr lang="en" sz="1100"/>
              <a:t> = </a:t>
            </a:r>
            <a:r>
              <a:rPr b="1" lang="en" sz="1100"/>
              <a:t>112</a:t>
            </a:r>
            <a:endParaRPr b="1" sz="1100"/>
          </a:p>
          <a:p>
            <a:pPr indent="0" lvl="0" marL="0" rtl="0" algn="l">
              <a:lnSpc>
                <a:spcPct val="210000"/>
              </a:lnSpc>
              <a:spcBef>
                <a:spcPts val="0"/>
              </a:spcBef>
              <a:spcAft>
                <a:spcPts val="0"/>
              </a:spcAft>
              <a:buNone/>
            </a:pPr>
            <a:r>
              <a:rPr lang="en" sz="1100"/>
              <a:t>= </a:t>
            </a:r>
            <a:r>
              <a:rPr b="1" lang="en" sz="1100"/>
              <a:t>238</a:t>
            </a:r>
            <a:endParaRPr b="1" sz="1100"/>
          </a:p>
        </p:txBody>
      </p:sp>
      <p:sp>
        <p:nvSpPr>
          <p:cNvPr id="151" name="Google Shape;151;g2fe59f1dc03_0_0"/>
          <p:cNvSpPr txBox="1"/>
          <p:nvPr/>
        </p:nvSpPr>
        <p:spPr>
          <a:xfrm>
            <a:off x="6584550" y="1289600"/>
            <a:ext cx="2246700" cy="3554100"/>
          </a:xfrm>
          <a:prstGeom prst="rect">
            <a:avLst/>
          </a:prstGeom>
          <a:noFill/>
          <a:ln>
            <a:noFill/>
          </a:ln>
        </p:spPr>
        <p:txBody>
          <a:bodyPr anchorCtr="0" anchor="t" bIns="91425" lIns="91425" spcFirstLastPara="1" rIns="91425" wrap="square" tIns="91425">
            <a:spAutoFit/>
          </a:bodyPr>
          <a:lstStyle/>
          <a:p>
            <a:pPr indent="0" lvl="0" marL="0" rtl="0" algn="r">
              <a:lnSpc>
                <a:spcPct val="210000"/>
              </a:lnSpc>
              <a:spcBef>
                <a:spcPts val="0"/>
              </a:spcBef>
              <a:spcAft>
                <a:spcPts val="0"/>
              </a:spcAft>
              <a:buNone/>
            </a:pPr>
            <a:r>
              <a:rPr lang="en" sz="1100"/>
              <a:t>= </a:t>
            </a:r>
            <a:r>
              <a:rPr b="1" lang="en" sz="1100"/>
              <a:t>487</a:t>
            </a:r>
            <a:endParaRPr b="1" sz="1100"/>
          </a:p>
          <a:p>
            <a:pPr indent="0" lvl="0" marL="0" rtl="0" algn="r">
              <a:lnSpc>
                <a:spcPct val="210000"/>
              </a:lnSpc>
              <a:spcBef>
                <a:spcPts val="0"/>
              </a:spcBef>
              <a:spcAft>
                <a:spcPts val="0"/>
              </a:spcAft>
              <a:buNone/>
            </a:pPr>
            <a:r>
              <a:rPr lang="en" sz="1100"/>
              <a:t>= </a:t>
            </a:r>
            <a:r>
              <a:rPr b="1" lang="en" sz="1100"/>
              <a:t>1364</a:t>
            </a:r>
            <a:endParaRPr b="1" sz="1100"/>
          </a:p>
          <a:p>
            <a:pPr indent="0" lvl="0" marL="0" rtl="0" algn="r">
              <a:lnSpc>
                <a:spcPct val="210000"/>
              </a:lnSpc>
              <a:spcBef>
                <a:spcPts val="0"/>
              </a:spcBef>
              <a:spcAft>
                <a:spcPts val="0"/>
              </a:spcAft>
              <a:buNone/>
            </a:pPr>
            <a:r>
              <a:rPr lang="en" sz="1100"/>
              <a:t>= </a:t>
            </a:r>
            <a:r>
              <a:rPr b="1" lang="en" sz="1100"/>
              <a:t>3855</a:t>
            </a:r>
            <a:endParaRPr b="1" sz="1100"/>
          </a:p>
          <a:p>
            <a:pPr indent="0" lvl="0" marL="0" rtl="0" algn="r">
              <a:lnSpc>
                <a:spcPct val="210000"/>
              </a:lnSpc>
              <a:spcBef>
                <a:spcPts val="0"/>
              </a:spcBef>
              <a:spcAft>
                <a:spcPts val="0"/>
              </a:spcAft>
              <a:buNone/>
            </a:pPr>
            <a:r>
              <a:rPr lang="en" sz="1100"/>
              <a:t>= </a:t>
            </a:r>
            <a:r>
              <a:rPr b="1" lang="en" sz="1100"/>
              <a:t>1992</a:t>
            </a:r>
            <a:endParaRPr b="1" sz="1100"/>
          </a:p>
          <a:p>
            <a:pPr indent="0" lvl="0" marL="0" rtl="0" algn="r">
              <a:lnSpc>
                <a:spcPct val="210000"/>
              </a:lnSpc>
              <a:spcBef>
                <a:spcPts val="0"/>
              </a:spcBef>
              <a:spcAft>
                <a:spcPts val="0"/>
              </a:spcAft>
              <a:buNone/>
            </a:pPr>
            <a:r>
              <a:rPr lang="en" sz="1100"/>
              <a:t>= </a:t>
            </a:r>
            <a:r>
              <a:rPr b="1" lang="en" sz="1100"/>
              <a:t>2047</a:t>
            </a:r>
            <a:endParaRPr b="1" sz="1100"/>
          </a:p>
          <a:p>
            <a:pPr indent="0" lvl="0" marL="0" rtl="0" algn="r">
              <a:lnSpc>
                <a:spcPct val="210000"/>
              </a:lnSpc>
              <a:spcBef>
                <a:spcPts val="0"/>
              </a:spcBef>
              <a:spcAft>
                <a:spcPts val="0"/>
              </a:spcAft>
              <a:buNone/>
            </a:pPr>
            <a:r>
              <a:rPr lang="en" sz="1100"/>
              <a:t>= </a:t>
            </a:r>
            <a:r>
              <a:rPr b="1" lang="en" sz="1100"/>
              <a:t>31984</a:t>
            </a:r>
            <a:endParaRPr b="1" sz="1100"/>
          </a:p>
          <a:p>
            <a:pPr indent="0" lvl="0" marL="0" rtl="0" algn="r">
              <a:lnSpc>
                <a:spcPct val="210000"/>
              </a:lnSpc>
              <a:spcBef>
                <a:spcPts val="0"/>
              </a:spcBef>
              <a:spcAft>
                <a:spcPts val="0"/>
              </a:spcAft>
              <a:buNone/>
            </a:pPr>
            <a:r>
              <a:rPr lang="en" sz="1100"/>
              <a:t>= </a:t>
            </a:r>
            <a:r>
              <a:rPr b="1" lang="en" sz="1100"/>
              <a:t>16141</a:t>
            </a:r>
            <a:endParaRPr b="1" sz="1100"/>
          </a:p>
          <a:p>
            <a:pPr indent="0" lvl="0" marL="0" rtl="0" algn="r">
              <a:lnSpc>
                <a:spcPct val="210000"/>
              </a:lnSpc>
              <a:spcBef>
                <a:spcPts val="0"/>
              </a:spcBef>
              <a:spcAft>
                <a:spcPts val="0"/>
              </a:spcAft>
              <a:buNone/>
            </a:pPr>
            <a:r>
              <a:rPr lang="en" sz="1100"/>
              <a:t>= </a:t>
            </a:r>
            <a:r>
              <a:rPr b="1" lang="en" sz="1100"/>
              <a:t>49983</a:t>
            </a:r>
            <a:endParaRPr b="1" sz="1100"/>
          </a:p>
          <a:p>
            <a:pPr indent="0" lvl="0" marL="0" rtl="0" algn="r">
              <a:lnSpc>
                <a:spcPct val="210000"/>
              </a:lnSpc>
              <a:spcBef>
                <a:spcPts val="0"/>
              </a:spcBef>
              <a:spcAft>
                <a:spcPts val="0"/>
              </a:spcAft>
              <a:buNone/>
            </a:pPr>
            <a:r>
              <a:rPr lang="en" sz="1100"/>
              <a:t>= </a:t>
            </a:r>
            <a:r>
              <a:rPr b="1" lang="en" sz="1100"/>
              <a:t>34952</a:t>
            </a:r>
            <a:endParaRPr b="1" sz="1100"/>
          </a:p>
          <a:p>
            <a:pPr indent="0" lvl="0" marL="0" rtl="0" algn="r">
              <a:lnSpc>
                <a:spcPct val="210000"/>
              </a:lnSpc>
              <a:spcBef>
                <a:spcPts val="0"/>
              </a:spcBef>
              <a:spcAft>
                <a:spcPts val="0"/>
              </a:spcAft>
              <a:buNone/>
            </a:pPr>
            <a:r>
              <a:rPr lang="en" sz="1100"/>
              <a:t>= </a:t>
            </a:r>
            <a:r>
              <a:rPr b="1" lang="en" sz="1100"/>
              <a:t>32767</a:t>
            </a:r>
            <a:endParaRPr b="1" sz="1100"/>
          </a:p>
        </p:txBody>
      </p:sp>
      <p:sp>
        <p:nvSpPr>
          <p:cNvPr id="152" name="Google Shape;152;g2fe59f1dc03_0_0"/>
          <p:cNvSpPr txBox="1"/>
          <p:nvPr>
            <p:ph type="title"/>
          </p:nvPr>
        </p:nvSpPr>
        <p:spPr>
          <a:xfrm>
            <a:off x="6960200" y="561625"/>
            <a:ext cx="1908000" cy="620700"/>
          </a:xfrm>
          <a:prstGeom prst="rect">
            <a:avLst/>
          </a:prstGeom>
          <a:noFill/>
          <a:ln>
            <a:noFill/>
          </a:ln>
        </p:spPr>
        <p:txBody>
          <a:bodyPr anchorCtr="0" anchor="t" bIns="91425" lIns="91425" spcFirstLastPara="1" rIns="91425" wrap="square" tIns="91425">
            <a:noAutofit/>
          </a:bodyPr>
          <a:lstStyle/>
          <a:p>
            <a:pPr indent="0" lvl="0" marL="0" rtl="0" algn="r">
              <a:lnSpc>
                <a:spcPct val="100000"/>
              </a:lnSpc>
              <a:spcBef>
                <a:spcPts val="0"/>
              </a:spcBef>
              <a:spcAft>
                <a:spcPts val="0"/>
              </a:spcAft>
              <a:buSzPts val="3000"/>
              <a:buNone/>
            </a:pPr>
            <a:r>
              <a:rPr b="1" lang="en" sz="3300"/>
              <a:t>ANSWER</a:t>
            </a:r>
            <a:endParaRPr b="1" sz="33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6" name="Shape 156"/>
        <p:cNvGrpSpPr/>
        <p:nvPr/>
      </p:nvGrpSpPr>
      <p:grpSpPr>
        <a:xfrm>
          <a:off x="0" y="0"/>
          <a:ext cx="0" cy="0"/>
          <a:chOff x="0" y="0"/>
          <a:chExt cx="0" cy="0"/>
        </a:xfrm>
      </p:grpSpPr>
      <p:sp>
        <p:nvSpPr>
          <p:cNvPr id="157" name="Google Shape;157;p10"/>
          <p:cNvSpPr txBox="1"/>
          <p:nvPr>
            <p:ph type="title"/>
          </p:nvPr>
        </p:nvSpPr>
        <p:spPr>
          <a:xfrm>
            <a:off x="311700" y="98275"/>
            <a:ext cx="8520600" cy="607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3000"/>
              <a:buNone/>
            </a:pPr>
            <a:r>
              <a:rPr lang="en"/>
              <a:t>Converting from denary to binary</a:t>
            </a:r>
            <a:endParaRPr/>
          </a:p>
        </p:txBody>
      </p:sp>
      <p:sp>
        <p:nvSpPr>
          <p:cNvPr id="158" name="Google Shape;158;p10"/>
          <p:cNvSpPr txBox="1"/>
          <p:nvPr>
            <p:ph idx="1" type="body"/>
          </p:nvPr>
        </p:nvSpPr>
        <p:spPr>
          <a:xfrm>
            <a:off x="311700" y="810100"/>
            <a:ext cx="8520600" cy="14142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SzPts val="1800"/>
              <a:buNone/>
            </a:pPr>
            <a:r>
              <a:rPr lang="en"/>
              <a:t>The conversion from denary numbers to binary numbers can be done in two different ways. The </a:t>
            </a:r>
            <a:r>
              <a:rPr lang="en" u="sng"/>
              <a:t>first method</a:t>
            </a:r>
            <a:r>
              <a:rPr lang="en"/>
              <a:t> involves successive subtraction of powers of 2 (that is, 128, 64, 32, 16, and so on); whilst the </a:t>
            </a:r>
            <a:r>
              <a:rPr lang="en" u="sng"/>
              <a:t>second method </a:t>
            </a:r>
            <a:r>
              <a:rPr lang="en"/>
              <a:t>involves successive division by 2 until the value “0” is reached.</a:t>
            </a:r>
            <a:endParaRPr/>
          </a:p>
          <a:p>
            <a:pPr indent="0" lvl="0" marL="0" rtl="0" algn="l">
              <a:lnSpc>
                <a:spcPct val="115000"/>
              </a:lnSpc>
              <a:spcBef>
                <a:spcPts val="1600"/>
              </a:spcBef>
              <a:spcAft>
                <a:spcPts val="1600"/>
              </a:spcAft>
              <a:buSzPts val="1800"/>
              <a:buNone/>
            </a:pPr>
            <a:r>
              <a:t/>
            </a:r>
            <a:endParaRPr/>
          </a:p>
        </p:txBody>
      </p:sp>
      <p:pic>
        <p:nvPicPr>
          <p:cNvPr id="159" name="Google Shape;159;p10"/>
          <p:cNvPicPr preferRelativeResize="0"/>
          <p:nvPr/>
        </p:nvPicPr>
        <p:blipFill rotWithShape="1">
          <a:blip r:embed="rId3">
            <a:alphaModFix/>
          </a:blip>
          <a:srcRect b="43652" l="0" r="0" t="0"/>
          <a:stretch/>
        </p:blipFill>
        <p:spPr>
          <a:xfrm>
            <a:off x="429850" y="2328325"/>
            <a:ext cx="8284299" cy="1414201"/>
          </a:xfrm>
          <a:prstGeom prst="rect">
            <a:avLst/>
          </a:prstGeom>
          <a:noFill/>
          <a:ln>
            <a:noFill/>
          </a:ln>
        </p:spPr>
      </p:pic>
      <p:pic>
        <p:nvPicPr>
          <p:cNvPr id="160" name="Google Shape;160;p10"/>
          <p:cNvPicPr preferRelativeResize="0"/>
          <p:nvPr/>
        </p:nvPicPr>
        <p:blipFill rotWithShape="1">
          <a:blip r:embed="rId3">
            <a:alphaModFix/>
          </a:blip>
          <a:srcRect b="1463" l="0" r="30434" t="55375"/>
          <a:stretch/>
        </p:blipFill>
        <p:spPr>
          <a:xfrm>
            <a:off x="511125" y="3690775"/>
            <a:ext cx="5763050" cy="1083200"/>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4" name="Shape 164"/>
        <p:cNvGrpSpPr/>
        <p:nvPr/>
      </p:nvGrpSpPr>
      <p:grpSpPr>
        <a:xfrm>
          <a:off x="0" y="0"/>
          <a:ext cx="0" cy="0"/>
          <a:chOff x="0" y="0"/>
          <a:chExt cx="0" cy="0"/>
        </a:xfrm>
      </p:grpSpPr>
      <p:pic>
        <p:nvPicPr>
          <p:cNvPr id="165" name="Google Shape;165;p11"/>
          <p:cNvPicPr preferRelativeResize="0"/>
          <p:nvPr/>
        </p:nvPicPr>
        <p:blipFill rotWithShape="1">
          <a:blip r:embed="rId3">
            <a:alphaModFix/>
          </a:blip>
          <a:srcRect b="0" l="0" r="-10375" t="0"/>
          <a:stretch/>
        </p:blipFill>
        <p:spPr>
          <a:xfrm>
            <a:off x="0" y="0"/>
            <a:ext cx="9144000" cy="4956876"/>
          </a:xfrm>
          <a:prstGeom prst="rect">
            <a:avLst/>
          </a:prstGeom>
          <a:noFill/>
          <a:ln>
            <a:noFill/>
          </a:ln>
        </p:spPr>
      </p:pic>
      <p:sp>
        <p:nvSpPr>
          <p:cNvPr id="166" name="Google Shape;166;p11"/>
          <p:cNvSpPr/>
          <p:nvPr/>
        </p:nvSpPr>
        <p:spPr>
          <a:xfrm>
            <a:off x="8225100" y="4064675"/>
            <a:ext cx="918900" cy="892200"/>
          </a:xfrm>
          <a:prstGeom prst="rect">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Roboto"/>
              <a:ea typeface="Roboto"/>
              <a:cs typeface="Roboto"/>
              <a:sym typeface="Roboto"/>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sp>
        <p:nvSpPr>
          <p:cNvPr id="171" name="Google Shape;171;p12"/>
          <p:cNvSpPr txBox="1"/>
          <p:nvPr>
            <p:ph type="title"/>
          </p:nvPr>
        </p:nvSpPr>
        <p:spPr>
          <a:xfrm>
            <a:off x="272550" y="798150"/>
            <a:ext cx="8222100" cy="9756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4200"/>
              <a:buNone/>
            </a:pPr>
            <a:r>
              <a:rPr lang="en" sz="2400"/>
              <a:t>Convert </a:t>
            </a:r>
            <a:r>
              <a:rPr b="1" lang="en" sz="2400">
                <a:solidFill>
                  <a:schemeClr val="dk1"/>
                </a:solidFill>
                <a:highlight>
                  <a:schemeClr val="lt1"/>
                </a:highlight>
              </a:rPr>
              <a:t>59</a:t>
            </a:r>
            <a:r>
              <a:rPr lang="en" sz="2400"/>
              <a:t> into binary:</a:t>
            </a:r>
            <a:endParaRPr sz="2400"/>
          </a:p>
          <a:p>
            <a:pPr indent="0" lvl="0" marL="0" rtl="0" algn="l">
              <a:lnSpc>
                <a:spcPct val="100000"/>
              </a:lnSpc>
              <a:spcBef>
                <a:spcPts val="0"/>
              </a:spcBef>
              <a:spcAft>
                <a:spcPts val="0"/>
              </a:spcAft>
              <a:buSzPts val="4200"/>
              <a:buNone/>
            </a:pPr>
            <a:r>
              <a:t/>
            </a:r>
            <a:endParaRPr sz="2400"/>
          </a:p>
          <a:p>
            <a:pPr indent="0" lvl="0" marL="0" rtl="0" algn="l">
              <a:lnSpc>
                <a:spcPct val="100000"/>
              </a:lnSpc>
              <a:spcBef>
                <a:spcPts val="0"/>
              </a:spcBef>
              <a:spcAft>
                <a:spcPts val="0"/>
              </a:spcAft>
              <a:buSzPts val="4200"/>
              <a:buNone/>
            </a:pPr>
            <a:r>
              <a:rPr b="1" lang="en" sz="2400"/>
              <a:t>Method 1							    Method 2</a:t>
            </a:r>
            <a:endParaRPr b="1" sz="2400"/>
          </a:p>
        </p:txBody>
      </p:sp>
      <p:graphicFrame>
        <p:nvGraphicFramePr>
          <p:cNvPr id="172" name="Google Shape;172;p12"/>
          <p:cNvGraphicFramePr/>
          <p:nvPr/>
        </p:nvGraphicFramePr>
        <p:xfrm>
          <a:off x="272550" y="1991425"/>
          <a:ext cx="3000000" cy="3000000"/>
        </p:xfrm>
        <a:graphic>
          <a:graphicData uri="http://schemas.openxmlformats.org/drawingml/2006/table">
            <a:tbl>
              <a:tblPr>
                <a:noFill/>
                <a:tableStyleId>{B6B477F1-82FF-4E01-9ABA-C1D04204DD87}</a:tableStyleId>
              </a:tblPr>
              <a:tblGrid>
                <a:gridCol w="3750050"/>
              </a:tblGrid>
              <a:tr h="632800">
                <a:tc>
                  <a:txBody>
                    <a:bodyPr/>
                    <a:lstStyle/>
                    <a:p>
                      <a:pPr indent="0" lvl="0" marL="0" marR="0" rtl="0" algn="l">
                        <a:lnSpc>
                          <a:spcPct val="100000"/>
                        </a:lnSpc>
                        <a:spcBef>
                          <a:spcPts val="0"/>
                        </a:spcBef>
                        <a:spcAft>
                          <a:spcPts val="0"/>
                        </a:spcAft>
                        <a:buClr>
                          <a:srgbClr val="000000"/>
                        </a:buClr>
                        <a:buSzPts val="2900"/>
                        <a:buFont typeface="Arial"/>
                        <a:buNone/>
                      </a:pPr>
                      <a:r>
                        <a:rPr lang="en" sz="2900" u="none" cap="none" strike="noStrike"/>
                        <a:t>128 64 32 16 8 4 2 1</a:t>
                      </a:r>
                      <a:endParaRPr sz="1400" u="none" cap="none" strike="noStrike"/>
                    </a:p>
                  </a:txBody>
                  <a:tcPr marT="91425" marB="91425" marR="91425" marL="91425">
                    <a:solidFill>
                      <a:schemeClr val="lt1"/>
                    </a:solidFill>
                  </a:tcPr>
                </a:tc>
              </a:tr>
              <a:tr h="480925">
                <a:tc>
                  <a:txBody>
                    <a:bodyPr/>
                    <a:lstStyle/>
                    <a:p>
                      <a:pPr indent="0" lvl="0" marL="0" marR="0" rtl="0" algn="l">
                        <a:lnSpc>
                          <a:spcPct val="100000"/>
                        </a:lnSpc>
                        <a:spcBef>
                          <a:spcPts val="0"/>
                        </a:spcBef>
                        <a:spcAft>
                          <a:spcPts val="0"/>
                        </a:spcAft>
                        <a:buClr>
                          <a:srgbClr val="000000"/>
                        </a:buClr>
                        <a:buSzPts val="1400"/>
                        <a:buFont typeface="Arial"/>
                        <a:buNone/>
                      </a:pPr>
                      <a:r>
                        <a:t/>
                      </a:r>
                      <a:endParaRPr sz="1400" u="none" cap="none" strike="noStrike"/>
                    </a:p>
                  </a:txBody>
                  <a:tcPr marT="91425" marB="91425" marR="91425" marL="91425">
                    <a:solidFill>
                      <a:schemeClr val="lt1"/>
                    </a:solidFill>
                  </a:tcPr>
                </a:tc>
              </a:tr>
            </a:tbl>
          </a:graphicData>
        </a:graphic>
      </p:graphicFrame>
      <p:graphicFrame>
        <p:nvGraphicFramePr>
          <p:cNvPr id="173" name="Google Shape;173;p12"/>
          <p:cNvGraphicFramePr/>
          <p:nvPr/>
        </p:nvGraphicFramePr>
        <p:xfrm>
          <a:off x="4696700" y="1962150"/>
          <a:ext cx="3000000" cy="3000000"/>
        </p:xfrm>
        <a:graphic>
          <a:graphicData uri="http://schemas.openxmlformats.org/drawingml/2006/table">
            <a:tbl>
              <a:tblPr>
                <a:noFill/>
                <a:tableStyleId>{B6B477F1-82FF-4E01-9ABA-C1D04204DD87}</a:tableStyleId>
              </a:tblPr>
              <a:tblGrid>
                <a:gridCol w="547850"/>
                <a:gridCol w="595800"/>
                <a:gridCol w="1027450"/>
                <a:gridCol w="1171300"/>
              </a:tblGrid>
              <a:tr h="381000">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t>2</a:t>
                      </a:r>
                      <a:endParaRPr sz="1400" u="none" cap="none" strike="noStrike"/>
                    </a:p>
                  </a:txBody>
                  <a:tcPr marT="91425" marB="91425" marR="91425" marL="91425">
                    <a:solidFill>
                      <a:schemeClr val="lt1"/>
                    </a:solidFill>
                  </a:tcPr>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t>59</a:t>
                      </a:r>
                      <a:endParaRPr sz="1400" u="none" cap="none" strike="noStrike"/>
                    </a:p>
                  </a:txBody>
                  <a:tcPr marT="91425" marB="91425" marR="91425" marL="91425">
                    <a:solidFill>
                      <a:schemeClr val="lt1"/>
                    </a:solidFill>
                  </a:tcPr>
                </a:tc>
                <a:tc>
                  <a:txBody>
                    <a:bodyPr/>
                    <a:lstStyle/>
                    <a:p>
                      <a:pPr indent="0" lvl="0" marL="0" marR="0" rtl="0" algn="l">
                        <a:lnSpc>
                          <a:spcPct val="100000"/>
                        </a:lnSpc>
                        <a:spcBef>
                          <a:spcPts val="0"/>
                        </a:spcBef>
                        <a:spcAft>
                          <a:spcPts val="0"/>
                        </a:spcAft>
                        <a:buClr>
                          <a:srgbClr val="000000"/>
                        </a:buClr>
                        <a:buSzPts val="1400"/>
                        <a:buFont typeface="Arial"/>
                        <a:buNone/>
                      </a:pPr>
                      <a:r>
                        <a:t/>
                      </a:r>
                      <a:endParaRPr sz="1400" u="none" cap="none" strike="noStrike"/>
                    </a:p>
                  </a:txBody>
                  <a:tcPr marT="91425" marB="91425" marR="91425" marL="91425">
                    <a:solidFill>
                      <a:schemeClr val="lt1"/>
                    </a:solidFill>
                  </a:tcPr>
                </a:tc>
                <a:tc>
                  <a:txBody>
                    <a:bodyPr/>
                    <a:lstStyle/>
                    <a:p>
                      <a:pPr indent="0" lvl="0" marL="0" marR="0" rtl="0" algn="l">
                        <a:lnSpc>
                          <a:spcPct val="100000"/>
                        </a:lnSpc>
                        <a:spcBef>
                          <a:spcPts val="0"/>
                        </a:spcBef>
                        <a:spcAft>
                          <a:spcPts val="0"/>
                        </a:spcAft>
                        <a:buClr>
                          <a:srgbClr val="000000"/>
                        </a:buClr>
                        <a:buSzPts val="1400"/>
                        <a:buFont typeface="Arial"/>
                        <a:buNone/>
                      </a:pPr>
                      <a:r>
                        <a:t/>
                      </a:r>
                      <a:endParaRPr sz="1400" u="none" cap="none" strike="noStrike"/>
                    </a:p>
                  </a:txBody>
                  <a:tcPr marT="91425" marB="91425" marR="91425" marL="91425">
                    <a:solidFill>
                      <a:schemeClr val="lt1"/>
                    </a:solidFill>
                  </a:tcPr>
                </a:tc>
              </a:tr>
              <a:tr h="381000">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t>2</a:t>
                      </a:r>
                      <a:endParaRPr sz="1400" u="none" cap="none" strike="noStrike"/>
                    </a:p>
                  </a:txBody>
                  <a:tcPr marT="91425" marB="91425" marR="91425" marL="91425">
                    <a:solidFill>
                      <a:schemeClr val="lt1"/>
                    </a:solidFill>
                  </a:tcPr>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t>29</a:t>
                      </a:r>
                      <a:endParaRPr sz="1400" u="none" cap="none" strike="noStrike"/>
                    </a:p>
                  </a:txBody>
                  <a:tcPr marT="91425" marB="91425" marR="91425" marL="91425">
                    <a:solidFill>
                      <a:schemeClr val="lt1"/>
                    </a:solidFill>
                  </a:tcPr>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t>Reminder</a:t>
                      </a:r>
                      <a:endParaRPr sz="1400" u="none" cap="none" strike="noStrike"/>
                    </a:p>
                  </a:txBody>
                  <a:tcPr marT="91425" marB="91425" marR="91425" marL="91425">
                    <a:solidFill>
                      <a:schemeClr val="lt1"/>
                    </a:solidFill>
                  </a:tcPr>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t>1</a:t>
                      </a:r>
                      <a:endParaRPr sz="1400" u="none" cap="none" strike="noStrike"/>
                    </a:p>
                  </a:txBody>
                  <a:tcPr marT="91425" marB="91425" marR="91425" marL="91425">
                    <a:solidFill>
                      <a:schemeClr val="lt1"/>
                    </a:solidFill>
                  </a:tcPr>
                </a:tc>
              </a:tr>
              <a:tr h="381000">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t>2</a:t>
                      </a:r>
                      <a:endParaRPr sz="1400" u="none" cap="none" strike="noStrike"/>
                    </a:p>
                  </a:txBody>
                  <a:tcPr marT="91425" marB="91425" marR="91425" marL="91425">
                    <a:solidFill>
                      <a:schemeClr val="lt1"/>
                    </a:solidFill>
                  </a:tcPr>
                </a:tc>
                <a:tc>
                  <a:txBody>
                    <a:bodyPr/>
                    <a:lstStyle/>
                    <a:p>
                      <a:pPr indent="0" lvl="0" marL="0" marR="0" rtl="0" algn="l">
                        <a:lnSpc>
                          <a:spcPct val="100000"/>
                        </a:lnSpc>
                        <a:spcBef>
                          <a:spcPts val="0"/>
                        </a:spcBef>
                        <a:spcAft>
                          <a:spcPts val="0"/>
                        </a:spcAft>
                        <a:buClr>
                          <a:srgbClr val="000000"/>
                        </a:buClr>
                        <a:buSzPts val="1400"/>
                        <a:buFont typeface="Arial"/>
                        <a:buNone/>
                      </a:pPr>
                      <a:r>
                        <a:t/>
                      </a:r>
                      <a:endParaRPr sz="1400" u="none" cap="none" strike="noStrike"/>
                    </a:p>
                  </a:txBody>
                  <a:tcPr marT="91425" marB="91425" marR="91425" marL="91425">
                    <a:solidFill>
                      <a:schemeClr val="lt1"/>
                    </a:solidFill>
                  </a:tcPr>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t>Reminder</a:t>
                      </a:r>
                      <a:endParaRPr sz="1400" u="none" cap="none" strike="noStrike"/>
                    </a:p>
                  </a:txBody>
                  <a:tcPr marT="91425" marB="91425" marR="91425" marL="91425">
                    <a:solidFill>
                      <a:schemeClr val="lt1"/>
                    </a:solidFill>
                  </a:tcPr>
                </a:tc>
                <a:tc>
                  <a:txBody>
                    <a:bodyPr/>
                    <a:lstStyle/>
                    <a:p>
                      <a:pPr indent="0" lvl="0" marL="0" marR="0" rtl="0" algn="l">
                        <a:lnSpc>
                          <a:spcPct val="100000"/>
                        </a:lnSpc>
                        <a:spcBef>
                          <a:spcPts val="0"/>
                        </a:spcBef>
                        <a:spcAft>
                          <a:spcPts val="0"/>
                        </a:spcAft>
                        <a:buClr>
                          <a:srgbClr val="000000"/>
                        </a:buClr>
                        <a:buSzPts val="1400"/>
                        <a:buFont typeface="Arial"/>
                        <a:buNone/>
                      </a:pPr>
                      <a:r>
                        <a:t/>
                      </a:r>
                      <a:endParaRPr sz="1400" u="none" cap="none" strike="noStrike"/>
                    </a:p>
                  </a:txBody>
                  <a:tcPr marT="91425" marB="91425" marR="91425" marL="91425">
                    <a:solidFill>
                      <a:schemeClr val="lt1"/>
                    </a:solidFill>
                  </a:tcPr>
                </a:tc>
              </a:tr>
              <a:tr h="381000">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t>2</a:t>
                      </a:r>
                      <a:endParaRPr sz="1400" u="none" cap="none" strike="noStrike"/>
                    </a:p>
                  </a:txBody>
                  <a:tcPr marT="91425" marB="91425" marR="91425" marL="91425">
                    <a:solidFill>
                      <a:schemeClr val="lt1"/>
                    </a:solidFill>
                  </a:tcPr>
                </a:tc>
                <a:tc>
                  <a:txBody>
                    <a:bodyPr/>
                    <a:lstStyle/>
                    <a:p>
                      <a:pPr indent="0" lvl="0" marL="0" marR="0" rtl="0" algn="l">
                        <a:lnSpc>
                          <a:spcPct val="100000"/>
                        </a:lnSpc>
                        <a:spcBef>
                          <a:spcPts val="0"/>
                        </a:spcBef>
                        <a:spcAft>
                          <a:spcPts val="0"/>
                        </a:spcAft>
                        <a:buClr>
                          <a:srgbClr val="000000"/>
                        </a:buClr>
                        <a:buSzPts val="1400"/>
                        <a:buFont typeface="Arial"/>
                        <a:buNone/>
                      </a:pPr>
                      <a:r>
                        <a:t/>
                      </a:r>
                      <a:endParaRPr sz="1400" u="none" cap="none" strike="noStrike"/>
                    </a:p>
                  </a:txBody>
                  <a:tcPr marT="91425" marB="91425" marR="91425" marL="91425">
                    <a:solidFill>
                      <a:schemeClr val="lt1"/>
                    </a:solidFill>
                  </a:tcPr>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t>Reminder</a:t>
                      </a:r>
                      <a:endParaRPr sz="1400" u="none" cap="none" strike="noStrike"/>
                    </a:p>
                  </a:txBody>
                  <a:tcPr marT="91425" marB="91425" marR="91425" marL="91425">
                    <a:solidFill>
                      <a:schemeClr val="lt1"/>
                    </a:solidFill>
                  </a:tcPr>
                </a:tc>
                <a:tc>
                  <a:txBody>
                    <a:bodyPr/>
                    <a:lstStyle/>
                    <a:p>
                      <a:pPr indent="0" lvl="0" marL="0" marR="0" rtl="0" algn="l">
                        <a:lnSpc>
                          <a:spcPct val="100000"/>
                        </a:lnSpc>
                        <a:spcBef>
                          <a:spcPts val="0"/>
                        </a:spcBef>
                        <a:spcAft>
                          <a:spcPts val="0"/>
                        </a:spcAft>
                        <a:buClr>
                          <a:srgbClr val="000000"/>
                        </a:buClr>
                        <a:buSzPts val="1400"/>
                        <a:buFont typeface="Arial"/>
                        <a:buNone/>
                      </a:pPr>
                      <a:r>
                        <a:t/>
                      </a:r>
                      <a:endParaRPr sz="1400" u="none" cap="none" strike="noStrike"/>
                    </a:p>
                  </a:txBody>
                  <a:tcPr marT="91425" marB="91425" marR="91425" marL="91425">
                    <a:solidFill>
                      <a:schemeClr val="lt1"/>
                    </a:solidFill>
                  </a:tcPr>
                </a:tc>
              </a:tr>
              <a:tr h="381000">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t>2</a:t>
                      </a:r>
                      <a:endParaRPr sz="1400" u="none" cap="none" strike="noStrike"/>
                    </a:p>
                  </a:txBody>
                  <a:tcPr marT="91425" marB="91425" marR="91425" marL="91425">
                    <a:solidFill>
                      <a:schemeClr val="lt1"/>
                    </a:solidFill>
                  </a:tcPr>
                </a:tc>
                <a:tc>
                  <a:txBody>
                    <a:bodyPr/>
                    <a:lstStyle/>
                    <a:p>
                      <a:pPr indent="0" lvl="0" marL="0" marR="0" rtl="0" algn="l">
                        <a:lnSpc>
                          <a:spcPct val="100000"/>
                        </a:lnSpc>
                        <a:spcBef>
                          <a:spcPts val="0"/>
                        </a:spcBef>
                        <a:spcAft>
                          <a:spcPts val="0"/>
                        </a:spcAft>
                        <a:buClr>
                          <a:srgbClr val="000000"/>
                        </a:buClr>
                        <a:buSzPts val="1400"/>
                        <a:buFont typeface="Arial"/>
                        <a:buNone/>
                      </a:pPr>
                      <a:r>
                        <a:t/>
                      </a:r>
                      <a:endParaRPr sz="1400" u="none" cap="none" strike="noStrike"/>
                    </a:p>
                  </a:txBody>
                  <a:tcPr marT="91425" marB="91425" marR="91425" marL="91425">
                    <a:solidFill>
                      <a:schemeClr val="lt1"/>
                    </a:solidFill>
                  </a:tcPr>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t>Reminder</a:t>
                      </a:r>
                      <a:endParaRPr sz="1400" u="none" cap="none" strike="noStrike"/>
                    </a:p>
                  </a:txBody>
                  <a:tcPr marT="91425" marB="91425" marR="91425" marL="91425">
                    <a:solidFill>
                      <a:schemeClr val="lt1"/>
                    </a:solidFill>
                  </a:tcPr>
                </a:tc>
                <a:tc>
                  <a:txBody>
                    <a:bodyPr/>
                    <a:lstStyle/>
                    <a:p>
                      <a:pPr indent="0" lvl="0" marL="0" marR="0" rtl="0" algn="l">
                        <a:lnSpc>
                          <a:spcPct val="100000"/>
                        </a:lnSpc>
                        <a:spcBef>
                          <a:spcPts val="0"/>
                        </a:spcBef>
                        <a:spcAft>
                          <a:spcPts val="0"/>
                        </a:spcAft>
                        <a:buClr>
                          <a:srgbClr val="000000"/>
                        </a:buClr>
                        <a:buSzPts val="1400"/>
                        <a:buFont typeface="Arial"/>
                        <a:buNone/>
                      </a:pPr>
                      <a:r>
                        <a:t/>
                      </a:r>
                      <a:endParaRPr sz="1400" u="none" cap="none" strike="noStrike"/>
                    </a:p>
                  </a:txBody>
                  <a:tcPr marT="91425" marB="91425" marR="91425" marL="91425">
                    <a:solidFill>
                      <a:schemeClr val="lt1"/>
                    </a:solidFill>
                  </a:tcPr>
                </a:tc>
              </a:tr>
              <a:tr h="381000">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t>2</a:t>
                      </a:r>
                      <a:endParaRPr sz="1400" u="none" cap="none" strike="noStrike"/>
                    </a:p>
                  </a:txBody>
                  <a:tcPr marT="91425" marB="91425" marR="91425" marL="91425">
                    <a:solidFill>
                      <a:schemeClr val="lt1"/>
                    </a:solidFill>
                  </a:tcPr>
                </a:tc>
                <a:tc>
                  <a:txBody>
                    <a:bodyPr/>
                    <a:lstStyle/>
                    <a:p>
                      <a:pPr indent="0" lvl="0" marL="0" marR="0" rtl="0" algn="l">
                        <a:lnSpc>
                          <a:spcPct val="100000"/>
                        </a:lnSpc>
                        <a:spcBef>
                          <a:spcPts val="0"/>
                        </a:spcBef>
                        <a:spcAft>
                          <a:spcPts val="0"/>
                        </a:spcAft>
                        <a:buClr>
                          <a:srgbClr val="000000"/>
                        </a:buClr>
                        <a:buSzPts val="1400"/>
                        <a:buFont typeface="Arial"/>
                        <a:buNone/>
                      </a:pPr>
                      <a:r>
                        <a:t/>
                      </a:r>
                      <a:endParaRPr sz="1400" u="none" cap="none" strike="noStrike"/>
                    </a:p>
                  </a:txBody>
                  <a:tcPr marT="91425" marB="91425" marR="91425" marL="91425">
                    <a:solidFill>
                      <a:schemeClr val="lt1"/>
                    </a:solidFill>
                  </a:tcPr>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t>Reminder</a:t>
                      </a:r>
                      <a:endParaRPr sz="1400" u="none" cap="none" strike="noStrike"/>
                    </a:p>
                  </a:txBody>
                  <a:tcPr marT="91425" marB="91425" marR="91425" marL="91425">
                    <a:solidFill>
                      <a:schemeClr val="lt1"/>
                    </a:solidFill>
                  </a:tcPr>
                </a:tc>
                <a:tc>
                  <a:txBody>
                    <a:bodyPr/>
                    <a:lstStyle/>
                    <a:p>
                      <a:pPr indent="0" lvl="0" marL="0" marR="0" rtl="0" algn="l">
                        <a:lnSpc>
                          <a:spcPct val="100000"/>
                        </a:lnSpc>
                        <a:spcBef>
                          <a:spcPts val="0"/>
                        </a:spcBef>
                        <a:spcAft>
                          <a:spcPts val="0"/>
                        </a:spcAft>
                        <a:buClr>
                          <a:srgbClr val="000000"/>
                        </a:buClr>
                        <a:buSzPts val="1400"/>
                        <a:buFont typeface="Arial"/>
                        <a:buNone/>
                      </a:pPr>
                      <a:r>
                        <a:t/>
                      </a:r>
                      <a:endParaRPr sz="1400" u="none" cap="none" strike="noStrike"/>
                    </a:p>
                  </a:txBody>
                  <a:tcPr marT="91425" marB="91425" marR="91425" marL="91425">
                    <a:solidFill>
                      <a:schemeClr val="lt1"/>
                    </a:solidFill>
                  </a:tcPr>
                </a:tc>
              </a:tr>
            </a:tbl>
          </a:graphicData>
        </a:graphic>
      </p:graphicFrame>
      <p:pic>
        <p:nvPicPr>
          <p:cNvPr id="174" name="Google Shape;174;p12"/>
          <p:cNvPicPr preferRelativeResize="0"/>
          <p:nvPr/>
        </p:nvPicPr>
        <p:blipFill rotWithShape="1">
          <a:blip r:embed="rId3">
            <a:alphaModFix/>
          </a:blip>
          <a:srcRect b="0" l="0" r="0" t="0"/>
          <a:stretch/>
        </p:blipFill>
        <p:spPr>
          <a:xfrm>
            <a:off x="8212825" y="1962150"/>
            <a:ext cx="638175" cy="2377200"/>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8" name="Shape 178"/>
        <p:cNvGrpSpPr/>
        <p:nvPr/>
      </p:nvGrpSpPr>
      <p:grpSpPr>
        <a:xfrm>
          <a:off x="0" y="0"/>
          <a:ext cx="0" cy="0"/>
          <a:chOff x="0" y="0"/>
          <a:chExt cx="0" cy="0"/>
        </a:xfrm>
      </p:grpSpPr>
      <p:pic>
        <p:nvPicPr>
          <p:cNvPr id="179" name="Google Shape;179;p13" title="Exam - Free of Charge Creative Commons Notepad 1 image"/>
          <p:cNvPicPr preferRelativeResize="0"/>
          <p:nvPr/>
        </p:nvPicPr>
        <p:blipFill rotWithShape="1">
          <a:blip r:embed="rId3">
            <a:alphaModFix/>
          </a:blip>
          <a:srcRect b="21312" l="0" r="0" t="20179"/>
          <a:stretch/>
        </p:blipFill>
        <p:spPr>
          <a:xfrm rot="-5400000">
            <a:off x="-1475887" y="1480312"/>
            <a:ext cx="5089475" cy="2128851"/>
          </a:xfrm>
          <a:prstGeom prst="rect">
            <a:avLst/>
          </a:prstGeom>
          <a:noFill/>
          <a:ln>
            <a:noFill/>
          </a:ln>
        </p:spPr>
      </p:pic>
      <p:pic>
        <p:nvPicPr>
          <p:cNvPr id="180" name="Google Shape;180;p13"/>
          <p:cNvPicPr preferRelativeResize="0"/>
          <p:nvPr/>
        </p:nvPicPr>
        <p:blipFill>
          <a:blip r:embed="rId4">
            <a:alphaModFix/>
          </a:blip>
          <a:stretch>
            <a:fillRect/>
          </a:stretch>
        </p:blipFill>
        <p:spPr>
          <a:xfrm>
            <a:off x="2133275" y="1184537"/>
            <a:ext cx="7010726" cy="3536437"/>
          </a:xfrm>
          <a:prstGeom prst="rect">
            <a:avLst/>
          </a:prstGeom>
          <a:noFill/>
          <a:ln>
            <a:noFill/>
          </a:ln>
        </p:spPr>
      </p:pic>
      <p:sp>
        <p:nvSpPr>
          <p:cNvPr id="181" name="Google Shape;181;p13"/>
          <p:cNvSpPr txBox="1"/>
          <p:nvPr>
            <p:ph idx="4294967295" type="title"/>
          </p:nvPr>
        </p:nvSpPr>
        <p:spPr>
          <a:xfrm>
            <a:off x="4044275" y="62300"/>
            <a:ext cx="4788300" cy="1113600"/>
          </a:xfrm>
          <a:prstGeom prst="rect">
            <a:avLst/>
          </a:prstGeom>
          <a:noFill/>
          <a:ln>
            <a:noFill/>
          </a:ln>
        </p:spPr>
        <p:txBody>
          <a:bodyPr anchorCtr="0" anchor="t" bIns="91425" lIns="91425" spcFirstLastPara="1" rIns="91425" wrap="square" tIns="91425">
            <a:noAutofit/>
          </a:bodyPr>
          <a:lstStyle/>
          <a:p>
            <a:pPr indent="0" lvl="0" marL="0" rtl="0" algn="r">
              <a:lnSpc>
                <a:spcPct val="100000"/>
              </a:lnSpc>
              <a:spcBef>
                <a:spcPts val="0"/>
              </a:spcBef>
              <a:spcAft>
                <a:spcPts val="0"/>
              </a:spcAft>
              <a:buSzPts val="3000"/>
              <a:buNone/>
            </a:pPr>
            <a:r>
              <a:rPr b="1" lang="en" sz="6000"/>
              <a:t>QUESTION</a:t>
            </a:r>
            <a:endParaRPr b="1" sz="60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pic>
        <p:nvPicPr>
          <p:cNvPr id="186" name="Google Shape;186;p14" title="Exam - Free of Charge Creative Commons Notepad 1 image"/>
          <p:cNvPicPr preferRelativeResize="0"/>
          <p:nvPr/>
        </p:nvPicPr>
        <p:blipFill rotWithShape="1">
          <a:blip r:embed="rId3">
            <a:alphaModFix/>
          </a:blip>
          <a:srcRect b="21312" l="0" r="0" t="20179"/>
          <a:stretch/>
        </p:blipFill>
        <p:spPr>
          <a:xfrm rot="-5400000">
            <a:off x="-1475887" y="1480312"/>
            <a:ext cx="5089475" cy="2128851"/>
          </a:xfrm>
          <a:prstGeom prst="rect">
            <a:avLst/>
          </a:prstGeom>
          <a:noFill/>
          <a:ln>
            <a:noFill/>
          </a:ln>
        </p:spPr>
      </p:pic>
      <p:graphicFrame>
        <p:nvGraphicFramePr>
          <p:cNvPr id="187" name="Google Shape;187;p14"/>
          <p:cNvGraphicFramePr/>
          <p:nvPr/>
        </p:nvGraphicFramePr>
        <p:xfrm>
          <a:off x="4396200" y="1622488"/>
          <a:ext cx="3000000" cy="3000000"/>
        </p:xfrm>
        <a:graphic>
          <a:graphicData uri="http://schemas.openxmlformats.org/drawingml/2006/table">
            <a:tbl>
              <a:tblPr>
                <a:noFill/>
                <a:tableStyleId>{B6B477F1-82FF-4E01-9ABA-C1D04204DD87}</a:tableStyleId>
              </a:tblPr>
              <a:tblGrid>
                <a:gridCol w="4267375"/>
              </a:tblGrid>
              <a:tr h="632800">
                <a:tc>
                  <a:txBody>
                    <a:bodyPr/>
                    <a:lstStyle/>
                    <a:p>
                      <a:pPr indent="0" lvl="0" marL="0" marR="0" rtl="0" algn="l">
                        <a:lnSpc>
                          <a:spcPct val="100000"/>
                        </a:lnSpc>
                        <a:spcBef>
                          <a:spcPts val="0"/>
                        </a:spcBef>
                        <a:spcAft>
                          <a:spcPts val="0"/>
                        </a:spcAft>
                        <a:buClr>
                          <a:srgbClr val="000000"/>
                        </a:buClr>
                        <a:buSzPts val="2900"/>
                        <a:buFont typeface="Arial"/>
                        <a:buNone/>
                      </a:pPr>
                      <a:r>
                        <a:rPr lang="en" sz="2900"/>
                        <a:t>0 0 0 0 0 0 | 1 0 0 1 1 1</a:t>
                      </a:r>
                      <a:endParaRPr sz="1400" u="none" cap="none" strike="noStrike"/>
                    </a:p>
                  </a:txBody>
                  <a:tcPr marT="91425" marB="91425" marR="91425" marL="91425">
                    <a:solidFill>
                      <a:schemeClr val="lt1"/>
                    </a:solidFill>
                  </a:tcPr>
                </a:tc>
              </a:tr>
              <a:tr h="480925">
                <a:tc>
                  <a:txBody>
                    <a:bodyPr/>
                    <a:lstStyle/>
                    <a:p>
                      <a:pPr indent="0" lvl="0" marL="0" marR="0" rtl="0" algn="l">
                        <a:lnSpc>
                          <a:spcPct val="100000"/>
                        </a:lnSpc>
                        <a:spcBef>
                          <a:spcPts val="0"/>
                        </a:spcBef>
                        <a:spcAft>
                          <a:spcPts val="0"/>
                        </a:spcAft>
                        <a:buClr>
                          <a:srgbClr val="000000"/>
                        </a:buClr>
                        <a:buSzPts val="1400"/>
                        <a:buFont typeface="Arial"/>
                        <a:buNone/>
                      </a:pPr>
                      <a:r>
                        <a:rPr lang="en"/>
                        <a:t>                                         </a:t>
                      </a:r>
                      <a:r>
                        <a:rPr lang="en">
                          <a:solidFill>
                            <a:srgbClr val="6AA84F"/>
                          </a:solidFill>
                        </a:rPr>
                        <a:t>32</a:t>
                      </a:r>
                      <a:r>
                        <a:rPr lang="en"/>
                        <a:t>  16   8     </a:t>
                      </a:r>
                      <a:r>
                        <a:rPr lang="en">
                          <a:solidFill>
                            <a:srgbClr val="6AA84F"/>
                          </a:solidFill>
                        </a:rPr>
                        <a:t>4     2     1</a:t>
                      </a:r>
                      <a:endParaRPr sz="1400" u="none" cap="none" strike="noStrike">
                        <a:solidFill>
                          <a:srgbClr val="6AA84F"/>
                        </a:solidFill>
                      </a:endParaRPr>
                    </a:p>
                  </a:txBody>
                  <a:tcPr marT="91425" marB="91425" marR="91425" marL="91425">
                    <a:solidFill>
                      <a:schemeClr val="lt1"/>
                    </a:solidFill>
                  </a:tcPr>
                </a:tc>
              </a:tr>
            </a:tbl>
          </a:graphicData>
        </a:graphic>
      </p:graphicFrame>
      <p:sp>
        <p:nvSpPr>
          <p:cNvPr id="188" name="Google Shape;188;p14"/>
          <p:cNvSpPr txBox="1"/>
          <p:nvPr>
            <p:ph idx="4294967295" type="title"/>
          </p:nvPr>
        </p:nvSpPr>
        <p:spPr>
          <a:xfrm>
            <a:off x="4565100" y="62300"/>
            <a:ext cx="4267500" cy="1113600"/>
          </a:xfrm>
          <a:prstGeom prst="rect">
            <a:avLst/>
          </a:prstGeom>
          <a:noFill/>
          <a:ln>
            <a:noFill/>
          </a:ln>
        </p:spPr>
        <p:txBody>
          <a:bodyPr anchorCtr="0" anchor="t" bIns="91425" lIns="91425" spcFirstLastPara="1" rIns="91425" wrap="square" tIns="91425">
            <a:noAutofit/>
          </a:bodyPr>
          <a:lstStyle/>
          <a:p>
            <a:pPr indent="0" lvl="0" marL="0" rtl="0" algn="r">
              <a:lnSpc>
                <a:spcPct val="100000"/>
              </a:lnSpc>
              <a:spcBef>
                <a:spcPts val="0"/>
              </a:spcBef>
              <a:spcAft>
                <a:spcPts val="0"/>
              </a:spcAft>
              <a:buSzPts val="3000"/>
              <a:buNone/>
            </a:pPr>
            <a:r>
              <a:rPr b="1" lang="en" sz="6000"/>
              <a:t>ANSWER</a:t>
            </a:r>
            <a:endParaRPr b="1" sz="6000"/>
          </a:p>
        </p:txBody>
      </p:sp>
      <p:sp>
        <p:nvSpPr>
          <p:cNvPr id="189" name="Google Shape;189;p14"/>
          <p:cNvSpPr txBox="1"/>
          <p:nvPr>
            <p:ph idx="4294967295" type="body"/>
          </p:nvPr>
        </p:nvSpPr>
        <p:spPr>
          <a:xfrm>
            <a:off x="2547263" y="2483900"/>
            <a:ext cx="6164700" cy="2062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1600"/>
              </a:spcBef>
              <a:spcAft>
                <a:spcPts val="0"/>
              </a:spcAft>
              <a:buSzPts val="1800"/>
              <a:buNone/>
            </a:pPr>
            <a:r>
              <a:rPr b="1" lang="en" sz="1700" u="sng"/>
              <a:t>It means:</a:t>
            </a:r>
            <a:endParaRPr b="1" sz="1700" u="sng"/>
          </a:p>
          <a:p>
            <a:pPr indent="0" lvl="0" marL="0" rtl="0" algn="l">
              <a:lnSpc>
                <a:spcPct val="115000"/>
              </a:lnSpc>
              <a:spcBef>
                <a:spcPts val="1600"/>
              </a:spcBef>
              <a:spcAft>
                <a:spcPts val="0"/>
              </a:spcAft>
              <a:buSzPts val="1800"/>
              <a:buNone/>
            </a:pPr>
            <a:r>
              <a:rPr lang="en" sz="1700"/>
              <a:t>32, 4, 2 and 1 are </a:t>
            </a:r>
            <a:r>
              <a:rPr b="1" lang="en" sz="1700"/>
              <a:t>ON</a:t>
            </a:r>
            <a:endParaRPr b="1" sz="1700"/>
          </a:p>
          <a:p>
            <a:pPr indent="0" lvl="0" marL="0" rtl="0" algn="l">
              <a:lnSpc>
                <a:spcPct val="115000"/>
              </a:lnSpc>
              <a:spcBef>
                <a:spcPts val="1600"/>
              </a:spcBef>
              <a:spcAft>
                <a:spcPts val="0"/>
              </a:spcAft>
              <a:buSzPts val="1800"/>
              <a:buNone/>
            </a:pPr>
            <a:r>
              <a:rPr lang="en" sz="1700"/>
              <a:t>16 and 8 are </a:t>
            </a:r>
            <a:r>
              <a:rPr b="1" lang="en" sz="1700"/>
              <a:t>OFF</a:t>
            </a:r>
            <a:endParaRPr b="1" sz="1700"/>
          </a:p>
          <a:p>
            <a:pPr indent="0" lvl="0" marL="0" rtl="0" algn="l">
              <a:lnSpc>
                <a:spcPct val="115000"/>
              </a:lnSpc>
              <a:spcBef>
                <a:spcPts val="1600"/>
              </a:spcBef>
              <a:spcAft>
                <a:spcPts val="0"/>
              </a:spcAft>
              <a:buSzPts val="1800"/>
              <a:buNone/>
            </a:pPr>
            <a:r>
              <a:rPr b="1" lang="en" sz="1700">
                <a:solidFill>
                  <a:schemeClr val="accent3"/>
                </a:solidFill>
              </a:rPr>
              <a:t>You should add up only ON numbers and in this case it’s 39.</a:t>
            </a:r>
            <a:endParaRPr sz="17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3" name="Shape 193"/>
        <p:cNvGrpSpPr/>
        <p:nvPr/>
      </p:nvGrpSpPr>
      <p:grpSpPr>
        <a:xfrm>
          <a:off x="0" y="0"/>
          <a:ext cx="0" cy="0"/>
          <a:chOff x="0" y="0"/>
          <a:chExt cx="0" cy="0"/>
        </a:xfrm>
      </p:grpSpPr>
      <p:pic>
        <p:nvPicPr>
          <p:cNvPr id="194" name="Google Shape;194;g2fe59f1dc03_0_11"/>
          <p:cNvPicPr preferRelativeResize="0"/>
          <p:nvPr/>
        </p:nvPicPr>
        <p:blipFill>
          <a:blip r:embed="rId3">
            <a:alphaModFix/>
          </a:blip>
          <a:stretch>
            <a:fillRect/>
          </a:stretch>
        </p:blipFill>
        <p:spPr>
          <a:xfrm>
            <a:off x="152400" y="876625"/>
            <a:ext cx="8839198" cy="2140134"/>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pic>
        <p:nvPicPr>
          <p:cNvPr id="199" name="Google Shape;199;g2f6cb607d70_0_34"/>
          <p:cNvPicPr preferRelativeResize="0"/>
          <p:nvPr/>
        </p:nvPicPr>
        <p:blipFill>
          <a:blip r:embed="rId3">
            <a:alphaModFix/>
          </a:blip>
          <a:stretch>
            <a:fillRect/>
          </a:stretch>
        </p:blipFill>
        <p:spPr>
          <a:xfrm>
            <a:off x="152400" y="876625"/>
            <a:ext cx="8839198" cy="2140134"/>
          </a:xfrm>
          <a:prstGeom prst="rect">
            <a:avLst/>
          </a:prstGeom>
          <a:noFill/>
          <a:ln>
            <a:noFill/>
          </a:ln>
        </p:spPr>
      </p:pic>
      <p:sp>
        <p:nvSpPr>
          <p:cNvPr id="200" name="Google Shape;200;g2f6cb607d70_0_34"/>
          <p:cNvSpPr txBox="1"/>
          <p:nvPr/>
        </p:nvSpPr>
        <p:spPr>
          <a:xfrm>
            <a:off x="362100" y="3288600"/>
            <a:ext cx="1271100" cy="861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100"/>
              <a:t>a) 41 = </a:t>
            </a:r>
            <a:r>
              <a:rPr b="1" lang="en" sz="1100"/>
              <a:t>101001</a:t>
            </a:r>
            <a:endParaRPr b="1" sz="1100"/>
          </a:p>
          <a:p>
            <a:pPr indent="0" lvl="0" marL="0" rtl="0" algn="l">
              <a:spcBef>
                <a:spcPts val="0"/>
              </a:spcBef>
              <a:spcAft>
                <a:spcPts val="0"/>
              </a:spcAft>
              <a:buNone/>
            </a:pPr>
            <a:r>
              <a:rPr lang="en" sz="1100"/>
              <a:t>b) 67 = </a:t>
            </a:r>
            <a:r>
              <a:rPr b="1" lang="en" sz="1100"/>
              <a:t>1000011</a:t>
            </a:r>
            <a:endParaRPr b="1" sz="1100"/>
          </a:p>
          <a:p>
            <a:pPr indent="0" lvl="0" marL="0" rtl="0" algn="l">
              <a:spcBef>
                <a:spcPts val="0"/>
              </a:spcBef>
              <a:spcAft>
                <a:spcPts val="0"/>
              </a:spcAft>
              <a:buNone/>
            </a:pPr>
            <a:r>
              <a:rPr lang="en" sz="1100"/>
              <a:t>c) 86 = </a:t>
            </a:r>
            <a:r>
              <a:rPr b="1" lang="en" sz="1100"/>
              <a:t>1010110</a:t>
            </a:r>
            <a:endParaRPr b="1" sz="1100"/>
          </a:p>
          <a:p>
            <a:pPr indent="0" lvl="0" marL="0" rtl="0" algn="l">
              <a:spcBef>
                <a:spcPts val="0"/>
              </a:spcBef>
              <a:spcAft>
                <a:spcPts val="0"/>
              </a:spcAft>
              <a:buNone/>
            </a:pPr>
            <a:r>
              <a:t/>
            </a:r>
            <a:endParaRPr b="1" sz="1100"/>
          </a:p>
        </p:txBody>
      </p:sp>
      <p:sp>
        <p:nvSpPr>
          <p:cNvPr id="201" name="Google Shape;201;g2f6cb607d70_0_34"/>
          <p:cNvSpPr txBox="1"/>
          <p:nvPr/>
        </p:nvSpPr>
        <p:spPr>
          <a:xfrm>
            <a:off x="1817950" y="3288600"/>
            <a:ext cx="1359900" cy="692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100"/>
              <a:t>d) 100 = </a:t>
            </a:r>
            <a:r>
              <a:rPr b="1" lang="en" sz="1100"/>
              <a:t>1100100</a:t>
            </a:r>
            <a:endParaRPr b="1" sz="1100"/>
          </a:p>
          <a:p>
            <a:pPr indent="0" lvl="0" marL="0" rtl="0" algn="l">
              <a:spcBef>
                <a:spcPts val="0"/>
              </a:spcBef>
              <a:spcAft>
                <a:spcPts val="0"/>
              </a:spcAft>
              <a:buNone/>
            </a:pPr>
            <a:r>
              <a:rPr lang="en" sz="1100"/>
              <a:t>e) 111 = </a:t>
            </a:r>
            <a:r>
              <a:rPr b="1" lang="en" sz="1100"/>
              <a:t>1101111</a:t>
            </a:r>
            <a:endParaRPr b="1" sz="1100"/>
          </a:p>
          <a:p>
            <a:pPr indent="0" lvl="0" marL="0" rtl="0" algn="l">
              <a:spcBef>
                <a:spcPts val="0"/>
              </a:spcBef>
              <a:spcAft>
                <a:spcPts val="0"/>
              </a:spcAft>
              <a:buNone/>
            </a:pPr>
            <a:r>
              <a:rPr lang="en" sz="1100"/>
              <a:t>f) 127 = </a:t>
            </a:r>
            <a:r>
              <a:rPr b="1" lang="en" sz="1100"/>
              <a:t>1111111</a:t>
            </a:r>
            <a:endParaRPr b="1" sz="1100"/>
          </a:p>
        </p:txBody>
      </p:sp>
      <p:sp>
        <p:nvSpPr>
          <p:cNvPr id="202" name="Google Shape;202;g2f6cb607d70_0_34"/>
          <p:cNvSpPr txBox="1"/>
          <p:nvPr/>
        </p:nvSpPr>
        <p:spPr>
          <a:xfrm>
            <a:off x="6926575" y="3288600"/>
            <a:ext cx="2387400" cy="692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100"/>
              <a:t>m) 4095 = </a:t>
            </a:r>
            <a:r>
              <a:rPr b="1" lang="en" sz="1100"/>
              <a:t>111111111111</a:t>
            </a:r>
            <a:endParaRPr b="1" sz="1100"/>
          </a:p>
          <a:p>
            <a:pPr indent="0" lvl="0" marL="0" rtl="0" algn="l">
              <a:spcBef>
                <a:spcPts val="0"/>
              </a:spcBef>
              <a:spcAft>
                <a:spcPts val="0"/>
              </a:spcAft>
              <a:buNone/>
            </a:pPr>
            <a:r>
              <a:rPr lang="en" sz="1100"/>
              <a:t>n) 16400 = </a:t>
            </a:r>
            <a:r>
              <a:rPr b="1" lang="en" sz="1100"/>
              <a:t>100000000010000</a:t>
            </a:r>
            <a:endParaRPr b="1" sz="1100"/>
          </a:p>
          <a:p>
            <a:pPr indent="0" lvl="0" marL="0" rtl="0" algn="l">
              <a:spcBef>
                <a:spcPts val="0"/>
              </a:spcBef>
              <a:spcAft>
                <a:spcPts val="0"/>
              </a:spcAft>
              <a:buNone/>
            </a:pPr>
            <a:r>
              <a:rPr lang="en" sz="1100"/>
              <a:t>o) 62307 = </a:t>
            </a:r>
            <a:r>
              <a:rPr b="1" lang="en" sz="1100"/>
              <a:t>1111001101100011</a:t>
            </a:r>
            <a:endParaRPr b="1" sz="1100"/>
          </a:p>
        </p:txBody>
      </p:sp>
      <p:sp>
        <p:nvSpPr>
          <p:cNvPr id="203" name="Google Shape;203;g2f6cb607d70_0_34"/>
          <p:cNvSpPr txBox="1"/>
          <p:nvPr/>
        </p:nvSpPr>
        <p:spPr>
          <a:xfrm>
            <a:off x="4657675" y="3288600"/>
            <a:ext cx="2268900" cy="692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100"/>
              <a:t>j) 255 = </a:t>
            </a:r>
            <a:r>
              <a:rPr b="1" lang="en" sz="1100"/>
              <a:t>11111111</a:t>
            </a:r>
            <a:endParaRPr b="1" sz="1100"/>
          </a:p>
          <a:p>
            <a:pPr indent="0" lvl="0" marL="0" rtl="0" algn="l">
              <a:spcBef>
                <a:spcPts val="0"/>
              </a:spcBef>
              <a:spcAft>
                <a:spcPts val="0"/>
              </a:spcAft>
              <a:buNone/>
            </a:pPr>
            <a:r>
              <a:rPr lang="en" sz="1100"/>
              <a:t>k) 33000 = </a:t>
            </a:r>
            <a:r>
              <a:rPr b="1" lang="en" sz="1100"/>
              <a:t>1000000011101000</a:t>
            </a:r>
            <a:endParaRPr b="1" sz="1100"/>
          </a:p>
          <a:p>
            <a:pPr indent="0" lvl="0" marL="0" rtl="0" algn="l">
              <a:spcBef>
                <a:spcPts val="0"/>
              </a:spcBef>
              <a:spcAft>
                <a:spcPts val="0"/>
              </a:spcAft>
              <a:buNone/>
            </a:pPr>
            <a:r>
              <a:rPr lang="en" sz="1100"/>
              <a:t>l) 888 = </a:t>
            </a:r>
            <a:r>
              <a:rPr b="1" lang="en" sz="1100"/>
              <a:t>1101111000</a:t>
            </a:r>
            <a:endParaRPr/>
          </a:p>
        </p:txBody>
      </p:sp>
      <p:sp>
        <p:nvSpPr>
          <p:cNvPr id="204" name="Google Shape;204;g2f6cb607d70_0_34"/>
          <p:cNvSpPr txBox="1"/>
          <p:nvPr/>
        </p:nvSpPr>
        <p:spPr>
          <a:xfrm>
            <a:off x="3223975" y="3288600"/>
            <a:ext cx="1433700" cy="692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100"/>
              <a:t>g) 144 = </a:t>
            </a:r>
            <a:r>
              <a:rPr b="1" lang="en" sz="1100"/>
              <a:t>10010000</a:t>
            </a:r>
            <a:endParaRPr b="1" sz="1100"/>
          </a:p>
          <a:p>
            <a:pPr indent="0" lvl="0" marL="0" rtl="0" algn="l">
              <a:spcBef>
                <a:spcPts val="0"/>
              </a:spcBef>
              <a:spcAft>
                <a:spcPts val="0"/>
              </a:spcAft>
              <a:buNone/>
            </a:pPr>
            <a:r>
              <a:rPr lang="en" sz="1100"/>
              <a:t>h) 189 = </a:t>
            </a:r>
            <a:r>
              <a:rPr b="1" lang="en" sz="1100"/>
              <a:t>10111101</a:t>
            </a:r>
            <a:endParaRPr b="1" sz="1100"/>
          </a:p>
          <a:p>
            <a:pPr indent="0" lvl="0" marL="0" rtl="0" algn="l">
              <a:spcBef>
                <a:spcPts val="0"/>
              </a:spcBef>
              <a:spcAft>
                <a:spcPts val="0"/>
              </a:spcAft>
              <a:buNone/>
            </a:pPr>
            <a:r>
              <a:rPr lang="en" sz="1100"/>
              <a:t>i) 200 = </a:t>
            </a:r>
            <a:r>
              <a:rPr b="1" lang="en" sz="1100"/>
              <a:t>11001000</a:t>
            </a:r>
            <a:endParaRPr b="1" sz="1100"/>
          </a:p>
        </p:txBody>
      </p:sp>
      <p:sp>
        <p:nvSpPr>
          <p:cNvPr id="205" name="Google Shape;205;g2f6cb607d70_0_34"/>
          <p:cNvSpPr txBox="1"/>
          <p:nvPr>
            <p:ph type="title"/>
          </p:nvPr>
        </p:nvSpPr>
        <p:spPr>
          <a:xfrm>
            <a:off x="4565100" y="62300"/>
            <a:ext cx="4267500" cy="1113600"/>
          </a:xfrm>
          <a:prstGeom prst="rect">
            <a:avLst/>
          </a:prstGeom>
          <a:noFill/>
          <a:ln>
            <a:noFill/>
          </a:ln>
        </p:spPr>
        <p:txBody>
          <a:bodyPr anchorCtr="0" anchor="t" bIns="91425" lIns="91425" spcFirstLastPara="1" rIns="91425" wrap="square" tIns="91425">
            <a:noAutofit/>
          </a:bodyPr>
          <a:lstStyle/>
          <a:p>
            <a:pPr indent="0" lvl="0" marL="0" rtl="0" algn="r">
              <a:lnSpc>
                <a:spcPct val="100000"/>
              </a:lnSpc>
              <a:spcBef>
                <a:spcPts val="0"/>
              </a:spcBef>
              <a:spcAft>
                <a:spcPts val="0"/>
              </a:spcAft>
              <a:buSzPts val="3000"/>
              <a:buNone/>
            </a:pPr>
            <a:r>
              <a:rPr b="1" lang="en" sz="6000"/>
              <a:t>ANSWER</a:t>
            </a:r>
            <a:endParaRPr b="1" sz="6000"/>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9" name="Shape 209"/>
        <p:cNvGrpSpPr/>
        <p:nvPr/>
      </p:nvGrpSpPr>
      <p:grpSpPr>
        <a:xfrm>
          <a:off x="0" y="0"/>
          <a:ext cx="0" cy="0"/>
          <a:chOff x="0" y="0"/>
          <a:chExt cx="0" cy="0"/>
        </a:xfrm>
      </p:grpSpPr>
      <p:sp>
        <p:nvSpPr>
          <p:cNvPr id="210" name="Google Shape;210;p15"/>
          <p:cNvSpPr txBox="1"/>
          <p:nvPr>
            <p:ph type="title"/>
          </p:nvPr>
        </p:nvSpPr>
        <p:spPr>
          <a:xfrm>
            <a:off x="490250" y="526350"/>
            <a:ext cx="5618700" cy="40908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4800"/>
              <a:buNone/>
            </a:pPr>
            <a:r>
              <a:rPr b="1" lang="en"/>
              <a:t>The hexadecimal system</a:t>
            </a:r>
            <a:endParaRPr b="1"/>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4" name="Shape 214"/>
        <p:cNvGrpSpPr/>
        <p:nvPr/>
      </p:nvGrpSpPr>
      <p:grpSpPr>
        <a:xfrm>
          <a:off x="0" y="0"/>
          <a:ext cx="0" cy="0"/>
          <a:chOff x="0" y="0"/>
          <a:chExt cx="0" cy="0"/>
        </a:xfrm>
      </p:grpSpPr>
      <p:sp>
        <p:nvSpPr>
          <p:cNvPr id="215" name="Google Shape;215;p16"/>
          <p:cNvSpPr txBox="1"/>
          <p:nvPr>
            <p:ph type="title"/>
          </p:nvPr>
        </p:nvSpPr>
        <p:spPr>
          <a:xfrm>
            <a:off x="311700" y="218175"/>
            <a:ext cx="8520600" cy="607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3000"/>
              <a:buNone/>
            </a:pPr>
            <a:r>
              <a:rPr lang="en"/>
              <a:t>The hexadecimal system</a:t>
            </a:r>
            <a:endParaRPr/>
          </a:p>
        </p:txBody>
      </p:sp>
      <p:sp>
        <p:nvSpPr>
          <p:cNvPr id="216" name="Google Shape;216;p16"/>
          <p:cNvSpPr txBox="1"/>
          <p:nvPr>
            <p:ph idx="1" type="body"/>
          </p:nvPr>
        </p:nvSpPr>
        <p:spPr>
          <a:xfrm>
            <a:off x="311700" y="918000"/>
            <a:ext cx="8520600" cy="28629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SzPts val="1800"/>
              <a:buNone/>
            </a:pPr>
            <a:r>
              <a:rPr lang="en" sz="1700"/>
              <a:t>The hexadecimal number system is very closely related to the binary system. </a:t>
            </a:r>
            <a:r>
              <a:rPr b="1" lang="en" sz="1700"/>
              <a:t>Hexadecimal </a:t>
            </a:r>
            <a:r>
              <a:rPr lang="en" sz="1700"/>
              <a:t>(sometimes referred to as simply </a:t>
            </a:r>
            <a:r>
              <a:rPr b="1" lang="en" sz="1700"/>
              <a:t>‘hex’</a:t>
            </a:r>
            <a:r>
              <a:rPr lang="en" sz="1700"/>
              <a:t>) is a base 16 system and therefore needs to use 16 different ‘digits’ to represent each value.</a:t>
            </a:r>
            <a:endParaRPr sz="1700"/>
          </a:p>
          <a:p>
            <a:pPr indent="0" lvl="0" marL="0" rtl="0" algn="l">
              <a:lnSpc>
                <a:spcPct val="115000"/>
              </a:lnSpc>
              <a:spcBef>
                <a:spcPts val="1600"/>
              </a:spcBef>
              <a:spcAft>
                <a:spcPts val="0"/>
              </a:spcAft>
              <a:buSzPts val="1800"/>
              <a:buNone/>
            </a:pPr>
            <a:r>
              <a:rPr lang="en" sz="1700"/>
              <a:t>Because it is a system based on 16 different digits, the numbers </a:t>
            </a:r>
            <a:r>
              <a:rPr b="1" lang="en" sz="1700" u="sng"/>
              <a:t>0 to 9 and the letters A to F</a:t>
            </a:r>
            <a:r>
              <a:rPr lang="en" sz="1700"/>
              <a:t> are used to represent each hexadecimal (hex) digit. </a:t>
            </a:r>
            <a:endParaRPr sz="1700"/>
          </a:p>
          <a:p>
            <a:pPr indent="0" lvl="0" marL="0" rtl="0" algn="l">
              <a:lnSpc>
                <a:spcPct val="115000"/>
              </a:lnSpc>
              <a:spcBef>
                <a:spcPts val="1600"/>
              </a:spcBef>
              <a:spcAft>
                <a:spcPts val="0"/>
              </a:spcAft>
              <a:buSzPts val="1800"/>
              <a:buNone/>
            </a:pPr>
            <a:r>
              <a:rPr lang="en" sz="1700"/>
              <a:t>A in hex = 10 (in denary), B = 11, C = 12, D = 13, E = 14 and F = 15.</a:t>
            </a:r>
            <a:endParaRPr sz="1700"/>
          </a:p>
          <a:p>
            <a:pPr indent="0" lvl="0" marL="0" rtl="0" algn="l">
              <a:lnSpc>
                <a:spcPct val="115000"/>
              </a:lnSpc>
              <a:spcBef>
                <a:spcPts val="1600"/>
              </a:spcBef>
              <a:spcAft>
                <a:spcPts val="0"/>
              </a:spcAft>
              <a:buSzPts val="1800"/>
              <a:buNone/>
            </a:pPr>
            <a:r>
              <a:rPr b="1" lang="en" sz="1700">
                <a:solidFill>
                  <a:schemeClr val="accent3"/>
                </a:solidFill>
              </a:rPr>
              <a:t>Using the same method as for denary and binary, this gives the headings:</a:t>
            </a:r>
            <a:endParaRPr b="1" sz="1700">
              <a:solidFill>
                <a:schemeClr val="accent3"/>
              </a:solidFill>
            </a:endParaRPr>
          </a:p>
          <a:p>
            <a:pPr indent="0" lvl="0" marL="0" rtl="0" algn="l">
              <a:lnSpc>
                <a:spcPct val="115000"/>
              </a:lnSpc>
              <a:spcBef>
                <a:spcPts val="1600"/>
              </a:spcBef>
              <a:spcAft>
                <a:spcPts val="1600"/>
              </a:spcAft>
              <a:buSzPts val="1800"/>
              <a:buNone/>
            </a:pPr>
            <a:r>
              <a:t/>
            </a:r>
            <a:endParaRPr sz="1700"/>
          </a:p>
        </p:txBody>
      </p:sp>
      <p:pic>
        <p:nvPicPr>
          <p:cNvPr id="217" name="Google Shape;217;p16"/>
          <p:cNvPicPr preferRelativeResize="0"/>
          <p:nvPr/>
        </p:nvPicPr>
        <p:blipFill>
          <a:blip r:embed="rId3">
            <a:alphaModFix/>
          </a:blip>
          <a:stretch>
            <a:fillRect/>
          </a:stretch>
        </p:blipFill>
        <p:spPr>
          <a:xfrm>
            <a:off x="311700" y="3815050"/>
            <a:ext cx="7865821" cy="1057800"/>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1" name="Shape 221"/>
        <p:cNvGrpSpPr/>
        <p:nvPr/>
      </p:nvGrpSpPr>
      <p:grpSpPr>
        <a:xfrm>
          <a:off x="0" y="0"/>
          <a:ext cx="0" cy="0"/>
          <a:chOff x="0" y="0"/>
          <a:chExt cx="0" cy="0"/>
        </a:xfrm>
      </p:grpSpPr>
      <p:pic>
        <p:nvPicPr>
          <p:cNvPr id="222" name="Google Shape;222;p17"/>
          <p:cNvPicPr preferRelativeResize="0"/>
          <p:nvPr/>
        </p:nvPicPr>
        <p:blipFill>
          <a:blip r:embed="rId3">
            <a:alphaModFix/>
          </a:blip>
          <a:stretch>
            <a:fillRect/>
          </a:stretch>
        </p:blipFill>
        <p:spPr>
          <a:xfrm>
            <a:off x="682411" y="0"/>
            <a:ext cx="7551826" cy="5143499"/>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18"/>
          <p:cNvSpPr txBox="1"/>
          <p:nvPr>
            <p:ph type="title"/>
          </p:nvPr>
        </p:nvSpPr>
        <p:spPr>
          <a:xfrm>
            <a:off x="311700" y="62300"/>
            <a:ext cx="8520600" cy="10389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3000"/>
              <a:buNone/>
            </a:pPr>
            <a:r>
              <a:rPr lang="en"/>
              <a:t>Converting </a:t>
            </a:r>
            <a:r>
              <a:rPr b="1" lang="en"/>
              <a:t>binary </a:t>
            </a:r>
            <a:r>
              <a:rPr lang="en" sz="2900"/>
              <a:t>→</a:t>
            </a:r>
            <a:r>
              <a:rPr lang="en"/>
              <a:t> </a:t>
            </a:r>
            <a:r>
              <a:rPr b="1" lang="en"/>
              <a:t>hexadecimal </a:t>
            </a:r>
            <a:r>
              <a:rPr lang="en"/>
              <a:t>and </a:t>
            </a:r>
            <a:r>
              <a:rPr b="1" lang="en"/>
              <a:t>hexadecimal </a:t>
            </a:r>
            <a:r>
              <a:rPr lang="en" sz="2900"/>
              <a:t>→</a:t>
            </a:r>
            <a:r>
              <a:rPr lang="en"/>
              <a:t> </a:t>
            </a:r>
            <a:r>
              <a:rPr b="1" lang="en"/>
              <a:t>binary</a:t>
            </a:r>
            <a:endParaRPr b="1"/>
          </a:p>
          <a:p>
            <a:pPr indent="0" lvl="0" marL="0" rtl="0" algn="l">
              <a:lnSpc>
                <a:spcPct val="100000"/>
              </a:lnSpc>
              <a:spcBef>
                <a:spcPts val="0"/>
              </a:spcBef>
              <a:spcAft>
                <a:spcPts val="0"/>
              </a:spcAft>
              <a:buSzPts val="3000"/>
              <a:buNone/>
            </a:pPr>
            <a:r>
              <a:t/>
            </a:r>
            <a:endParaRPr/>
          </a:p>
        </p:txBody>
      </p:sp>
      <p:sp>
        <p:nvSpPr>
          <p:cNvPr id="228" name="Google Shape;228;p18"/>
          <p:cNvSpPr txBox="1"/>
          <p:nvPr>
            <p:ph idx="1" type="body"/>
          </p:nvPr>
        </p:nvSpPr>
        <p:spPr>
          <a:xfrm>
            <a:off x="311700" y="1315425"/>
            <a:ext cx="4871100" cy="3253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SzPts val="1800"/>
              <a:buNone/>
            </a:pPr>
            <a:r>
              <a:rPr lang="en" sz="1600"/>
              <a:t>Converting from binary to hexadecimal is a fairly easy process. Starting from the </a:t>
            </a:r>
            <a:r>
              <a:rPr b="1" lang="en" sz="1600"/>
              <a:t>right </a:t>
            </a:r>
            <a:r>
              <a:rPr lang="en" sz="1600"/>
              <a:t>and moving left, </a:t>
            </a:r>
            <a:r>
              <a:rPr b="1" lang="en" sz="1600"/>
              <a:t>split </a:t>
            </a:r>
            <a:r>
              <a:rPr lang="en" sz="1600"/>
              <a:t>the binary number into groups of </a:t>
            </a:r>
            <a:r>
              <a:rPr b="1" lang="en" sz="1600"/>
              <a:t>4 bits</a:t>
            </a:r>
            <a:r>
              <a:rPr lang="en" sz="1600"/>
              <a:t>. </a:t>
            </a:r>
            <a:endParaRPr sz="1600"/>
          </a:p>
          <a:p>
            <a:pPr indent="0" lvl="0" marL="0" rtl="0" algn="l">
              <a:lnSpc>
                <a:spcPct val="115000"/>
              </a:lnSpc>
              <a:spcBef>
                <a:spcPts val="0"/>
              </a:spcBef>
              <a:spcAft>
                <a:spcPts val="0"/>
              </a:spcAft>
              <a:buSzPts val="1800"/>
              <a:buNone/>
            </a:pPr>
            <a:r>
              <a:t/>
            </a:r>
            <a:endParaRPr sz="1600"/>
          </a:p>
          <a:p>
            <a:pPr indent="0" lvl="0" marL="0" rtl="0" algn="l">
              <a:lnSpc>
                <a:spcPct val="115000"/>
              </a:lnSpc>
              <a:spcBef>
                <a:spcPts val="0"/>
              </a:spcBef>
              <a:spcAft>
                <a:spcPts val="0"/>
              </a:spcAft>
              <a:buSzPts val="1800"/>
              <a:buNone/>
            </a:pPr>
            <a:r>
              <a:rPr lang="en" sz="1600"/>
              <a:t>If the last group has less than 4 bits, then simply fill in with </a:t>
            </a:r>
            <a:r>
              <a:rPr b="1" lang="en" sz="1600"/>
              <a:t>0s</a:t>
            </a:r>
            <a:r>
              <a:rPr lang="en" sz="1600"/>
              <a:t> from the left. </a:t>
            </a:r>
            <a:endParaRPr sz="1600"/>
          </a:p>
          <a:p>
            <a:pPr indent="0" lvl="0" marL="0" rtl="0" algn="l">
              <a:lnSpc>
                <a:spcPct val="115000"/>
              </a:lnSpc>
              <a:spcBef>
                <a:spcPts val="0"/>
              </a:spcBef>
              <a:spcAft>
                <a:spcPts val="0"/>
              </a:spcAft>
              <a:buSzPts val="1800"/>
              <a:buNone/>
            </a:pPr>
            <a:r>
              <a:t/>
            </a:r>
            <a:endParaRPr sz="1600"/>
          </a:p>
          <a:p>
            <a:pPr indent="0" lvl="0" marL="0" rtl="0" algn="l">
              <a:lnSpc>
                <a:spcPct val="115000"/>
              </a:lnSpc>
              <a:spcBef>
                <a:spcPts val="0"/>
              </a:spcBef>
              <a:spcAft>
                <a:spcPts val="0"/>
              </a:spcAft>
              <a:buSzPts val="1800"/>
              <a:buNone/>
            </a:pPr>
            <a:r>
              <a:rPr lang="en" sz="1600"/>
              <a:t>Take each group of 4 bits and convert it into the equivalent hexadecimal digit using </a:t>
            </a:r>
            <a:r>
              <a:rPr b="1" lang="en" sz="1600"/>
              <a:t>Table</a:t>
            </a:r>
            <a:r>
              <a:rPr lang="en" sz="1600"/>
              <a:t>.</a:t>
            </a:r>
            <a:endParaRPr sz="1600"/>
          </a:p>
          <a:p>
            <a:pPr indent="0" lvl="0" marL="0" rtl="0" algn="l">
              <a:lnSpc>
                <a:spcPct val="115000"/>
              </a:lnSpc>
              <a:spcBef>
                <a:spcPts val="1600"/>
              </a:spcBef>
              <a:spcAft>
                <a:spcPts val="1600"/>
              </a:spcAft>
              <a:buSzPts val="1800"/>
              <a:buNone/>
            </a:pPr>
            <a:r>
              <a:t/>
            </a:r>
            <a:endParaRPr sz="1600"/>
          </a:p>
        </p:txBody>
      </p:sp>
      <p:pic>
        <p:nvPicPr>
          <p:cNvPr id="229" name="Google Shape;229;p18"/>
          <p:cNvPicPr preferRelativeResize="0"/>
          <p:nvPr/>
        </p:nvPicPr>
        <p:blipFill>
          <a:blip r:embed="rId3">
            <a:alphaModFix/>
          </a:blip>
          <a:stretch>
            <a:fillRect/>
          </a:stretch>
        </p:blipFill>
        <p:spPr>
          <a:xfrm>
            <a:off x="5222050" y="927588"/>
            <a:ext cx="5905326" cy="4022074"/>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3" name="Shape 233"/>
        <p:cNvGrpSpPr/>
        <p:nvPr/>
      </p:nvGrpSpPr>
      <p:grpSpPr>
        <a:xfrm>
          <a:off x="0" y="0"/>
          <a:ext cx="0" cy="0"/>
          <a:chOff x="0" y="0"/>
          <a:chExt cx="0" cy="0"/>
        </a:xfrm>
      </p:grpSpPr>
      <p:pic>
        <p:nvPicPr>
          <p:cNvPr id="234" name="Google Shape;234;p19"/>
          <p:cNvPicPr preferRelativeResize="0"/>
          <p:nvPr/>
        </p:nvPicPr>
        <p:blipFill>
          <a:blip r:embed="rId3">
            <a:alphaModFix/>
          </a:blip>
          <a:stretch>
            <a:fillRect/>
          </a:stretch>
        </p:blipFill>
        <p:spPr>
          <a:xfrm>
            <a:off x="0" y="465576"/>
            <a:ext cx="9144000" cy="4069129"/>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pic>
        <p:nvPicPr>
          <p:cNvPr id="239" name="Google Shape;239;g2f6cb607d70_0_7"/>
          <p:cNvPicPr preferRelativeResize="0"/>
          <p:nvPr/>
        </p:nvPicPr>
        <p:blipFill>
          <a:blip r:embed="rId3">
            <a:alphaModFix/>
          </a:blip>
          <a:stretch>
            <a:fillRect/>
          </a:stretch>
        </p:blipFill>
        <p:spPr>
          <a:xfrm>
            <a:off x="0" y="-11"/>
            <a:ext cx="9143998" cy="506072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3" name="Shape 243"/>
        <p:cNvGrpSpPr/>
        <p:nvPr/>
      </p:nvGrpSpPr>
      <p:grpSpPr>
        <a:xfrm>
          <a:off x="0" y="0"/>
          <a:ext cx="0" cy="0"/>
          <a:chOff x="0" y="0"/>
          <a:chExt cx="0" cy="0"/>
        </a:xfrm>
      </p:grpSpPr>
      <p:sp>
        <p:nvSpPr>
          <p:cNvPr id="244" name="Google Shape;244;p20"/>
          <p:cNvSpPr txBox="1"/>
          <p:nvPr/>
        </p:nvSpPr>
        <p:spPr>
          <a:xfrm>
            <a:off x="639300" y="815275"/>
            <a:ext cx="3932700" cy="4186800"/>
          </a:xfrm>
          <a:prstGeom prst="rect">
            <a:avLst/>
          </a:prstGeom>
          <a:solidFill>
            <a:schemeClr val="lt1"/>
          </a:solid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2600"/>
              <a:buFont typeface="Arial"/>
              <a:buNone/>
            </a:pPr>
            <a:r>
              <a:rPr b="0" i="0" lang="en" sz="2600" u="none" cap="none" strike="noStrike">
                <a:solidFill>
                  <a:srgbClr val="000000"/>
                </a:solidFill>
                <a:latin typeface="Arial"/>
                <a:ea typeface="Arial"/>
                <a:cs typeface="Arial"/>
                <a:sym typeface="Arial"/>
              </a:rPr>
              <a:t>1 1 0 0 0 0 1 1</a:t>
            </a:r>
            <a:endParaRPr b="0" i="0" sz="26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2600"/>
              <a:buFont typeface="Arial"/>
              <a:buNone/>
            </a:pPr>
            <a:r>
              <a:t/>
            </a:r>
            <a:endParaRPr b="0" i="0" sz="26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2600"/>
              <a:buFont typeface="Arial"/>
              <a:buNone/>
            </a:pPr>
            <a:r>
              <a:t/>
            </a:r>
            <a:endParaRPr b="0" i="0" sz="26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2600"/>
              <a:buFont typeface="Arial"/>
              <a:buNone/>
            </a:pPr>
            <a:r>
              <a:t/>
            </a:r>
            <a:endParaRPr b="0" i="0" sz="26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2600"/>
              <a:buFont typeface="Arial"/>
              <a:buNone/>
            </a:pPr>
            <a:r>
              <a:t/>
            </a:r>
            <a:endParaRPr b="0" i="0" sz="26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2600"/>
              <a:buFont typeface="Arial"/>
              <a:buNone/>
            </a:pPr>
            <a:r>
              <a:t/>
            </a:r>
            <a:endParaRPr b="0" i="0" sz="26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2600"/>
              <a:buFont typeface="Arial"/>
              <a:buNone/>
            </a:pPr>
            <a:r>
              <a:t/>
            </a:r>
            <a:endParaRPr b="0" i="0" sz="26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2600"/>
              <a:buFont typeface="Arial"/>
              <a:buNone/>
            </a:pPr>
            <a:r>
              <a:t/>
            </a:r>
            <a:endParaRPr b="0" i="0" sz="26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2600"/>
              <a:buFont typeface="Arial"/>
              <a:buNone/>
            </a:pPr>
            <a:r>
              <a:t/>
            </a:r>
            <a:endParaRPr b="0" i="0" sz="26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2600"/>
              <a:buFont typeface="Arial"/>
              <a:buNone/>
            </a:pPr>
            <a:r>
              <a:t/>
            </a:r>
            <a:endParaRPr b="0" i="0" sz="2600" u="none" cap="none" strike="noStrike">
              <a:solidFill>
                <a:srgbClr val="000000"/>
              </a:solidFill>
              <a:latin typeface="Arial"/>
              <a:ea typeface="Arial"/>
              <a:cs typeface="Arial"/>
              <a:sym typeface="Arial"/>
            </a:endParaRPr>
          </a:p>
        </p:txBody>
      </p:sp>
      <p:sp>
        <p:nvSpPr>
          <p:cNvPr id="245" name="Google Shape;245;p20"/>
          <p:cNvSpPr txBox="1"/>
          <p:nvPr/>
        </p:nvSpPr>
        <p:spPr>
          <a:xfrm>
            <a:off x="5015175" y="815275"/>
            <a:ext cx="3640500" cy="4186800"/>
          </a:xfrm>
          <a:prstGeom prst="rect">
            <a:avLst/>
          </a:prstGeom>
          <a:solidFill>
            <a:srgbClr val="FFFFFF"/>
          </a:solid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2600"/>
              <a:buFont typeface="Arial"/>
              <a:buNone/>
            </a:pPr>
            <a:r>
              <a:rPr b="0" i="0" lang="en" sz="2600" u="none" cap="none" strike="noStrike">
                <a:solidFill>
                  <a:srgbClr val="000000"/>
                </a:solidFill>
                <a:latin typeface="Arial"/>
                <a:ea typeface="Arial"/>
                <a:cs typeface="Arial"/>
                <a:sym typeface="Arial"/>
              </a:rPr>
              <a:t>1 0 0 1 1 1 1 1 1 1</a:t>
            </a:r>
            <a:endParaRPr b="0" i="0" sz="26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2600"/>
              <a:buFont typeface="Arial"/>
              <a:buNone/>
            </a:pPr>
            <a:r>
              <a:t/>
            </a:r>
            <a:endParaRPr b="0" i="0" sz="26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2600"/>
              <a:buFont typeface="Arial"/>
              <a:buNone/>
            </a:pPr>
            <a:r>
              <a:t/>
            </a:r>
            <a:endParaRPr b="0" i="0" sz="26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2600"/>
              <a:buFont typeface="Arial"/>
              <a:buNone/>
            </a:pPr>
            <a:r>
              <a:t/>
            </a:r>
            <a:endParaRPr b="0" i="0" sz="26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2600"/>
              <a:buFont typeface="Arial"/>
              <a:buNone/>
            </a:pPr>
            <a:r>
              <a:t/>
            </a:r>
            <a:endParaRPr b="0" i="0" sz="26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2600"/>
              <a:buFont typeface="Arial"/>
              <a:buNone/>
            </a:pPr>
            <a:r>
              <a:t/>
            </a:r>
            <a:endParaRPr b="0" i="0" sz="26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2600"/>
              <a:buFont typeface="Arial"/>
              <a:buNone/>
            </a:pPr>
            <a:r>
              <a:t/>
            </a:r>
            <a:endParaRPr b="0" i="0" sz="26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2600"/>
              <a:buFont typeface="Arial"/>
              <a:buNone/>
            </a:pPr>
            <a:r>
              <a:t/>
            </a:r>
            <a:endParaRPr b="0" i="0" sz="26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2600"/>
              <a:buFont typeface="Arial"/>
              <a:buNone/>
            </a:pPr>
            <a:r>
              <a:t/>
            </a:r>
            <a:endParaRPr b="0" i="0" sz="26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2600"/>
              <a:buFont typeface="Arial"/>
              <a:buNone/>
            </a:pPr>
            <a:r>
              <a:t/>
            </a:r>
            <a:endParaRPr b="0" i="0" sz="2600" u="none" cap="none" strike="noStrike">
              <a:solidFill>
                <a:srgbClr val="000000"/>
              </a:solidFill>
              <a:latin typeface="Arial"/>
              <a:ea typeface="Arial"/>
              <a:cs typeface="Arial"/>
              <a:sym typeface="Arial"/>
            </a:endParaRPr>
          </a:p>
        </p:txBody>
      </p:sp>
      <p:sp>
        <p:nvSpPr>
          <p:cNvPr id="246" name="Google Shape;246;p20"/>
          <p:cNvSpPr txBox="1"/>
          <p:nvPr/>
        </p:nvSpPr>
        <p:spPr>
          <a:xfrm>
            <a:off x="5698425" y="77825"/>
            <a:ext cx="3294000" cy="7389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3600"/>
              <a:buFont typeface="Arial"/>
              <a:buNone/>
            </a:pPr>
            <a:r>
              <a:rPr b="1" i="0" lang="en" sz="3600" u="none" cap="none" strike="noStrike">
                <a:solidFill>
                  <a:schemeClr val="lt1"/>
                </a:solidFill>
                <a:latin typeface="Roboto"/>
                <a:ea typeface="Roboto"/>
                <a:cs typeface="Roboto"/>
                <a:sym typeface="Roboto"/>
              </a:rPr>
              <a:t>CONVERT</a:t>
            </a:r>
            <a:endParaRPr b="1" i="0" sz="3600" u="none" cap="none" strike="noStrike">
              <a:solidFill>
                <a:schemeClr val="lt1"/>
              </a:solidFill>
              <a:latin typeface="Roboto"/>
              <a:ea typeface="Roboto"/>
              <a:cs typeface="Roboto"/>
              <a:sym typeface="Roboto"/>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0" name="Shape 250"/>
        <p:cNvGrpSpPr/>
        <p:nvPr/>
      </p:nvGrpSpPr>
      <p:grpSpPr>
        <a:xfrm>
          <a:off x="0" y="0"/>
          <a:ext cx="0" cy="0"/>
          <a:chOff x="0" y="0"/>
          <a:chExt cx="0" cy="0"/>
        </a:xfrm>
      </p:grpSpPr>
      <p:pic>
        <p:nvPicPr>
          <p:cNvPr id="251" name="Google Shape;251;p21"/>
          <p:cNvPicPr preferRelativeResize="0"/>
          <p:nvPr/>
        </p:nvPicPr>
        <p:blipFill>
          <a:blip r:embed="rId3">
            <a:alphaModFix/>
          </a:blip>
          <a:stretch>
            <a:fillRect/>
          </a:stretch>
        </p:blipFill>
        <p:spPr>
          <a:xfrm>
            <a:off x="249977" y="2468050"/>
            <a:ext cx="5323524" cy="2348725"/>
          </a:xfrm>
          <a:prstGeom prst="rect">
            <a:avLst/>
          </a:prstGeom>
          <a:noFill/>
          <a:ln>
            <a:noFill/>
          </a:ln>
        </p:spPr>
      </p:pic>
      <p:sp>
        <p:nvSpPr>
          <p:cNvPr id="252" name="Google Shape;252;p21"/>
          <p:cNvSpPr txBox="1"/>
          <p:nvPr/>
        </p:nvSpPr>
        <p:spPr>
          <a:xfrm>
            <a:off x="249975" y="666250"/>
            <a:ext cx="3932700" cy="1477500"/>
          </a:xfrm>
          <a:prstGeom prst="rect">
            <a:avLst/>
          </a:prstGeom>
          <a:solidFill>
            <a:srgbClr val="9FC5E8"/>
          </a:solid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400"/>
              <a:buFont typeface="Arial"/>
              <a:buNone/>
            </a:pPr>
            <a:r>
              <a:rPr b="0" i="0" lang="en" sz="1400" u="none" cap="none" strike="noStrike">
                <a:solidFill>
                  <a:srgbClr val="000000"/>
                </a:solidFill>
                <a:latin typeface="Arial"/>
                <a:ea typeface="Arial"/>
                <a:cs typeface="Arial"/>
                <a:sym typeface="Arial"/>
              </a:rPr>
              <a:t>Converting from </a:t>
            </a:r>
            <a:r>
              <a:rPr b="1" i="0" lang="en" sz="1400" u="none" cap="none" strike="noStrike">
                <a:solidFill>
                  <a:srgbClr val="000000"/>
                </a:solidFill>
              </a:rPr>
              <a:t>hexadecimal to binary</a:t>
            </a:r>
            <a:r>
              <a:rPr b="0" i="0" lang="en" sz="1400" u="none" cap="none" strike="noStrike">
                <a:solidFill>
                  <a:srgbClr val="000000"/>
                </a:solidFill>
                <a:latin typeface="Arial"/>
                <a:ea typeface="Arial"/>
                <a:cs typeface="Arial"/>
                <a:sym typeface="Arial"/>
              </a:rPr>
              <a:t> is also very straightforward. </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t/>
            </a:r>
            <a:endParaRPr/>
          </a:p>
          <a:p>
            <a:pPr indent="0" lvl="0" marL="0" marR="0" rtl="0" algn="l">
              <a:lnSpc>
                <a:spcPct val="100000"/>
              </a:lnSpc>
              <a:spcBef>
                <a:spcPts val="0"/>
              </a:spcBef>
              <a:spcAft>
                <a:spcPts val="0"/>
              </a:spcAft>
              <a:buClr>
                <a:srgbClr val="000000"/>
              </a:buClr>
              <a:buSzPts val="1400"/>
              <a:buFont typeface="Arial"/>
              <a:buNone/>
            </a:pPr>
            <a:r>
              <a:rPr b="0" i="0" lang="en" sz="1400" u="none" cap="none" strike="noStrike">
                <a:solidFill>
                  <a:srgbClr val="000000"/>
                </a:solidFill>
                <a:latin typeface="Arial"/>
                <a:ea typeface="Arial"/>
                <a:cs typeface="Arial"/>
                <a:sym typeface="Arial"/>
              </a:rPr>
              <a:t>Using the data in Table simply take each hexadecimal digit and write down the 4-bit code which corresponds to the digit.</a:t>
            </a:r>
            <a:endParaRPr b="0" i="0" sz="1400" u="none" cap="none" strike="noStrike">
              <a:solidFill>
                <a:srgbClr val="000000"/>
              </a:solidFill>
              <a:latin typeface="Arial"/>
              <a:ea typeface="Arial"/>
              <a:cs typeface="Arial"/>
              <a:sym typeface="Arial"/>
            </a:endParaRPr>
          </a:p>
        </p:txBody>
      </p:sp>
      <p:pic>
        <p:nvPicPr>
          <p:cNvPr id="253" name="Google Shape;253;p21"/>
          <p:cNvPicPr preferRelativeResize="0"/>
          <p:nvPr/>
        </p:nvPicPr>
        <p:blipFill rotWithShape="1">
          <a:blip r:embed="rId4">
            <a:alphaModFix/>
          </a:blip>
          <a:srcRect b="0" l="0" r="33404" t="0"/>
          <a:stretch/>
        </p:blipFill>
        <p:spPr>
          <a:xfrm>
            <a:off x="4660375" y="560725"/>
            <a:ext cx="3932700" cy="4022049"/>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7" name="Shape 257"/>
        <p:cNvGrpSpPr/>
        <p:nvPr/>
      </p:nvGrpSpPr>
      <p:grpSpPr>
        <a:xfrm>
          <a:off x="0" y="0"/>
          <a:ext cx="0" cy="0"/>
          <a:chOff x="0" y="0"/>
          <a:chExt cx="0" cy="0"/>
        </a:xfrm>
      </p:grpSpPr>
      <p:sp>
        <p:nvSpPr>
          <p:cNvPr id="258" name="Google Shape;258;p22"/>
          <p:cNvSpPr txBox="1"/>
          <p:nvPr/>
        </p:nvSpPr>
        <p:spPr>
          <a:xfrm>
            <a:off x="243200" y="78150"/>
            <a:ext cx="4867800" cy="4987200"/>
          </a:xfrm>
          <a:prstGeom prst="rect">
            <a:avLst/>
          </a:prstGeom>
          <a:solidFill>
            <a:schemeClr val="lt1"/>
          </a:solid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2400"/>
              <a:buFont typeface="Arial"/>
              <a:buNone/>
            </a:pPr>
            <a:r>
              <a:rPr b="0" i="0" lang="en" sz="2400" u="none" cap="none" strike="noStrike">
                <a:solidFill>
                  <a:srgbClr val="000000"/>
                </a:solidFill>
                <a:latin typeface="Arial"/>
                <a:ea typeface="Arial"/>
                <a:cs typeface="Arial"/>
                <a:sym typeface="Arial"/>
              </a:rPr>
              <a:t>A A</a:t>
            </a:r>
            <a:endParaRPr b="0" i="0" sz="2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2400"/>
              <a:buFont typeface="Arial"/>
              <a:buNone/>
            </a:pPr>
            <a:r>
              <a:t/>
            </a:r>
            <a:endParaRPr b="0" i="0" sz="2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2400"/>
              <a:buFont typeface="Arial"/>
              <a:buNone/>
            </a:pPr>
            <a:r>
              <a:t/>
            </a:r>
            <a:endParaRPr b="0" i="0" sz="2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2400"/>
              <a:buFont typeface="Arial"/>
              <a:buNone/>
            </a:pPr>
            <a:r>
              <a:t/>
            </a:r>
            <a:endParaRPr b="0" i="0" sz="2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2400"/>
              <a:buFont typeface="Arial"/>
              <a:buNone/>
            </a:pPr>
            <a:r>
              <a:t/>
            </a:r>
            <a:endParaRPr b="0" i="0" sz="2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2400"/>
              <a:buFont typeface="Arial"/>
              <a:buNone/>
            </a:pPr>
            <a:r>
              <a:t/>
            </a:r>
            <a:endParaRPr b="0" i="0" sz="2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2400"/>
              <a:buFont typeface="Arial"/>
              <a:buNone/>
            </a:pPr>
            <a:r>
              <a:t/>
            </a:r>
            <a:endParaRPr b="0" i="0" sz="2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2400"/>
              <a:buFont typeface="Arial"/>
              <a:buNone/>
            </a:pPr>
            <a:r>
              <a:rPr b="0" i="0" lang="en" sz="2400" u="none" cap="none" strike="noStrike">
                <a:solidFill>
                  <a:srgbClr val="000000"/>
                </a:solidFill>
                <a:latin typeface="Arial"/>
                <a:ea typeface="Arial"/>
                <a:cs typeface="Arial"/>
                <a:sym typeface="Arial"/>
              </a:rPr>
              <a:t>4 0 E</a:t>
            </a:r>
            <a:endParaRPr b="0" i="0" sz="2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2400"/>
              <a:buFont typeface="Arial"/>
              <a:buNone/>
            </a:pPr>
            <a:r>
              <a:t/>
            </a:r>
            <a:endParaRPr b="0" i="0" sz="2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2400"/>
              <a:buFont typeface="Arial"/>
              <a:buNone/>
            </a:pPr>
            <a:r>
              <a:t/>
            </a:r>
            <a:endParaRPr b="0" i="0" sz="2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2400"/>
              <a:buFont typeface="Arial"/>
              <a:buNone/>
            </a:pPr>
            <a:r>
              <a:t/>
            </a:r>
            <a:endParaRPr b="0" i="0" sz="2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2400"/>
              <a:buFont typeface="Arial"/>
              <a:buNone/>
            </a:pPr>
            <a:r>
              <a:t/>
            </a:r>
            <a:endParaRPr b="0" i="0" sz="2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2400"/>
              <a:buFont typeface="Arial"/>
              <a:buNone/>
            </a:pPr>
            <a:r>
              <a:t/>
            </a:r>
            <a:endParaRPr b="0" i="0" sz="2400" u="none" cap="none" strike="noStrike">
              <a:solidFill>
                <a:srgbClr val="000000"/>
              </a:solidFill>
              <a:latin typeface="Arial"/>
              <a:ea typeface="Arial"/>
              <a:cs typeface="Arial"/>
              <a:sym typeface="Arial"/>
            </a:endParaRPr>
          </a:p>
        </p:txBody>
      </p:sp>
      <p:sp>
        <p:nvSpPr>
          <p:cNvPr id="259" name="Google Shape;259;p22"/>
          <p:cNvSpPr txBox="1"/>
          <p:nvPr/>
        </p:nvSpPr>
        <p:spPr>
          <a:xfrm>
            <a:off x="5290795" y="148950"/>
            <a:ext cx="3800700" cy="9234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4800"/>
              <a:buFont typeface="Arial"/>
              <a:buNone/>
            </a:pPr>
            <a:r>
              <a:rPr b="1" i="0" lang="en" sz="4800" u="none" cap="none" strike="noStrike">
                <a:solidFill>
                  <a:schemeClr val="lt1"/>
                </a:solidFill>
                <a:latin typeface="Roboto"/>
                <a:ea typeface="Roboto"/>
                <a:cs typeface="Roboto"/>
                <a:sym typeface="Roboto"/>
              </a:rPr>
              <a:t>CONVERT</a:t>
            </a:r>
            <a:endParaRPr b="1" i="0" sz="4800" u="none" cap="none" strike="noStrike">
              <a:solidFill>
                <a:schemeClr val="lt1"/>
              </a:solidFill>
              <a:latin typeface="Roboto"/>
              <a:ea typeface="Roboto"/>
              <a:cs typeface="Roboto"/>
              <a:sym typeface="Roboto"/>
            </a:endParaRPr>
          </a:p>
        </p:txBody>
      </p:sp>
      <p:pic>
        <p:nvPicPr>
          <p:cNvPr id="260" name="Google Shape;260;p22"/>
          <p:cNvPicPr preferRelativeResize="0"/>
          <p:nvPr/>
        </p:nvPicPr>
        <p:blipFill rotWithShape="1">
          <a:blip r:embed="rId3">
            <a:alphaModFix/>
          </a:blip>
          <a:srcRect b="1138" l="1117" r="33557" t="1566"/>
          <a:stretch/>
        </p:blipFill>
        <p:spPr>
          <a:xfrm>
            <a:off x="5205875" y="1048500"/>
            <a:ext cx="3857651" cy="3913376"/>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4" name="Shape 264"/>
        <p:cNvGrpSpPr/>
        <p:nvPr/>
      </p:nvGrpSpPr>
      <p:grpSpPr>
        <a:xfrm>
          <a:off x="0" y="0"/>
          <a:ext cx="0" cy="0"/>
          <a:chOff x="0" y="0"/>
          <a:chExt cx="0" cy="0"/>
        </a:xfrm>
      </p:grpSpPr>
      <p:pic>
        <p:nvPicPr>
          <p:cNvPr id="265" name="Google Shape;265;g2f6cb607d70_0_46"/>
          <p:cNvPicPr preferRelativeResize="0"/>
          <p:nvPr/>
        </p:nvPicPr>
        <p:blipFill>
          <a:blip r:embed="rId3">
            <a:alphaModFix/>
          </a:blip>
          <a:stretch>
            <a:fillRect/>
          </a:stretch>
        </p:blipFill>
        <p:spPr>
          <a:xfrm>
            <a:off x="152400" y="913025"/>
            <a:ext cx="8839202" cy="2786935"/>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9" name="Shape 269"/>
        <p:cNvGrpSpPr/>
        <p:nvPr/>
      </p:nvGrpSpPr>
      <p:grpSpPr>
        <a:xfrm>
          <a:off x="0" y="0"/>
          <a:ext cx="0" cy="0"/>
          <a:chOff x="0" y="0"/>
          <a:chExt cx="0" cy="0"/>
        </a:xfrm>
      </p:grpSpPr>
      <p:sp>
        <p:nvSpPr>
          <p:cNvPr id="270" name="Google Shape;270;p23"/>
          <p:cNvSpPr txBox="1"/>
          <p:nvPr>
            <p:ph type="title"/>
          </p:nvPr>
        </p:nvSpPr>
        <p:spPr>
          <a:xfrm>
            <a:off x="311700" y="86300"/>
            <a:ext cx="7776900" cy="9714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3000"/>
              <a:buNone/>
            </a:pPr>
            <a:r>
              <a:rPr lang="en"/>
              <a:t>Converting </a:t>
            </a:r>
            <a:r>
              <a:rPr b="1" lang="en"/>
              <a:t>hexadecimal </a:t>
            </a:r>
            <a:r>
              <a:rPr lang="en" sz="2900"/>
              <a:t>→</a:t>
            </a:r>
            <a:r>
              <a:rPr lang="en"/>
              <a:t> </a:t>
            </a:r>
            <a:r>
              <a:rPr b="1" lang="en"/>
              <a:t>denary </a:t>
            </a:r>
            <a:r>
              <a:rPr lang="en"/>
              <a:t>and </a:t>
            </a:r>
            <a:r>
              <a:rPr b="1" lang="en"/>
              <a:t>denary </a:t>
            </a:r>
            <a:r>
              <a:rPr lang="en" sz="2900"/>
              <a:t>→</a:t>
            </a:r>
            <a:r>
              <a:rPr lang="en"/>
              <a:t> </a:t>
            </a:r>
            <a:r>
              <a:rPr b="1" lang="en"/>
              <a:t>hexadecimal</a:t>
            </a:r>
            <a:endParaRPr b="1"/>
          </a:p>
          <a:p>
            <a:pPr indent="0" lvl="0" marL="0" rtl="0" algn="l">
              <a:lnSpc>
                <a:spcPct val="100000"/>
              </a:lnSpc>
              <a:spcBef>
                <a:spcPts val="0"/>
              </a:spcBef>
              <a:spcAft>
                <a:spcPts val="0"/>
              </a:spcAft>
              <a:buSzPts val="3000"/>
              <a:buNone/>
            </a:pPr>
            <a:r>
              <a:t/>
            </a:r>
            <a:endParaRPr/>
          </a:p>
        </p:txBody>
      </p:sp>
      <p:sp>
        <p:nvSpPr>
          <p:cNvPr id="271" name="Google Shape;271;p2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SzPts val="1800"/>
              <a:buNone/>
            </a:pPr>
            <a:r>
              <a:rPr lang="en"/>
              <a:t>To convert hexadecimal numbers into denary</a:t>
            </a:r>
            <a:r>
              <a:rPr b="1" i="1" lang="en"/>
              <a:t> involves the value headings of each hexadecimal digit</a:t>
            </a:r>
            <a:r>
              <a:rPr lang="en"/>
              <a:t>; that is, 4096, 256, 16 and 1.</a:t>
            </a:r>
            <a:endParaRPr/>
          </a:p>
          <a:p>
            <a:pPr indent="0" lvl="0" marL="0" rtl="0" algn="l">
              <a:lnSpc>
                <a:spcPct val="115000"/>
              </a:lnSpc>
              <a:spcBef>
                <a:spcPts val="1600"/>
              </a:spcBef>
              <a:spcAft>
                <a:spcPts val="0"/>
              </a:spcAft>
              <a:buSzPts val="1800"/>
              <a:buNone/>
            </a:pPr>
            <a:r>
              <a:rPr lang="en"/>
              <a:t>Take each of the hexadecimal digits and multiply it by the heading values. Add all the resultant totals together to give the denary number. </a:t>
            </a:r>
            <a:r>
              <a:rPr b="1" lang="en"/>
              <a:t>Remember </a:t>
            </a:r>
            <a:r>
              <a:rPr lang="en"/>
              <a:t>that the hex digits A → F need to be first </a:t>
            </a:r>
            <a:r>
              <a:rPr b="1" lang="en"/>
              <a:t>converted </a:t>
            </a:r>
            <a:r>
              <a:rPr lang="en"/>
              <a:t>to the values 10 → 15 before carrying out the multiplication. This is best shown by two examples:</a:t>
            </a:r>
            <a:endParaRPr/>
          </a:p>
          <a:p>
            <a:pPr indent="0" lvl="0" marL="0" rtl="0" algn="l">
              <a:lnSpc>
                <a:spcPct val="115000"/>
              </a:lnSpc>
              <a:spcBef>
                <a:spcPts val="1600"/>
              </a:spcBef>
              <a:spcAft>
                <a:spcPts val="1600"/>
              </a:spcAft>
              <a:buSzPts val="1800"/>
              <a:buNone/>
            </a:pPr>
            <a:r>
              <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5" name="Shape 275"/>
        <p:cNvGrpSpPr/>
        <p:nvPr/>
      </p:nvGrpSpPr>
      <p:grpSpPr>
        <a:xfrm>
          <a:off x="0" y="0"/>
          <a:ext cx="0" cy="0"/>
          <a:chOff x="0" y="0"/>
          <a:chExt cx="0" cy="0"/>
        </a:xfrm>
      </p:grpSpPr>
      <p:sp>
        <p:nvSpPr>
          <p:cNvPr id="276" name="Google Shape;276;p24"/>
          <p:cNvSpPr txBox="1"/>
          <p:nvPr/>
        </p:nvSpPr>
        <p:spPr>
          <a:xfrm>
            <a:off x="5473475" y="739850"/>
            <a:ext cx="3458400" cy="461700"/>
          </a:xfrm>
          <a:prstGeom prst="rect">
            <a:avLst/>
          </a:prstGeom>
          <a:solidFill>
            <a:schemeClr val="accent6"/>
          </a:solidFill>
          <a:ln cap="flat" cmpd="sng" w="9525">
            <a:solidFill>
              <a:schemeClr val="dk1"/>
            </a:solidFill>
            <a:prstDash val="solid"/>
            <a:round/>
            <a:headEnd len="sm" w="sm" type="none"/>
            <a:tailEnd len="sm" w="sm" type="none"/>
          </a:ln>
        </p:spPr>
        <p:txBody>
          <a:bodyPr anchorCtr="0" anchor="t" bIns="91425" lIns="91425" spcFirstLastPara="1" rIns="91425" wrap="square" tIns="91425">
            <a:spAutoFit/>
          </a:bodyPr>
          <a:lstStyle/>
          <a:p>
            <a:pPr indent="0" lvl="0" marL="0" marR="0" rtl="0" algn="ctr">
              <a:lnSpc>
                <a:spcPct val="115000"/>
              </a:lnSpc>
              <a:spcBef>
                <a:spcPts val="0"/>
              </a:spcBef>
              <a:spcAft>
                <a:spcPts val="1600"/>
              </a:spcAft>
              <a:buClr>
                <a:srgbClr val="000000"/>
              </a:buClr>
              <a:buSzPts val="1800"/>
              <a:buFont typeface="Arial"/>
              <a:buNone/>
            </a:pPr>
            <a:r>
              <a:rPr b="0" i="0" lang="en" sz="1800" u="none" cap="none" strike="noStrike">
                <a:solidFill>
                  <a:schemeClr val="lt1"/>
                </a:solidFill>
                <a:latin typeface="Roboto"/>
                <a:ea typeface="Roboto"/>
                <a:cs typeface="Roboto"/>
                <a:sym typeface="Roboto"/>
              </a:rPr>
              <a:t>4096</a:t>
            </a:r>
            <a:r>
              <a:rPr lang="en" sz="1800">
                <a:solidFill>
                  <a:schemeClr val="lt1"/>
                </a:solidFill>
                <a:latin typeface="Roboto"/>
                <a:ea typeface="Roboto"/>
                <a:cs typeface="Roboto"/>
                <a:sym typeface="Roboto"/>
              </a:rPr>
              <a:t>    </a:t>
            </a:r>
            <a:r>
              <a:rPr b="0" i="0" lang="en" sz="1800" u="none" cap="none" strike="noStrike">
                <a:solidFill>
                  <a:schemeClr val="lt1"/>
                </a:solidFill>
                <a:latin typeface="Roboto"/>
                <a:ea typeface="Roboto"/>
                <a:cs typeface="Roboto"/>
                <a:sym typeface="Roboto"/>
              </a:rPr>
              <a:t> 256</a:t>
            </a:r>
            <a:r>
              <a:rPr lang="en" sz="1800">
                <a:solidFill>
                  <a:schemeClr val="lt1"/>
                </a:solidFill>
                <a:latin typeface="Roboto"/>
                <a:ea typeface="Roboto"/>
                <a:cs typeface="Roboto"/>
                <a:sym typeface="Roboto"/>
              </a:rPr>
              <a:t>   </a:t>
            </a:r>
            <a:r>
              <a:rPr b="0" i="0" lang="en" sz="1800" u="none" cap="none" strike="noStrike">
                <a:solidFill>
                  <a:schemeClr val="lt1"/>
                </a:solidFill>
                <a:latin typeface="Roboto"/>
                <a:ea typeface="Roboto"/>
                <a:cs typeface="Roboto"/>
                <a:sym typeface="Roboto"/>
              </a:rPr>
              <a:t>  16     1</a:t>
            </a:r>
            <a:endParaRPr b="0" i="0" sz="1400" u="none" cap="none" strike="noStrike">
              <a:solidFill>
                <a:schemeClr val="lt1"/>
              </a:solidFill>
              <a:latin typeface="Arial"/>
              <a:ea typeface="Arial"/>
              <a:cs typeface="Arial"/>
              <a:sym typeface="Arial"/>
            </a:endParaRPr>
          </a:p>
        </p:txBody>
      </p:sp>
      <p:pic>
        <p:nvPicPr>
          <p:cNvPr id="277" name="Google Shape;277;p24"/>
          <p:cNvPicPr preferRelativeResize="0"/>
          <p:nvPr/>
        </p:nvPicPr>
        <p:blipFill rotWithShape="1">
          <a:blip r:embed="rId3">
            <a:alphaModFix/>
          </a:blip>
          <a:srcRect b="0" l="33598" r="0" t="0"/>
          <a:stretch/>
        </p:blipFill>
        <p:spPr>
          <a:xfrm>
            <a:off x="5473475" y="1229950"/>
            <a:ext cx="3518125" cy="3608750"/>
          </a:xfrm>
          <a:prstGeom prst="rect">
            <a:avLst/>
          </a:prstGeom>
          <a:noFill/>
          <a:ln>
            <a:noFill/>
          </a:ln>
        </p:spPr>
      </p:pic>
      <p:pic>
        <p:nvPicPr>
          <p:cNvPr id="278" name="Google Shape;278;p24"/>
          <p:cNvPicPr preferRelativeResize="0"/>
          <p:nvPr/>
        </p:nvPicPr>
        <p:blipFill>
          <a:blip r:embed="rId4">
            <a:alphaModFix/>
          </a:blip>
          <a:stretch>
            <a:fillRect/>
          </a:stretch>
        </p:blipFill>
        <p:spPr>
          <a:xfrm>
            <a:off x="76200" y="0"/>
            <a:ext cx="5274851" cy="2627275"/>
          </a:xfrm>
          <a:prstGeom prst="rect">
            <a:avLst/>
          </a:prstGeom>
          <a:noFill/>
          <a:ln>
            <a:noFill/>
          </a:ln>
        </p:spPr>
      </p:pic>
      <p:pic>
        <p:nvPicPr>
          <p:cNvPr id="279" name="Google Shape;279;p24"/>
          <p:cNvPicPr preferRelativeResize="0"/>
          <p:nvPr/>
        </p:nvPicPr>
        <p:blipFill>
          <a:blip r:embed="rId5">
            <a:alphaModFix/>
          </a:blip>
          <a:stretch>
            <a:fillRect/>
          </a:stretch>
        </p:blipFill>
        <p:spPr>
          <a:xfrm>
            <a:off x="76225" y="2516225"/>
            <a:ext cx="5274808" cy="2627275"/>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3" name="Shape 283"/>
        <p:cNvGrpSpPr/>
        <p:nvPr/>
      </p:nvGrpSpPr>
      <p:grpSpPr>
        <a:xfrm>
          <a:off x="0" y="0"/>
          <a:ext cx="0" cy="0"/>
          <a:chOff x="0" y="0"/>
          <a:chExt cx="0" cy="0"/>
        </a:xfrm>
      </p:grpSpPr>
      <p:sp>
        <p:nvSpPr>
          <p:cNvPr id="284" name="Google Shape;284;p26"/>
          <p:cNvSpPr txBox="1"/>
          <p:nvPr/>
        </p:nvSpPr>
        <p:spPr>
          <a:xfrm>
            <a:off x="5502575" y="827975"/>
            <a:ext cx="3524700" cy="461700"/>
          </a:xfrm>
          <a:prstGeom prst="rect">
            <a:avLst/>
          </a:prstGeom>
          <a:solidFill>
            <a:schemeClr val="accent6"/>
          </a:solidFill>
          <a:ln cap="flat" cmpd="sng" w="9525">
            <a:solidFill>
              <a:schemeClr val="lt1"/>
            </a:solidFill>
            <a:prstDash val="solid"/>
            <a:round/>
            <a:headEnd len="sm" w="sm" type="none"/>
            <a:tailEnd len="sm" w="sm" type="none"/>
          </a:ln>
        </p:spPr>
        <p:txBody>
          <a:bodyPr anchorCtr="0" anchor="t" bIns="91425" lIns="91425" spcFirstLastPara="1" rIns="91425" wrap="square" tIns="91425">
            <a:spAutoFit/>
          </a:bodyPr>
          <a:lstStyle/>
          <a:p>
            <a:pPr indent="0" lvl="0" marL="0" rtl="0" algn="ctr">
              <a:lnSpc>
                <a:spcPct val="115000"/>
              </a:lnSpc>
              <a:spcBef>
                <a:spcPts val="0"/>
              </a:spcBef>
              <a:spcAft>
                <a:spcPts val="1600"/>
              </a:spcAft>
              <a:buClr>
                <a:srgbClr val="000000"/>
              </a:buClr>
              <a:buSzPts val="1800"/>
              <a:buFont typeface="Arial"/>
              <a:buNone/>
            </a:pPr>
            <a:r>
              <a:rPr lang="en" sz="1800">
                <a:solidFill>
                  <a:schemeClr val="lt1"/>
                </a:solidFill>
                <a:latin typeface="Roboto"/>
                <a:ea typeface="Roboto"/>
                <a:cs typeface="Roboto"/>
                <a:sym typeface="Roboto"/>
              </a:rPr>
              <a:t>4096     256     16     1</a:t>
            </a:r>
            <a:endParaRPr sz="1800">
              <a:solidFill>
                <a:schemeClr val="lt1"/>
              </a:solidFill>
              <a:latin typeface="Roboto"/>
              <a:ea typeface="Roboto"/>
              <a:cs typeface="Roboto"/>
              <a:sym typeface="Roboto"/>
            </a:endParaRPr>
          </a:p>
        </p:txBody>
      </p:sp>
      <p:sp>
        <p:nvSpPr>
          <p:cNvPr id="285" name="Google Shape;285;p26"/>
          <p:cNvSpPr txBox="1"/>
          <p:nvPr/>
        </p:nvSpPr>
        <p:spPr>
          <a:xfrm>
            <a:off x="179825" y="827975"/>
            <a:ext cx="5206200" cy="4068000"/>
          </a:xfrm>
          <a:prstGeom prst="rect">
            <a:avLst/>
          </a:prstGeom>
          <a:solidFill>
            <a:schemeClr val="lt1"/>
          </a:solid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2900"/>
              <a:buFont typeface="Arial"/>
              <a:buNone/>
            </a:pPr>
            <a:r>
              <a:t/>
            </a:r>
            <a:endParaRPr sz="2900"/>
          </a:p>
          <a:p>
            <a:pPr indent="0" lvl="0" marL="0" marR="0" rtl="0" algn="l">
              <a:lnSpc>
                <a:spcPct val="100000"/>
              </a:lnSpc>
              <a:spcBef>
                <a:spcPts val="0"/>
              </a:spcBef>
              <a:spcAft>
                <a:spcPts val="0"/>
              </a:spcAft>
              <a:buClr>
                <a:srgbClr val="000000"/>
              </a:buClr>
              <a:buSzPts val="2900"/>
              <a:buFont typeface="Arial"/>
              <a:buNone/>
            </a:pPr>
            <a:r>
              <a:rPr b="0" i="0" lang="en" sz="2900" u="none" cap="none" strike="noStrike">
                <a:solidFill>
                  <a:srgbClr val="000000"/>
                </a:solidFill>
                <a:latin typeface="Arial"/>
                <a:ea typeface="Arial"/>
                <a:cs typeface="Arial"/>
                <a:sym typeface="Arial"/>
              </a:rPr>
              <a:t>A 0 1</a:t>
            </a:r>
            <a:endParaRPr b="0" i="0" sz="29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2900"/>
              <a:buFont typeface="Arial"/>
              <a:buNone/>
            </a:pPr>
            <a:r>
              <a:t/>
            </a:r>
            <a:endParaRPr b="0" i="0" sz="29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2900"/>
              <a:buFont typeface="Arial"/>
              <a:buNone/>
            </a:pPr>
            <a:r>
              <a:t/>
            </a:r>
            <a:endParaRPr b="0" i="0" sz="29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2900"/>
              <a:buFont typeface="Arial"/>
              <a:buNone/>
            </a:pPr>
            <a:r>
              <a:t/>
            </a:r>
            <a:endParaRPr sz="2900"/>
          </a:p>
          <a:p>
            <a:pPr indent="0" lvl="0" marL="0" marR="0" rtl="0" algn="l">
              <a:lnSpc>
                <a:spcPct val="100000"/>
              </a:lnSpc>
              <a:spcBef>
                <a:spcPts val="0"/>
              </a:spcBef>
              <a:spcAft>
                <a:spcPts val="0"/>
              </a:spcAft>
              <a:buClr>
                <a:srgbClr val="000000"/>
              </a:buClr>
              <a:buSzPts val="2900"/>
              <a:buFont typeface="Arial"/>
              <a:buNone/>
            </a:pPr>
            <a:r>
              <a:t/>
            </a:r>
            <a:endParaRPr sz="2900"/>
          </a:p>
          <a:p>
            <a:pPr indent="0" lvl="0" marL="0" marR="0" rtl="0" algn="l">
              <a:lnSpc>
                <a:spcPct val="100000"/>
              </a:lnSpc>
              <a:spcBef>
                <a:spcPts val="0"/>
              </a:spcBef>
              <a:spcAft>
                <a:spcPts val="0"/>
              </a:spcAft>
              <a:buClr>
                <a:srgbClr val="000000"/>
              </a:buClr>
              <a:buSzPts val="2900"/>
              <a:buFont typeface="Arial"/>
              <a:buNone/>
            </a:pPr>
            <a:r>
              <a:rPr b="0" i="0" lang="en" sz="2900" u="none" cap="none" strike="noStrike">
                <a:solidFill>
                  <a:srgbClr val="000000"/>
                </a:solidFill>
                <a:latin typeface="Arial"/>
                <a:ea typeface="Arial"/>
                <a:cs typeface="Arial"/>
                <a:sym typeface="Arial"/>
              </a:rPr>
              <a:t>B B 4</a:t>
            </a:r>
            <a:endParaRPr b="0" i="0" sz="29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2900"/>
              <a:buFont typeface="Arial"/>
              <a:buNone/>
            </a:pPr>
            <a:r>
              <a:t/>
            </a:r>
            <a:endParaRPr b="0" i="0" sz="2900" u="none" cap="none" strike="noStrike">
              <a:solidFill>
                <a:srgbClr val="000000"/>
              </a:solidFill>
              <a:latin typeface="Arial"/>
              <a:ea typeface="Arial"/>
              <a:cs typeface="Arial"/>
              <a:sym typeface="Arial"/>
            </a:endParaRPr>
          </a:p>
        </p:txBody>
      </p:sp>
      <p:sp>
        <p:nvSpPr>
          <p:cNvPr id="286" name="Google Shape;286;p26"/>
          <p:cNvSpPr txBox="1"/>
          <p:nvPr/>
        </p:nvSpPr>
        <p:spPr>
          <a:xfrm>
            <a:off x="5385975" y="0"/>
            <a:ext cx="3758100" cy="8004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4000"/>
              <a:buFont typeface="Arial"/>
              <a:buNone/>
            </a:pPr>
            <a:r>
              <a:rPr b="1" i="0" lang="en" sz="4000" u="none" cap="none" strike="noStrike">
                <a:solidFill>
                  <a:schemeClr val="lt1"/>
                </a:solidFill>
                <a:latin typeface="Roboto"/>
                <a:ea typeface="Roboto"/>
                <a:cs typeface="Roboto"/>
                <a:sym typeface="Roboto"/>
              </a:rPr>
              <a:t>CONVERT</a:t>
            </a:r>
            <a:endParaRPr b="1" i="0" sz="4000" u="none" cap="none" strike="noStrike">
              <a:solidFill>
                <a:schemeClr val="lt1"/>
              </a:solidFill>
              <a:latin typeface="Roboto"/>
              <a:ea typeface="Roboto"/>
              <a:cs typeface="Roboto"/>
              <a:sym typeface="Roboto"/>
            </a:endParaRPr>
          </a:p>
        </p:txBody>
      </p:sp>
      <p:pic>
        <p:nvPicPr>
          <p:cNvPr id="287" name="Google Shape;287;p26"/>
          <p:cNvPicPr preferRelativeResize="0"/>
          <p:nvPr/>
        </p:nvPicPr>
        <p:blipFill rotWithShape="1">
          <a:blip r:embed="rId3">
            <a:alphaModFix/>
          </a:blip>
          <a:srcRect b="1369" l="33599" r="981" t="1505"/>
          <a:stretch/>
        </p:blipFill>
        <p:spPr>
          <a:xfrm>
            <a:off x="5502575" y="1331725"/>
            <a:ext cx="3524611" cy="3564274"/>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1" name="Shape 291"/>
        <p:cNvGrpSpPr/>
        <p:nvPr/>
      </p:nvGrpSpPr>
      <p:grpSpPr>
        <a:xfrm>
          <a:off x="0" y="0"/>
          <a:ext cx="0" cy="0"/>
          <a:chOff x="0" y="0"/>
          <a:chExt cx="0" cy="0"/>
        </a:xfrm>
      </p:grpSpPr>
      <p:pic>
        <p:nvPicPr>
          <p:cNvPr id="292" name="Google Shape;292;g2f6cb607d70_0_64"/>
          <p:cNvPicPr preferRelativeResize="0"/>
          <p:nvPr/>
        </p:nvPicPr>
        <p:blipFill>
          <a:blip r:embed="rId3">
            <a:alphaModFix/>
          </a:blip>
          <a:stretch>
            <a:fillRect/>
          </a:stretch>
        </p:blipFill>
        <p:spPr>
          <a:xfrm>
            <a:off x="152400" y="926525"/>
            <a:ext cx="8839202" cy="2825874"/>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6" name="Shape 296"/>
        <p:cNvGrpSpPr/>
        <p:nvPr/>
      </p:nvGrpSpPr>
      <p:grpSpPr>
        <a:xfrm>
          <a:off x="0" y="0"/>
          <a:ext cx="0" cy="0"/>
          <a:chOff x="0" y="0"/>
          <a:chExt cx="0" cy="0"/>
        </a:xfrm>
      </p:grpSpPr>
      <p:pic>
        <p:nvPicPr>
          <p:cNvPr id="297" name="Google Shape;297;p29" title="Exam - Free of Charge Creative Commons Notepad 1 image"/>
          <p:cNvPicPr preferRelativeResize="0"/>
          <p:nvPr/>
        </p:nvPicPr>
        <p:blipFill rotWithShape="1">
          <a:blip r:embed="rId3">
            <a:alphaModFix/>
          </a:blip>
          <a:srcRect b="21312" l="0" r="0" t="20179"/>
          <a:stretch/>
        </p:blipFill>
        <p:spPr>
          <a:xfrm rot="-5400000">
            <a:off x="-1475887" y="1480312"/>
            <a:ext cx="5089475" cy="2128851"/>
          </a:xfrm>
          <a:prstGeom prst="rect">
            <a:avLst/>
          </a:prstGeom>
          <a:noFill/>
          <a:ln>
            <a:noFill/>
          </a:ln>
        </p:spPr>
      </p:pic>
      <p:pic>
        <p:nvPicPr>
          <p:cNvPr id="298" name="Google Shape;298;p29"/>
          <p:cNvPicPr preferRelativeResize="0"/>
          <p:nvPr/>
        </p:nvPicPr>
        <p:blipFill>
          <a:blip r:embed="rId4">
            <a:alphaModFix/>
          </a:blip>
          <a:stretch>
            <a:fillRect/>
          </a:stretch>
        </p:blipFill>
        <p:spPr>
          <a:xfrm>
            <a:off x="2271850" y="1375350"/>
            <a:ext cx="6597923" cy="2876149"/>
          </a:xfrm>
          <a:prstGeom prst="rect">
            <a:avLst/>
          </a:prstGeom>
          <a:noFill/>
          <a:ln>
            <a:noFill/>
          </a:ln>
        </p:spPr>
      </p:pic>
      <p:sp>
        <p:nvSpPr>
          <p:cNvPr id="299" name="Google Shape;299;p29"/>
          <p:cNvSpPr txBox="1"/>
          <p:nvPr>
            <p:ph idx="4294967295" type="title"/>
          </p:nvPr>
        </p:nvSpPr>
        <p:spPr>
          <a:xfrm>
            <a:off x="4044275" y="62300"/>
            <a:ext cx="4788300" cy="1113600"/>
          </a:xfrm>
          <a:prstGeom prst="rect">
            <a:avLst/>
          </a:prstGeom>
          <a:noFill/>
          <a:ln>
            <a:noFill/>
          </a:ln>
        </p:spPr>
        <p:txBody>
          <a:bodyPr anchorCtr="0" anchor="t" bIns="91425" lIns="91425" spcFirstLastPara="1" rIns="91425" wrap="square" tIns="91425">
            <a:noAutofit/>
          </a:bodyPr>
          <a:lstStyle/>
          <a:p>
            <a:pPr indent="0" lvl="0" marL="0" rtl="0" algn="r">
              <a:lnSpc>
                <a:spcPct val="100000"/>
              </a:lnSpc>
              <a:spcBef>
                <a:spcPts val="0"/>
              </a:spcBef>
              <a:spcAft>
                <a:spcPts val="0"/>
              </a:spcAft>
              <a:buSzPts val="3000"/>
              <a:buNone/>
            </a:pPr>
            <a:r>
              <a:rPr b="1" lang="en" sz="6000"/>
              <a:t>QUESTION</a:t>
            </a:r>
            <a:endParaRPr b="1" sz="6000"/>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3" name="Shape 303"/>
        <p:cNvGrpSpPr/>
        <p:nvPr/>
      </p:nvGrpSpPr>
      <p:grpSpPr>
        <a:xfrm>
          <a:off x="0" y="0"/>
          <a:ext cx="0" cy="0"/>
          <a:chOff x="0" y="0"/>
          <a:chExt cx="0" cy="0"/>
        </a:xfrm>
      </p:grpSpPr>
      <p:pic>
        <p:nvPicPr>
          <p:cNvPr id="304" name="Google Shape;304;p30" title="Exam - Free of Charge Creative Commons Notepad 1 image"/>
          <p:cNvPicPr preferRelativeResize="0"/>
          <p:nvPr/>
        </p:nvPicPr>
        <p:blipFill rotWithShape="1">
          <a:blip r:embed="rId3">
            <a:alphaModFix/>
          </a:blip>
          <a:srcRect b="21312" l="0" r="0" t="20179"/>
          <a:stretch/>
        </p:blipFill>
        <p:spPr>
          <a:xfrm rot="-5400000">
            <a:off x="-1475887" y="1480312"/>
            <a:ext cx="5089475" cy="2128851"/>
          </a:xfrm>
          <a:prstGeom prst="rect">
            <a:avLst/>
          </a:prstGeom>
          <a:noFill/>
          <a:ln>
            <a:noFill/>
          </a:ln>
        </p:spPr>
      </p:pic>
      <p:sp>
        <p:nvSpPr>
          <p:cNvPr id="305" name="Google Shape;305;p30"/>
          <p:cNvSpPr txBox="1"/>
          <p:nvPr>
            <p:ph idx="4294967295" type="title"/>
          </p:nvPr>
        </p:nvSpPr>
        <p:spPr>
          <a:xfrm>
            <a:off x="4044275" y="62300"/>
            <a:ext cx="4788300" cy="1113600"/>
          </a:xfrm>
          <a:prstGeom prst="rect">
            <a:avLst/>
          </a:prstGeom>
          <a:noFill/>
          <a:ln>
            <a:noFill/>
          </a:ln>
        </p:spPr>
        <p:txBody>
          <a:bodyPr anchorCtr="0" anchor="t" bIns="91425" lIns="91425" spcFirstLastPara="1" rIns="91425" wrap="square" tIns="91425">
            <a:noAutofit/>
          </a:bodyPr>
          <a:lstStyle/>
          <a:p>
            <a:pPr indent="0" lvl="0" marL="0" rtl="0" algn="r">
              <a:lnSpc>
                <a:spcPct val="100000"/>
              </a:lnSpc>
              <a:spcBef>
                <a:spcPts val="0"/>
              </a:spcBef>
              <a:spcAft>
                <a:spcPts val="0"/>
              </a:spcAft>
              <a:buSzPts val="3000"/>
              <a:buNone/>
            </a:pPr>
            <a:r>
              <a:rPr b="1" lang="en" sz="6000"/>
              <a:t>ANSWER</a:t>
            </a:r>
            <a:endParaRPr b="1" sz="6000"/>
          </a:p>
        </p:txBody>
      </p:sp>
      <p:graphicFrame>
        <p:nvGraphicFramePr>
          <p:cNvPr id="306" name="Google Shape;306;p30"/>
          <p:cNvGraphicFramePr/>
          <p:nvPr/>
        </p:nvGraphicFramePr>
        <p:xfrm>
          <a:off x="4044275" y="1767688"/>
          <a:ext cx="3000000" cy="3000000"/>
        </p:xfrm>
        <a:graphic>
          <a:graphicData uri="http://schemas.openxmlformats.org/drawingml/2006/table">
            <a:tbl>
              <a:tblPr>
                <a:noFill/>
                <a:tableStyleId>{B6B477F1-82FF-4E01-9ABA-C1D04204DD87}</a:tableStyleId>
              </a:tblPr>
              <a:tblGrid>
                <a:gridCol w="1023600"/>
                <a:gridCol w="1762000"/>
              </a:tblGrid>
              <a:tr h="493450">
                <a:tc>
                  <a:txBody>
                    <a:bodyPr/>
                    <a:lstStyle/>
                    <a:p>
                      <a:pPr indent="0" lvl="0" marL="0" marR="0" rtl="0" algn="ctr">
                        <a:lnSpc>
                          <a:spcPct val="100000"/>
                        </a:lnSpc>
                        <a:spcBef>
                          <a:spcPts val="0"/>
                        </a:spcBef>
                        <a:spcAft>
                          <a:spcPts val="0"/>
                        </a:spcAft>
                        <a:buNone/>
                      </a:pPr>
                      <a:r>
                        <a:rPr lang="en" sz="2900">
                          <a:solidFill>
                            <a:schemeClr val="lt1"/>
                          </a:solidFill>
                        </a:rPr>
                        <a:t>HEX</a:t>
                      </a:r>
                      <a:endParaRPr sz="2900">
                        <a:solidFill>
                          <a:schemeClr val="lt1"/>
                        </a:solidFill>
                      </a:endParaRPr>
                    </a:p>
                  </a:txBody>
                  <a:tcPr marT="91425" marB="91425" marR="91425" marL="91425">
                    <a:solidFill>
                      <a:srgbClr val="7890CD"/>
                    </a:solidFill>
                  </a:tcPr>
                </a:tc>
                <a:tc>
                  <a:txBody>
                    <a:bodyPr/>
                    <a:lstStyle/>
                    <a:p>
                      <a:pPr indent="0" lvl="0" marL="0" marR="0" rtl="0" algn="ctr">
                        <a:lnSpc>
                          <a:spcPct val="100000"/>
                        </a:lnSpc>
                        <a:spcBef>
                          <a:spcPts val="0"/>
                        </a:spcBef>
                        <a:spcAft>
                          <a:spcPts val="0"/>
                        </a:spcAft>
                        <a:buNone/>
                      </a:pPr>
                      <a:r>
                        <a:rPr lang="en" sz="2900">
                          <a:solidFill>
                            <a:schemeClr val="lt1"/>
                          </a:solidFill>
                        </a:rPr>
                        <a:t>DENARY</a:t>
                      </a:r>
                      <a:endParaRPr sz="2900">
                        <a:solidFill>
                          <a:schemeClr val="lt1"/>
                        </a:solidFill>
                      </a:endParaRPr>
                    </a:p>
                  </a:txBody>
                  <a:tcPr marT="91425" marB="91425" marR="91425" marL="91425">
                    <a:solidFill>
                      <a:srgbClr val="7890CD"/>
                    </a:solidFill>
                  </a:tcPr>
                </a:tc>
              </a:tr>
              <a:tr h="632800">
                <a:tc>
                  <a:txBody>
                    <a:bodyPr/>
                    <a:lstStyle/>
                    <a:p>
                      <a:pPr indent="0" lvl="0" marL="0" marR="0" rtl="0" algn="ctr">
                        <a:lnSpc>
                          <a:spcPct val="100000"/>
                        </a:lnSpc>
                        <a:spcBef>
                          <a:spcPts val="0"/>
                        </a:spcBef>
                        <a:spcAft>
                          <a:spcPts val="0"/>
                        </a:spcAft>
                        <a:buNone/>
                      </a:pPr>
                      <a:r>
                        <a:rPr lang="en" sz="2900"/>
                        <a:t>15</a:t>
                      </a:r>
                      <a:endParaRPr sz="2900"/>
                    </a:p>
                  </a:txBody>
                  <a:tcPr marT="91425" marB="91425" marR="91425" marL="91425">
                    <a:solidFill>
                      <a:schemeClr val="lt1"/>
                    </a:solidFill>
                  </a:tcPr>
                </a:tc>
                <a:tc>
                  <a:txBody>
                    <a:bodyPr/>
                    <a:lstStyle/>
                    <a:p>
                      <a:pPr indent="0" lvl="0" marL="0" marR="0" rtl="0" algn="ctr">
                        <a:lnSpc>
                          <a:spcPct val="100000"/>
                        </a:lnSpc>
                        <a:spcBef>
                          <a:spcPts val="0"/>
                        </a:spcBef>
                        <a:spcAft>
                          <a:spcPts val="0"/>
                        </a:spcAft>
                        <a:buClr>
                          <a:srgbClr val="000000"/>
                        </a:buClr>
                        <a:buSzPts val="2900"/>
                        <a:buFont typeface="Arial"/>
                        <a:buNone/>
                      </a:pPr>
                      <a:r>
                        <a:rPr lang="en" sz="2900"/>
                        <a:t>21</a:t>
                      </a:r>
                      <a:endParaRPr sz="2900"/>
                    </a:p>
                  </a:txBody>
                  <a:tcPr marT="91425" marB="91425" marR="91425" marL="91425">
                    <a:solidFill>
                      <a:schemeClr val="lt1"/>
                    </a:solidFill>
                  </a:tcPr>
                </a:tc>
              </a:tr>
              <a:tr h="632800">
                <a:tc>
                  <a:txBody>
                    <a:bodyPr/>
                    <a:lstStyle/>
                    <a:p>
                      <a:pPr indent="0" lvl="0" marL="0" marR="0" rtl="0" algn="ctr">
                        <a:lnSpc>
                          <a:spcPct val="100000"/>
                        </a:lnSpc>
                        <a:spcBef>
                          <a:spcPts val="0"/>
                        </a:spcBef>
                        <a:spcAft>
                          <a:spcPts val="0"/>
                        </a:spcAft>
                        <a:buNone/>
                      </a:pPr>
                      <a:r>
                        <a:rPr lang="en" sz="2900"/>
                        <a:t>102</a:t>
                      </a:r>
                      <a:endParaRPr sz="2900"/>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lang="en" sz="2900"/>
                        <a:t>258</a:t>
                      </a:r>
                      <a:endParaRPr sz="2900"/>
                    </a:p>
                  </a:txBody>
                  <a:tcPr marT="91425" marB="91425" marR="91425" marL="91425">
                    <a:solidFill>
                      <a:schemeClr val="lt1"/>
                    </a:solidFill>
                  </a:tcPr>
                </a:tc>
              </a:tr>
              <a:tr h="632800">
                <a:tc>
                  <a:txBody>
                    <a:bodyPr/>
                    <a:lstStyle/>
                    <a:p>
                      <a:pPr indent="0" lvl="0" marL="0" marR="0" rtl="0" algn="ctr">
                        <a:lnSpc>
                          <a:spcPct val="100000"/>
                        </a:lnSpc>
                        <a:spcBef>
                          <a:spcPts val="0"/>
                        </a:spcBef>
                        <a:spcAft>
                          <a:spcPts val="0"/>
                        </a:spcAft>
                        <a:buNone/>
                      </a:pPr>
                      <a:r>
                        <a:rPr lang="en" sz="2900"/>
                        <a:t>A9</a:t>
                      </a:r>
                      <a:endParaRPr sz="2900"/>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lang="en" sz="2900"/>
                        <a:t>169</a:t>
                      </a:r>
                      <a:endParaRPr sz="2900"/>
                    </a:p>
                  </a:txBody>
                  <a:tcPr marT="91425" marB="91425" marR="91425" marL="91425">
                    <a:solidFill>
                      <a:schemeClr val="lt1"/>
                    </a:solidFill>
                  </a:tcPr>
                </a:tc>
              </a:tr>
            </a:tbl>
          </a:graphicData>
        </a:graphic>
      </p:graphicFrame>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0" name="Shape 310"/>
        <p:cNvGrpSpPr/>
        <p:nvPr/>
      </p:nvGrpSpPr>
      <p:grpSpPr>
        <a:xfrm>
          <a:off x="0" y="0"/>
          <a:ext cx="0" cy="0"/>
          <a:chOff x="0" y="0"/>
          <a:chExt cx="0" cy="0"/>
        </a:xfrm>
      </p:grpSpPr>
      <p:pic>
        <p:nvPicPr>
          <p:cNvPr id="311" name="Google Shape;311;g2f6cb607d70_0_93" title="Exam - Free of Charge Creative Commons Notepad 1 image"/>
          <p:cNvPicPr preferRelativeResize="0"/>
          <p:nvPr/>
        </p:nvPicPr>
        <p:blipFill rotWithShape="1">
          <a:blip r:embed="rId3">
            <a:alphaModFix/>
          </a:blip>
          <a:srcRect b="21314" l="0" r="0" t="20179"/>
          <a:stretch/>
        </p:blipFill>
        <p:spPr>
          <a:xfrm rot="-5400000">
            <a:off x="-1475887" y="1480312"/>
            <a:ext cx="5089475" cy="2128851"/>
          </a:xfrm>
          <a:prstGeom prst="rect">
            <a:avLst/>
          </a:prstGeom>
          <a:noFill/>
          <a:ln>
            <a:noFill/>
          </a:ln>
        </p:spPr>
      </p:pic>
      <p:pic>
        <p:nvPicPr>
          <p:cNvPr id="312" name="Google Shape;312;g2f6cb607d70_0_93"/>
          <p:cNvPicPr preferRelativeResize="0"/>
          <p:nvPr/>
        </p:nvPicPr>
        <p:blipFill>
          <a:blip r:embed="rId4">
            <a:alphaModFix/>
          </a:blip>
          <a:stretch>
            <a:fillRect/>
          </a:stretch>
        </p:blipFill>
        <p:spPr>
          <a:xfrm>
            <a:off x="2385100" y="940225"/>
            <a:ext cx="6205525" cy="4087024"/>
          </a:xfrm>
          <a:prstGeom prst="rect">
            <a:avLst/>
          </a:prstGeom>
          <a:noFill/>
          <a:ln>
            <a:noFill/>
          </a:ln>
        </p:spPr>
      </p:pic>
      <p:sp>
        <p:nvSpPr>
          <p:cNvPr id="313" name="Google Shape;313;g2f6cb607d70_0_93"/>
          <p:cNvSpPr txBox="1"/>
          <p:nvPr>
            <p:ph idx="4294967295" type="title"/>
          </p:nvPr>
        </p:nvSpPr>
        <p:spPr>
          <a:xfrm>
            <a:off x="4044275" y="62300"/>
            <a:ext cx="4788300" cy="1113600"/>
          </a:xfrm>
          <a:prstGeom prst="rect">
            <a:avLst/>
          </a:prstGeom>
          <a:noFill/>
          <a:ln>
            <a:noFill/>
          </a:ln>
        </p:spPr>
        <p:txBody>
          <a:bodyPr anchorCtr="0" anchor="t" bIns="91425" lIns="91425" spcFirstLastPara="1" rIns="91425" wrap="square" tIns="91425">
            <a:noAutofit/>
          </a:bodyPr>
          <a:lstStyle/>
          <a:p>
            <a:pPr indent="0" lvl="0" marL="0" rtl="0" algn="r">
              <a:lnSpc>
                <a:spcPct val="100000"/>
              </a:lnSpc>
              <a:spcBef>
                <a:spcPts val="0"/>
              </a:spcBef>
              <a:spcAft>
                <a:spcPts val="0"/>
              </a:spcAft>
              <a:buSzPts val="3000"/>
              <a:buNone/>
            </a:pPr>
            <a:r>
              <a:rPr b="1" lang="en" sz="5000"/>
              <a:t>QUESTION</a:t>
            </a:r>
            <a:endParaRPr b="1" sz="5000"/>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7" name="Shape 317"/>
        <p:cNvGrpSpPr/>
        <p:nvPr/>
      </p:nvGrpSpPr>
      <p:grpSpPr>
        <a:xfrm>
          <a:off x="0" y="0"/>
          <a:ext cx="0" cy="0"/>
          <a:chOff x="0" y="0"/>
          <a:chExt cx="0" cy="0"/>
        </a:xfrm>
      </p:grpSpPr>
      <p:pic>
        <p:nvPicPr>
          <p:cNvPr id="318" name="Google Shape;318;g2f6cb607d70_0_107" title="Exam - Free of Charge Creative Commons Notepad 1 image"/>
          <p:cNvPicPr preferRelativeResize="0"/>
          <p:nvPr/>
        </p:nvPicPr>
        <p:blipFill rotWithShape="1">
          <a:blip r:embed="rId3">
            <a:alphaModFix/>
          </a:blip>
          <a:srcRect b="21314" l="0" r="0" t="20179"/>
          <a:stretch/>
        </p:blipFill>
        <p:spPr>
          <a:xfrm rot="-5400000">
            <a:off x="-1475887" y="1480312"/>
            <a:ext cx="5089475" cy="2128851"/>
          </a:xfrm>
          <a:prstGeom prst="rect">
            <a:avLst/>
          </a:prstGeom>
          <a:noFill/>
          <a:ln>
            <a:noFill/>
          </a:ln>
        </p:spPr>
      </p:pic>
      <p:pic>
        <p:nvPicPr>
          <p:cNvPr id="319" name="Google Shape;319;g2f6cb607d70_0_107"/>
          <p:cNvPicPr preferRelativeResize="0"/>
          <p:nvPr/>
        </p:nvPicPr>
        <p:blipFill>
          <a:blip r:embed="rId4">
            <a:alphaModFix/>
          </a:blip>
          <a:stretch>
            <a:fillRect/>
          </a:stretch>
        </p:blipFill>
        <p:spPr>
          <a:xfrm>
            <a:off x="2385100" y="940225"/>
            <a:ext cx="6205525" cy="4087024"/>
          </a:xfrm>
          <a:prstGeom prst="rect">
            <a:avLst/>
          </a:prstGeom>
          <a:noFill/>
          <a:ln>
            <a:noFill/>
          </a:ln>
        </p:spPr>
      </p:pic>
      <p:sp>
        <p:nvSpPr>
          <p:cNvPr id="320" name="Google Shape;320;g2f6cb607d70_0_107"/>
          <p:cNvSpPr txBox="1"/>
          <p:nvPr>
            <p:ph idx="4294967295" type="title"/>
          </p:nvPr>
        </p:nvSpPr>
        <p:spPr>
          <a:xfrm>
            <a:off x="4044275" y="62300"/>
            <a:ext cx="4788300" cy="1113600"/>
          </a:xfrm>
          <a:prstGeom prst="rect">
            <a:avLst/>
          </a:prstGeom>
          <a:noFill/>
          <a:ln>
            <a:noFill/>
          </a:ln>
        </p:spPr>
        <p:txBody>
          <a:bodyPr anchorCtr="0" anchor="t" bIns="91425" lIns="91425" spcFirstLastPara="1" rIns="91425" wrap="square" tIns="91425">
            <a:noAutofit/>
          </a:bodyPr>
          <a:lstStyle/>
          <a:p>
            <a:pPr indent="0" lvl="0" marL="0" rtl="0" algn="r">
              <a:lnSpc>
                <a:spcPct val="100000"/>
              </a:lnSpc>
              <a:spcBef>
                <a:spcPts val="0"/>
              </a:spcBef>
              <a:spcAft>
                <a:spcPts val="0"/>
              </a:spcAft>
              <a:buSzPts val="3000"/>
              <a:buNone/>
            </a:pPr>
            <a:r>
              <a:rPr b="1" lang="en" sz="5000"/>
              <a:t>ANSWER</a:t>
            </a:r>
            <a:endParaRPr b="1" sz="5000"/>
          </a:p>
        </p:txBody>
      </p:sp>
      <p:graphicFrame>
        <p:nvGraphicFramePr>
          <p:cNvPr id="321" name="Google Shape;321;g2f6cb607d70_0_107"/>
          <p:cNvGraphicFramePr/>
          <p:nvPr/>
        </p:nvGraphicFramePr>
        <p:xfrm>
          <a:off x="3166300" y="3860700"/>
          <a:ext cx="3000000" cy="3000000"/>
        </p:xfrm>
        <a:graphic>
          <a:graphicData uri="http://schemas.openxmlformats.org/drawingml/2006/table">
            <a:tbl>
              <a:tblPr>
                <a:noFill/>
                <a:tableStyleId>{4DF8E71E-F62A-4E45-A5E0-5B944BCE5DC5}</a:tableStyleId>
              </a:tblPr>
              <a:tblGrid>
                <a:gridCol w="673375"/>
                <a:gridCol w="659400"/>
                <a:gridCol w="670525"/>
                <a:gridCol w="676000"/>
                <a:gridCol w="653475"/>
                <a:gridCol w="665450"/>
                <a:gridCol w="672400"/>
                <a:gridCol w="653350"/>
              </a:tblGrid>
              <a:tr h="430750">
                <a:tc>
                  <a:txBody>
                    <a:bodyPr/>
                    <a:lstStyle/>
                    <a:p>
                      <a:pPr indent="0" lvl="0" marL="0" rtl="0" algn="ctr">
                        <a:spcBef>
                          <a:spcPts val="0"/>
                        </a:spcBef>
                        <a:spcAft>
                          <a:spcPts val="0"/>
                        </a:spcAft>
                        <a:buNone/>
                      </a:pPr>
                      <a:r>
                        <a:rPr lang="en" sz="1600"/>
                        <a:t>1</a:t>
                      </a:r>
                      <a:endParaRPr sz="1600"/>
                    </a:p>
                  </a:txBody>
                  <a:tcPr marT="91425" marB="91425" marR="91425" marL="91425"/>
                </a:tc>
                <a:tc>
                  <a:txBody>
                    <a:bodyPr/>
                    <a:lstStyle/>
                    <a:p>
                      <a:pPr indent="0" lvl="0" marL="0" rtl="0" algn="ctr">
                        <a:spcBef>
                          <a:spcPts val="0"/>
                        </a:spcBef>
                        <a:spcAft>
                          <a:spcPts val="0"/>
                        </a:spcAft>
                        <a:buNone/>
                      </a:pPr>
                      <a:r>
                        <a:rPr lang="en" sz="1600"/>
                        <a:t>0</a:t>
                      </a:r>
                      <a:endParaRPr sz="1600"/>
                    </a:p>
                  </a:txBody>
                  <a:tcPr marT="91425" marB="91425" marR="91425" marL="91425"/>
                </a:tc>
                <a:tc>
                  <a:txBody>
                    <a:bodyPr/>
                    <a:lstStyle/>
                    <a:p>
                      <a:pPr indent="0" lvl="0" marL="0" rtl="0" algn="ctr">
                        <a:spcBef>
                          <a:spcPts val="0"/>
                        </a:spcBef>
                        <a:spcAft>
                          <a:spcPts val="0"/>
                        </a:spcAft>
                        <a:buNone/>
                      </a:pPr>
                      <a:r>
                        <a:rPr lang="en" sz="1600"/>
                        <a:t>0</a:t>
                      </a:r>
                      <a:endParaRPr sz="1600"/>
                    </a:p>
                  </a:txBody>
                  <a:tcPr marT="91425" marB="91425" marR="91425" marL="91425"/>
                </a:tc>
                <a:tc>
                  <a:txBody>
                    <a:bodyPr/>
                    <a:lstStyle/>
                    <a:p>
                      <a:pPr indent="0" lvl="0" marL="0" rtl="0" algn="ctr">
                        <a:spcBef>
                          <a:spcPts val="0"/>
                        </a:spcBef>
                        <a:spcAft>
                          <a:spcPts val="0"/>
                        </a:spcAft>
                        <a:buNone/>
                      </a:pPr>
                      <a:r>
                        <a:rPr lang="en" sz="1600"/>
                        <a:t>1</a:t>
                      </a:r>
                      <a:endParaRPr sz="1600"/>
                    </a:p>
                  </a:txBody>
                  <a:tcPr marT="91425" marB="91425" marR="91425" marL="91425"/>
                </a:tc>
                <a:tc>
                  <a:txBody>
                    <a:bodyPr/>
                    <a:lstStyle/>
                    <a:p>
                      <a:pPr indent="0" lvl="0" marL="0" rtl="0" algn="ctr">
                        <a:spcBef>
                          <a:spcPts val="0"/>
                        </a:spcBef>
                        <a:spcAft>
                          <a:spcPts val="0"/>
                        </a:spcAft>
                        <a:buNone/>
                      </a:pPr>
                      <a:r>
                        <a:rPr lang="en" sz="1600"/>
                        <a:t>0</a:t>
                      </a:r>
                      <a:endParaRPr sz="1600"/>
                    </a:p>
                  </a:txBody>
                  <a:tcPr marT="91425" marB="91425" marR="91425" marL="91425"/>
                </a:tc>
                <a:tc>
                  <a:txBody>
                    <a:bodyPr/>
                    <a:lstStyle/>
                    <a:p>
                      <a:pPr indent="0" lvl="0" marL="0" rtl="0" algn="ctr">
                        <a:spcBef>
                          <a:spcPts val="0"/>
                        </a:spcBef>
                        <a:spcAft>
                          <a:spcPts val="0"/>
                        </a:spcAft>
                        <a:buNone/>
                      </a:pPr>
                      <a:r>
                        <a:rPr lang="en" sz="1600"/>
                        <a:t>1</a:t>
                      </a:r>
                      <a:endParaRPr sz="1600"/>
                    </a:p>
                  </a:txBody>
                  <a:tcPr marT="91425" marB="91425" marR="91425" marL="91425"/>
                </a:tc>
                <a:tc>
                  <a:txBody>
                    <a:bodyPr/>
                    <a:lstStyle/>
                    <a:p>
                      <a:pPr indent="0" lvl="0" marL="0" rtl="0" algn="ctr">
                        <a:spcBef>
                          <a:spcPts val="0"/>
                        </a:spcBef>
                        <a:spcAft>
                          <a:spcPts val="0"/>
                        </a:spcAft>
                        <a:buNone/>
                      </a:pPr>
                      <a:r>
                        <a:rPr lang="en" sz="1600"/>
                        <a:t>1</a:t>
                      </a:r>
                      <a:endParaRPr sz="1600"/>
                    </a:p>
                  </a:txBody>
                  <a:tcPr marT="91425" marB="91425" marR="91425" marL="91425"/>
                </a:tc>
                <a:tc>
                  <a:txBody>
                    <a:bodyPr/>
                    <a:lstStyle/>
                    <a:p>
                      <a:pPr indent="0" lvl="0" marL="0" rtl="0" algn="ctr">
                        <a:spcBef>
                          <a:spcPts val="0"/>
                        </a:spcBef>
                        <a:spcAft>
                          <a:spcPts val="0"/>
                        </a:spcAft>
                        <a:buNone/>
                      </a:pPr>
                      <a:r>
                        <a:rPr lang="en" sz="1600"/>
                        <a:t>1</a:t>
                      </a:r>
                      <a:endParaRPr sz="1600"/>
                    </a:p>
                  </a:txBody>
                  <a:tcPr marT="91425" marB="91425" marR="91425" marL="91425"/>
                </a:tc>
              </a:tr>
            </a:tbl>
          </a:graphicData>
        </a:graphic>
      </p:graphicFrame>
      <p:graphicFrame>
        <p:nvGraphicFramePr>
          <p:cNvPr id="322" name="Google Shape;322;g2f6cb607d70_0_107"/>
          <p:cNvGraphicFramePr/>
          <p:nvPr/>
        </p:nvGraphicFramePr>
        <p:xfrm>
          <a:off x="3166300" y="4517775"/>
          <a:ext cx="3000000" cy="3000000"/>
        </p:xfrm>
        <a:graphic>
          <a:graphicData uri="http://schemas.openxmlformats.org/drawingml/2006/table">
            <a:tbl>
              <a:tblPr>
                <a:noFill/>
                <a:tableStyleId>{4DF8E71E-F62A-4E45-A5E0-5B944BCE5DC5}</a:tableStyleId>
              </a:tblPr>
              <a:tblGrid>
                <a:gridCol w="673375"/>
                <a:gridCol w="659400"/>
                <a:gridCol w="670525"/>
                <a:gridCol w="676000"/>
                <a:gridCol w="653475"/>
                <a:gridCol w="665450"/>
                <a:gridCol w="672400"/>
                <a:gridCol w="653350"/>
              </a:tblGrid>
              <a:tr h="430750">
                <a:tc>
                  <a:txBody>
                    <a:bodyPr/>
                    <a:lstStyle/>
                    <a:p>
                      <a:pPr indent="0" lvl="0" marL="0" rtl="0" algn="ctr">
                        <a:spcBef>
                          <a:spcPts val="0"/>
                        </a:spcBef>
                        <a:spcAft>
                          <a:spcPts val="0"/>
                        </a:spcAft>
                        <a:buNone/>
                      </a:pPr>
                      <a:r>
                        <a:rPr lang="en" sz="1600"/>
                        <a:t>0</a:t>
                      </a:r>
                      <a:endParaRPr sz="1600"/>
                    </a:p>
                  </a:txBody>
                  <a:tcPr marT="91425" marB="91425" marR="91425" marL="91425"/>
                </a:tc>
                <a:tc>
                  <a:txBody>
                    <a:bodyPr/>
                    <a:lstStyle/>
                    <a:p>
                      <a:pPr indent="0" lvl="0" marL="0" rtl="0" algn="ctr">
                        <a:spcBef>
                          <a:spcPts val="0"/>
                        </a:spcBef>
                        <a:spcAft>
                          <a:spcPts val="0"/>
                        </a:spcAft>
                        <a:buNone/>
                      </a:pPr>
                      <a:r>
                        <a:rPr lang="en" sz="1600"/>
                        <a:t>1</a:t>
                      </a:r>
                      <a:endParaRPr sz="1600"/>
                    </a:p>
                  </a:txBody>
                  <a:tcPr marT="91425" marB="91425" marR="91425" marL="91425"/>
                </a:tc>
                <a:tc>
                  <a:txBody>
                    <a:bodyPr/>
                    <a:lstStyle/>
                    <a:p>
                      <a:pPr indent="0" lvl="0" marL="0" rtl="0" algn="ctr">
                        <a:spcBef>
                          <a:spcPts val="0"/>
                        </a:spcBef>
                        <a:spcAft>
                          <a:spcPts val="0"/>
                        </a:spcAft>
                        <a:buNone/>
                      </a:pPr>
                      <a:r>
                        <a:rPr lang="en" sz="1600"/>
                        <a:t>0</a:t>
                      </a:r>
                      <a:endParaRPr sz="1600"/>
                    </a:p>
                  </a:txBody>
                  <a:tcPr marT="91425" marB="91425" marR="91425" marL="91425"/>
                </a:tc>
                <a:tc>
                  <a:txBody>
                    <a:bodyPr/>
                    <a:lstStyle/>
                    <a:p>
                      <a:pPr indent="0" lvl="0" marL="0" rtl="0" algn="ctr">
                        <a:spcBef>
                          <a:spcPts val="0"/>
                        </a:spcBef>
                        <a:spcAft>
                          <a:spcPts val="0"/>
                        </a:spcAft>
                        <a:buNone/>
                      </a:pPr>
                      <a:r>
                        <a:rPr lang="en" sz="1600"/>
                        <a:t>1</a:t>
                      </a:r>
                      <a:endParaRPr sz="1600"/>
                    </a:p>
                  </a:txBody>
                  <a:tcPr marT="91425" marB="91425" marR="91425" marL="91425"/>
                </a:tc>
                <a:tc>
                  <a:txBody>
                    <a:bodyPr/>
                    <a:lstStyle/>
                    <a:p>
                      <a:pPr indent="0" lvl="0" marL="0" rtl="0" algn="ctr">
                        <a:spcBef>
                          <a:spcPts val="0"/>
                        </a:spcBef>
                        <a:spcAft>
                          <a:spcPts val="0"/>
                        </a:spcAft>
                        <a:buNone/>
                      </a:pPr>
                      <a:r>
                        <a:rPr lang="en" sz="1600"/>
                        <a:t>1</a:t>
                      </a:r>
                      <a:endParaRPr sz="1600"/>
                    </a:p>
                  </a:txBody>
                  <a:tcPr marT="91425" marB="91425" marR="91425" marL="91425"/>
                </a:tc>
                <a:tc>
                  <a:txBody>
                    <a:bodyPr/>
                    <a:lstStyle/>
                    <a:p>
                      <a:pPr indent="0" lvl="0" marL="0" rtl="0" algn="ctr">
                        <a:spcBef>
                          <a:spcPts val="0"/>
                        </a:spcBef>
                        <a:spcAft>
                          <a:spcPts val="0"/>
                        </a:spcAft>
                        <a:buNone/>
                      </a:pPr>
                      <a:r>
                        <a:rPr lang="en" sz="1600"/>
                        <a:t>1</a:t>
                      </a:r>
                      <a:endParaRPr sz="1600"/>
                    </a:p>
                  </a:txBody>
                  <a:tcPr marT="91425" marB="91425" marR="91425" marL="91425"/>
                </a:tc>
                <a:tc>
                  <a:txBody>
                    <a:bodyPr/>
                    <a:lstStyle/>
                    <a:p>
                      <a:pPr indent="0" lvl="0" marL="0" rtl="0" algn="ctr">
                        <a:spcBef>
                          <a:spcPts val="0"/>
                        </a:spcBef>
                        <a:spcAft>
                          <a:spcPts val="0"/>
                        </a:spcAft>
                        <a:buNone/>
                      </a:pPr>
                      <a:r>
                        <a:rPr lang="en" sz="1600"/>
                        <a:t>0</a:t>
                      </a:r>
                      <a:endParaRPr sz="1600"/>
                    </a:p>
                  </a:txBody>
                  <a:tcPr marT="91425" marB="91425" marR="91425" marL="91425"/>
                </a:tc>
                <a:tc>
                  <a:txBody>
                    <a:bodyPr/>
                    <a:lstStyle/>
                    <a:p>
                      <a:pPr indent="0" lvl="0" marL="0" rtl="0" algn="ctr">
                        <a:spcBef>
                          <a:spcPts val="0"/>
                        </a:spcBef>
                        <a:spcAft>
                          <a:spcPts val="0"/>
                        </a:spcAft>
                        <a:buNone/>
                      </a:pPr>
                      <a:r>
                        <a:rPr lang="en" sz="1600"/>
                        <a:t>0</a:t>
                      </a:r>
                      <a:endParaRPr sz="1600"/>
                    </a:p>
                  </a:txBody>
                  <a:tcPr marT="91425" marB="91425" marR="91425" marL="91425"/>
                </a:tc>
              </a:tr>
            </a:tbl>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6" name="Shape 326"/>
        <p:cNvGrpSpPr/>
        <p:nvPr/>
      </p:nvGrpSpPr>
      <p:grpSpPr>
        <a:xfrm>
          <a:off x="0" y="0"/>
          <a:ext cx="0" cy="0"/>
          <a:chOff x="0" y="0"/>
          <a:chExt cx="0" cy="0"/>
        </a:xfrm>
      </p:grpSpPr>
      <p:sp>
        <p:nvSpPr>
          <p:cNvPr id="327" name="Google Shape;327;p27"/>
          <p:cNvSpPr txBox="1"/>
          <p:nvPr>
            <p:ph idx="4294967295" type="title"/>
          </p:nvPr>
        </p:nvSpPr>
        <p:spPr>
          <a:xfrm>
            <a:off x="448900" y="283450"/>
            <a:ext cx="8172000" cy="6843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3000"/>
              <a:buNone/>
            </a:pPr>
            <a:r>
              <a:rPr lang="en" sz="1800"/>
              <a:t>To convert from </a:t>
            </a:r>
            <a:r>
              <a:rPr b="1" lang="en" sz="1800"/>
              <a:t>denary to hexadecimal </a:t>
            </a:r>
            <a:r>
              <a:rPr lang="en" sz="1800"/>
              <a:t>involves successive division by </a:t>
            </a:r>
            <a:r>
              <a:rPr b="1" lang="en" sz="1800"/>
              <a:t>16 </a:t>
            </a:r>
            <a:r>
              <a:rPr lang="en" sz="1800"/>
              <a:t>until the value “</a:t>
            </a:r>
            <a:r>
              <a:rPr b="1" lang="en" sz="1800"/>
              <a:t>0</a:t>
            </a:r>
            <a:r>
              <a:rPr lang="en" sz="1800"/>
              <a:t>” is reached. This is best shown by two examples:</a:t>
            </a:r>
            <a:endParaRPr sz="1800"/>
          </a:p>
          <a:p>
            <a:pPr indent="0" lvl="0" marL="0" rtl="0" algn="l">
              <a:lnSpc>
                <a:spcPct val="100000"/>
              </a:lnSpc>
              <a:spcBef>
                <a:spcPts val="0"/>
              </a:spcBef>
              <a:spcAft>
                <a:spcPts val="0"/>
              </a:spcAft>
              <a:buSzPts val="3000"/>
              <a:buNone/>
            </a:pPr>
            <a:r>
              <a:t/>
            </a:r>
            <a:endParaRPr sz="1800"/>
          </a:p>
        </p:txBody>
      </p:sp>
      <p:pic>
        <p:nvPicPr>
          <p:cNvPr id="328" name="Google Shape;328;p27"/>
          <p:cNvPicPr preferRelativeResize="0"/>
          <p:nvPr/>
        </p:nvPicPr>
        <p:blipFill>
          <a:blip r:embed="rId3">
            <a:alphaModFix/>
          </a:blip>
          <a:stretch>
            <a:fillRect/>
          </a:stretch>
        </p:blipFill>
        <p:spPr>
          <a:xfrm>
            <a:off x="448900" y="1052525"/>
            <a:ext cx="8246205" cy="3820899"/>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2" name="Shape 332"/>
        <p:cNvGrpSpPr/>
        <p:nvPr/>
      </p:nvGrpSpPr>
      <p:grpSpPr>
        <a:xfrm>
          <a:off x="0" y="0"/>
          <a:ext cx="0" cy="0"/>
          <a:chOff x="0" y="0"/>
          <a:chExt cx="0" cy="0"/>
        </a:xfrm>
      </p:grpSpPr>
      <p:pic>
        <p:nvPicPr>
          <p:cNvPr id="333" name="Google Shape;333;p28"/>
          <p:cNvPicPr preferRelativeResize="0"/>
          <p:nvPr/>
        </p:nvPicPr>
        <p:blipFill rotWithShape="1">
          <a:blip r:embed="rId3">
            <a:alphaModFix/>
          </a:blip>
          <a:srcRect b="0" l="-452" r="0" t="0"/>
          <a:stretch/>
        </p:blipFill>
        <p:spPr>
          <a:xfrm>
            <a:off x="0" y="241796"/>
            <a:ext cx="9144002" cy="4612429"/>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7" name="Shape 337"/>
        <p:cNvGrpSpPr/>
        <p:nvPr/>
      </p:nvGrpSpPr>
      <p:grpSpPr>
        <a:xfrm>
          <a:off x="0" y="0"/>
          <a:ext cx="0" cy="0"/>
          <a:chOff x="0" y="0"/>
          <a:chExt cx="0" cy="0"/>
        </a:xfrm>
      </p:grpSpPr>
      <p:pic>
        <p:nvPicPr>
          <p:cNvPr id="338" name="Google Shape;338;g2f6cb607d70_0_119"/>
          <p:cNvPicPr preferRelativeResize="0"/>
          <p:nvPr/>
        </p:nvPicPr>
        <p:blipFill>
          <a:blip r:embed="rId3">
            <a:alphaModFix/>
          </a:blip>
          <a:stretch>
            <a:fillRect/>
          </a:stretch>
        </p:blipFill>
        <p:spPr>
          <a:xfrm>
            <a:off x="152400" y="1142213"/>
            <a:ext cx="8839198" cy="2859085"/>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2" name="Shape 342"/>
        <p:cNvGrpSpPr/>
        <p:nvPr/>
      </p:nvGrpSpPr>
      <p:grpSpPr>
        <a:xfrm>
          <a:off x="0" y="0"/>
          <a:ext cx="0" cy="0"/>
          <a:chOff x="0" y="0"/>
          <a:chExt cx="0" cy="0"/>
        </a:xfrm>
      </p:grpSpPr>
      <p:sp>
        <p:nvSpPr>
          <p:cNvPr id="343" name="Google Shape;343;p33"/>
          <p:cNvSpPr txBox="1"/>
          <p:nvPr>
            <p:ph type="title"/>
          </p:nvPr>
        </p:nvSpPr>
        <p:spPr>
          <a:xfrm>
            <a:off x="311700" y="122250"/>
            <a:ext cx="8520600" cy="607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3000"/>
              <a:buNone/>
            </a:pPr>
            <a:r>
              <a:rPr lang="en"/>
              <a:t>1.1.3 Use of the hexadecimal system</a:t>
            </a:r>
            <a:endParaRPr/>
          </a:p>
        </p:txBody>
      </p:sp>
      <p:sp>
        <p:nvSpPr>
          <p:cNvPr id="344" name="Google Shape;344;p33"/>
          <p:cNvSpPr txBox="1"/>
          <p:nvPr>
            <p:ph idx="1" type="body"/>
          </p:nvPr>
        </p:nvSpPr>
        <p:spPr>
          <a:xfrm>
            <a:off x="311700" y="942000"/>
            <a:ext cx="8520600" cy="36750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SzPts val="1800"/>
              <a:buNone/>
            </a:pPr>
            <a:r>
              <a:rPr lang="en"/>
              <a:t>As we have seen, a computer can only work with binary data. Whilst computer scientists can work with binary, they find hexadecimal to be more convenient to use. This is because one hex digit represents four binary digits. A complex binary number, such as 1101001010101111 can be written in hex as D2AF. The hex number is far easier for humans to remember, copy and work with.</a:t>
            </a:r>
            <a:endParaRPr/>
          </a:p>
          <a:p>
            <a:pPr indent="0" lvl="0" marL="0" rtl="0" algn="l">
              <a:lnSpc>
                <a:spcPct val="115000"/>
              </a:lnSpc>
              <a:spcBef>
                <a:spcPts val="1600"/>
              </a:spcBef>
              <a:spcAft>
                <a:spcPts val="0"/>
              </a:spcAft>
              <a:buSzPts val="1800"/>
              <a:buNone/>
            </a:pPr>
            <a:r>
              <a:rPr b="1" lang="en"/>
              <a:t>Here are four uses of the hexadecimal system:</a:t>
            </a:r>
            <a:endParaRPr b="1"/>
          </a:p>
          <a:p>
            <a:pPr indent="-342900" lvl="0" marL="457200" rtl="0" algn="l">
              <a:lnSpc>
                <a:spcPct val="115000"/>
              </a:lnSpc>
              <a:spcBef>
                <a:spcPts val="1600"/>
              </a:spcBef>
              <a:spcAft>
                <a:spcPts val="0"/>
              </a:spcAft>
              <a:buSzPts val="1800"/>
              <a:buChar char="➢"/>
            </a:pPr>
            <a:r>
              <a:rPr lang="en"/>
              <a:t>» Error codes</a:t>
            </a:r>
            <a:endParaRPr/>
          </a:p>
          <a:p>
            <a:pPr indent="-342900" lvl="0" marL="457200" rtl="0" algn="l">
              <a:lnSpc>
                <a:spcPct val="115000"/>
              </a:lnSpc>
              <a:spcBef>
                <a:spcPts val="0"/>
              </a:spcBef>
              <a:spcAft>
                <a:spcPts val="0"/>
              </a:spcAft>
              <a:buSzPts val="1800"/>
              <a:buChar char="➢"/>
            </a:pPr>
            <a:r>
              <a:rPr lang="en"/>
              <a:t>» MAC addresses</a:t>
            </a:r>
            <a:endParaRPr/>
          </a:p>
          <a:p>
            <a:pPr indent="-342900" lvl="0" marL="457200" rtl="0" algn="l">
              <a:lnSpc>
                <a:spcPct val="115000"/>
              </a:lnSpc>
              <a:spcBef>
                <a:spcPts val="0"/>
              </a:spcBef>
              <a:spcAft>
                <a:spcPts val="0"/>
              </a:spcAft>
              <a:buSzPts val="1800"/>
              <a:buChar char="➢"/>
            </a:pPr>
            <a:r>
              <a:rPr lang="en"/>
              <a:t>» IPv6 addresses</a:t>
            </a:r>
            <a:endParaRPr/>
          </a:p>
          <a:p>
            <a:pPr indent="-342900" lvl="0" marL="457200" rtl="0" algn="l">
              <a:lnSpc>
                <a:spcPct val="115000"/>
              </a:lnSpc>
              <a:spcBef>
                <a:spcPts val="0"/>
              </a:spcBef>
              <a:spcAft>
                <a:spcPts val="0"/>
              </a:spcAft>
              <a:buSzPts val="1800"/>
              <a:buChar char="➢"/>
            </a:pPr>
            <a:r>
              <a:rPr lang="en"/>
              <a:t>» HTML colour codes</a:t>
            </a:r>
            <a:endParaRPr/>
          </a:p>
          <a:p>
            <a:pPr indent="0" lvl="0" marL="0" rtl="0" algn="l">
              <a:lnSpc>
                <a:spcPct val="115000"/>
              </a:lnSpc>
              <a:spcBef>
                <a:spcPts val="1600"/>
              </a:spcBef>
              <a:spcAft>
                <a:spcPts val="1600"/>
              </a:spcAft>
              <a:buSzPts val="1800"/>
              <a:buNone/>
            </a:pPr>
            <a:r>
              <a:t/>
            </a:r>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8" name="Shape 348"/>
        <p:cNvGrpSpPr/>
        <p:nvPr/>
      </p:nvGrpSpPr>
      <p:grpSpPr>
        <a:xfrm>
          <a:off x="0" y="0"/>
          <a:ext cx="0" cy="0"/>
          <a:chOff x="0" y="0"/>
          <a:chExt cx="0" cy="0"/>
        </a:xfrm>
      </p:grpSpPr>
      <p:sp>
        <p:nvSpPr>
          <p:cNvPr id="349" name="Google Shape;349;p34"/>
          <p:cNvSpPr txBox="1"/>
          <p:nvPr>
            <p:ph type="title"/>
          </p:nvPr>
        </p:nvSpPr>
        <p:spPr>
          <a:xfrm>
            <a:off x="311700" y="182200"/>
            <a:ext cx="2944500" cy="607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3000"/>
              <a:buNone/>
            </a:pPr>
            <a:r>
              <a:rPr lang="en"/>
              <a:t>Error codes</a:t>
            </a:r>
            <a:endParaRPr/>
          </a:p>
        </p:txBody>
      </p:sp>
      <p:sp>
        <p:nvSpPr>
          <p:cNvPr id="350" name="Google Shape;350;p34"/>
          <p:cNvSpPr txBox="1"/>
          <p:nvPr>
            <p:ph idx="1" type="body"/>
          </p:nvPr>
        </p:nvSpPr>
        <p:spPr>
          <a:xfrm>
            <a:off x="311700" y="870050"/>
            <a:ext cx="3850200" cy="3685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SzPts val="1800"/>
              <a:buNone/>
            </a:pPr>
            <a:r>
              <a:rPr lang="en"/>
              <a:t>Error codes are often shown as hexadecimal values. </a:t>
            </a:r>
            <a:endParaRPr/>
          </a:p>
          <a:p>
            <a:pPr indent="0" lvl="0" marL="0" rtl="0" algn="l">
              <a:lnSpc>
                <a:spcPct val="115000"/>
              </a:lnSpc>
              <a:spcBef>
                <a:spcPts val="0"/>
              </a:spcBef>
              <a:spcAft>
                <a:spcPts val="0"/>
              </a:spcAft>
              <a:buSzPts val="1800"/>
              <a:buNone/>
            </a:pPr>
            <a:r>
              <a:t/>
            </a:r>
            <a:endParaRPr/>
          </a:p>
          <a:p>
            <a:pPr indent="0" lvl="0" marL="0" rtl="0" algn="l">
              <a:lnSpc>
                <a:spcPct val="115000"/>
              </a:lnSpc>
              <a:spcBef>
                <a:spcPts val="0"/>
              </a:spcBef>
              <a:spcAft>
                <a:spcPts val="0"/>
              </a:spcAft>
              <a:buSzPts val="1800"/>
              <a:buNone/>
            </a:pPr>
            <a:r>
              <a:rPr lang="en"/>
              <a:t>These numbers refer to the memory location of the error and are usually automatically generated by the computer. </a:t>
            </a:r>
            <a:endParaRPr/>
          </a:p>
          <a:p>
            <a:pPr indent="0" lvl="0" marL="0" rtl="0" algn="l">
              <a:lnSpc>
                <a:spcPct val="115000"/>
              </a:lnSpc>
              <a:spcBef>
                <a:spcPts val="0"/>
              </a:spcBef>
              <a:spcAft>
                <a:spcPts val="0"/>
              </a:spcAft>
              <a:buSzPts val="1800"/>
              <a:buNone/>
            </a:pPr>
            <a:r>
              <a:t/>
            </a:r>
            <a:endParaRPr/>
          </a:p>
          <a:p>
            <a:pPr indent="0" lvl="0" marL="0" rtl="0" algn="l">
              <a:lnSpc>
                <a:spcPct val="115000"/>
              </a:lnSpc>
              <a:spcBef>
                <a:spcPts val="0"/>
              </a:spcBef>
              <a:spcAft>
                <a:spcPts val="0"/>
              </a:spcAft>
              <a:buSzPts val="1800"/>
              <a:buNone/>
            </a:pPr>
            <a:r>
              <a:rPr lang="en"/>
              <a:t>The programmer needs to know how to interpret the hexadecimal error codes.</a:t>
            </a:r>
            <a:endParaRPr/>
          </a:p>
        </p:txBody>
      </p:sp>
      <p:pic>
        <p:nvPicPr>
          <p:cNvPr id="351" name="Google Shape;351;p34"/>
          <p:cNvPicPr preferRelativeResize="0"/>
          <p:nvPr/>
        </p:nvPicPr>
        <p:blipFill rotWithShape="1">
          <a:blip r:embed="rId3">
            <a:alphaModFix/>
          </a:blip>
          <a:srcRect b="0" l="10233" r="0" t="0"/>
          <a:stretch/>
        </p:blipFill>
        <p:spPr>
          <a:xfrm>
            <a:off x="4286375" y="1078225"/>
            <a:ext cx="4795425" cy="3269449"/>
          </a:xfrm>
          <a:prstGeom prst="rect">
            <a:avLst/>
          </a:prstGeom>
          <a:noFill/>
          <a:ln cap="flat" cmpd="sng" w="19050">
            <a:solidFill>
              <a:schemeClr val="accent6"/>
            </a:solidFill>
            <a:prstDash val="solid"/>
            <a:round/>
            <a:headEnd len="sm" w="sm" type="none"/>
            <a:tailEnd len="sm" w="sm" type="none"/>
          </a:ln>
        </p:spPr>
      </p:pic>
      <p:sp>
        <p:nvSpPr>
          <p:cNvPr id="352" name="Google Shape;352;p34"/>
          <p:cNvSpPr txBox="1"/>
          <p:nvPr/>
        </p:nvSpPr>
        <p:spPr>
          <a:xfrm>
            <a:off x="4286375" y="479450"/>
            <a:ext cx="4795500" cy="461700"/>
          </a:xfrm>
          <a:prstGeom prst="rect">
            <a:avLst/>
          </a:prstGeom>
          <a:solidFill>
            <a:schemeClr val="accent6"/>
          </a:solidFill>
          <a:ln>
            <a:noFill/>
          </a:ln>
        </p:spPr>
        <p:txBody>
          <a:bodyPr anchorCtr="0" anchor="t" bIns="91425" lIns="91425" spcFirstLastPara="1" rIns="91425" wrap="square" tIns="91425">
            <a:spAutoFit/>
          </a:bodyPr>
          <a:lstStyle/>
          <a:p>
            <a:pPr indent="0" lvl="0" marL="0" rtl="0" algn="ctr">
              <a:lnSpc>
                <a:spcPct val="115000"/>
              </a:lnSpc>
              <a:spcBef>
                <a:spcPts val="1600"/>
              </a:spcBef>
              <a:spcAft>
                <a:spcPts val="0"/>
              </a:spcAft>
              <a:buNone/>
            </a:pPr>
            <a:r>
              <a:rPr lang="en" sz="1800">
                <a:solidFill>
                  <a:schemeClr val="lt1"/>
                </a:solidFill>
                <a:latin typeface="Roboto"/>
                <a:ea typeface="Roboto"/>
                <a:cs typeface="Roboto"/>
                <a:sym typeface="Roboto"/>
              </a:rPr>
              <a:t>Examples of error codes from a Windows</a:t>
            </a:r>
            <a:endParaRPr>
              <a:solidFill>
                <a:schemeClr val="lt1"/>
              </a:solidFill>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6" name="Shape 356"/>
        <p:cNvGrpSpPr/>
        <p:nvPr/>
      </p:nvGrpSpPr>
      <p:grpSpPr>
        <a:xfrm>
          <a:off x="0" y="0"/>
          <a:ext cx="0" cy="0"/>
          <a:chOff x="0" y="0"/>
          <a:chExt cx="0" cy="0"/>
        </a:xfrm>
      </p:grpSpPr>
      <p:sp>
        <p:nvSpPr>
          <p:cNvPr id="357" name="Google Shape;357;p35"/>
          <p:cNvSpPr txBox="1"/>
          <p:nvPr>
            <p:ph type="title"/>
          </p:nvPr>
        </p:nvSpPr>
        <p:spPr>
          <a:xfrm>
            <a:off x="311700" y="134250"/>
            <a:ext cx="8520600" cy="607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3000"/>
              <a:buNone/>
            </a:pPr>
            <a:r>
              <a:rPr lang="en"/>
              <a:t>Media Access Control (MAC) addresses</a:t>
            </a:r>
            <a:endParaRPr/>
          </a:p>
        </p:txBody>
      </p:sp>
      <p:sp>
        <p:nvSpPr>
          <p:cNvPr id="358" name="Google Shape;358;p35"/>
          <p:cNvSpPr txBox="1"/>
          <p:nvPr>
            <p:ph idx="1" type="body"/>
          </p:nvPr>
        </p:nvSpPr>
        <p:spPr>
          <a:xfrm>
            <a:off x="311700" y="810100"/>
            <a:ext cx="8520600" cy="37587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SzPts val="1800"/>
              <a:buNone/>
            </a:pPr>
            <a:r>
              <a:rPr lang="en"/>
              <a:t>Media Access Control (MAC) address refers to a number which uniquely identifies a device on a network. The MAC address refers to the network interface card (NIC) which is part of the device. The MAC address is rarely changed so that a particular device can always be identified no matter where it is. A MAC address is usually made up of </a:t>
            </a:r>
            <a:r>
              <a:rPr b="1" lang="en"/>
              <a:t>48 bits</a:t>
            </a:r>
            <a:r>
              <a:rPr lang="en"/>
              <a:t> which are shown as </a:t>
            </a:r>
            <a:r>
              <a:rPr b="1" lang="en"/>
              <a:t>6</a:t>
            </a:r>
            <a:r>
              <a:rPr lang="en"/>
              <a:t> groups of </a:t>
            </a:r>
            <a:r>
              <a:rPr b="1" lang="en"/>
              <a:t>2</a:t>
            </a:r>
            <a:r>
              <a:rPr lang="en"/>
              <a:t> hexadecimal digits (although 64-bit addresses also exist):</a:t>
            </a:r>
            <a:endParaRPr/>
          </a:p>
          <a:p>
            <a:pPr indent="0" lvl="0" marL="0" rtl="0" algn="l">
              <a:lnSpc>
                <a:spcPct val="115000"/>
              </a:lnSpc>
              <a:spcBef>
                <a:spcPts val="1600"/>
              </a:spcBef>
              <a:spcAft>
                <a:spcPts val="1600"/>
              </a:spcAft>
              <a:buSzPts val="1800"/>
              <a:buNone/>
            </a:pPr>
            <a:r>
              <a:t/>
            </a:r>
            <a:endParaRPr/>
          </a:p>
        </p:txBody>
      </p:sp>
      <p:sp>
        <p:nvSpPr>
          <p:cNvPr id="359" name="Google Shape;359;p35"/>
          <p:cNvSpPr txBox="1"/>
          <p:nvPr/>
        </p:nvSpPr>
        <p:spPr>
          <a:xfrm>
            <a:off x="4293675" y="2995650"/>
            <a:ext cx="4303200" cy="1046700"/>
          </a:xfrm>
          <a:prstGeom prst="rect">
            <a:avLst/>
          </a:prstGeom>
          <a:solidFill>
            <a:schemeClr val="accent5"/>
          </a:solidFill>
          <a:ln cap="flat" cmpd="sng" w="19050">
            <a:solidFill>
              <a:schemeClr val="accent3"/>
            </a:solidFill>
            <a:prstDash val="solid"/>
            <a:round/>
            <a:headEnd len="sm" w="sm" type="none"/>
            <a:tailEnd len="sm" w="sm" type="none"/>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400"/>
              <a:buFont typeface="Arial"/>
              <a:buNone/>
            </a:pPr>
            <a:r>
              <a:rPr b="0" i="0" lang="en" sz="1400" u="none" cap="none" strike="noStrike">
                <a:solidFill>
                  <a:srgbClr val="000000"/>
                </a:solidFill>
                <a:latin typeface="Arial"/>
                <a:ea typeface="Arial"/>
                <a:cs typeface="Arial"/>
                <a:sym typeface="Arial"/>
              </a:rPr>
              <a:t>The first half (NN – NN – NN) is the identity </a:t>
            </a:r>
            <a:r>
              <a:rPr b="1" i="0" lang="en" sz="1400" u="none" cap="none" strike="noStrike">
                <a:solidFill>
                  <a:srgbClr val="000000"/>
                </a:solidFill>
                <a:latin typeface="Arial"/>
                <a:ea typeface="Arial"/>
                <a:cs typeface="Arial"/>
                <a:sym typeface="Arial"/>
              </a:rPr>
              <a:t>number of the manufacturer</a:t>
            </a:r>
            <a:r>
              <a:rPr b="0" i="0" lang="en" sz="1400" u="none" cap="none" strike="noStrike">
                <a:solidFill>
                  <a:srgbClr val="000000"/>
                </a:solidFill>
                <a:latin typeface="Arial"/>
                <a:ea typeface="Arial"/>
                <a:cs typeface="Arial"/>
                <a:sym typeface="Arial"/>
              </a:rPr>
              <a:t> of the device and the second half (DD – DD – DD) is the </a:t>
            </a:r>
            <a:r>
              <a:rPr b="1" i="0" lang="en" sz="1400" u="none" cap="none" strike="noStrike">
                <a:solidFill>
                  <a:srgbClr val="000000"/>
                </a:solidFill>
                <a:latin typeface="Arial"/>
                <a:ea typeface="Arial"/>
                <a:cs typeface="Arial"/>
                <a:sym typeface="Arial"/>
              </a:rPr>
              <a:t>serial number of the device.</a:t>
            </a:r>
            <a:endParaRPr b="1" i="0" sz="1400" u="none" cap="none" strike="noStrike">
              <a:solidFill>
                <a:srgbClr val="000000"/>
              </a:solidFill>
              <a:latin typeface="Arial"/>
              <a:ea typeface="Arial"/>
              <a:cs typeface="Arial"/>
              <a:sym typeface="Arial"/>
            </a:endParaRPr>
          </a:p>
        </p:txBody>
      </p:sp>
      <p:pic>
        <p:nvPicPr>
          <p:cNvPr id="360" name="Google Shape;360;p35"/>
          <p:cNvPicPr preferRelativeResize="0"/>
          <p:nvPr/>
        </p:nvPicPr>
        <p:blipFill>
          <a:blip r:embed="rId3">
            <a:alphaModFix/>
          </a:blip>
          <a:stretch>
            <a:fillRect/>
          </a:stretch>
        </p:blipFill>
        <p:spPr>
          <a:xfrm>
            <a:off x="353193" y="2940318"/>
            <a:ext cx="3262451" cy="1560325"/>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4" name="Shape 364"/>
        <p:cNvGrpSpPr/>
        <p:nvPr/>
      </p:nvGrpSpPr>
      <p:grpSpPr>
        <a:xfrm>
          <a:off x="0" y="0"/>
          <a:ext cx="0" cy="0"/>
          <a:chOff x="0" y="0"/>
          <a:chExt cx="0" cy="0"/>
        </a:xfrm>
      </p:grpSpPr>
      <p:pic>
        <p:nvPicPr>
          <p:cNvPr id="365" name="Google Shape;365;p36"/>
          <p:cNvPicPr preferRelativeResize="0"/>
          <p:nvPr/>
        </p:nvPicPr>
        <p:blipFill>
          <a:blip r:embed="rId3">
            <a:alphaModFix/>
          </a:blip>
          <a:stretch>
            <a:fillRect/>
          </a:stretch>
        </p:blipFill>
        <p:spPr>
          <a:xfrm>
            <a:off x="2901" y="0"/>
            <a:ext cx="9138199" cy="5143501"/>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9" name="Shape 369"/>
        <p:cNvGrpSpPr/>
        <p:nvPr/>
      </p:nvGrpSpPr>
      <p:grpSpPr>
        <a:xfrm>
          <a:off x="0" y="0"/>
          <a:ext cx="0" cy="0"/>
          <a:chOff x="0" y="0"/>
          <a:chExt cx="0" cy="0"/>
        </a:xfrm>
      </p:grpSpPr>
      <p:pic>
        <p:nvPicPr>
          <p:cNvPr id="370" name="Google Shape;370;p37"/>
          <p:cNvPicPr preferRelativeResize="0"/>
          <p:nvPr/>
        </p:nvPicPr>
        <p:blipFill>
          <a:blip r:embed="rId3">
            <a:alphaModFix/>
          </a:blip>
          <a:stretch>
            <a:fillRect/>
          </a:stretch>
        </p:blipFill>
        <p:spPr>
          <a:xfrm>
            <a:off x="6273249" y="1326475"/>
            <a:ext cx="2635099" cy="1635000"/>
          </a:xfrm>
          <a:prstGeom prst="rect">
            <a:avLst/>
          </a:prstGeom>
          <a:noFill/>
          <a:ln>
            <a:noFill/>
          </a:ln>
        </p:spPr>
      </p:pic>
      <p:sp>
        <p:nvSpPr>
          <p:cNvPr id="371" name="Google Shape;371;p37"/>
          <p:cNvSpPr txBox="1"/>
          <p:nvPr>
            <p:ph idx="1" type="body"/>
          </p:nvPr>
        </p:nvSpPr>
        <p:spPr>
          <a:xfrm>
            <a:off x="311700" y="980775"/>
            <a:ext cx="6159300" cy="28683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SzPts val="1800"/>
              <a:buNone/>
            </a:pPr>
            <a:r>
              <a:rPr lang="en" sz="1700"/>
              <a:t>Each device connected to a network is given an address known as the </a:t>
            </a:r>
            <a:r>
              <a:rPr b="1" lang="en" sz="1700"/>
              <a:t>Internet Protocol (IP) address.</a:t>
            </a:r>
            <a:endParaRPr b="1" sz="1700"/>
          </a:p>
          <a:p>
            <a:pPr indent="0" lvl="0" marL="0" rtl="0" algn="l">
              <a:lnSpc>
                <a:spcPct val="115000"/>
              </a:lnSpc>
              <a:spcBef>
                <a:spcPts val="0"/>
              </a:spcBef>
              <a:spcAft>
                <a:spcPts val="0"/>
              </a:spcAft>
              <a:buSzPts val="1800"/>
              <a:buNone/>
            </a:pPr>
            <a:r>
              <a:t/>
            </a:r>
            <a:endParaRPr sz="1700"/>
          </a:p>
          <a:p>
            <a:pPr indent="0" lvl="0" marL="0" rtl="0" algn="l">
              <a:lnSpc>
                <a:spcPct val="115000"/>
              </a:lnSpc>
              <a:spcBef>
                <a:spcPts val="0"/>
              </a:spcBef>
              <a:spcAft>
                <a:spcPts val="0"/>
              </a:spcAft>
              <a:buSzPts val="1800"/>
              <a:buNone/>
            </a:pPr>
            <a:r>
              <a:rPr lang="en" sz="1700"/>
              <a:t>An IPv4 address is a 32-bit number written in denary or hexadecimal form: e.g. 109.108.158.1 (or 77.76.9e.01 in hex). </a:t>
            </a:r>
            <a:endParaRPr sz="1700"/>
          </a:p>
          <a:p>
            <a:pPr indent="0" lvl="0" marL="0" rtl="0" algn="l">
              <a:lnSpc>
                <a:spcPct val="115000"/>
              </a:lnSpc>
              <a:spcBef>
                <a:spcPts val="0"/>
              </a:spcBef>
              <a:spcAft>
                <a:spcPts val="0"/>
              </a:spcAft>
              <a:buSzPts val="1800"/>
              <a:buNone/>
            </a:pPr>
            <a:r>
              <a:t/>
            </a:r>
            <a:endParaRPr sz="1700"/>
          </a:p>
          <a:p>
            <a:pPr indent="0" lvl="0" marL="0" rtl="0" algn="l">
              <a:lnSpc>
                <a:spcPct val="115000"/>
              </a:lnSpc>
              <a:spcBef>
                <a:spcPts val="0"/>
              </a:spcBef>
              <a:spcAft>
                <a:spcPts val="0"/>
              </a:spcAft>
              <a:buSzPts val="1800"/>
              <a:buNone/>
            </a:pPr>
            <a:r>
              <a:rPr lang="en" sz="1700"/>
              <a:t>IPv4 has recently been improved upon by the adoption of IPv6. An IPv6 address is a 128-bit number broken down into 16-bit chunks, represented by a hexadecimal number.</a:t>
            </a:r>
            <a:endParaRPr sz="1700"/>
          </a:p>
        </p:txBody>
      </p:sp>
      <p:sp>
        <p:nvSpPr>
          <p:cNvPr id="372" name="Google Shape;372;p37"/>
          <p:cNvSpPr txBox="1"/>
          <p:nvPr>
            <p:ph type="title"/>
          </p:nvPr>
        </p:nvSpPr>
        <p:spPr>
          <a:xfrm>
            <a:off x="311700" y="181400"/>
            <a:ext cx="8520600" cy="607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3000"/>
              <a:buNone/>
            </a:pPr>
            <a:r>
              <a:rPr lang="en"/>
              <a:t>Internet Protocol (IP) addresses</a:t>
            </a:r>
            <a:endParaRPr/>
          </a:p>
        </p:txBody>
      </p:sp>
      <p:sp>
        <p:nvSpPr>
          <p:cNvPr id="373" name="Google Shape;373;p37"/>
          <p:cNvSpPr txBox="1"/>
          <p:nvPr/>
        </p:nvSpPr>
        <p:spPr>
          <a:xfrm>
            <a:off x="559975" y="3927850"/>
            <a:ext cx="5406000" cy="8754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600"/>
              </a:spcBef>
              <a:spcAft>
                <a:spcPts val="0"/>
              </a:spcAft>
              <a:buNone/>
            </a:pPr>
            <a:r>
              <a:rPr b="1" i="1" lang="en" sz="1700" u="sng">
                <a:solidFill>
                  <a:schemeClr val="dk2"/>
                </a:solidFill>
                <a:latin typeface="Roboto"/>
                <a:ea typeface="Roboto"/>
                <a:cs typeface="Roboto"/>
                <a:sym typeface="Roboto"/>
              </a:rPr>
              <a:t>For example:</a:t>
            </a:r>
            <a:r>
              <a:rPr lang="en" sz="1700">
                <a:solidFill>
                  <a:schemeClr val="dk2"/>
                </a:solidFill>
                <a:latin typeface="Roboto"/>
                <a:ea typeface="Roboto"/>
                <a:cs typeface="Roboto"/>
                <a:sym typeface="Roboto"/>
              </a:rPr>
              <a:t> a8fb:7a88:fff0:0fff:3d21:2085:66fb:f0fa</a:t>
            </a:r>
            <a:endParaRPr sz="1700">
              <a:solidFill>
                <a:schemeClr val="dk2"/>
              </a:solidFill>
              <a:latin typeface="Roboto"/>
              <a:ea typeface="Roboto"/>
              <a:cs typeface="Roboto"/>
              <a:sym typeface="Roboto"/>
            </a:endParaRPr>
          </a:p>
          <a:p>
            <a:pPr indent="0" lvl="0" marL="0" rtl="0" algn="l">
              <a:lnSpc>
                <a:spcPct val="115000"/>
              </a:lnSpc>
              <a:spcBef>
                <a:spcPts val="1600"/>
              </a:spcBef>
              <a:spcAft>
                <a:spcPts val="0"/>
              </a:spcAft>
              <a:buNone/>
            </a:pPr>
            <a:r>
              <a:rPr lang="en" sz="1200">
                <a:solidFill>
                  <a:schemeClr val="accent3"/>
                </a:solidFill>
                <a:latin typeface="Roboto"/>
                <a:ea typeface="Roboto"/>
                <a:cs typeface="Roboto"/>
                <a:sym typeface="Roboto"/>
              </a:rPr>
              <a:t>Note IPv6 uses a colon (:) rather than a decimal point (.) as used in IPv4.</a:t>
            </a:r>
            <a:endParaRPr sz="1700">
              <a:solidFill>
                <a:schemeClr val="dk2"/>
              </a:solidFill>
              <a:latin typeface="Roboto"/>
              <a:ea typeface="Roboto"/>
              <a:cs typeface="Roboto"/>
              <a:sym typeface="Roboto"/>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7" name="Shape 377"/>
        <p:cNvGrpSpPr/>
        <p:nvPr/>
      </p:nvGrpSpPr>
      <p:grpSpPr>
        <a:xfrm>
          <a:off x="0" y="0"/>
          <a:ext cx="0" cy="0"/>
          <a:chOff x="0" y="0"/>
          <a:chExt cx="0" cy="0"/>
        </a:xfrm>
      </p:grpSpPr>
      <p:pic>
        <p:nvPicPr>
          <p:cNvPr id="378" name="Google Shape;378;g2f6cb607d70_0_131"/>
          <p:cNvPicPr preferRelativeResize="0"/>
          <p:nvPr/>
        </p:nvPicPr>
        <p:blipFill>
          <a:blip r:embed="rId3">
            <a:alphaModFix/>
          </a:blip>
          <a:stretch>
            <a:fillRect/>
          </a:stretch>
        </p:blipFill>
        <p:spPr>
          <a:xfrm>
            <a:off x="0" y="0"/>
            <a:ext cx="9144000" cy="5143500"/>
          </a:xfrm>
          <a:prstGeom prst="rect">
            <a:avLst/>
          </a:prstGeom>
          <a:noFill/>
          <a:ln>
            <a:noFill/>
          </a:ln>
        </p:spPr>
      </p:pic>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38"/>
          <p:cNvSpPr txBox="1"/>
          <p:nvPr>
            <p:ph type="title"/>
          </p:nvPr>
        </p:nvSpPr>
        <p:spPr>
          <a:xfrm>
            <a:off x="311700" y="146250"/>
            <a:ext cx="8520600" cy="607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3000"/>
              <a:buNone/>
            </a:pPr>
            <a:r>
              <a:rPr lang="en" sz="2800"/>
              <a:t>HyperText Mark-up Language (HTML) colour codes</a:t>
            </a:r>
            <a:endParaRPr sz="2700"/>
          </a:p>
        </p:txBody>
      </p:sp>
      <p:sp>
        <p:nvSpPr>
          <p:cNvPr id="384" name="Google Shape;384;p38"/>
          <p:cNvSpPr txBox="1"/>
          <p:nvPr>
            <p:ph idx="1" type="body"/>
          </p:nvPr>
        </p:nvSpPr>
        <p:spPr>
          <a:xfrm>
            <a:off x="311700" y="754050"/>
            <a:ext cx="8520600" cy="38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SzPts val="1800"/>
              <a:buNone/>
            </a:pPr>
            <a:r>
              <a:rPr lang="en"/>
              <a:t>HTML is used when writing and developing web pages. </a:t>
            </a:r>
            <a:r>
              <a:rPr b="1" lang="en"/>
              <a:t>HTML </a:t>
            </a:r>
            <a:r>
              <a:rPr lang="en"/>
              <a:t>isn’t a programming language but is simply a </a:t>
            </a:r>
            <a:r>
              <a:rPr b="1" lang="en"/>
              <a:t>markup</a:t>
            </a:r>
            <a:r>
              <a:rPr b="1" lang="en"/>
              <a:t> </a:t>
            </a:r>
            <a:r>
              <a:rPr lang="en"/>
              <a:t>language. A </a:t>
            </a:r>
            <a:r>
              <a:rPr b="1" lang="en"/>
              <a:t>markup</a:t>
            </a:r>
            <a:r>
              <a:rPr b="1" lang="en"/>
              <a:t> </a:t>
            </a:r>
            <a:r>
              <a:rPr lang="en"/>
              <a:t>language is used in the processing, definition and presentation of text (for example, specifying the colour of the text). HTML uses </a:t>
            </a:r>
            <a:r>
              <a:rPr b="1" lang="en"/>
              <a:t>&lt;tags&gt; </a:t>
            </a:r>
            <a:r>
              <a:rPr lang="en"/>
              <a:t>which are used to bracket a piece of text for example, &lt;h1&gt; and &lt;/h1&gt; surround a top-level heading. Whatever is between the two tags has been defined as heading level 1. Here is a short example of HTML code:</a:t>
            </a:r>
            <a:endParaRPr/>
          </a:p>
          <a:p>
            <a:pPr indent="0" lvl="0" marL="0" rtl="0" algn="l">
              <a:lnSpc>
                <a:spcPct val="115000"/>
              </a:lnSpc>
              <a:spcBef>
                <a:spcPts val="1600"/>
              </a:spcBef>
              <a:spcAft>
                <a:spcPts val="0"/>
              </a:spcAft>
              <a:buSzPts val="1800"/>
              <a:buNone/>
            </a:pPr>
            <a:r>
              <a:rPr b="1" lang="en" sz="1200">
                <a:solidFill>
                  <a:schemeClr val="accent1"/>
                </a:solidFill>
                <a:latin typeface="Courier New"/>
                <a:ea typeface="Courier New"/>
                <a:cs typeface="Courier New"/>
                <a:sym typeface="Courier New"/>
              </a:rPr>
              <a:t>&lt;h1 style="color:#FF0000;"&gt;This is a red heading&lt;/h1&gt;</a:t>
            </a:r>
            <a:endParaRPr b="1" sz="1200">
              <a:solidFill>
                <a:schemeClr val="accent1"/>
              </a:solidFill>
              <a:latin typeface="Courier New"/>
              <a:ea typeface="Courier New"/>
              <a:cs typeface="Courier New"/>
              <a:sym typeface="Courier New"/>
            </a:endParaRPr>
          </a:p>
          <a:p>
            <a:pPr indent="0" lvl="0" marL="0" rtl="0" algn="l">
              <a:lnSpc>
                <a:spcPct val="115000"/>
              </a:lnSpc>
              <a:spcBef>
                <a:spcPts val="1600"/>
              </a:spcBef>
              <a:spcAft>
                <a:spcPts val="0"/>
              </a:spcAft>
              <a:buSzPts val="1800"/>
              <a:buNone/>
            </a:pPr>
            <a:r>
              <a:rPr b="1" lang="en" sz="1200">
                <a:solidFill>
                  <a:schemeClr val="accent1"/>
                </a:solidFill>
                <a:latin typeface="Courier New"/>
                <a:ea typeface="Courier New"/>
                <a:cs typeface="Courier New"/>
                <a:sym typeface="Courier New"/>
              </a:rPr>
              <a:t>&lt;h2 style="color:#00FF00;"&gt;This is a green heading&lt;/h2&gt;</a:t>
            </a:r>
            <a:endParaRPr b="1" sz="1200">
              <a:solidFill>
                <a:schemeClr val="accent1"/>
              </a:solidFill>
              <a:latin typeface="Courier New"/>
              <a:ea typeface="Courier New"/>
              <a:cs typeface="Courier New"/>
              <a:sym typeface="Courier New"/>
            </a:endParaRPr>
          </a:p>
          <a:p>
            <a:pPr indent="0" lvl="0" marL="0" rtl="0" algn="l">
              <a:lnSpc>
                <a:spcPct val="115000"/>
              </a:lnSpc>
              <a:spcBef>
                <a:spcPts val="1600"/>
              </a:spcBef>
              <a:spcAft>
                <a:spcPts val="0"/>
              </a:spcAft>
              <a:buSzPts val="1800"/>
              <a:buNone/>
            </a:pPr>
            <a:r>
              <a:rPr b="1" lang="en" sz="1200">
                <a:solidFill>
                  <a:schemeClr val="accent1"/>
                </a:solidFill>
                <a:latin typeface="Courier New"/>
                <a:ea typeface="Courier New"/>
                <a:cs typeface="Courier New"/>
                <a:sym typeface="Courier New"/>
              </a:rPr>
              <a:t>&lt;h3 style="color:#0000FF;"&gt;This is a blue heading&lt;/h3&gt;</a:t>
            </a:r>
            <a:endParaRPr b="1" sz="1200">
              <a:solidFill>
                <a:schemeClr val="accent1"/>
              </a:solidFill>
              <a:latin typeface="Courier New"/>
              <a:ea typeface="Courier New"/>
              <a:cs typeface="Courier New"/>
              <a:sym typeface="Courier New"/>
            </a:endParaRPr>
          </a:p>
          <a:p>
            <a:pPr indent="0" lvl="0" marL="0" rtl="0" algn="l">
              <a:lnSpc>
                <a:spcPct val="115000"/>
              </a:lnSpc>
              <a:spcBef>
                <a:spcPts val="1600"/>
              </a:spcBef>
              <a:spcAft>
                <a:spcPts val="1600"/>
              </a:spcAft>
              <a:buSzPts val="1800"/>
              <a:buNone/>
            </a:pPr>
            <a:r>
              <a:t/>
            </a:r>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39"/>
          <p:cNvSpPr txBox="1"/>
          <p:nvPr>
            <p:ph type="title"/>
          </p:nvPr>
        </p:nvSpPr>
        <p:spPr>
          <a:xfrm>
            <a:off x="311700" y="158200"/>
            <a:ext cx="8520600" cy="607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3000"/>
              <a:buNone/>
            </a:pPr>
            <a:r>
              <a:rPr lang="en"/>
              <a:t>Hex Colors</a:t>
            </a:r>
            <a:endParaRPr/>
          </a:p>
        </p:txBody>
      </p:sp>
      <p:sp>
        <p:nvSpPr>
          <p:cNvPr id="390" name="Google Shape;390;p39"/>
          <p:cNvSpPr txBox="1"/>
          <p:nvPr>
            <p:ph idx="1" type="body"/>
          </p:nvPr>
        </p:nvSpPr>
        <p:spPr>
          <a:xfrm>
            <a:off x="311700" y="766000"/>
            <a:ext cx="7458900" cy="4341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SzPts val="1800"/>
              <a:buNone/>
            </a:pPr>
            <a:r>
              <a:rPr lang="en" sz="1400"/>
              <a:t>Different hexadecimal values represent different colours. For example:</a:t>
            </a:r>
            <a:endParaRPr sz="1400"/>
          </a:p>
          <a:p>
            <a:pPr indent="0" lvl="0" marL="0" rtl="0" algn="l">
              <a:lnSpc>
                <a:spcPct val="115000"/>
              </a:lnSpc>
              <a:spcBef>
                <a:spcPts val="1600"/>
              </a:spcBef>
              <a:spcAft>
                <a:spcPts val="0"/>
              </a:spcAft>
              <a:buSzPts val="1800"/>
              <a:buNone/>
            </a:pPr>
            <a:r>
              <a:t/>
            </a:r>
            <a:endParaRPr b="1" sz="1400"/>
          </a:p>
          <a:p>
            <a:pPr indent="0" lvl="0" marL="0" rtl="0" algn="l">
              <a:lnSpc>
                <a:spcPct val="115000"/>
              </a:lnSpc>
              <a:spcBef>
                <a:spcPts val="1600"/>
              </a:spcBef>
              <a:spcAft>
                <a:spcPts val="1600"/>
              </a:spcAft>
              <a:buSzPts val="1800"/>
              <a:buNone/>
            </a:pPr>
            <a:r>
              <a:t/>
            </a:r>
            <a:endParaRPr sz="1400"/>
          </a:p>
        </p:txBody>
      </p:sp>
      <p:pic>
        <p:nvPicPr>
          <p:cNvPr id="391" name="Google Shape;391;p39"/>
          <p:cNvPicPr preferRelativeResize="0"/>
          <p:nvPr/>
        </p:nvPicPr>
        <p:blipFill>
          <a:blip r:embed="rId3">
            <a:alphaModFix/>
          </a:blip>
          <a:stretch>
            <a:fillRect/>
          </a:stretch>
        </p:blipFill>
        <p:spPr>
          <a:xfrm>
            <a:off x="4078550" y="1581878"/>
            <a:ext cx="5065450" cy="2628951"/>
          </a:xfrm>
          <a:prstGeom prst="rect">
            <a:avLst/>
          </a:prstGeom>
          <a:noFill/>
          <a:ln>
            <a:noFill/>
          </a:ln>
        </p:spPr>
      </p:pic>
      <p:pic>
        <p:nvPicPr>
          <p:cNvPr id="392" name="Google Shape;392;p39"/>
          <p:cNvPicPr preferRelativeResize="0"/>
          <p:nvPr/>
        </p:nvPicPr>
        <p:blipFill>
          <a:blip r:embed="rId4">
            <a:alphaModFix/>
          </a:blip>
          <a:stretch>
            <a:fillRect/>
          </a:stretch>
        </p:blipFill>
        <p:spPr>
          <a:xfrm>
            <a:off x="394050" y="1316730"/>
            <a:ext cx="3711724" cy="1371600"/>
          </a:xfrm>
          <a:prstGeom prst="rect">
            <a:avLst/>
          </a:prstGeom>
          <a:noFill/>
          <a:ln>
            <a:noFill/>
          </a:ln>
          <a:effectLst>
            <a:outerShdw blurRad="57150" rotWithShape="0" algn="bl" dir="5400000" dist="19050">
              <a:srgbClr val="000000">
                <a:alpha val="49410"/>
              </a:srgbClr>
            </a:outerShdw>
          </a:effectLst>
        </p:spPr>
      </p:pic>
      <p:sp>
        <p:nvSpPr>
          <p:cNvPr id="393" name="Google Shape;393;p39"/>
          <p:cNvSpPr txBox="1"/>
          <p:nvPr>
            <p:ph idx="1" type="body"/>
          </p:nvPr>
        </p:nvSpPr>
        <p:spPr>
          <a:xfrm>
            <a:off x="394050" y="2914125"/>
            <a:ext cx="3442800" cy="1869900"/>
          </a:xfrm>
          <a:prstGeom prst="rect">
            <a:avLst/>
          </a:prstGeom>
          <a:noFill/>
          <a:ln>
            <a:noFill/>
          </a:ln>
        </p:spPr>
        <p:txBody>
          <a:bodyPr anchorCtr="0" anchor="t" bIns="91425" lIns="91425" spcFirstLastPara="1" rIns="91425" wrap="square" tIns="91425">
            <a:noAutofit/>
          </a:bodyPr>
          <a:lstStyle/>
          <a:p>
            <a:pPr indent="0" lvl="0" marL="0" rtl="0" algn="l">
              <a:spcBef>
                <a:spcPts val="1600"/>
              </a:spcBef>
              <a:spcAft>
                <a:spcPts val="0"/>
              </a:spcAft>
              <a:buNone/>
            </a:pPr>
            <a:r>
              <a:rPr lang="en" sz="1400"/>
              <a:t>The colour codes are always six hexadecimal digits representing the red, green and blue components.</a:t>
            </a:r>
            <a:endParaRPr sz="1400"/>
          </a:p>
          <a:p>
            <a:pPr indent="0" lvl="0" marL="0" rtl="0" algn="l">
              <a:spcBef>
                <a:spcPts val="1600"/>
              </a:spcBef>
              <a:spcAft>
                <a:spcPts val="1600"/>
              </a:spcAft>
              <a:buNone/>
            </a:pPr>
            <a:r>
              <a:rPr lang="en" sz="1400"/>
              <a:t>There are a possible 256 values for red, green and blue giving a total of 256 × 256 × 256 (i.e. 16 777 216) possible colours.</a:t>
            </a:r>
            <a:endParaRPr sz="1400"/>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pic>
        <p:nvPicPr>
          <p:cNvPr id="398" name="Google Shape;398;p40"/>
          <p:cNvPicPr preferRelativeResize="0"/>
          <p:nvPr/>
        </p:nvPicPr>
        <p:blipFill>
          <a:blip r:embed="rId3">
            <a:alphaModFix/>
          </a:blip>
          <a:stretch>
            <a:fillRect/>
          </a:stretch>
        </p:blipFill>
        <p:spPr>
          <a:xfrm>
            <a:off x="0" y="706063"/>
            <a:ext cx="9144000" cy="3248374"/>
          </a:xfrm>
          <a:prstGeom prst="rect">
            <a:avLst/>
          </a:prstGeom>
          <a:noFill/>
          <a:ln>
            <a:noFill/>
          </a:ln>
        </p:spPr>
      </p:pic>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402" name="Shape 402"/>
        <p:cNvGrpSpPr/>
        <p:nvPr/>
      </p:nvGrpSpPr>
      <p:grpSpPr>
        <a:xfrm>
          <a:off x="0" y="0"/>
          <a:ext cx="0" cy="0"/>
          <a:chOff x="0" y="0"/>
          <a:chExt cx="0" cy="0"/>
        </a:xfrm>
      </p:grpSpPr>
      <p:sp>
        <p:nvSpPr>
          <p:cNvPr id="403" name="Google Shape;403;g2f6cb607d70_0_147"/>
          <p:cNvSpPr txBox="1"/>
          <p:nvPr>
            <p:ph type="title"/>
          </p:nvPr>
        </p:nvSpPr>
        <p:spPr>
          <a:xfrm>
            <a:off x="311700" y="98275"/>
            <a:ext cx="8520600" cy="607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3000"/>
              <a:buNone/>
            </a:pPr>
            <a:r>
              <a:rPr lang="en"/>
              <a:t>Task</a:t>
            </a:r>
            <a:endParaRPr/>
          </a:p>
        </p:txBody>
      </p:sp>
      <p:sp>
        <p:nvSpPr>
          <p:cNvPr id="404" name="Google Shape;404;g2f6cb607d70_0_147"/>
          <p:cNvSpPr txBox="1"/>
          <p:nvPr>
            <p:ph idx="1" type="body"/>
          </p:nvPr>
        </p:nvSpPr>
        <p:spPr>
          <a:xfrm>
            <a:off x="311700" y="706075"/>
            <a:ext cx="8520600" cy="3862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SzPts val="1800"/>
              <a:buNone/>
            </a:pPr>
            <a:r>
              <a:rPr lang="en"/>
              <a:t>Using software on your computer (for example, text colour option in Word), find out what colours would be represented by the following RGB denary value combinations:</a:t>
            </a:r>
            <a:endParaRPr/>
          </a:p>
          <a:p>
            <a:pPr indent="-342900" lvl="0" marL="457200" rtl="0" algn="l">
              <a:lnSpc>
                <a:spcPct val="115000"/>
              </a:lnSpc>
              <a:spcBef>
                <a:spcPts val="1600"/>
              </a:spcBef>
              <a:spcAft>
                <a:spcPts val="0"/>
              </a:spcAft>
              <a:buSzPts val="1800"/>
              <a:buChar char="●"/>
            </a:pPr>
            <a:r>
              <a:rPr lang="en"/>
              <a:t>Red 53</a:t>
            </a:r>
            <a:endParaRPr/>
          </a:p>
          <a:p>
            <a:pPr indent="-342900" lvl="0" marL="457200" rtl="0" algn="l">
              <a:lnSpc>
                <a:spcPct val="115000"/>
              </a:lnSpc>
              <a:spcBef>
                <a:spcPts val="0"/>
              </a:spcBef>
              <a:spcAft>
                <a:spcPts val="0"/>
              </a:spcAft>
              <a:buSzPts val="1800"/>
              <a:buChar char="●"/>
            </a:pPr>
            <a:r>
              <a:rPr lang="en"/>
              <a:t>Green 55</a:t>
            </a:r>
            <a:endParaRPr/>
          </a:p>
          <a:p>
            <a:pPr indent="-342900" lvl="0" marL="457200" rtl="0" algn="l">
              <a:lnSpc>
                <a:spcPct val="115000"/>
              </a:lnSpc>
              <a:spcBef>
                <a:spcPts val="0"/>
              </a:spcBef>
              <a:spcAft>
                <a:spcPts val="0"/>
              </a:spcAft>
              <a:buSzPts val="1800"/>
              <a:buChar char="●"/>
            </a:pPr>
            <a:r>
              <a:rPr lang="en"/>
              <a:t>Blue 139</a:t>
            </a:r>
            <a:endParaRPr/>
          </a:p>
          <a:p>
            <a:pPr indent="0" lvl="0" marL="457200" rtl="0" algn="l">
              <a:lnSpc>
                <a:spcPct val="115000"/>
              </a:lnSpc>
              <a:spcBef>
                <a:spcPts val="1600"/>
              </a:spcBef>
              <a:spcAft>
                <a:spcPts val="0"/>
              </a:spcAft>
              <a:buSzPts val="1800"/>
              <a:buNone/>
            </a:pPr>
            <a:r>
              <a:t/>
            </a:r>
            <a:endParaRPr/>
          </a:p>
          <a:p>
            <a:pPr indent="-342900" lvl="0" marL="457200" rtl="0" algn="l">
              <a:lnSpc>
                <a:spcPct val="115000"/>
              </a:lnSpc>
              <a:spcBef>
                <a:spcPts val="1600"/>
              </a:spcBef>
              <a:spcAft>
                <a:spcPts val="0"/>
              </a:spcAft>
              <a:buSzPts val="1800"/>
              <a:buChar char="❏"/>
            </a:pPr>
            <a:r>
              <a:rPr lang="en"/>
              <a:t>Red 201</a:t>
            </a:r>
            <a:endParaRPr/>
          </a:p>
          <a:p>
            <a:pPr indent="-342900" lvl="0" marL="457200" rtl="0" algn="l">
              <a:lnSpc>
                <a:spcPct val="115000"/>
              </a:lnSpc>
              <a:spcBef>
                <a:spcPts val="0"/>
              </a:spcBef>
              <a:spcAft>
                <a:spcPts val="0"/>
              </a:spcAft>
              <a:buSzPts val="1800"/>
              <a:buChar char="❏"/>
            </a:pPr>
            <a:r>
              <a:rPr lang="en"/>
              <a:t>Green 122</a:t>
            </a:r>
            <a:endParaRPr/>
          </a:p>
          <a:p>
            <a:pPr indent="-342900" lvl="0" marL="457200" rtl="0" algn="l">
              <a:lnSpc>
                <a:spcPct val="115000"/>
              </a:lnSpc>
              <a:spcBef>
                <a:spcPts val="0"/>
              </a:spcBef>
              <a:spcAft>
                <a:spcPts val="0"/>
              </a:spcAft>
              <a:buSzPts val="1800"/>
              <a:buChar char="❏"/>
            </a:pPr>
            <a:r>
              <a:rPr lang="en"/>
              <a:t>Blue 204</a:t>
            </a:r>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8" name="Shape 408"/>
        <p:cNvGrpSpPr/>
        <p:nvPr/>
      </p:nvGrpSpPr>
      <p:grpSpPr>
        <a:xfrm>
          <a:off x="0" y="0"/>
          <a:ext cx="0" cy="0"/>
          <a:chOff x="0" y="0"/>
          <a:chExt cx="0" cy="0"/>
        </a:xfrm>
      </p:grpSpPr>
      <p:pic>
        <p:nvPicPr>
          <p:cNvPr id="409" name="Google Shape;409;p41" title="Exam - Free of Charge Creative Commons Notepad 1 image"/>
          <p:cNvPicPr preferRelativeResize="0"/>
          <p:nvPr/>
        </p:nvPicPr>
        <p:blipFill rotWithShape="1">
          <a:blip r:embed="rId3">
            <a:alphaModFix/>
          </a:blip>
          <a:srcRect b="21312" l="0" r="0" t="20179"/>
          <a:stretch/>
        </p:blipFill>
        <p:spPr>
          <a:xfrm rot="-5400000">
            <a:off x="-1506300" y="1510725"/>
            <a:ext cx="5150300" cy="2128851"/>
          </a:xfrm>
          <a:prstGeom prst="rect">
            <a:avLst/>
          </a:prstGeom>
          <a:noFill/>
          <a:ln>
            <a:noFill/>
          </a:ln>
        </p:spPr>
      </p:pic>
      <p:pic>
        <p:nvPicPr>
          <p:cNvPr id="410" name="Google Shape;410;p41"/>
          <p:cNvPicPr preferRelativeResize="0"/>
          <p:nvPr/>
        </p:nvPicPr>
        <p:blipFill>
          <a:blip r:embed="rId4">
            <a:alphaModFix/>
          </a:blip>
          <a:stretch>
            <a:fillRect/>
          </a:stretch>
        </p:blipFill>
        <p:spPr>
          <a:xfrm>
            <a:off x="2302125" y="1561150"/>
            <a:ext cx="6648302" cy="1912775"/>
          </a:xfrm>
          <a:prstGeom prst="rect">
            <a:avLst/>
          </a:prstGeom>
          <a:noFill/>
          <a:ln>
            <a:noFill/>
          </a:ln>
        </p:spPr>
      </p:pic>
      <p:sp>
        <p:nvSpPr>
          <p:cNvPr id="411" name="Google Shape;411;p41"/>
          <p:cNvSpPr txBox="1"/>
          <p:nvPr>
            <p:ph type="title"/>
          </p:nvPr>
        </p:nvSpPr>
        <p:spPr>
          <a:xfrm>
            <a:off x="4044275" y="62300"/>
            <a:ext cx="4788300" cy="1113600"/>
          </a:xfrm>
          <a:prstGeom prst="rect">
            <a:avLst/>
          </a:prstGeom>
          <a:noFill/>
          <a:ln>
            <a:noFill/>
          </a:ln>
        </p:spPr>
        <p:txBody>
          <a:bodyPr anchorCtr="0" anchor="t" bIns="91425" lIns="91425" spcFirstLastPara="1" rIns="91425" wrap="square" tIns="91425">
            <a:noAutofit/>
          </a:bodyPr>
          <a:lstStyle/>
          <a:p>
            <a:pPr indent="0" lvl="0" marL="0" rtl="0" algn="r">
              <a:lnSpc>
                <a:spcPct val="100000"/>
              </a:lnSpc>
              <a:spcBef>
                <a:spcPts val="0"/>
              </a:spcBef>
              <a:spcAft>
                <a:spcPts val="0"/>
              </a:spcAft>
              <a:buSzPts val="3000"/>
              <a:buNone/>
            </a:pPr>
            <a:r>
              <a:rPr b="1" lang="en" sz="6000"/>
              <a:t>QUESTION</a:t>
            </a:r>
            <a:endParaRPr b="1" sz="6000"/>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5" name="Shape 415"/>
        <p:cNvGrpSpPr/>
        <p:nvPr/>
      </p:nvGrpSpPr>
      <p:grpSpPr>
        <a:xfrm>
          <a:off x="0" y="0"/>
          <a:ext cx="0" cy="0"/>
          <a:chOff x="0" y="0"/>
          <a:chExt cx="0" cy="0"/>
        </a:xfrm>
      </p:grpSpPr>
      <p:pic>
        <p:nvPicPr>
          <p:cNvPr id="416" name="Google Shape;416;p42" title="Exam - Free of Charge Creative Commons Notepad 1 image"/>
          <p:cNvPicPr preferRelativeResize="0"/>
          <p:nvPr/>
        </p:nvPicPr>
        <p:blipFill rotWithShape="1">
          <a:blip r:embed="rId3">
            <a:alphaModFix/>
          </a:blip>
          <a:srcRect b="21312" l="0" r="0" t="20179"/>
          <a:stretch/>
        </p:blipFill>
        <p:spPr>
          <a:xfrm rot="-5400000">
            <a:off x="-1506300" y="1510725"/>
            <a:ext cx="5150300" cy="2128851"/>
          </a:xfrm>
          <a:prstGeom prst="rect">
            <a:avLst/>
          </a:prstGeom>
          <a:noFill/>
          <a:ln>
            <a:noFill/>
          </a:ln>
        </p:spPr>
      </p:pic>
      <p:pic>
        <p:nvPicPr>
          <p:cNvPr id="417" name="Google Shape;417;p42"/>
          <p:cNvPicPr preferRelativeResize="0"/>
          <p:nvPr/>
        </p:nvPicPr>
        <p:blipFill rotWithShape="1">
          <a:blip r:embed="rId4">
            <a:alphaModFix/>
          </a:blip>
          <a:srcRect b="2808" l="0" r="0" t="0"/>
          <a:stretch/>
        </p:blipFill>
        <p:spPr>
          <a:xfrm>
            <a:off x="2685400" y="1051275"/>
            <a:ext cx="5132301" cy="3124351"/>
          </a:xfrm>
          <a:prstGeom prst="rect">
            <a:avLst/>
          </a:prstGeom>
          <a:noFill/>
          <a:ln>
            <a:noFill/>
          </a:ln>
        </p:spPr>
      </p:pic>
      <p:sp>
        <p:nvSpPr>
          <p:cNvPr id="418" name="Google Shape;418;p42"/>
          <p:cNvSpPr txBox="1"/>
          <p:nvPr>
            <p:ph type="title"/>
          </p:nvPr>
        </p:nvSpPr>
        <p:spPr>
          <a:xfrm>
            <a:off x="4044275" y="62300"/>
            <a:ext cx="4788300" cy="1113600"/>
          </a:xfrm>
          <a:prstGeom prst="rect">
            <a:avLst/>
          </a:prstGeom>
          <a:noFill/>
          <a:ln>
            <a:noFill/>
          </a:ln>
        </p:spPr>
        <p:txBody>
          <a:bodyPr anchorCtr="0" anchor="t" bIns="91425" lIns="91425" spcFirstLastPara="1" rIns="91425" wrap="square" tIns="91425">
            <a:noAutofit/>
          </a:bodyPr>
          <a:lstStyle/>
          <a:p>
            <a:pPr indent="0" lvl="0" marL="0" rtl="0" algn="r">
              <a:lnSpc>
                <a:spcPct val="100000"/>
              </a:lnSpc>
              <a:spcBef>
                <a:spcPts val="0"/>
              </a:spcBef>
              <a:spcAft>
                <a:spcPts val="0"/>
              </a:spcAft>
              <a:buSzPts val="3000"/>
              <a:buNone/>
            </a:pPr>
            <a:r>
              <a:rPr b="1" lang="en" sz="6000"/>
              <a:t>ANSWER</a:t>
            </a:r>
            <a:endParaRPr b="1" sz="6000"/>
          </a:p>
        </p:txBody>
      </p:sp>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43"/>
          <p:cNvSpPr txBox="1"/>
          <p:nvPr>
            <p:ph type="title"/>
          </p:nvPr>
        </p:nvSpPr>
        <p:spPr>
          <a:xfrm>
            <a:off x="4044275" y="62300"/>
            <a:ext cx="4788300" cy="1113600"/>
          </a:xfrm>
          <a:prstGeom prst="rect">
            <a:avLst/>
          </a:prstGeom>
          <a:noFill/>
          <a:ln>
            <a:noFill/>
          </a:ln>
        </p:spPr>
        <p:txBody>
          <a:bodyPr anchorCtr="0" anchor="t" bIns="91425" lIns="91425" spcFirstLastPara="1" rIns="91425" wrap="square" tIns="91425">
            <a:noAutofit/>
          </a:bodyPr>
          <a:lstStyle/>
          <a:p>
            <a:pPr indent="0" lvl="0" marL="0" rtl="0" algn="r">
              <a:lnSpc>
                <a:spcPct val="100000"/>
              </a:lnSpc>
              <a:spcBef>
                <a:spcPts val="0"/>
              </a:spcBef>
              <a:spcAft>
                <a:spcPts val="0"/>
              </a:spcAft>
              <a:buSzPts val="3000"/>
              <a:buNone/>
            </a:pPr>
            <a:r>
              <a:rPr b="1" lang="en" sz="6000"/>
              <a:t>QUESTION</a:t>
            </a:r>
            <a:endParaRPr b="1" sz="6000"/>
          </a:p>
        </p:txBody>
      </p:sp>
      <p:pic>
        <p:nvPicPr>
          <p:cNvPr id="424" name="Google Shape;424;p43"/>
          <p:cNvPicPr preferRelativeResize="0"/>
          <p:nvPr/>
        </p:nvPicPr>
        <p:blipFill>
          <a:blip r:embed="rId3">
            <a:alphaModFix/>
          </a:blip>
          <a:stretch>
            <a:fillRect/>
          </a:stretch>
        </p:blipFill>
        <p:spPr>
          <a:xfrm>
            <a:off x="2251375" y="1134400"/>
            <a:ext cx="6539701" cy="3051851"/>
          </a:xfrm>
          <a:prstGeom prst="rect">
            <a:avLst/>
          </a:prstGeom>
          <a:noFill/>
          <a:ln>
            <a:noFill/>
          </a:ln>
        </p:spPr>
      </p:pic>
      <p:pic>
        <p:nvPicPr>
          <p:cNvPr id="425" name="Google Shape;425;p43" title="Exam - Free of Charge Creative Commons Notepad 1 image"/>
          <p:cNvPicPr preferRelativeResize="0"/>
          <p:nvPr/>
        </p:nvPicPr>
        <p:blipFill rotWithShape="1">
          <a:blip r:embed="rId4">
            <a:alphaModFix/>
          </a:blip>
          <a:srcRect b="21314" l="0" r="0" t="20179"/>
          <a:stretch/>
        </p:blipFill>
        <p:spPr>
          <a:xfrm rot="-5400000">
            <a:off x="-1506300" y="1510725"/>
            <a:ext cx="5150300" cy="2128851"/>
          </a:xfrm>
          <a:prstGeom prst="rect">
            <a:avLst/>
          </a:prstGeom>
          <a:noFill/>
          <a:ln>
            <a:noFill/>
          </a:ln>
        </p:spPr>
      </p:pic>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pic>
        <p:nvPicPr>
          <p:cNvPr id="430" name="Google Shape;430;p44" title="Exam - Free of Charge Creative Commons Notepad 1 image"/>
          <p:cNvPicPr preferRelativeResize="0"/>
          <p:nvPr/>
        </p:nvPicPr>
        <p:blipFill rotWithShape="1">
          <a:blip r:embed="rId3">
            <a:alphaModFix/>
          </a:blip>
          <a:srcRect b="21314" l="0" r="0" t="20179"/>
          <a:stretch/>
        </p:blipFill>
        <p:spPr>
          <a:xfrm rot="-5400000">
            <a:off x="-1506300" y="1510725"/>
            <a:ext cx="5150300" cy="2128851"/>
          </a:xfrm>
          <a:prstGeom prst="rect">
            <a:avLst/>
          </a:prstGeom>
          <a:noFill/>
          <a:ln>
            <a:noFill/>
          </a:ln>
        </p:spPr>
      </p:pic>
      <p:pic>
        <p:nvPicPr>
          <p:cNvPr id="431" name="Google Shape;431;p44"/>
          <p:cNvPicPr preferRelativeResize="0"/>
          <p:nvPr/>
        </p:nvPicPr>
        <p:blipFill>
          <a:blip r:embed="rId4">
            <a:alphaModFix/>
          </a:blip>
          <a:stretch>
            <a:fillRect/>
          </a:stretch>
        </p:blipFill>
        <p:spPr>
          <a:xfrm>
            <a:off x="2302125" y="1580525"/>
            <a:ext cx="6690325" cy="2297850"/>
          </a:xfrm>
          <a:prstGeom prst="rect">
            <a:avLst/>
          </a:prstGeom>
          <a:noFill/>
          <a:ln>
            <a:noFill/>
          </a:ln>
        </p:spPr>
      </p:pic>
      <p:sp>
        <p:nvSpPr>
          <p:cNvPr id="432" name="Google Shape;432;p44"/>
          <p:cNvSpPr txBox="1"/>
          <p:nvPr>
            <p:ph type="title"/>
          </p:nvPr>
        </p:nvSpPr>
        <p:spPr>
          <a:xfrm>
            <a:off x="4044275" y="62300"/>
            <a:ext cx="4788300" cy="1113600"/>
          </a:xfrm>
          <a:prstGeom prst="rect">
            <a:avLst/>
          </a:prstGeom>
          <a:noFill/>
          <a:ln>
            <a:noFill/>
          </a:ln>
        </p:spPr>
        <p:txBody>
          <a:bodyPr anchorCtr="0" anchor="t" bIns="91425" lIns="91425" spcFirstLastPara="1" rIns="91425" wrap="square" tIns="91425">
            <a:noAutofit/>
          </a:bodyPr>
          <a:lstStyle/>
          <a:p>
            <a:pPr indent="0" lvl="0" marL="0" rtl="0" algn="r">
              <a:lnSpc>
                <a:spcPct val="100000"/>
              </a:lnSpc>
              <a:spcBef>
                <a:spcPts val="0"/>
              </a:spcBef>
              <a:spcAft>
                <a:spcPts val="0"/>
              </a:spcAft>
              <a:buSzPts val="3000"/>
              <a:buNone/>
            </a:pPr>
            <a:r>
              <a:rPr b="1" lang="en" sz="6000"/>
              <a:t>ANSWER</a:t>
            </a:r>
            <a:endParaRPr b="1" sz="6000"/>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45"/>
          <p:cNvSpPr txBox="1"/>
          <p:nvPr>
            <p:ph type="title"/>
          </p:nvPr>
        </p:nvSpPr>
        <p:spPr>
          <a:xfrm>
            <a:off x="490250" y="526350"/>
            <a:ext cx="8085600" cy="40908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4800"/>
              <a:buNone/>
            </a:pPr>
            <a:r>
              <a:rPr lang="en"/>
              <a:t>Binary addition and shifting</a:t>
            </a:r>
            <a:endParaRP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1" name="Shape 441"/>
        <p:cNvGrpSpPr/>
        <p:nvPr/>
      </p:nvGrpSpPr>
      <p:grpSpPr>
        <a:xfrm>
          <a:off x="0" y="0"/>
          <a:ext cx="0" cy="0"/>
          <a:chOff x="0" y="0"/>
          <a:chExt cx="0" cy="0"/>
        </a:xfrm>
      </p:grpSpPr>
      <p:sp>
        <p:nvSpPr>
          <p:cNvPr id="442" name="Google Shape;442;p46"/>
          <p:cNvSpPr txBox="1"/>
          <p:nvPr>
            <p:ph type="title"/>
          </p:nvPr>
        </p:nvSpPr>
        <p:spPr>
          <a:xfrm>
            <a:off x="311700" y="122250"/>
            <a:ext cx="8520600" cy="607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3000"/>
              <a:buNone/>
            </a:pPr>
            <a:r>
              <a:rPr lang="en"/>
              <a:t>1.1.4 Addition of binary numbers</a:t>
            </a:r>
            <a:endParaRPr/>
          </a:p>
        </p:txBody>
      </p:sp>
      <p:sp>
        <p:nvSpPr>
          <p:cNvPr id="443" name="Google Shape;443;p46"/>
          <p:cNvSpPr txBox="1"/>
          <p:nvPr>
            <p:ph idx="1" type="body"/>
          </p:nvPr>
        </p:nvSpPr>
        <p:spPr>
          <a:xfrm>
            <a:off x="311700" y="834075"/>
            <a:ext cx="8520600" cy="31122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SzPts val="1800"/>
              <a:buNone/>
            </a:pPr>
            <a:r>
              <a:rPr lang="en"/>
              <a:t>Binary addition involves a </a:t>
            </a:r>
            <a:r>
              <a:rPr b="1" lang="en"/>
              <a:t>carry </a:t>
            </a:r>
            <a:r>
              <a:rPr lang="en"/>
              <a:t>and a </a:t>
            </a:r>
            <a:r>
              <a:rPr b="1" lang="en"/>
              <a:t>sum </a:t>
            </a:r>
            <a:r>
              <a:rPr lang="en"/>
              <a:t>for each of the 2 or 3 bits being added:</a:t>
            </a:r>
            <a:endParaRPr/>
          </a:p>
          <a:p>
            <a:pPr indent="0" lvl="0" marL="0" rtl="0" algn="l">
              <a:lnSpc>
                <a:spcPct val="115000"/>
              </a:lnSpc>
              <a:spcBef>
                <a:spcPts val="1600"/>
              </a:spcBef>
              <a:spcAft>
                <a:spcPts val="0"/>
              </a:spcAft>
              <a:buSzPts val="1800"/>
              <a:buNone/>
            </a:pPr>
            <a:r>
              <a:rPr lang="en"/>
              <a:t>You need to be able to add together two 8-bit binary numbers. When binary numbers are added together there are four rules that you will need to use:</a:t>
            </a:r>
            <a:endParaRPr/>
          </a:p>
          <a:p>
            <a:pPr indent="-342900" lvl="0" marL="457200" rtl="0" algn="l">
              <a:lnSpc>
                <a:spcPct val="115000"/>
              </a:lnSpc>
              <a:spcBef>
                <a:spcPts val="1600"/>
              </a:spcBef>
              <a:spcAft>
                <a:spcPts val="0"/>
              </a:spcAft>
              <a:buSzPts val="1800"/>
              <a:buChar char="●"/>
            </a:pPr>
            <a:r>
              <a:rPr lang="en"/>
              <a:t>Rule 1 is 0 + 0 = 0</a:t>
            </a:r>
            <a:endParaRPr/>
          </a:p>
          <a:p>
            <a:pPr indent="-342900" lvl="0" marL="457200" rtl="0" algn="l">
              <a:lnSpc>
                <a:spcPct val="115000"/>
              </a:lnSpc>
              <a:spcBef>
                <a:spcPts val="0"/>
              </a:spcBef>
              <a:spcAft>
                <a:spcPts val="0"/>
              </a:spcAft>
              <a:buSzPts val="1800"/>
              <a:buChar char="●"/>
            </a:pPr>
            <a:r>
              <a:rPr lang="en"/>
              <a:t>Rule 2 is 1 + 0 = 1</a:t>
            </a:r>
            <a:endParaRPr/>
          </a:p>
          <a:p>
            <a:pPr indent="-342900" lvl="0" marL="457200" rtl="0" algn="l">
              <a:lnSpc>
                <a:spcPct val="115000"/>
              </a:lnSpc>
              <a:spcBef>
                <a:spcPts val="0"/>
              </a:spcBef>
              <a:spcAft>
                <a:spcPts val="0"/>
              </a:spcAft>
              <a:buSzPts val="1800"/>
              <a:buChar char="●"/>
            </a:pPr>
            <a:r>
              <a:rPr lang="en"/>
              <a:t>Rule 3 is 1 + 1 = 10 (this is because 10 in binary is 2)</a:t>
            </a:r>
            <a:endParaRPr/>
          </a:p>
          <a:p>
            <a:pPr indent="-342900" lvl="0" marL="457200" rtl="0" algn="l">
              <a:lnSpc>
                <a:spcPct val="115000"/>
              </a:lnSpc>
              <a:spcBef>
                <a:spcPts val="0"/>
              </a:spcBef>
              <a:spcAft>
                <a:spcPts val="0"/>
              </a:spcAft>
              <a:buSzPts val="1800"/>
              <a:buChar char="●"/>
            </a:pPr>
            <a:r>
              <a:rPr lang="en"/>
              <a:t>Rule 4 is 1 + 1 + 1 = 11 (this is because 11 in binary is 3)</a:t>
            </a:r>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7" name="Shape 447"/>
        <p:cNvGrpSpPr/>
        <p:nvPr/>
      </p:nvGrpSpPr>
      <p:grpSpPr>
        <a:xfrm>
          <a:off x="0" y="0"/>
          <a:ext cx="0" cy="0"/>
          <a:chOff x="0" y="0"/>
          <a:chExt cx="0" cy="0"/>
        </a:xfrm>
      </p:grpSpPr>
      <p:pic>
        <p:nvPicPr>
          <p:cNvPr id="448" name="Google Shape;448;p47"/>
          <p:cNvPicPr preferRelativeResize="0"/>
          <p:nvPr/>
        </p:nvPicPr>
        <p:blipFill rotWithShape="1">
          <a:blip r:embed="rId3">
            <a:alphaModFix/>
          </a:blip>
          <a:srcRect b="0" l="0" r="0" t="6454"/>
          <a:stretch/>
        </p:blipFill>
        <p:spPr>
          <a:xfrm>
            <a:off x="2243825" y="3399175"/>
            <a:ext cx="3334400" cy="1541450"/>
          </a:xfrm>
          <a:prstGeom prst="rect">
            <a:avLst/>
          </a:prstGeom>
          <a:noFill/>
          <a:ln>
            <a:noFill/>
          </a:ln>
        </p:spPr>
      </p:pic>
      <p:pic>
        <p:nvPicPr>
          <p:cNvPr id="449" name="Google Shape;449;p47"/>
          <p:cNvPicPr preferRelativeResize="0"/>
          <p:nvPr/>
        </p:nvPicPr>
        <p:blipFill rotWithShape="1">
          <a:blip r:embed="rId4">
            <a:alphaModFix/>
          </a:blip>
          <a:srcRect b="2248" l="0" r="0" t="0"/>
          <a:stretch/>
        </p:blipFill>
        <p:spPr>
          <a:xfrm>
            <a:off x="839025" y="170250"/>
            <a:ext cx="7351300" cy="3070825"/>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3" name="Shape 453"/>
        <p:cNvGrpSpPr/>
        <p:nvPr/>
      </p:nvGrpSpPr>
      <p:grpSpPr>
        <a:xfrm>
          <a:off x="0" y="0"/>
          <a:ext cx="0" cy="0"/>
          <a:chOff x="0" y="0"/>
          <a:chExt cx="0" cy="0"/>
        </a:xfrm>
      </p:grpSpPr>
      <p:pic>
        <p:nvPicPr>
          <p:cNvPr id="454" name="Google Shape;454;g2d374c57397_0_13"/>
          <p:cNvPicPr preferRelativeResize="0"/>
          <p:nvPr/>
        </p:nvPicPr>
        <p:blipFill>
          <a:blip r:embed="rId3">
            <a:alphaModFix/>
          </a:blip>
          <a:stretch>
            <a:fillRect/>
          </a:stretch>
        </p:blipFill>
        <p:spPr>
          <a:xfrm>
            <a:off x="487963" y="216450"/>
            <a:ext cx="8168075" cy="3899525"/>
          </a:xfrm>
          <a:prstGeom prst="rect">
            <a:avLst/>
          </a:prstGeom>
          <a:noFill/>
          <a:ln>
            <a:noFill/>
          </a:ln>
        </p:spPr>
      </p:pic>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pic>
        <p:nvPicPr>
          <p:cNvPr id="459" name="Google Shape;459;g2d374c57397_0_21"/>
          <p:cNvPicPr preferRelativeResize="0"/>
          <p:nvPr/>
        </p:nvPicPr>
        <p:blipFill>
          <a:blip r:embed="rId3">
            <a:alphaModFix/>
          </a:blip>
          <a:stretch>
            <a:fillRect/>
          </a:stretch>
        </p:blipFill>
        <p:spPr>
          <a:xfrm>
            <a:off x="152400" y="152400"/>
            <a:ext cx="8839201" cy="3955931"/>
          </a:xfrm>
          <a:prstGeom prst="rect">
            <a:avLst/>
          </a:prstGeom>
          <a:noFill/>
          <a:ln>
            <a:noFill/>
          </a:ln>
        </p:spPr>
      </p:pic>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3" name="Shape 463"/>
        <p:cNvGrpSpPr/>
        <p:nvPr/>
      </p:nvGrpSpPr>
      <p:grpSpPr>
        <a:xfrm>
          <a:off x="0" y="0"/>
          <a:ext cx="0" cy="0"/>
          <a:chOff x="0" y="0"/>
          <a:chExt cx="0" cy="0"/>
        </a:xfrm>
      </p:grpSpPr>
      <p:pic>
        <p:nvPicPr>
          <p:cNvPr id="464" name="Google Shape;464;g2d374c57397_0_27"/>
          <p:cNvPicPr preferRelativeResize="0"/>
          <p:nvPr/>
        </p:nvPicPr>
        <p:blipFill>
          <a:blip r:embed="rId3">
            <a:alphaModFix/>
          </a:blip>
          <a:stretch>
            <a:fillRect/>
          </a:stretch>
        </p:blipFill>
        <p:spPr>
          <a:xfrm>
            <a:off x="152400" y="152400"/>
            <a:ext cx="8839200" cy="4716016"/>
          </a:xfrm>
          <a:prstGeom prst="rect">
            <a:avLst/>
          </a:prstGeom>
          <a:noFill/>
          <a:ln>
            <a:noFill/>
          </a:ln>
        </p:spPr>
      </p:pic>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8" name="Shape 468"/>
        <p:cNvGrpSpPr/>
        <p:nvPr/>
      </p:nvGrpSpPr>
      <p:grpSpPr>
        <a:xfrm>
          <a:off x="0" y="0"/>
          <a:ext cx="0" cy="0"/>
          <a:chOff x="0" y="0"/>
          <a:chExt cx="0" cy="0"/>
        </a:xfrm>
      </p:grpSpPr>
      <p:pic>
        <p:nvPicPr>
          <p:cNvPr id="469" name="Google Shape;469;g2d374c57397_0_0"/>
          <p:cNvPicPr preferRelativeResize="0"/>
          <p:nvPr/>
        </p:nvPicPr>
        <p:blipFill>
          <a:blip r:embed="rId3">
            <a:alphaModFix/>
          </a:blip>
          <a:stretch>
            <a:fillRect/>
          </a:stretch>
        </p:blipFill>
        <p:spPr>
          <a:xfrm>
            <a:off x="760375" y="213200"/>
            <a:ext cx="7219600" cy="4503475"/>
          </a:xfrm>
          <a:prstGeom prst="rect">
            <a:avLst/>
          </a:prstGeom>
          <a:noFill/>
          <a:ln>
            <a:noFill/>
          </a:ln>
        </p:spPr>
      </p:pic>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473" name="Shape 473"/>
        <p:cNvGrpSpPr/>
        <p:nvPr/>
      </p:nvGrpSpPr>
      <p:grpSpPr>
        <a:xfrm>
          <a:off x="0" y="0"/>
          <a:ext cx="0" cy="0"/>
          <a:chOff x="0" y="0"/>
          <a:chExt cx="0" cy="0"/>
        </a:xfrm>
      </p:grpSpPr>
      <p:sp>
        <p:nvSpPr>
          <p:cNvPr id="474" name="Google Shape;474;p48"/>
          <p:cNvSpPr txBox="1"/>
          <p:nvPr>
            <p:ph type="title"/>
          </p:nvPr>
        </p:nvSpPr>
        <p:spPr>
          <a:xfrm>
            <a:off x="311700" y="170225"/>
            <a:ext cx="8520600" cy="607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3000"/>
              <a:buNone/>
            </a:pPr>
            <a:r>
              <a:rPr lang="en"/>
              <a:t>Overflow</a:t>
            </a:r>
            <a:endParaRPr/>
          </a:p>
        </p:txBody>
      </p:sp>
      <p:sp>
        <p:nvSpPr>
          <p:cNvPr id="475" name="Google Shape;475;p48"/>
          <p:cNvSpPr txBox="1"/>
          <p:nvPr>
            <p:ph idx="1" type="body"/>
          </p:nvPr>
        </p:nvSpPr>
        <p:spPr>
          <a:xfrm>
            <a:off x="311700" y="834225"/>
            <a:ext cx="8520600" cy="13491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SzPts val="1800"/>
              <a:buNone/>
            </a:pPr>
            <a:r>
              <a:rPr lang="en"/>
              <a:t>Overflow occurs if the result of a calculation is too large for the allocated word size (for example a word size of 8 bits can represent a maximum value of 255).</a:t>
            </a:r>
            <a:endParaRPr/>
          </a:p>
          <a:p>
            <a:pPr indent="0" lvl="0" marL="0" rtl="0" algn="l">
              <a:lnSpc>
                <a:spcPct val="115000"/>
              </a:lnSpc>
              <a:spcBef>
                <a:spcPts val="1600"/>
              </a:spcBef>
              <a:spcAft>
                <a:spcPts val="0"/>
              </a:spcAft>
              <a:buSzPts val="1800"/>
              <a:buNone/>
            </a:pPr>
            <a:r>
              <a:rPr lang="en" u="sng"/>
              <a:t>For example:</a:t>
            </a:r>
            <a:r>
              <a:rPr lang="en"/>
              <a:t> Add 0 1 1 0 1 1 1 0 and 1 1 0 1 1 1 1 0 (using an 8-bit word size)</a:t>
            </a:r>
            <a:endParaRPr/>
          </a:p>
          <a:p>
            <a:pPr indent="0" lvl="0" marL="0" rtl="0" algn="l">
              <a:lnSpc>
                <a:spcPct val="115000"/>
              </a:lnSpc>
              <a:spcBef>
                <a:spcPts val="1600"/>
              </a:spcBef>
              <a:spcAft>
                <a:spcPts val="1600"/>
              </a:spcAft>
              <a:buSzPts val="1800"/>
              <a:buNone/>
            </a:pPr>
            <a:r>
              <a:t/>
            </a:r>
            <a:endParaRPr/>
          </a:p>
        </p:txBody>
      </p:sp>
      <p:pic>
        <p:nvPicPr>
          <p:cNvPr id="476" name="Google Shape;476;p48"/>
          <p:cNvPicPr preferRelativeResize="0"/>
          <p:nvPr/>
        </p:nvPicPr>
        <p:blipFill rotWithShape="1">
          <a:blip r:embed="rId3">
            <a:alphaModFix/>
          </a:blip>
          <a:srcRect b="0" l="0" r="0" t="0"/>
          <a:stretch/>
        </p:blipFill>
        <p:spPr>
          <a:xfrm>
            <a:off x="827238" y="2374750"/>
            <a:ext cx="5019675" cy="1257300"/>
          </a:xfrm>
          <a:prstGeom prst="rect">
            <a:avLst/>
          </a:prstGeom>
          <a:noFill/>
          <a:ln>
            <a:noFill/>
          </a:ln>
        </p:spPr>
      </p:pic>
      <p:pic>
        <p:nvPicPr>
          <p:cNvPr id="477" name="Google Shape;477;p48"/>
          <p:cNvPicPr preferRelativeResize="0"/>
          <p:nvPr/>
        </p:nvPicPr>
        <p:blipFill rotWithShape="1">
          <a:blip r:embed="rId4">
            <a:alphaModFix/>
          </a:blip>
          <a:srcRect b="0" l="0" r="0" t="0"/>
          <a:stretch/>
        </p:blipFill>
        <p:spPr>
          <a:xfrm>
            <a:off x="2835028" y="3927375"/>
            <a:ext cx="6308974" cy="1027750"/>
          </a:xfrm>
          <a:prstGeom prst="rect">
            <a:avLst/>
          </a:prstGeom>
          <a:noFill/>
          <a:ln>
            <a:noFill/>
          </a:ln>
        </p:spPr>
      </p:pic>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1" name="Shape 481"/>
        <p:cNvGrpSpPr/>
        <p:nvPr/>
      </p:nvGrpSpPr>
      <p:grpSpPr>
        <a:xfrm>
          <a:off x="0" y="0"/>
          <a:ext cx="0" cy="0"/>
          <a:chOff x="0" y="0"/>
          <a:chExt cx="0" cy="0"/>
        </a:xfrm>
      </p:grpSpPr>
      <p:sp>
        <p:nvSpPr>
          <p:cNvPr id="482" name="Google Shape;482;g2d374c57397_0_34"/>
          <p:cNvSpPr txBox="1"/>
          <p:nvPr>
            <p:ph type="title"/>
          </p:nvPr>
        </p:nvSpPr>
        <p:spPr>
          <a:xfrm>
            <a:off x="311700" y="170225"/>
            <a:ext cx="8520600" cy="607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3000"/>
              <a:buNone/>
            </a:pPr>
            <a:r>
              <a:rPr lang="en"/>
              <a:t>Overflow</a:t>
            </a:r>
            <a:endParaRPr/>
          </a:p>
        </p:txBody>
      </p:sp>
      <p:sp>
        <p:nvSpPr>
          <p:cNvPr id="483" name="Google Shape;483;g2d374c57397_0_34"/>
          <p:cNvSpPr txBox="1"/>
          <p:nvPr>
            <p:ph idx="1" type="body"/>
          </p:nvPr>
        </p:nvSpPr>
        <p:spPr>
          <a:xfrm>
            <a:off x="311700" y="834225"/>
            <a:ext cx="8520600" cy="850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SzPts val="1800"/>
              <a:buNone/>
            </a:pPr>
            <a:r>
              <a:rPr lang="en"/>
              <a:t>Overflow occurs if the result of a calculation is too large for the allocated word size (for example a word size of 8 bits can represent a maximum value of 255).</a:t>
            </a:r>
            <a:endParaRPr/>
          </a:p>
          <a:p>
            <a:pPr indent="0" lvl="0" marL="0" rtl="0" algn="l">
              <a:lnSpc>
                <a:spcPct val="115000"/>
              </a:lnSpc>
              <a:spcBef>
                <a:spcPts val="1600"/>
              </a:spcBef>
              <a:spcAft>
                <a:spcPts val="1600"/>
              </a:spcAft>
              <a:buSzPts val="1800"/>
              <a:buNone/>
            </a:pPr>
            <a:r>
              <a:t/>
            </a:r>
            <a:endParaRPr/>
          </a:p>
        </p:txBody>
      </p:sp>
      <p:pic>
        <p:nvPicPr>
          <p:cNvPr id="484" name="Google Shape;484;g2d374c57397_0_34"/>
          <p:cNvPicPr preferRelativeResize="0"/>
          <p:nvPr/>
        </p:nvPicPr>
        <p:blipFill>
          <a:blip r:embed="rId3">
            <a:alphaModFix/>
          </a:blip>
          <a:stretch>
            <a:fillRect/>
          </a:stretch>
        </p:blipFill>
        <p:spPr>
          <a:xfrm>
            <a:off x="676600" y="1935525"/>
            <a:ext cx="8467401" cy="3007900"/>
          </a:xfrm>
          <a:prstGeom prst="rect">
            <a:avLst/>
          </a:prstGeom>
          <a:noFill/>
          <a:ln>
            <a:noFill/>
          </a:ln>
        </p:spPr>
      </p:pic>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8" name="Shape 488"/>
        <p:cNvGrpSpPr/>
        <p:nvPr/>
      </p:nvGrpSpPr>
      <p:grpSpPr>
        <a:xfrm>
          <a:off x="0" y="0"/>
          <a:ext cx="0" cy="0"/>
          <a:chOff x="0" y="0"/>
          <a:chExt cx="0" cy="0"/>
        </a:xfrm>
      </p:grpSpPr>
      <p:sp>
        <p:nvSpPr>
          <p:cNvPr id="489" name="Google Shape;489;g2d374c57397_0_43"/>
          <p:cNvSpPr txBox="1"/>
          <p:nvPr>
            <p:ph type="title"/>
          </p:nvPr>
        </p:nvSpPr>
        <p:spPr>
          <a:xfrm>
            <a:off x="311700" y="170225"/>
            <a:ext cx="8520600" cy="607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3000"/>
              <a:buNone/>
            </a:pPr>
            <a:r>
              <a:rPr lang="en"/>
              <a:t>Overflow</a:t>
            </a:r>
            <a:endParaRPr/>
          </a:p>
        </p:txBody>
      </p:sp>
      <p:sp>
        <p:nvSpPr>
          <p:cNvPr id="490" name="Google Shape;490;g2d374c57397_0_43"/>
          <p:cNvSpPr txBox="1"/>
          <p:nvPr>
            <p:ph idx="1" type="body"/>
          </p:nvPr>
        </p:nvSpPr>
        <p:spPr>
          <a:xfrm>
            <a:off x="311700" y="778025"/>
            <a:ext cx="8520600" cy="4061400"/>
          </a:xfrm>
          <a:prstGeom prst="rect">
            <a:avLst/>
          </a:prstGeom>
          <a:noFill/>
          <a:ln>
            <a:noFill/>
          </a:ln>
        </p:spPr>
        <p:txBody>
          <a:bodyPr anchorCtr="0" anchor="t" bIns="91425" lIns="91425" spcFirstLastPara="1" rIns="91425" wrap="square" tIns="91425">
            <a:noAutofit/>
          </a:bodyPr>
          <a:lstStyle/>
          <a:p>
            <a:pPr indent="0" lvl="0" marL="0" rtl="0" algn="l">
              <a:spcBef>
                <a:spcPts val="1600"/>
              </a:spcBef>
              <a:spcAft>
                <a:spcPts val="0"/>
              </a:spcAft>
              <a:buNone/>
            </a:pPr>
            <a:r>
              <a:rPr lang="en"/>
              <a:t>This addition has generated a 9th bit. The 8 bits of the answer are 0 1 0 0 1 1 0 0 – this gives the denary value (64 + 8 + 4) of 76 which is incorrect because the denary value of the addition is 110 + 222 = 332. </a:t>
            </a:r>
            <a:endParaRPr/>
          </a:p>
          <a:p>
            <a:pPr indent="0" lvl="0" marL="0" rtl="0" algn="l">
              <a:spcBef>
                <a:spcPts val="1600"/>
              </a:spcBef>
              <a:spcAft>
                <a:spcPts val="0"/>
              </a:spcAft>
              <a:buNone/>
            </a:pPr>
            <a:r>
              <a:rPr lang="en"/>
              <a:t>The maximum denary value of an 8-bit binary number is 255 (which is 2</a:t>
            </a:r>
            <a:r>
              <a:rPr baseline="30000" lang="en"/>
              <a:t>8</a:t>
            </a:r>
            <a:r>
              <a:rPr lang="en"/>
              <a:t> – 1). The generation of a 9th bit is a clear indication that the sum has exceeded this value. This is known as an </a:t>
            </a:r>
            <a:r>
              <a:rPr b="1" lang="en">
                <a:solidFill>
                  <a:srgbClr val="FF0000"/>
                </a:solidFill>
              </a:rPr>
              <a:t>overflow error</a:t>
            </a:r>
            <a:r>
              <a:rPr lang="en"/>
              <a:t> and in this case is an indication that a number is too big to be stored in the computer using 8 bits. </a:t>
            </a:r>
            <a:endParaRPr/>
          </a:p>
          <a:p>
            <a:pPr indent="0" lvl="0" marL="0" rtl="0" algn="l">
              <a:spcBef>
                <a:spcPts val="1600"/>
              </a:spcBef>
              <a:spcAft>
                <a:spcPts val="1600"/>
              </a:spcAft>
              <a:buNone/>
            </a:pPr>
            <a:r>
              <a:rPr lang="en"/>
              <a:t>The greater the number of bits which can be used to represent a number then the larger the number that can be stored. For example, a 16-bit register would allow a maximum denary value of 65 535 (i</a:t>
            </a:r>
            <a:r>
              <a:rPr lang="en"/>
              <a:t>.e. 2</a:t>
            </a:r>
            <a:r>
              <a:rPr baseline="30000" lang="en"/>
              <a:t>16 </a:t>
            </a:r>
            <a:r>
              <a:rPr lang="en"/>
              <a:t>– 1</a:t>
            </a:r>
            <a:r>
              <a:rPr lang="en"/>
              <a:t>) to be stored, a 32-bit register would allow a maximum denary value of 4 294 967 295 (i.e. 2</a:t>
            </a:r>
            <a:r>
              <a:rPr baseline="30000" lang="en"/>
              <a:t>32</a:t>
            </a:r>
            <a:r>
              <a:rPr lang="en"/>
              <a:t> – 1), and so on.</a:t>
            </a:r>
            <a:endParaRPr/>
          </a:p>
        </p:txBody>
      </p:sp>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4" name="Shape 494"/>
        <p:cNvGrpSpPr/>
        <p:nvPr/>
      </p:nvGrpSpPr>
      <p:grpSpPr>
        <a:xfrm>
          <a:off x="0" y="0"/>
          <a:ext cx="0" cy="0"/>
          <a:chOff x="0" y="0"/>
          <a:chExt cx="0" cy="0"/>
        </a:xfrm>
      </p:grpSpPr>
      <p:sp>
        <p:nvSpPr>
          <p:cNvPr id="495" name="Google Shape;495;g2d374c57397_0_53"/>
          <p:cNvSpPr txBox="1"/>
          <p:nvPr>
            <p:ph type="title"/>
          </p:nvPr>
        </p:nvSpPr>
        <p:spPr>
          <a:xfrm>
            <a:off x="311700" y="170225"/>
            <a:ext cx="8520600" cy="607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3000"/>
              <a:buNone/>
            </a:pPr>
            <a:r>
              <a:rPr lang="en"/>
              <a:t>Overflow</a:t>
            </a:r>
            <a:endParaRPr/>
          </a:p>
        </p:txBody>
      </p:sp>
      <p:pic>
        <p:nvPicPr>
          <p:cNvPr id="496" name="Google Shape;496;g2d374c57397_0_53"/>
          <p:cNvPicPr preferRelativeResize="0"/>
          <p:nvPr/>
        </p:nvPicPr>
        <p:blipFill>
          <a:blip r:embed="rId3">
            <a:alphaModFix/>
          </a:blip>
          <a:stretch>
            <a:fillRect/>
          </a:stretch>
        </p:blipFill>
        <p:spPr>
          <a:xfrm>
            <a:off x="152400" y="930425"/>
            <a:ext cx="8839201" cy="2766009"/>
          </a:xfrm>
          <a:prstGeom prst="rect">
            <a:avLst/>
          </a:prstGeom>
          <a:noFill/>
          <a:ln>
            <a:noFill/>
          </a:ln>
        </p:spPr>
      </p:pic>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0" name="Shape 500"/>
        <p:cNvGrpSpPr/>
        <p:nvPr/>
      </p:nvGrpSpPr>
      <p:grpSpPr>
        <a:xfrm>
          <a:off x="0" y="0"/>
          <a:ext cx="0" cy="0"/>
          <a:chOff x="0" y="0"/>
          <a:chExt cx="0" cy="0"/>
        </a:xfrm>
      </p:grpSpPr>
      <p:sp>
        <p:nvSpPr>
          <p:cNvPr id="501" name="Google Shape;501;p49"/>
          <p:cNvSpPr txBox="1"/>
          <p:nvPr>
            <p:ph type="title"/>
          </p:nvPr>
        </p:nvSpPr>
        <p:spPr>
          <a:xfrm>
            <a:off x="311700" y="194175"/>
            <a:ext cx="8520600" cy="607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3000"/>
              <a:buNone/>
            </a:pPr>
            <a:r>
              <a:rPr lang="en"/>
              <a:t>1.1.5 Logical binary shifts</a:t>
            </a:r>
            <a:endParaRPr/>
          </a:p>
        </p:txBody>
      </p:sp>
      <p:sp>
        <p:nvSpPr>
          <p:cNvPr id="502" name="Google Shape;502;p49"/>
          <p:cNvSpPr txBox="1"/>
          <p:nvPr>
            <p:ph idx="1" type="body"/>
          </p:nvPr>
        </p:nvSpPr>
        <p:spPr>
          <a:xfrm>
            <a:off x="311700" y="965975"/>
            <a:ext cx="8520600" cy="35790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SzPts val="1800"/>
              <a:buNone/>
            </a:pPr>
            <a:r>
              <a:rPr lang="en" sz="1700"/>
              <a:t>The logical shift means moving the binary number to the left or to the right. Each shift left is equivalent to multiplying the binary number by 2 and each shift right is equivalent to dividing the binary number by 2.</a:t>
            </a:r>
            <a:endParaRPr b="1" sz="1700"/>
          </a:p>
          <a:p>
            <a:pPr indent="0" lvl="0" marL="0" rtl="0" algn="l">
              <a:lnSpc>
                <a:spcPct val="115000"/>
              </a:lnSpc>
              <a:spcBef>
                <a:spcPts val="1600"/>
              </a:spcBef>
              <a:spcAft>
                <a:spcPts val="0"/>
              </a:spcAft>
              <a:buSzPts val="1800"/>
              <a:buNone/>
            </a:pPr>
            <a:r>
              <a:rPr b="1" lang="en" sz="1700"/>
              <a:t>Logical shifts</a:t>
            </a:r>
            <a:r>
              <a:rPr lang="en" sz="1700"/>
              <a:t> involve shifting (moving) bits to the left (multiplying by 2 for each shift) or the right (dividing by 2 for each shift). If shifting to the left or right results in a loss of 1-bits, then this would result in an error. When shifting a binary number, any gaps created by the shift operation can be filled by zeros. For example, the denary number 54 is 00110110 in binary. If we put this into an 8-bit register:</a:t>
            </a:r>
            <a:endParaRPr sz="1700"/>
          </a:p>
          <a:p>
            <a:pPr indent="0" lvl="0" marL="0" rtl="0" algn="l">
              <a:lnSpc>
                <a:spcPct val="115000"/>
              </a:lnSpc>
              <a:spcBef>
                <a:spcPts val="1600"/>
              </a:spcBef>
              <a:spcAft>
                <a:spcPts val="1600"/>
              </a:spcAft>
              <a:buSzPts val="1800"/>
              <a:buNone/>
            </a:pPr>
            <a:r>
              <a:t/>
            </a:r>
            <a:endParaRPr sz="1700"/>
          </a:p>
        </p:txBody>
      </p:sp>
      <p:pic>
        <p:nvPicPr>
          <p:cNvPr id="503" name="Google Shape;503;p49"/>
          <p:cNvPicPr preferRelativeResize="0"/>
          <p:nvPr/>
        </p:nvPicPr>
        <p:blipFill rotWithShape="1">
          <a:blip r:embed="rId3">
            <a:alphaModFix/>
          </a:blip>
          <a:srcRect b="0" l="0" r="0" t="0"/>
          <a:stretch/>
        </p:blipFill>
        <p:spPr>
          <a:xfrm>
            <a:off x="962575" y="3650275"/>
            <a:ext cx="4073950" cy="1278425"/>
          </a:xfrm>
          <a:prstGeom prst="rect">
            <a:avLst/>
          </a:prstGeom>
          <a:noFill/>
          <a:ln>
            <a:noFill/>
          </a:ln>
        </p:spPr>
      </p:pic>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7" name="Shape 507"/>
        <p:cNvGrpSpPr/>
        <p:nvPr/>
      </p:nvGrpSpPr>
      <p:grpSpPr>
        <a:xfrm>
          <a:off x="0" y="0"/>
          <a:ext cx="0" cy="0"/>
          <a:chOff x="0" y="0"/>
          <a:chExt cx="0" cy="0"/>
        </a:xfrm>
      </p:grpSpPr>
      <p:pic>
        <p:nvPicPr>
          <p:cNvPr id="508" name="Google Shape;508;p50"/>
          <p:cNvPicPr preferRelativeResize="0"/>
          <p:nvPr/>
        </p:nvPicPr>
        <p:blipFill rotWithShape="1">
          <a:blip r:embed="rId3">
            <a:alphaModFix/>
          </a:blip>
          <a:srcRect b="0" l="0" r="0" t="0"/>
          <a:stretch/>
        </p:blipFill>
        <p:spPr>
          <a:xfrm>
            <a:off x="0" y="0"/>
            <a:ext cx="6193021" cy="2419350"/>
          </a:xfrm>
          <a:prstGeom prst="rect">
            <a:avLst/>
          </a:prstGeom>
          <a:noFill/>
          <a:ln>
            <a:noFill/>
          </a:ln>
          <a:effectLst>
            <a:outerShdw blurRad="57150" rotWithShape="0" algn="bl" dir="5400000" dist="19050">
              <a:srgbClr val="000000">
                <a:alpha val="49411"/>
              </a:srgbClr>
            </a:outerShdw>
          </a:effectLst>
        </p:spPr>
      </p:pic>
      <p:pic>
        <p:nvPicPr>
          <p:cNvPr id="509" name="Google Shape;509;p50"/>
          <p:cNvPicPr preferRelativeResize="0"/>
          <p:nvPr/>
        </p:nvPicPr>
        <p:blipFill rotWithShape="1">
          <a:blip r:embed="rId4">
            <a:alphaModFix/>
          </a:blip>
          <a:srcRect b="0" l="0" r="0" t="0"/>
          <a:stretch/>
        </p:blipFill>
        <p:spPr>
          <a:xfrm>
            <a:off x="3955197" y="2260825"/>
            <a:ext cx="5188799" cy="2882675"/>
          </a:xfrm>
          <a:prstGeom prst="rect">
            <a:avLst/>
          </a:prstGeom>
          <a:noFill/>
          <a:ln>
            <a:noFill/>
          </a:ln>
          <a:effectLst>
            <a:outerShdw blurRad="57150" rotWithShape="0" algn="bl" dir="5400000" dist="19050">
              <a:srgbClr val="000000">
                <a:alpha val="49411"/>
              </a:srgbClr>
            </a:outerShdw>
          </a:effectLst>
        </p:spPr>
      </p:pic>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3" name="Shape 513"/>
        <p:cNvGrpSpPr/>
        <p:nvPr/>
      </p:nvGrpSpPr>
      <p:grpSpPr>
        <a:xfrm>
          <a:off x="0" y="0"/>
          <a:ext cx="0" cy="0"/>
          <a:chOff x="0" y="0"/>
          <a:chExt cx="0" cy="0"/>
        </a:xfrm>
      </p:grpSpPr>
      <p:pic>
        <p:nvPicPr>
          <p:cNvPr id="514" name="Google Shape;514;p51"/>
          <p:cNvPicPr preferRelativeResize="0"/>
          <p:nvPr/>
        </p:nvPicPr>
        <p:blipFill rotWithShape="1">
          <a:blip r:embed="rId3">
            <a:alphaModFix/>
          </a:blip>
          <a:srcRect b="0" l="0" r="0" t="0"/>
          <a:stretch/>
        </p:blipFill>
        <p:spPr>
          <a:xfrm>
            <a:off x="779300" y="749475"/>
            <a:ext cx="6398175" cy="3421750"/>
          </a:xfrm>
          <a:prstGeom prst="rect">
            <a:avLst/>
          </a:prstGeom>
          <a:noFill/>
          <a:ln>
            <a:noFill/>
          </a:ln>
        </p:spPr>
      </p:pic>
      <p:sp>
        <p:nvSpPr>
          <p:cNvPr id="515" name="Google Shape;515;p51"/>
          <p:cNvSpPr txBox="1"/>
          <p:nvPr/>
        </p:nvSpPr>
        <p:spPr>
          <a:xfrm>
            <a:off x="75" y="0"/>
            <a:ext cx="9144000" cy="461700"/>
          </a:xfrm>
          <a:prstGeom prst="rect">
            <a:avLst/>
          </a:prstGeom>
          <a:solidFill>
            <a:schemeClr val="accent2"/>
          </a:solidFill>
          <a:ln>
            <a:noFill/>
          </a:ln>
        </p:spPr>
        <p:txBody>
          <a:bodyPr anchorCtr="0" anchor="t" bIns="91425" lIns="91425" spcFirstLastPara="1" rIns="91425" wrap="square" tIns="91425">
            <a:spAutoFit/>
          </a:bodyPr>
          <a:lstStyle/>
          <a:p>
            <a:pPr indent="0" lvl="0" marL="0" marR="0" rtl="0" algn="r">
              <a:lnSpc>
                <a:spcPct val="100000"/>
              </a:lnSpc>
              <a:spcBef>
                <a:spcPts val="0"/>
              </a:spcBef>
              <a:spcAft>
                <a:spcPts val="0"/>
              </a:spcAft>
              <a:buClr>
                <a:srgbClr val="000000"/>
              </a:buClr>
              <a:buSzPts val="1800"/>
              <a:buFont typeface="Arial"/>
              <a:buNone/>
            </a:pPr>
            <a:r>
              <a:rPr b="1" i="0" lang="en" sz="1800" u="none" cap="none" strike="noStrike">
                <a:solidFill>
                  <a:schemeClr val="lt1"/>
                </a:solidFill>
                <a:latin typeface="Roboto"/>
                <a:ea typeface="Roboto"/>
                <a:cs typeface="Roboto"/>
                <a:sym typeface="Roboto"/>
              </a:rPr>
              <a:t>Exam Style Questions</a:t>
            </a:r>
            <a:endParaRPr b="1" i="0" sz="1800" u="none" cap="none" strike="noStrike">
              <a:solidFill>
                <a:schemeClr val="lt1"/>
              </a:solidFill>
              <a:latin typeface="Roboto"/>
              <a:ea typeface="Roboto"/>
              <a:cs typeface="Roboto"/>
              <a:sym typeface="Roboto"/>
            </a:endParaRPr>
          </a:p>
        </p:txBody>
      </p:sp>
    </p:spTree>
  </p:cSld>
  <p:clrMapOvr>
    <a:masterClrMapping/>
  </p:clrMapOvr>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9" name="Shape 519"/>
        <p:cNvGrpSpPr/>
        <p:nvPr/>
      </p:nvGrpSpPr>
      <p:grpSpPr>
        <a:xfrm>
          <a:off x="0" y="0"/>
          <a:ext cx="0" cy="0"/>
          <a:chOff x="0" y="0"/>
          <a:chExt cx="0" cy="0"/>
        </a:xfrm>
      </p:grpSpPr>
      <p:sp>
        <p:nvSpPr>
          <p:cNvPr id="520" name="Google Shape;520;p52"/>
          <p:cNvSpPr txBox="1"/>
          <p:nvPr/>
        </p:nvSpPr>
        <p:spPr>
          <a:xfrm>
            <a:off x="75" y="0"/>
            <a:ext cx="9144000" cy="461700"/>
          </a:xfrm>
          <a:prstGeom prst="rect">
            <a:avLst/>
          </a:prstGeom>
          <a:solidFill>
            <a:schemeClr val="accent2"/>
          </a:solidFill>
          <a:ln>
            <a:noFill/>
          </a:ln>
        </p:spPr>
        <p:txBody>
          <a:bodyPr anchorCtr="0" anchor="t" bIns="91425" lIns="91425" spcFirstLastPara="1" rIns="91425" wrap="square" tIns="91425">
            <a:spAutoFit/>
          </a:bodyPr>
          <a:lstStyle/>
          <a:p>
            <a:pPr indent="0" lvl="0" marL="0" marR="0" rtl="0" algn="r">
              <a:lnSpc>
                <a:spcPct val="100000"/>
              </a:lnSpc>
              <a:spcBef>
                <a:spcPts val="0"/>
              </a:spcBef>
              <a:spcAft>
                <a:spcPts val="0"/>
              </a:spcAft>
              <a:buClr>
                <a:srgbClr val="000000"/>
              </a:buClr>
              <a:buSzPts val="1800"/>
              <a:buFont typeface="Arial"/>
              <a:buNone/>
            </a:pPr>
            <a:r>
              <a:rPr b="1" i="0" lang="en" sz="1800" u="none" cap="none" strike="noStrike">
                <a:solidFill>
                  <a:schemeClr val="lt1"/>
                </a:solidFill>
                <a:latin typeface="Roboto"/>
                <a:ea typeface="Roboto"/>
                <a:cs typeface="Roboto"/>
                <a:sym typeface="Roboto"/>
              </a:rPr>
              <a:t>Exam Style Questions</a:t>
            </a:r>
            <a:endParaRPr b="1" i="0" sz="1800" u="none" cap="none" strike="noStrike">
              <a:solidFill>
                <a:schemeClr val="lt1"/>
              </a:solidFill>
              <a:latin typeface="Roboto"/>
              <a:ea typeface="Roboto"/>
              <a:cs typeface="Roboto"/>
              <a:sym typeface="Roboto"/>
            </a:endParaRPr>
          </a:p>
        </p:txBody>
      </p:sp>
      <p:pic>
        <p:nvPicPr>
          <p:cNvPr id="521" name="Google Shape;521;p52"/>
          <p:cNvPicPr preferRelativeResize="0"/>
          <p:nvPr/>
        </p:nvPicPr>
        <p:blipFill rotWithShape="1">
          <a:blip r:embed="rId3">
            <a:alphaModFix/>
          </a:blip>
          <a:srcRect b="0" l="0" r="0" t="0"/>
          <a:stretch/>
        </p:blipFill>
        <p:spPr>
          <a:xfrm>
            <a:off x="152400" y="740800"/>
            <a:ext cx="4866925" cy="1460075"/>
          </a:xfrm>
          <a:prstGeom prst="rect">
            <a:avLst/>
          </a:prstGeom>
          <a:noFill/>
          <a:ln>
            <a:noFill/>
          </a:ln>
        </p:spPr>
      </p:pic>
      <p:pic>
        <p:nvPicPr>
          <p:cNvPr id="522" name="Google Shape;522;p52"/>
          <p:cNvPicPr preferRelativeResize="0"/>
          <p:nvPr/>
        </p:nvPicPr>
        <p:blipFill rotWithShape="1">
          <a:blip r:embed="rId4">
            <a:alphaModFix/>
          </a:blip>
          <a:srcRect b="0" l="0" r="0" t="0"/>
          <a:stretch/>
        </p:blipFill>
        <p:spPr>
          <a:xfrm>
            <a:off x="4150375" y="2021025"/>
            <a:ext cx="4993625" cy="3108825"/>
          </a:xfrm>
          <a:prstGeom prst="rect">
            <a:avLst/>
          </a:prstGeom>
          <a:noFill/>
          <a:ln>
            <a:noFill/>
          </a:ln>
        </p:spPr>
      </p:pic>
    </p:spTree>
  </p:cSld>
  <p:clrMapOvr>
    <a:masterClrMapping/>
  </p:clrMapOvr>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g2d374c57397_0_59"/>
          <p:cNvSpPr txBox="1"/>
          <p:nvPr/>
        </p:nvSpPr>
        <p:spPr>
          <a:xfrm>
            <a:off x="75" y="0"/>
            <a:ext cx="9144000" cy="461700"/>
          </a:xfrm>
          <a:prstGeom prst="rect">
            <a:avLst/>
          </a:prstGeom>
          <a:solidFill>
            <a:schemeClr val="accent2"/>
          </a:solidFill>
          <a:ln>
            <a:noFill/>
          </a:ln>
        </p:spPr>
        <p:txBody>
          <a:bodyPr anchorCtr="0" anchor="t" bIns="91425" lIns="91425" spcFirstLastPara="1" rIns="91425" wrap="square" tIns="91425">
            <a:spAutoFit/>
          </a:bodyPr>
          <a:lstStyle/>
          <a:p>
            <a:pPr indent="0" lvl="0" marL="0" marR="0" rtl="0" algn="r">
              <a:lnSpc>
                <a:spcPct val="100000"/>
              </a:lnSpc>
              <a:spcBef>
                <a:spcPts val="0"/>
              </a:spcBef>
              <a:spcAft>
                <a:spcPts val="0"/>
              </a:spcAft>
              <a:buClr>
                <a:srgbClr val="000000"/>
              </a:buClr>
              <a:buSzPts val="1800"/>
              <a:buFont typeface="Arial"/>
              <a:buNone/>
            </a:pPr>
            <a:r>
              <a:t/>
            </a:r>
            <a:endParaRPr b="1" i="0" sz="1800" u="none" cap="none" strike="noStrike">
              <a:solidFill>
                <a:schemeClr val="lt1"/>
              </a:solidFill>
              <a:latin typeface="Roboto"/>
              <a:ea typeface="Roboto"/>
              <a:cs typeface="Roboto"/>
              <a:sym typeface="Roboto"/>
            </a:endParaRPr>
          </a:p>
        </p:txBody>
      </p:sp>
      <p:pic>
        <p:nvPicPr>
          <p:cNvPr id="528" name="Google Shape;528;g2d374c57397_0_59"/>
          <p:cNvPicPr preferRelativeResize="0"/>
          <p:nvPr/>
        </p:nvPicPr>
        <p:blipFill>
          <a:blip r:embed="rId3">
            <a:alphaModFix/>
          </a:blip>
          <a:stretch>
            <a:fillRect/>
          </a:stretch>
        </p:blipFill>
        <p:spPr>
          <a:xfrm>
            <a:off x="881488" y="614100"/>
            <a:ext cx="7381036" cy="4376998"/>
          </a:xfrm>
          <a:prstGeom prst="rect">
            <a:avLst/>
          </a:prstGeom>
          <a:noFill/>
          <a:ln>
            <a:noFill/>
          </a:ln>
        </p:spPr>
      </p:pic>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2" name="Shape 532"/>
        <p:cNvGrpSpPr/>
        <p:nvPr/>
      </p:nvGrpSpPr>
      <p:grpSpPr>
        <a:xfrm>
          <a:off x="0" y="0"/>
          <a:ext cx="0" cy="0"/>
          <a:chOff x="0" y="0"/>
          <a:chExt cx="0" cy="0"/>
        </a:xfrm>
      </p:grpSpPr>
      <p:sp>
        <p:nvSpPr>
          <p:cNvPr id="533" name="Google Shape;533;p53"/>
          <p:cNvSpPr txBox="1"/>
          <p:nvPr>
            <p:ph type="title"/>
          </p:nvPr>
        </p:nvSpPr>
        <p:spPr>
          <a:xfrm>
            <a:off x="311700" y="194200"/>
            <a:ext cx="8520600" cy="607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3000"/>
              <a:buNone/>
            </a:pPr>
            <a:r>
              <a:rPr lang="en"/>
              <a:t>1.1.6 Two’s complement (binary numbers)</a:t>
            </a:r>
            <a:endParaRPr/>
          </a:p>
        </p:txBody>
      </p:sp>
      <p:sp>
        <p:nvSpPr>
          <p:cNvPr id="534" name="Google Shape;534;p53"/>
          <p:cNvSpPr txBox="1"/>
          <p:nvPr>
            <p:ph idx="1" type="body"/>
          </p:nvPr>
        </p:nvSpPr>
        <p:spPr>
          <a:xfrm>
            <a:off x="311700" y="902250"/>
            <a:ext cx="8520600" cy="33390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1600"/>
              </a:spcAft>
              <a:buSzPts val="1800"/>
              <a:buNone/>
            </a:pPr>
            <a:r>
              <a:rPr lang="en"/>
              <a:t>Up until now, we have assumed all binary numbers are positive integers. To allow the possibility of representing negative integers we make use of two’s complement. In this section we will again assume 8-bit registers are being used. Only one minor change to the binary headings needs to be introduced here:</a:t>
            </a:r>
            <a:endParaRPr/>
          </a:p>
        </p:txBody>
      </p:sp>
      <p:pic>
        <p:nvPicPr>
          <p:cNvPr id="535" name="Google Shape;535;p53"/>
          <p:cNvPicPr preferRelativeResize="0"/>
          <p:nvPr/>
        </p:nvPicPr>
        <p:blipFill rotWithShape="1">
          <a:blip r:embed="rId3">
            <a:alphaModFix/>
          </a:blip>
          <a:srcRect b="0" l="0" r="0" t="0"/>
          <a:stretch/>
        </p:blipFill>
        <p:spPr>
          <a:xfrm>
            <a:off x="5747876" y="2404900"/>
            <a:ext cx="3298125" cy="731150"/>
          </a:xfrm>
          <a:prstGeom prst="rect">
            <a:avLst/>
          </a:prstGeom>
          <a:noFill/>
          <a:ln>
            <a:noFill/>
          </a:ln>
        </p:spPr>
      </p:pic>
      <p:sp>
        <p:nvSpPr>
          <p:cNvPr id="536" name="Google Shape;536;p53"/>
          <p:cNvSpPr txBox="1"/>
          <p:nvPr/>
        </p:nvSpPr>
        <p:spPr>
          <a:xfrm>
            <a:off x="935175" y="2829525"/>
            <a:ext cx="4008000" cy="1477500"/>
          </a:xfrm>
          <a:prstGeom prst="rect">
            <a:avLst/>
          </a:prstGeom>
          <a:solidFill>
            <a:schemeClr val="accent5"/>
          </a:solid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400"/>
              <a:buFont typeface="Arial"/>
              <a:buNone/>
            </a:pPr>
            <a:r>
              <a:rPr b="0" i="0" lang="en" sz="1400" u="none" cap="none" strike="noStrike">
                <a:solidFill>
                  <a:srgbClr val="000000"/>
                </a:solidFill>
                <a:latin typeface="Arial"/>
                <a:ea typeface="Arial"/>
                <a:cs typeface="Arial"/>
                <a:sym typeface="Arial"/>
              </a:rPr>
              <a:t>In two’s complement the left-most bit is changed to a negative value. For instance, for an 8-bit number, the value 128 is now changed to −128, but all the other headings remain the same. This means the new range of possible numbers is: −128 (10000000) to +127 (01111111).</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0" name="Shape 540"/>
        <p:cNvGrpSpPr/>
        <p:nvPr/>
      </p:nvGrpSpPr>
      <p:grpSpPr>
        <a:xfrm>
          <a:off x="0" y="0"/>
          <a:ext cx="0" cy="0"/>
          <a:chOff x="0" y="0"/>
          <a:chExt cx="0" cy="0"/>
        </a:xfrm>
      </p:grpSpPr>
      <p:pic>
        <p:nvPicPr>
          <p:cNvPr id="541" name="Google Shape;541;p54"/>
          <p:cNvPicPr preferRelativeResize="0"/>
          <p:nvPr/>
        </p:nvPicPr>
        <p:blipFill rotWithShape="1">
          <a:blip r:embed="rId3">
            <a:alphaModFix/>
          </a:blip>
          <a:srcRect b="0" l="0" r="0" t="0"/>
          <a:stretch/>
        </p:blipFill>
        <p:spPr>
          <a:xfrm>
            <a:off x="-2" y="68675"/>
            <a:ext cx="5662451" cy="1820375"/>
          </a:xfrm>
          <a:prstGeom prst="rect">
            <a:avLst/>
          </a:prstGeom>
          <a:noFill/>
          <a:ln>
            <a:noFill/>
          </a:ln>
        </p:spPr>
      </p:pic>
      <p:pic>
        <p:nvPicPr>
          <p:cNvPr id="542" name="Google Shape;542;p54"/>
          <p:cNvPicPr preferRelativeResize="0"/>
          <p:nvPr/>
        </p:nvPicPr>
        <p:blipFill rotWithShape="1">
          <a:blip r:embed="rId4">
            <a:alphaModFix/>
          </a:blip>
          <a:srcRect b="0" l="0" r="0" t="0"/>
          <a:stretch/>
        </p:blipFill>
        <p:spPr>
          <a:xfrm>
            <a:off x="3306974" y="1793225"/>
            <a:ext cx="5837025" cy="3137925"/>
          </a:xfrm>
          <a:prstGeom prst="rect">
            <a:avLst/>
          </a:prstGeom>
          <a:noFill/>
          <a:ln>
            <a:noFill/>
          </a:ln>
        </p:spPr>
      </p:pic>
    </p:spTree>
  </p:cSld>
  <p:clrMapOvr>
    <a:masterClrMapping/>
  </p:clrMapOvr>
</p:sld>
</file>

<file path=ppt/slides/slide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55"/>
          <p:cNvSpPr txBox="1"/>
          <p:nvPr>
            <p:ph type="title"/>
          </p:nvPr>
        </p:nvSpPr>
        <p:spPr>
          <a:xfrm>
            <a:off x="311700" y="350050"/>
            <a:ext cx="8520600" cy="607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3000"/>
              <a:buNone/>
            </a:pPr>
            <a:r>
              <a:rPr lang="en" sz="1600"/>
              <a:t>The following three examples show how we can write negative binary numbers in the</a:t>
            </a:r>
            <a:endParaRPr sz="1600"/>
          </a:p>
          <a:p>
            <a:pPr indent="0" lvl="0" marL="0" rtl="0" algn="l">
              <a:lnSpc>
                <a:spcPct val="100000"/>
              </a:lnSpc>
              <a:spcBef>
                <a:spcPts val="0"/>
              </a:spcBef>
              <a:spcAft>
                <a:spcPts val="0"/>
              </a:spcAft>
              <a:buSzPts val="3000"/>
              <a:buNone/>
            </a:pPr>
            <a:r>
              <a:rPr lang="en" sz="1600"/>
              <a:t>two’s complement format:</a:t>
            </a:r>
            <a:endParaRPr sz="1600"/>
          </a:p>
          <a:p>
            <a:pPr indent="0" lvl="0" marL="0" rtl="0" algn="l">
              <a:lnSpc>
                <a:spcPct val="100000"/>
              </a:lnSpc>
              <a:spcBef>
                <a:spcPts val="0"/>
              </a:spcBef>
              <a:spcAft>
                <a:spcPts val="0"/>
              </a:spcAft>
              <a:buSzPts val="3000"/>
              <a:buNone/>
            </a:pPr>
            <a:r>
              <a:t/>
            </a:r>
            <a:endParaRPr sz="1600"/>
          </a:p>
        </p:txBody>
      </p:sp>
      <p:pic>
        <p:nvPicPr>
          <p:cNvPr id="548" name="Google Shape;548;p55"/>
          <p:cNvPicPr preferRelativeResize="0"/>
          <p:nvPr/>
        </p:nvPicPr>
        <p:blipFill rotWithShape="1">
          <a:blip r:embed="rId3">
            <a:alphaModFix/>
          </a:blip>
          <a:srcRect b="0" l="0" r="0" t="11598"/>
          <a:stretch/>
        </p:blipFill>
        <p:spPr>
          <a:xfrm>
            <a:off x="311700" y="1205750"/>
            <a:ext cx="6277200" cy="3377700"/>
          </a:xfrm>
          <a:prstGeom prst="rect">
            <a:avLst/>
          </a:prstGeom>
          <a:noFill/>
          <a:ln>
            <a:noFill/>
          </a:ln>
        </p:spPr>
      </p:pic>
    </p:spTree>
  </p:cSld>
  <p:clrMapOvr>
    <a:masterClrMapping/>
  </p:clrMapOvr>
</p:sld>
</file>

<file path=ppt/slides/slide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2" name="Shape 552"/>
        <p:cNvGrpSpPr/>
        <p:nvPr/>
      </p:nvGrpSpPr>
      <p:grpSpPr>
        <a:xfrm>
          <a:off x="0" y="0"/>
          <a:ext cx="0" cy="0"/>
          <a:chOff x="0" y="0"/>
          <a:chExt cx="0" cy="0"/>
        </a:xfrm>
      </p:grpSpPr>
      <p:pic>
        <p:nvPicPr>
          <p:cNvPr id="553" name="Google Shape;553;p57"/>
          <p:cNvPicPr preferRelativeResize="0"/>
          <p:nvPr/>
        </p:nvPicPr>
        <p:blipFill rotWithShape="1">
          <a:blip r:embed="rId3">
            <a:alphaModFix/>
          </a:blip>
          <a:srcRect b="0" l="0" r="0" t="0"/>
          <a:stretch/>
        </p:blipFill>
        <p:spPr>
          <a:xfrm>
            <a:off x="360900" y="247650"/>
            <a:ext cx="6836225" cy="4711976"/>
          </a:xfrm>
          <a:prstGeom prst="rect">
            <a:avLst/>
          </a:prstGeom>
          <a:noFill/>
          <a:ln>
            <a:noFill/>
          </a:ln>
        </p:spPr>
      </p:pic>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7" name="Shape 557"/>
        <p:cNvGrpSpPr/>
        <p:nvPr/>
      </p:nvGrpSpPr>
      <p:grpSpPr>
        <a:xfrm>
          <a:off x="0" y="0"/>
          <a:ext cx="0" cy="0"/>
          <a:chOff x="0" y="0"/>
          <a:chExt cx="0" cy="0"/>
        </a:xfrm>
      </p:grpSpPr>
      <p:sp>
        <p:nvSpPr>
          <p:cNvPr id="558" name="Google Shape;558;g3076698fdf3_0_0"/>
          <p:cNvSpPr txBox="1"/>
          <p:nvPr/>
        </p:nvSpPr>
        <p:spPr>
          <a:xfrm>
            <a:off x="75" y="0"/>
            <a:ext cx="9144000" cy="461700"/>
          </a:xfrm>
          <a:prstGeom prst="rect">
            <a:avLst/>
          </a:prstGeom>
          <a:solidFill>
            <a:schemeClr val="accent2"/>
          </a:solidFill>
          <a:ln>
            <a:noFill/>
          </a:ln>
        </p:spPr>
        <p:txBody>
          <a:bodyPr anchorCtr="0" anchor="t" bIns="91425" lIns="91425" spcFirstLastPara="1" rIns="91425" wrap="square" tIns="91425">
            <a:spAutoFit/>
          </a:bodyPr>
          <a:lstStyle/>
          <a:p>
            <a:pPr indent="0" lvl="0" marL="0" marR="0" rtl="0" algn="r">
              <a:lnSpc>
                <a:spcPct val="100000"/>
              </a:lnSpc>
              <a:spcBef>
                <a:spcPts val="0"/>
              </a:spcBef>
              <a:spcAft>
                <a:spcPts val="0"/>
              </a:spcAft>
              <a:buClr>
                <a:srgbClr val="000000"/>
              </a:buClr>
              <a:buSzPts val="1800"/>
              <a:buFont typeface="Arial"/>
              <a:buNone/>
            </a:pPr>
            <a:r>
              <a:t/>
            </a:r>
            <a:endParaRPr b="1" i="0" sz="1800" u="none" cap="none" strike="noStrike">
              <a:solidFill>
                <a:schemeClr val="lt1"/>
              </a:solidFill>
              <a:latin typeface="Roboto"/>
              <a:ea typeface="Roboto"/>
              <a:cs typeface="Roboto"/>
              <a:sym typeface="Roboto"/>
            </a:endParaRPr>
          </a:p>
        </p:txBody>
      </p:sp>
      <p:pic>
        <p:nvPicPr>
          <p:cNvPr id="559" name="Google Shape;559;g3076698fdf3_0_0"/>
          <p:cNvPicPr preferRelativeResize="0"/>
          <p:nvPr/>
        </p:nvPicPr>
        <p:blipFill>
          <a:blip r:embed="rId3">
            <a:alphaModFix/>
          </a:blip>
          <a:stretch>
            <a:fillRect/>
          </a:stretch>
        </p:blipFill>
        <p:spPr>
          <a:xfrm>
            <a:off x="1891225" y="601950"/>
            <a:ext cx="5134160" cy="4377001"/>
          </a:xfrm>
          <a:prstGeom prst="rect">
            <a:avLst/>
          </a:prstGeom>
          <a:noFill/>
          <a:ln>
            <a:noFill/>
          </a:ln>
        </p:spPr>
      </p:pic>
    </p:spTree>
  </p:cSld>
  <p:clrMapOvr>
    <a:masterClrMapping/>
  </p:clrMapOvr>
</p:sld>
</file>

<file path=ppt/slides/slide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3" name="Shape 563"/>
        <p:cNvGrpSpPr/>
        <p:nvPr/>
      </p:nvGrpSpPr>
      <p:grpSpPr>
        <a:xfrm>
          <a:off x="0" y="0"/>
          <a:ext cx="0" cy="0"/>
          <a:chOff x="0" y="0"/>
          <a:chExt cx="0" cy="0"/>
        </a:xfrm>
      </p:grpSpPr>
      <p:sp>
        <p:nvSpPr>
          <p:cNvPr id="564" name="Google Shape;564;g30dbfbd8932_0_0"/>
          <p:cNvSpPr txBox="1"/>
          <p:nvPr/>
        </p:nvSpPr>
        <p:spPr>
          <a:xfrm>
            <a:off x="75" y="0"/>
            <a:ext cx="9144000" cy="461700"/>
          </a:xfrm>
          <a:prstGeom prst="rect">
            <a:avLst/>
          </a:prstGeom>
          <a:solidFill>
            <a:schemeClr val="accent2"/>
          </a:solidFill>
          <a:ln>
            <a:noFill/>
          </a:ln>
        </p:spPr>
        <p:txBody>
          <a:bodyPr anchorCtr="0" anchor="t" bIns="91425" lIns="91425" spcFirstLastPara="1" rIns="91425" wrap="square" tIns="91425">
            <a:spAutoFit/>
          </a:bodyPr>
          <a:lstStyle/>
          <a:p>
            <a:pPr indent="0" lvl="0" marL="0" marR="0" rtl="0" algn="r">
              <a:lnSpc>
                <a:spcPct val="100000"/>
              </a:lnSpc>
              <a:spcBef>
                <a:spcPts val="0"/>
              </a:spcBef>
              <a:spcAft>
                <a:spcPts val="0"/>
              </a:spcAft>
              <a:buClr>
                <a:srgbClr val="000000"/>
              </a:buClr>
              <a:buSzPts val="1800"/>
              <a:buFont typeface="Arial"/>
              <a:buNone/>
            </a:pPr>
            <a:r>
              <a:t/>
            </a:r>
            <a:endParaRPr b="1" i="0" sz="1800" u="none" cap="none" strike="noStrike">
              <a:solidFill>
                <a:schemeClr val="lt1"/>
              </a:solidFill>
              <a:latin typeface="Roboto"/>
              <a:ea typeface="Roboto"/>
              <a:cs typeface="Roboto"/>
              <a:sym typeface="Roboto"/>
            </a:endParaRPr>
          </a:p>
        </p:txBody>
      </p:sp>
      <p:graphicFrame>
        <p:nvGraphicFramePr>
          <p:cNvPr id="565" name="Google Shape;565;g30dbfbd8932_0_0"/>
          <p:cNvGraphicFramePr/>
          <p:nvPr/>
        </p:nvGraphicFramePr>
        <p:xfrm>
          <a:off x="1910013" y="1319350"/>
          <a:ext cx="3000000" cy="3000000"/>
        </p:xfrm>
        <a:graphic>
          <a:graphicData uri="http://schemas.openxmlformats.org/drawingml/2006/table">
            <a:tbl>
              <a:tblPr>
                <a:noFill/>
                <a:tableStyleId>{4DF8E71E-F62A-4E45-A5E0-5B944BCE5DC5}</a:tableStyleId>
              </a:tblPr>
              <a:tblGrid>
                <a:gridCol w="673375"/>
                <a:gridCol w="659400"/>
                <a:gridCol w="670525"/>
                <a:gridCol w="676000"/>
                <a:gridCol w="653475"/>
                <a:gridCol w="665450"/>
                <a:gridCol w="672400"/>
                <a:gridCol w="653350"/>
              </a:tblGrid>
              <a:tr h="430750">
                <a:tc>
                  <a:txBody>
                    <a:bodyPr/>
                    <a:lstStyle/>
                    <a:p>
                      <a:pPr indent="0" lvl="0" marL="0" rtl="0" algn="ctr">
                        <a:spcBef>
                          <a:spcPts val="0"/>
                        </a:spcBef>
                        <a:spcAft>
                          <a:spcPts val="0"/>
                        </a:spcAft>
                        <a:buNone/>
                      </a:pPr>
                      <a:r>
                        <a:rPr lang="en" sz="1600"/>
                        <a:t>-128</a:t>
                      </a:r>
                      <a:endParaRPr sz="1600"/>
                    </a:p>
                  </a:txBody>
                  <a:tcPr marT="91425" marB="91425" marR="91425" marL="91425">
                    <a:solidFill>
                      <a:srgbClr val="CFE2F3"/>
                    </a:solidFill>
                  </a:tcPr>
                </a:tc>
                <a:tc>
                  <a:txBody>
                    <a:bodyPr/>
                    <a:lstStyle/>
                    <a:p>
                      <a:pPr indent="0" lvl="0" marL="0" rtl="0" algn="ctr">
                        <a:spcBef>
                          <a:spcPts val="0"/>
                        </a:spcBef>
                        <a:spcAft>
                          <a:spcPts val="0"/>
                        </a:spcAft>
                        <a:buNone/>
                      </a:pPr>
                      <a:r>
                        <a:rPr lang="en" sz="1600"/>
                        <a:t>64</a:t>
                      </a:r>
                      <a:endParaRPr sz="1600"/>
                    </a:p>
                  </a:txBody>
                  <a:tcPr marT="91425" marB="91425" marR="91425" marL="91425">
                    <a:solidFill>
                      <a:srgbClr val="CFE2F3"/>
                    </a:solidFill>
                  </a:tcPr>
                </a:tc>
                <a:tc>
                  <a:txBody>
                    <a:bodyPr/>
                    <a:lstStyle/>
                    <a:p>
                      <a:pPr indent="0" lvl="0" marL="0" rtl="0" algn="ctr">
                        <a:spcBef>
                          <a:spcPts val="0"/>
                        </a:spcBef>
                        <a:spcAft>
                          <a:spcPts val="0"/>
                        </a:spcAft>
                        <a:buNone/>
                      </a:pPr>
                      <a:r>
                        <a:rPr lang="en" sz="1600"/>
                        <a:t>32</a:t>
                      </a:r>
                      <a:endParaRPr sz="1600"/>
                    </a:p>
                  </a:txBody>
                  <a:tcPr marT="91425" marB="91425" marR="91425" marL="91425">
                    <a:solidFill>
                      <a:srgbClr val="CFE2F3"/>
                    </a:solidFill>
                  </a:tcPr>
                </a:tc>
                <a:tc>
                  <a:txBody>
                    <a:bodyPr/>
                    <a:lstStyle/>
                    <a:p>
                      <a:pPr indent="0" lvl="0" marL="0" rtl="0" algn="ctr">
                        <a:spcBef>
                          <a:spcPts val="0"/>
                        </a:spcBef>
                        <a:spcAft>
                          <a:spcPts val="0"/>
                        </a:spcAft>
                        <a:buNone/>
                      </a:pPr>
                      <a:r>
                        <a:rPr lang="en" sz="1600"/>
                        <a:t>16</a:t>
                      </a:r>
                      <a:endParaRPr sz="1600"/>
                    </a:p>
                  </a:txBody>
                  <a:tcPr marT="91425" marB="91425" marR="91425" marL="91425">
                    <a:solidFill>
                      <a:srgbClr val="CFE2F3"/>
                    </a:solidFill>
                  </a:tcPr>
                </a:tc>
                <a:tc>
                  <a:txBody>
                    <a:bodyPr/>
                    <a:lstStyle/>
                    <a:p>
                      <a:pPr indent="0" lvl="0" marL="0" rtl="0" algn="ctr">
                        <a:spcBef>
                          <a:spcPts val="0"/>
                        </a:spcBef>
                        <a:spcAft>
                          <a:spcPts val="0"/>
                        </a:spcAft>
                        <a:buNone/>
                      </a:pPr>
                      <a:r>
                        <a:rPr lang="en" sz="1600"/>
                        <a:t>8</a:t>
                      </a:r>
                      <a:endParaRPr sz="1600"/>
                    </a:p>
                  </a:txBody>
                  <a:tcPr marT="91425" marB="91425" marR="91425" marL="91425">
                    <a:solidFill>
                      <a:srgbClr val="CFE2F3"/>
                    </a:solidFill>
                  </a:tcPr>
                </a:tc>
                <a:tc>
                  <a:txBody>
                    <a:bodyPr/>
                    <a:lstStyle/>
                    <a:p>
                      <a:pPr indent="0" lvl="0" marL="0" rtl="0" algn="ctr">
                        <a:spcBef>
                          <a:spcPts val="0"/>
                        </a:spcBef>
                        <a:spcAft>
                          <a:spcPts val="0"/>
                        </a:spcAft>
                        <a:buNone/>
                      </a:pPr>
                      <a:r>
                        <a:rPr lang="en" sz="1600"/>
                        <a:t>4</a:t>
                      </a:r>
                      <a:endParaRPr sz="1600"/>
                    </a:p>
                  </a:txBody>
                  <a:tcPr marT="91425" marB="91425" marR="91425" marL="91425">
                    <a:solidFill>
                      <a:srgbClr val="CFE2F3"/>
                    </a:solidFill>
                  </a:tcPr>
                </a:tc>
                <a:tc>
                  <a:txBody>
                    <a:bodyPr/>
                    <a:lstStyle/>
                    <a:p>
                      <a:pPr indent="0" lvl="0" marL="0" rtl="0" algn="ctr">
                        <a:spcBef>
                          <a:spcPts val="0"/>
                        </a:spcBef>
                        <a:spcAft>
                          <a:spcPts val="0"/>
                        </a:spcAft>
                        <a:buNone/>
                      </a:pPr>
                      <a:r>
                        <a:rPr lang="en" sz="1600"/>
                        <a:t>2</a:t>
                      </a:r>
                      <a:endParaRPr sz="1600"/>
                    </a:p>
                  </a:txBody>
                  <a:tcPr marT="91425" marB="91425" marR="91425" marL="91425">
                    <a:solidFill>
                      <a:srgbClr val="CFE2F3"/>
                    </a:solidFill>
                  </a:tcPr>
                </a:tc>
                <a:tc>
                  <a:txBody>
                    <a:bodyPr/>
                    <a:lstStyle/>
                    <a:p>
                      <a:pPr indent="0" lvl="0" marL="0" rtl="0" algn="ctr">
                        <a:spcBef>
                          <a:spcPts val="0"/>
                        </a:spcBef>
                        <a:spcAft>
                          <a:spcPts val="0"/>
                        </a:spcAft>
                        <a:buNone/>
                      </a:pPr>
                      <a:r>
                        <a:rPr lang="en" sz="1600"/>
                        <a:t>1</a:t>
                      </a:r>
                      <a:endParaRPr sz="1600"/>
                    </a:p>
                  </a:txBody>
                  <a:tcPr marT="91425" marB="91425" marR="91425" marL="91425">
                    <a:solidFill>
                      <a:srgbClr val="CFE2F3"/>
                    </a:solidFill>
                  </a:tcPr>
                </a:tc>
              </a:tr>
              <a:tr h="430750">
                <a:tc>
                  <a:txBody>
                    <a:bodyPr/>
                    <a:lstStyle/>
                    <a:p>
                      <a:pPr indent="0" lvl="0" marL="0" rtl="0" algn="ctr">
                        <a:spcBef>
                          <a:spcPts val="0"/>
                        </a:spcBef>
                        <a:spcAft>
                          <a:spcPts val="0"/>
                        </a:spcAft>
                        <a:buNone/>
                      </a:pPr>
                      <a:r>
                        <a:rPr lang="en" sz="1600"/>
                        <a:t>0</a:t>
                      </a:r>
                      <a:endParaRPr sz="1600"/>
                    </a:p>
                  </a:txBody>
                  <a:tcPr marT="91425" marB="91425" marR="91425" marL="91425"/>
                </a:tc>
                <a:tc>
                  <a:txBody>
                    <a:bodyPr/>
                    <a:lstStyle/>
                    <a:p>
                      <a:pPr indent="0" lvl="0" marL="0" rtl="0" algn="ctr">
                        <a:spcBef>
                          <a:spcPts val="0"/>
                        </a:spcBef>
                        <a:spcAft>
                          <a:spcPts val="0"/>
                        </a:spcAft>
                        <a:buNone/>
                      </a:pPr>
                      <a:r>
                        <a:rPr lang="en" sz="1600"/>
                        <a:t>0</a:t>
                      </a:r>
                      <a:endParaRPr sz="1600"/>
                    </a:p>
                  </a:txBody>
                  <a:tcPr marT="91425" marB="91425" marR="91425" marL="91425"/>
                </a:tc>
                <a:tc>
                  <a:txBody>
                    <a:bodyPr/>
                    <a:lstStyle/>
                    <a:p>
                      <a:pPr indent="0" lvl="0" marL="0" rtl="0" algn="ctr">
                        <a:spcBef>
                          <a:spcPts val="0"/>
                        </a:spcBef>
                        <a:spcAft>
                          <a:spcPts val="0"/>
                        </a:spcAft>
                        <a:buNone/>
                      </a:pPr>
                      <a:r>
                        <a:rPr lang="en" sz="1600"/>
                        <a:t>0</a:t>
                      </a:r>
                      <a:endParaRPr sz="1600"/>
                    </a:p>
                  </a:txBody>
                  <a:tcPr marT="91425" marB="91425" marR="91425" marL="91425"/>
                </a:tc>
                <a:tc>
                  <a:txBody>
                    <a:bodyPr/>
                    <a:lstStyle/>
                    <a:p>
                      <a:pPr indent="0" lvl="0" marL="0" rtl="0" algn="ctr">
                        <a:spcBef>
                          <a:spcPts val="0"/>
                        </a:spcBef>
                        <a:spcAft>
                          <a:spcPts val="0"/>
                        </a:spcAft>
                        <a:buNone/>
                      </a:pPr>
                      <a:r>
                        <a:rPr lang="en" sz="1600"/>
                        <a:t>0</a:t>
                      </a:r>
                      <a:endParaRPr sz="1600"/>
                    </a:p>
                  </a:txBody>
                  <a:tcPr marT="91425" marB="91425" marR="91425" marL="91425"/>
                </a:tc>
                <a:tc>
                  <a:txBody>
                    <a:bodyPr/>
                    <a:lstStyle/>
                    <a:p>
                      <a:pPr indent="0" lvl="0" marL="0" rtl="0" algn="ctr">
                        <a:spcBef>
                          <a:spcPts val="0"/>
                        </a:spcBef>
                        <a:spcAft>
                          <a:spcPts val="0"/>
                        </a:spcAft>
                        <a:buNone/>
                      </a:pPr>
                      <a:r>
                        <a:rPr lang="en" sz="1600"/>
                        <a:t>1</a:t>
                      </a:r>
                      <a:endParaRPr sz="1600"/>
                    </a:p>
                  </a:txBody>
                  <a:tcPr marT="91425" marB="91425" marR="91425" marL="91425"/>
                </a:tc>
                <a:tc>
                  <a:txBody>
                    <a:bodyPr/>
                    <a:lstStyle/>
                    <a:p>
                      <a:pPr indent="0" lvl="0" marL="0" rtl="0" algn="ctr">
                        <a:spcBef>
                          <a:spcPts val="0"/>
                        </a:spcBef>
                        <a:spcAft>
                          <a:spcPts val="0"/>
                        </a:spcAft>
                        <a:buNone/>
                      </a:pPr>
                      <a:r>
                        <a:rPr lang="en" sz="1600"/>
                        <a:t>0</a:t>
                      </a:r>
                      <a:endParaRPr sz="1600"/>
                    </a:p>
                  </a:txBody>
                  <a:tcPr marT="91425" marB="91425" marR="91425" marL="91425"/>
                </a:tc>
                <a:tc>
                  <a:txBody>
                    <a:bodyPr/>
                    <a:lstStyle/>
                    <a:p>
                      <a:pPr indent="0" lvl="0" marL="0" rtl="0" algn="ctr">
                        <a:spcBef>
                          <a:spcPts val="0"/>
                        </a:spcBef>
                        <a:spcAft>
                          <a:spcPts val="0"/>
                        </a:spcAft>
                        <a:buNone/>
                      </a:pPr>
                      <a:r>
                        <a:rPr lang="en" sz="1600"/>
                        <a:t>0</a:t>
                      </a:r>
                      <a:endParaRPr sz="1600"/>
                    </a:p>
                  </a:txBody>
                  <a:tcPr marT="91425" marB="91425" marR="91425" marL="91425"/>
                </a:tc>
                <a:tc>
                  <a:txBody>
                    <a:bodyPr/>
                    <a:lstStyle/>
                    <a:p>
                      <a:pPr indent="0" lvl="0" marL="0" rtl="0" algn="ctr">
                        <a:spcBef>
                          <a:spcPts val="0"/>
                        </a:spcBef>
                        <a:spcAft>
                          <a:spcPts val="0"/>
                        </a:spcAft>
                        <a:buNone/>
                      </a:pPr>
                      <a:r>
                        <a:rPr lang="en" sz="1600"/>
                        <a:t>1</a:t>
                      </a:r>
                      <a:endParaRPr sz="1600"/>
                    </a:p>
                  </a:txBody>
                  <a:tcPr marT="91425" marB="91425" marR="91425" marL="91425"/>
                </a:tc>
              </a:tr>
              <a:tr h="430750">
                <a:tc>
                  <a:txBody>
                    <a:bodyPr/>
                    <a:lstStyle/>
                    <a:p>
                      <a:pPr indent="0" lvl="0" marL="0" rtl="0" algn="ctr">
                        <a:spcBef>
                          <a:spcPts val="0"/>
                        </a:spcBef>
                        <a:spcAft>
                          <a:spcPts val="0"/>
                        </a:spcAft>
                        <a:buNone/>
                      </a:pPr>
                      <a:r>
                        <a:rPr lang="en" sz="1600"/>
                        <a:t>0</a:t>
                      </a:r>
                      <a:endParaRPr sz="1600"/>
                    </a:p>
                  </a:txBody>
                  <a:tcPr marT="91425" marB="91425" marR="91425" marL="91425"/>
                </a:tc>
                <a:tc>
                  <a:txBody>
                    <a:bodyPr/>
                    <a:lstStyle/>
                    <a:p>
                      <a:pPr indent="0" lvl="0" marL="0" rtl="0" algn="ctr">
                        <a:spcBef>
                          <a:spcPts val="0"/>
                        </a:spcBef>
                        <a:spcAft>
                          <a:spcPts val="0"/>
                        </a:spcAft>
                        <a:buNone/>
                      </a:pPr>
                      <a:r>
                        <a:rPr lang="en" sz="1600"/>
                        <a:t>1</a:t>
                      </a:r>
                      <a:endParaRPr sz="1600"/>
                    </a:p>
                  </a:txBody>
                  <a:tcPr marT="91425" marB="91425" marR="91425" marL="91425"/>
                </a:tc>
                <a:tc>
                  <a:txBody>
                    <a:bodyPr/>
                    <a:lstStyle/>
                    <a:p>
                      <a:pPr indent="0" lvl="0" marL="0" rtl="0" algn="ctr">
                        <a:spcBef>
                          <a:spcPts val="0"/>
                        </a:spcBef>
                        <a:spcAft>
                          <a:spcPts val="0"/>
                        </a:spcAft>
                        <a:buNone/>
                      </a:pPr>
                      <a:r>
                        <a:rPr lang="en" sz="1600"/>
                        <a:t>1</a:t>
                      </a:r>
                      <a:endParaRPr sz="1600"/>
                    </a:p>
                  </a:txBody>
                  <a:tcPr marT="91425" marB="91425" marR="91425" marL="91425"/>
                </a:tc>
                <a:tc>
                  <a:txBody>
                    <a:bodyPr/>
                    <a:lstStyle/>
                    <a:p>
                      <a:pPr indent="0" lvl="0" marL="0" rtl="0" algn="ctr">
                        <a:spcBef>
                          <a:spcPts val="0"/>
                        </a:spcBef>
                        <a:spcAft>
                          <a:spcPts val="0"/>
                        </a:spcAft>
                        <a:buNone/>
                      </a:pPr>
                      <a:r>
                        <a:rPr lang="en" sz="1600"/>
                        <a:t>1</a:t>
                      </a:r>
                      <a:endParaRPr sz="1600"/>
                    </a:p>
                  </a:txBody>
                  <a:tcPr marT="91425" marB="91425" marR="91425" marL="91425"/>
                </a:tc>
                <a:tc>
                  <a:txBody>
                    <a:bodyPr/>
                    <a:lstStyle/>
                    <a:p>
                      <a:pPr indent="0" lvl="0" marL="0" rtl="0" algn="ctr">
                        <a:spcBef>
                          <a:spcPts val="0"/>
                        </a:spcBef>
                        <a:spcAft>
                          <a:spcPts val="0"/>
                        </a:spcAft>
                        <a:buNone/>
                      </a:pPr>
                      <a:r>
                        <a:rPr lang="en" sz="1600"/>
                        <a:t>1</a:t>
                      </a:r>
                      <a:endParaRPr sz="1600"/>
                    </a:p>
                  </a:txBody>
                  <a:tcPr marT="91425" marB="91425" marR="91425" marL="91425"/>
                </a:tc>
                <a:tc>
                  <a:txBody>
                    <a:bodyPr/>
                    <a:lstStyle/>
                    <a:p>
                      <a:pPr indent="0" lvl="0" marL="0" rtl="0" algn="ctr">
                        <a:spcBef>
                          <a:spcPts val="0"/>
                        </a:spcBef>
                        <a:spcAft>
                          <a:spcPts val="0"/>
                        </a:spcAft>
                        <a:buNone/>
                      </a:pPr>
                      <a:r>
                        <a:rPr lang="en" sz="1600"/>
                        <a:t>1</a:t>
                      </a:r>
                      <a:endParaRPr sz="1600"/>
                    </a:p>
                  </a:txBody>
                  <a:tcPr marT="91425" marB="91425" marR="91425" marL="91425"/>
                </a:tc>
                <a:tc>
                  <a:txBody>
                    <a:bodyPr/>
                    <a:lstStyle/>
                    <a:p>
                      <a:pPr indent="0" lvl="0" marL="0" rtl="0" algn="ctr">
                        <a:spcBef>
                          <a:spcPts val="0"/>
                        </a:spcBef>
                        <a:spcAft>
                          <a:spcPts val="0"/>
                        </a:spcAft>
                        <a:buNone/>
                      </a:pPr>
                      <a:r>
                        <a:rPr lang="en" sz="1600"/>
                        <a:t>1</a:t>
                      </a:r>
                      <a:endParaRPr sz="1600"/>
                    </a:p>
                  </a:txBody>
                  <a:tcPr marT="91425" marB="91425" marR="91425" marL="91425"/>
                </a:tc>
                <a:tc>
                  <a:txBody>
                    <a:bodyPr/>
                    <a:lstStyle/>
                    <a:p>
                      <a:pPr indent="0" lvl="0" marL="0" rtl="0" algn="ctr">
                        <a:spcBef>
                          <a:spcPts val="0"/>
                        </a:spcBef>
                        <a:spcAft>
                          <a:spcPts val="0"/>
                        </a:spcAft>
                        <a:buNone/>
                      </a:pPr>
                      <a:r>
                        <a:rPr lang="en" sz="1600"/>
                        <a:t>0</a:t>
                      </a:r>
                      <a:endParaRPr sz="1600"/>
                    </a:p>
                  </a:txBody>
                  <a:tcPr marT="91425" marB="91425" marR="91425" marL="91425"/>
                </a:tc>
              </a:tr>
              <a:tr h="430750">
                <a:tc>
                  <a:txBody>
                    <a:bodyPr/>
                    <a:lstStyle/>
                    <a:p>
                      <a:pPr indent="0" lvl="0" marL="0" rtl="0" algn="ctr">
                        <a:spcBef>
                          <a:spcPts val="0"/>
                        </a:spcBef>
                        <a:spcAft>
                          <a:spcPts val="0"/>
                        </a:spcAft>
                        <a:buNone/>
                      </a:pPr>
                      <a:r>
                        <a:rPr lang="en" sz="1600"/>
                        <a:t>1</a:t>
                      </a:r>
                      <a:endParaRPr sz="1600"/>
                    </a:p>
                  </a:txBody>
                  <a:tcPr marT="91425" marB="91425" marR="91425" marL="91425"/>
                </a:tc>
                <a:tc>
                  <a:txBody>
                    <a:bodyPr/>
                    <a:lstStyle/>
                    <a:p>
                      <a:pPr indent="0" lvl="0" marL="0" rtl="0" algn="ctr">
                        <a:spcBef>
                          <a:spcPts val="0"/>
                        </a:spcBef>
                        <a:spcAft>
                          <a:spcPts val="0"/>
                        </a:spcAft>
                        <a:buNone/>
                      </a:pPr>
                      <a:r>
                        <a:rPr lang="en" sz="1600"/>
                        <a:t>0</a:t>
                      </a:r>
                      <a:endParaRPr sz="1600"/>
                    </a:p>
                  </a:txBody>
                  <a:tcPr marT="91425" marB="91425" marR="91425" marL="91425"/>
                </a:tc>
                <a:tc>
                  <a:txBody>
                    <a:bodyPr/>
                    <a:lstStyle/>
                    <a:p>
                      <a:pPr indent="0" lvl="0" marL="0" rtl="0" algn="ctr">
                        <a:spcBef>
                          <a:spcPts val="0"/>
                        </a:spcBef>
                        <a:spcAft>
                          <a:spcPts val="0"/>
                        </a:spcAft>
                        <a:buNone/>
                      </a:pPr>
                      <a:r>
                        <a:rPr lang="en" sz="1600"/>
                        <a:t>1</a:t>
                      </a:r>
                      <a:endParaRPr sz="1600"/>
                    </a:p>
                  </a:txBody>
                  <a:tcPr marT="91425" marB="91425" marR="91425" marL="91425"/>
                </a:tc>
                <a:tc>
                  <a:txBody>
                    <a:bodyPr/>
                    <a:lstStyle/>
                    <a:p>
                      <a:pPr indent="0" lvl="0" marL="0" rtl="0" algn="ctr">
                        <a:spcBef>
                          <a:spcPts val="0"/>
                        </a:spcBef>
                        <a:spcAft>
                          <a:spcPts val="0"/>
                        </a:spcAft>
                        <a:buNone/>
                      </a:pPr>
                      <a:r>
                        <a:rPr lang="en" sz="1600"/>
                        <a:t>1</a:t>
                      </a:r>
                      <a:endParaRPr sz="1600"/>
                    </a:p>
                  </a:txBody>
                  <a:tcPr marT="91425" marB="91425" marR="91425" marL="91425"/>
                </a:tc>
                <a:tc>
                  <a:txBody>
                    <a:bodyPr/>
                    <a:lstStyle/>
                    <a:p>
                      <a:pPr indent="0" lvl="0" marL="0" rtl="0" algn="ctr">
                        <a:spcBef>
                          <a:spcPts val="0"/>
                        </a:spcBef>
                        <a:spcAft>
                          <a:spcPts val="0"/>
                        </a:spcAft>
                        <a:buNone/>
                      </a:pPr>
                      <a:r>
                        <a:rPr lang="en" sz="1600"/>
                        <a:t>0</a:t>
                      </a:r>
                      <a:endParaRPr sz="1600"/>
                    </a:p>
                  </a:txBody>
                  <a:tcPr marT="91425" marB="91425" marR="91425" marL="91425"/>
                </a:tc>
                <a:tc>
                  <a:txBody>
                    <a:bodyPr/>
                    <a:lstStyle/>
                    <a:p>
                      <a:pPr indent="0" lvl="0" marL="0" rtl="0" algn="ctr">
                        <a:spcBef>
                          <a:spcPts val="0"/>
                        </a:spcBef>
                        <a:spcAft>
                          <a:spcPts val="0"/>
                        </a:spcAft>
                        <a:buNone/>
                      </a:pPr>
                      <a:r>
                        <a:rPr lang="en" sz="1600"/>
                        <a:t>0</a:t>
                      </a:r>
                      <a:endParaRPr sz="1600"/>
                    </a:p>
                  </a:txBody>
                  <a:tcPr marT="91425" marB="91425" marR="91425" marL="91425"/>
                </a:tc>
                <a:tc>
                  <a:txBody>
                    <a:bodyPr/>
                    <a:lstStyle/>
                    <a:p>
                      <a:pPr indent="0" lvl="0" marL="0" rtl="0" algn="ctr">
                        <a:spcBef>
                          <a:spcPts val="0"/>
                        </a:spcBef>
                        <a:spcAft>
                          <a:spcPts val="0"/>
                        </a:spcAft>
                        <a:buNone/>
                      </a:pPr>
                      <a:r>
                        <a:rPr lang="en" sz="1600"/>
                        <a:t>0</a:t>
                      </a:r>
                      <a:endParaRPr sz="1600"/>
                    </a:p>
                  </a:txBody>
                  <a:tcPr marT="91425" marB="91425" marR="91425" marL="91425"/>
                </a:tc>
                <a:tc>
                  <a:txBody>
                    <a:bodyPr/>
                    <a:lstStyle/>
                    <a:p>
                      <a:pPr indent="0" lvl="0" marL="0" rtl="0" algn="ctr">
                        <a:spcBef>
                          <a:spcPts val="0"/>
                        </a:spcBef>
                        <a:spcAft>
                          <a:spcPts val="0"/>
                        </a:spcAft>
                        <a:buNone/>
                      </a:pPr>
                      <a:r>
                        <a:rPr lang="en" sz="1600"/>
                        <a:t>1</a:t>
                      </a:r>
                      <a:endParaRPr sz="1600"/>
                    </a:p>
                  </a:txBody>
                  <a:tcPr marT="91425" marB="91425" marR="91425" marL="91425"/>
                </a:tc>
              </a:tr>
              <a:tr h="430750">
                <a:tc>
                  <a:txBody>
                    <a:bodyPr/>
                    <a:lstStyle/>
                    <a:p>
                      <a:pPr indent="0" lvl="0" marL="0" rtl="0" algn="ctr">
                        <a:spcBef>
                          <a:spcPts val="0"/>
                        </a:spcBef>
                        <a:spcAft>
                          <a:spcPts val="0"/>
                        </a:spcAft>
                        <a:buNone/>
                      </a:pPr>
                      <a:r>
                        <a:rPr lang="en" sz="1600"/>
                        <a:t>1</a:t>
                      </a:r>
                      <a:endParaRPr sz="1600"/>
                    </a:p>
                  </a:txBody>
                  <a:tcPr marT="91425" marB="91425" marR="91425" marL="91425"/>
                </a:tc>
                <a:tc>
                  <a:txBody>
                    <a:bodyPr/>
                    <a:lstStyle/>
                    <a:p>
                      <a:pPr indent="0" lvl="0" marL="0" rtl="0" algn="ctr">
                        <a:spcBef>
                          <a:spcPts val="0"/>
                        </a:spcBef>
                        <a:spcAft>
                          <a:spcPts val="0"/>
                        </a:spcAft>
                        <a:buNone/>
                      </a:pPr>
                      <a:r>
                        <a:rPr lang="en" sz="1600"/>
                        <a:t>1</a:t>
                      </a:r>
                      <a:endParaRPr sz="1600"/>
                    </a:p>
                  </a:txBody>
                  <a:tcPr marT="91425" marB="91425" marR="91425" marL="91425"/>
                </a:tc>
                <a:tc>
                  <a:txBody>
                    <a:bodyPr/>
                    <a:lstStyle/>
                    <a:p>
                      <a:pPr indent="0" lvl="0" marL="0" rtl="0" algn="ctr">
                        <a:spcBef>
                          <a:spcPts val="0"/>
                        </a:spcBef>
                        <a:spcAft>
                          <a:spcPts val="0"/>
                        </a:spcAft>
                        <a:buNone/>
                      </a:pPr>
                      <a:r>
                        <a:rPr lang="en" sz="1600"/>
                        <a:t>1</a:t>
                      </a:r>
                      <a:endParaRPr sz="1600"/>
                    </a:p>
                  </a:txBody>
                  <a:tcPr marT="91425" marB="91425" marR="91425" marL="91425"/>
                </a:tc>
                <a:tc>
                  <a:txBody>
                    <a:bodyPr/>
                    <a:lstStyle/>
                    <a:p>
                      <a:pPr indent="0" lvl="0" marL="0" rtl="0" algn="ctr">
                        <a:spcBef>
                          <a:spcPts val="0"/>
                        </a:spcBef>
                        <a:spcAft>
                          <a:spcPts val="0"/>
                        </a:spcAft>
                        <a:buNone/>
                      </a:pPr>
                      <a:r>
                        <a:rPr lang="en" sz="1600"/>
                        <a:t>0</a:t>
                      </a:r>
                      <a:endParaRPr sz="1600"/>
                    </a:p>
                  </a:txBody>
                  <a:tcPr marT="91425" marB="91425" marR="91425" marL="91425"/>
                </a:tc>
                <a:tc>
                  <a:txBody>
                    <a:bodyPr/>
                    <a:lstStyle/>
                    <a:p>
                      <a:pPr indent="0" lvl="0" marL="0" rtl="0" algn="ctr">
                        <a:spcBef>
                          <a:spcPts val="0"/>
                        </a:spcBef>
                        <a:spcAft>
                          <a:spcPts val="0"/>
                        </a:spcAft>
                        <a:buNone/>
                      </a:pPr>
                      <a:r>
                        <a:rPr lang="en" sz="1600"/>
                        <a:t>0</a:t>
                      </a:r>
                      <a:endParaRPr sz="1600"/>
                    </a:p>
                  </a:txBody>
                  <a:tcPr marT="91425" marB="91425" marR="91425" marL="91425"/>
                </a:tc>
                <a:tc>
                  <a:txBody>
                    <a:bodyPr/>
                    <a:lstStyle/>
                    <a:p>
                      <a:pPr indent="0" lvl="0" marL="0" rtl="0" algn="ctr">
                        <a:spcBef>
                          <a:spcPts val="0"/>
                        </a:spcBef>
                        <a:spcAft>
                          <a:spcPts val="0"/>
                        </a:spcAft>
                        <a:buNone/>
                      </a:pPr>
                      <a:r>
                        <a:rPr lang="en" sz="1600"/>
                        <a:t>1</a:t>
                      </a:r>
                      <a:endParaRPr sz="1600"/>
                    </a:p>
                  </a:txBody>
                  <a:tcPr marT="91425" marB="91425" marR="91425" marL="91425"/>
                </a:tc>
                <a:tc>
                  <a:txBody>
                    <a:bodyPr/>
                    <a:lstStyle/>
                    <a:p>
                      <a:pPr indent="0" lvl="0" marL="0" rtl="0" algn="ctr">
                        <a:spcBef>
                          <a:spcPts val="0"/>
                        </a:spcBef>
                        <a:spcAft>
                          <a:spcPts val="0"/>
                        </a:spcAft>
                        <a:buNone/>
                      </a:pPr>
                      <a:r>
                        <a:rPr lang="en" sz="1600"/>
                        <a:t>0</a:t>
                      </a:r>
                      <a:endParaRPr sz="1600"/>
                    </a:p>
                  </a:txBody>
                  <a:tcPr marT="91425" marB="91425" marR="91425" marL="91425"/>
                </a:tc>
                <a:tc>
                  <a:txBody>
                    <a:bodyPr/>
                    <a:lstStyle/>
                    <a:p>
                      <a:pPr indent="0" lvl="0" marL="0" rtl="0" algn="ctr">
                        <a:spcBef>
                          <a:spcPts val="0"/>
                        </a:spcBef>
                        <a:spcAft>
                          <a:spcPts val="0"/>
                        </a:spcAft>
                        <a:buNone/>
                      </a:pPr>
                      <a:r>
                        <a:rPr lang="en" sz="1600"/>
                        <a:t>1</a:t>
                      </a:r>
                      <a:endParaRPr sz="1600"/>
                    </a:p>
                  </a:txBody>
                  <a:tcPr marT="91425" marB="91425" marR="91425" marL="91425"/>
                </a:tc>
              </a:tr>
              <a:tr h="430750">
                <a:tc>
                  <a:txBody>
                    <a:bodyPr/>
                    <a:lstStyle/>
                    <a:p>
                      <a:pPr indent="0" lvl="0" marL="0" rtl="0" algn="ctr">
                        <a:spcBef>
                          <a:spcPts val="0"/>
                        </a:spcBef>
                        <a:spcAft>
                          <a:spcPts val="0"/>
                        </a:spcAft>
                        <a:buNone/>
                      </a:pPr>
                      <a:r>
                        <a:rPr lang="en" sz="1600"/>
                        <a:t>1</a:t>
                      </a:r>
                      <a:endParaRPr sz="1600"/>
                    </a:p>
                  </a:txBody>
                  <a:tcPr marT="91425" marB="91425" marR="91425" marL="91425"/>
                </a:tc>
                <a:tc>
                  <a:txBody>
                    <a:bodyPr/>
                    <a:lstStyle/>
                    <a:p>
                      <a:pPr indent="0" lvl="0" marL="0" rtl="0" algn="ctr">
                        <a:spcBef>
                          <a:spcPts val="0"/>
                        </a:spcBef>
                        <a:spcAft>
                          <a:spcPts val="0"/>
                        </a:spcAft>
                        <a:buNone/>
                      </a:pPr>
                      <a:r>
                        <a:rPr lang="en" sz="1600"/>
                        <a:t>1</a:t>
                      </a:r>
                      <a:endParaRPr sz="1600"/>
                    </a:p>
                  </a:txBody>
                  <a:tcPr marT="91425" marB="91425" marR="91425" marL="91425"/>
                </a:tc>
                <a:tc>
                  <a:txBody>
                    <a:bodyPr/>
                    <a:lstStyle/>
                    <a:p>
                      <a:pPr indent="0" lvl="0" marL="0" rtl="0" algn="ctr">
                        <a:spcBef>
                          <a:spcPts val="0"/>
                        </a:spcBef>
                        <a:spcAft>
                          <a:spcPts val="0"/>
                        </a:spcAft>
                        <a:buNone/>
                      </a:pPr>
                      <a:r>
                        <a:rPr lang="en" sz="1600"/>
                        <a:t>0</a:t>
                      </a:r>
                      <a:endParaRPr sz="1600"/>
                    </a:p>
                  </a:txBody>
                  <a:tcPr marT="91425" marB="91425" marR="91425" marL="91425"/>
                </a:tc>
                <a:tc>
                  <a:txBody>
                    <a:bodyPr/>
                    <a:lstStyle/>
                    <a:p>
                      <a:pPr indent="0" lvl="0" marL="0" rtl="0" algn="ctr">
                        <a:spcBef>
                          <a:spcPts val="0"/>
                        </a:spcBef>
                        <a:spcAft>
                          <a:spcPts val="0"/>
                        </a:spcAft>
                        <a:buNone/>
                      </a:pPr>
                      <a:r>
                        <a:rPr lang="en" sz="1600"/>
                        <a:t>0</a:t>
                      </a:r>
                      <a:endParaRPr sz="1600"/>
                    </a:p>
                  </a:txBody>
                  <a:tcPr marT="91425" marB="91425" marR="91425" marL="91425"/>
                </a:tc>
                <a:tc>
                  <a:txBody>
                    <a:bodyPr/>
                    <a:lstStyle/>
                    <a:p>
                      <a:pPr indent="0" lvl="0" marL="0" rtl="0" algn="ctr">
                        <a:spcBef>
                          <a:spcPts val="0"/>
                        </a:spcBef>
                        <a:spcAft>
                          <a:spcPts val="0"/>
                        </a:spcAft>
                        <a:buNone/>
                      </a:pPr>
                      <a:r>
                        <a:rPr lang="en" sz="1600"/>
                        <a:t>1</a:t>
                      </a:r>
                      <a:endParaRPr sz="1600"/>
                    </a:p>
                  </a:txBody>
                  <a:tcPr marT="91425" marB="91425" marR="91425" marL="91425"/>
                </a:tc>
                <a:tc>
                  <a:txBody>
                    <a:bodyPr/>
                    <a:lstStyle/>
                    <a:p>
                      <a:pPr indent="0" lvl="0" marL="0" rtl="0" algn="ctr">
                        <a:spcBef>
                          <a:spcPts val="0"/>
                        </a:spcBef>
                        <a:spcAft>
                          <a:spcPts val="0"/>
                        </a:spcAft>
                        <a:buNone/>
                      </a:pPr>
                      <a:r>
                        <a:rPr lang="en" sz="1600"/>
                        <a:t>0</a:t>
                      </a:r>
                      <a:endParaRPr sz="1600"/>
                    </a:p>
                  </a:txBody>
                  <a:tcPr marT="91425" marB="91425" marR="91425" marL="91425"/>
                </a:tc>
                <a:tc>
                  <a:txBody>
                    <a:bodyPr/>
                    <a:lstStyle/>
                    <a:p>
                      <a:pPr indent="0" lvl="0" marL="0" rtl="0" algn="ctr">
                        <a:spcBef>
                          <a:spcPts val="0"/>
                        </a:spcBef>
                        <a:spcAft>
                          <a:spcPts val="0"/>
                        </a:spcAft>
                        <a:buNone/>
                      </a:pPr>
                      <a:r>
                        <a:rPr lang="en" sz="1600"/>
                        <a:t>0</a:t>
                      </a:r>
                      <a:endParaRPr sz="1600"/>
                    </a:p>
                  </a:txBody>
                  <a:tcPr marT="91425" marB="91425" marR="91425" marL="91425"/>
                </a:tc>
                <a:tc>
                  <a:txBody>
                    <a:bodyPr/>
                    <a:lstStyle/>
                    <a:p>
                      <a:pPr indent="0" lvl="0" marL="0" rtl="0" algn="ctr">
                        <a:spcBef>
                          <a:spcPts val="0"/>
                        </a:spcBef>
                        <a:spcAft>
                          <a:spcPts val="0"/>
                        </a:spcAft>
                        <a:buNone/>
                      </a:pPr>
                      <a:r>
                        <a:rPr lang="en" sz="1600"/>
                        <a:t>0</a:t>
                      </a:r>
                      <a:endParaRPr sz="1600"/>
                    </a:p>
                  </a:txBody>
                  <a:tcPr marT="91425" marB="91425" marR="91425" marL="91425"/>
                </a:tc>
              </a:tr>
              <a:tr h="430750">
                <a:tc>
                  <a:txBody>
                    <a:bodyPr/>
                    <a:lstStyle/>
                    <a:p>
                      <a:pPr indent="0" lvl="0" marL="0" rtl="0" algn="ctr">
                        <a:spcBef>
                          <a:spcPts val="0"/>
                        </a:spcBef>
                        <a:spcAft>
                          <a:spcPts val="0"/>
                        </a:spcAft>
                        <a:buNone/>
                      </a:pPr>
                      <a:r>
                        <a:t/>
                      </a:r>
                      <a:endParaRPr sz="1600"/>
                    </a:p>
                  </a:txBody>
                  <a:tcPr marT="91425" marB="91425" marR="91425" marL="91425"/>
                </a:tc>
                <a:tc>
                  <a:txBody>
                    <a:bodyPr/>
                    <a:lstStyle/>
                    <a:p>
                      <a:pPr indent="0" lvl="0" marL="0" rtl="0" algn="ctr">
                        <a:spcBef>
                          <a:spcPts val="0"/>
                        </a:spcBef>
                        <a:spcAft>
                          <a:spcPts val="0"/>
                        </a:spcAft>
                        <a:buNone/>
                      </a:pPr>
                      <a:r>
                        <a:t/>
                      </a:r>
                      <a:endParaRPr sz="1600"/>
                    </a:p>
                  </a:txBody>
                  <a:tcPr marT="91425" marB="91425" marR="91425" marL="91425"/>
                </a:tc>
                <a:tc>
                  <a:txBody>
                    <a:bodyPr/>
                    <a:lstStyle/>
                    <a:p>
                      <a:pPr indent="0" lvl="0" marL="0" rtl="0" algn="ctr">
                        <a:spcBef>
                          <a:spcPts val="0"/>
                        </a:spcBef>
                        <a:spcAft>
                          <a:spcPts val="0"/>
                        </a:spcAft>
                        <a:buNone/>
                      </a:pPr>
                      <a:r>
                        <a:t/>
                      </a:r>
                      <a:endParaRPr sz="1600"/>
                    </a:p>
                  </a:txBody>
                  <a:tcPr marT="91425" marB="91425" marR="91425" marL="91425"/>
                </a:tc>
                <a:tc>
                  <a:txBody>
                    <a:bodyPr/>
                    <a:lstStyle/>
                    <a:p>
                      <a:pPr indent="0" lvl="0" marL="0" rtl="0" algn="ctr">
                        <a:spcBef>
                          <a:spcPts val="0"/>
                        </a:spcBef>
                        <a:spcAft>
                          <a:spcPts val="0"/>
                        </a:spcAft>
                        <a:buNone/>
                      </a:pPr>
                      <a:r>
                        <a:t/>
                      </a:r>
                      <a:endParaRPr sz="1600"/>
                    </a:p>
                  </a:txBody>
                  <a:tcPr marT="91425" marB="91425" marR="91425" marL="91425"/>
                </a:tc>
                <a:tc>
                  <a:txBody>
                    <a:bodyPr/>
                    <a:lstStyle/>
                    <a:p>
                      <a:pPr indent="0" lvl="0" marL="0" rtl="0" algn="ctr">
                        <a:spcBef>
                          <a:spcPts val="0"/>
                        </a:spcBef>
                        <a:spcAft>
                          <a:spcPts val="0"/>
                        </a:spcAft>
                        <a:buNone/>
                      </a:pPr>
                      <a:r>
                        <a:t/>
                      </a:r>
                      <a:endParaRPr sz="1600"/>
                    </a:p>
                  </a:txBody>
                  <a:tcPr marT="91425" marB="91425" marR="91425" marL="91425"/>
                </a:tc>
                <a:tc>
                  <a:txBody>
                    <a:bodyPr/>
                    <a:lstStyle/>
                    <a:p>
                      <a:pPr indent="0" lvl="0" marL="0" rtl="0" algn="ctr">
                        <a:spcBef>
                          <a:spcPts val="0"/>
                        </a:spcBef>
                        <a:spcAft>
                          <a:spcPts val="0"/>
                        </a:spcAft>
                        <a:buNone/>
                      </a:pPr>
                      <a:r>
                        <a:t/>
                      </a:r>
                      <a:endParaRPr sz="1600"/>
                    </a:p>
                  </a:txBody>
                  <a:tcPr marT="91425" marB="91425" marR="91425" marL="91425"/>
                </a:tc>
                <a:tc>
                  <a:txBody>
                    <a:bodyPr/>
                    <a:lstStyle/>
                    <a:p>
                      <a:pPr indent="0" lvl="0" marL="0" rtl="0" algn="ctr">
                        <a:spcBef>
                          <a:spcPts val="0"/>
                        </a:spcBef>
                        <a:spcAft>
                          <a:spcPts val="0"/>
                        </a:spcAft>
                        <a:buNone/>
                      </a:pPr>
                      <a:r>
                        <a:t/>
                      </a:r>
                      <a:endParaRPr sz="1600"/>
                    </a:p>
                  </a:txBody>
                  <a:tcPr marT="91425" marB="91425" marR="91425" marL="91425"/>
                </a:tc>
                <a:tc>
                  <a:txBody>
                    <a:bodyPr/>
                    <a:lstStyle/>
                    <a:p>
                      <a:pPr indent="0" lvl="0" marL="0" rtl="0" algn="ctr">
                        <a:spcBef>
                          <a:spcPts val="0"/>
                        </a:spcBef>
                        <a:spcAft>
                          <a:spcPts val="0"/>
                        </a:spcAft>
                        <a:buNone/>
                      </a:pPr>
                      <a:r>
                        <a:t/>
                      </a:r>
                      <a:endParaRPr sz="1600"/>
                    </a:p>
                  </a:txBody>
                  <a:tcPr marT="91425" marB="91425" marR="91425" marL="91425"/>
                </a:tc>
              </a:tr>
            </a:tbl>
          </a:graphicData>
        </a:graphic>
      </p:graphicFrame>
    </p:spTree>
  </p:cSld>
  <p:clrMapOvr>
    <a:masterClrMapping/>
  </p:clrMapOvr>
</p:sld>
</file>

<file path=ppt/slides/slide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9" name="Shape 569"/>
        <p:cNvGrpSpPr/>
        <p:nvPr/>
      </p:nvGrpSpPr>
      <p:grpSpPr>
        <a:xfrm>
          <a:off x="0" y="0"/>
          <a:ext cx="0" cy="0"/>
          <a:chOff x="0" y="0"/>
          <a:chExt cx="0" cy="0"/>
        </a:xfrm>
      </p:grpSpPr>
      <p:sp>
        <p:nvSpPr>
          <p:cNvPr id="570" name="Google Shape;570;p58"/>
          <p:cNvSpPr txBox="1"/>
          <p:nvPr>
            <p:ph type="title"/>
          </p:nvPr>
        </p:nvSpPr>
        <p:spPr>
          <a:xfrm>
            <a:off x="460950" y="1113172"/>
            <a:ext cx="8222100" cy="8388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4200"/>
              <a:buNone/>
            </a:pPr>
            <a:r>
              <a:rPr lang="en"/>
              <a:t>1.2 Text, sound and images</a:t>
            </a:r>
            <a:endParaRPr/>
          </a:p>
        </p:txBody>
      </p:sp>
      <p:sp>
        <p:nvSpPr>
          <p:cNvPr id="571" name="Google Shape;571;p58"/>
          <p:cNvSpPr txBox="1"/>
          <p:nvPr/>
        </p:nvSpPr>
        <p:spPr>
          <a:xfrm>
            <a:off x="871250" y="2214850"/>
            <a:ext cx="6510300" cy="1736100"/>
          </a:xfrm>
          <a:prstGeom prst="rect">
            <a:avLst/>
          </a:prstGeom>
          <a:noFill/>
          <a:ln>
            <a:noFill/>
          </a:ln>
        </p:spPr>
        <p:txBody>
          <a:bodyPr anchorCtr="0" anchor="t" bIns="91425" lIns="91425" spcFirstLastPara="1" rIns="91425" wrap="square" tIns="91425">
            <a:spAutoFit/>
          </a:bodyPr>
          <a:lstStyle/>
          <a:p>
            <a:pPr indent="-342900" lvl="0" marL="457200" rtl="0" algn="l">
              <a:lnSpc>
                <a:spcPct val="115000"/>
              </a:lnSpc>
              <a:spcBef>
                <a:spcPts val="1200"/>
              </a:spcBef>
              <a:spcAft>
                <a:spcPts val="0"/>
              </a:spcAft>
              <a:buClr>
                <a:schemeClr val="lt1"/>
              </a:buClr>
              <a:buSzPts val="1800"/>
              <a:buChar char="●"/>
            </a:pPr>
            <a:r>
              <a:rPr lang="en" sz="1800">
                <a:solidFill>
                  <a:schemeClr val="lt1"/>
                </a:solidFill>
              </a:rPr>
              <a:t>Understand the concept of data representation</a:t>
            </a:r>
            <a:endParaRPr sz="1800">
              <a:solidFill>
                <a:schemeClr val="lt1"/>
              </a:solidFill>
            </a:endParaRPr>
          </a:p>
          <a:p>
            <a:pPr indent="-342900" lvl="0" marL="457200" rtl="0" algn="l">
              <a:lnSpc>
                <a:spcPct val="115000"/>
              </a:lnSpc>
              <a:spcBef>
                <a:spcPts val="0"/>
              </a:spcBef>
              <a:spcAft>
                <a:spcPts val="0"/>
              </a:spcAft>
              <a:buClr>
                <a:schemeClr val="lt1"/>
              </a:buClr>
              <a:buSzPts val="1800"/>
              <a:buChar char="●"/>
            </a:pPr>
            <a:r>
              <a:rPr lang="en" sz="1800">
                <a:solidFill>
                  <a:schemeClr val="lt1"/>
                </a:solidFill>
              </a:rPr>
              <a:t>Represent text in binary format</a:t>
            </a:r>
            <a:endParaRPr sz="1800">
              <a:solidFill>
                <a:schemeClr val="lt1"/>
              </a:solidFill>
            </a:endParaRPr>
          </a:p>
          <a:p>
            <a:pPr indent="-342900" lvl="0" marL="457200" rtl="0" algn="l">
              <a:lnSpc>
                <a:spcPct val="115000"/>
              </a:lnSpc>
              <a:spcBef>
                <a:spcPts val="0"/>
              </a:spcBef>
              <a:spcAft>
                <a:spcPts val="0"/>
              </a:spcAft>
              <a:buClr>
                <a:schemeClr val="lt1"/>
              </a:buClr>
              <a:buSzPts val="1800"/>
              <a:buChar char="●"/>
            </a:pPr>
            <a:r>
              <a:rPr lang="en" sz="1800">
                <a:solidFill>
                  <a:schemeClr val="lt1"/>
                </a:solidFill>
              </a:rPr>
              <a:t>Understand the representation of sound</a:t>
            </a:r>
            <a:endParaRPr sz="1800">
              <a:solidFill>
                <a:schemeClr val="lt1"/>
              </a:solidFill>
            </a:endParaRPr>
          </a:p>
          <a:p>
            <a:pPr indent="-342900" lvl="0" marL="457200" rtl="0" algn="l">
              <a:lnSpc>
                <a:spcPct val="115000"/>
              </a:lnSpc>
              <a:spcBef>
                <a:spcPts val="0"/>
              </a:spcBef>
              <a:spcAft>
                <a:spcPts val="0"/>
              </a:spcAft>
              <a:buClr>
                <a:schemeClr val="lt1"/>
              </a:buClr>
              <a:buSzPts val="1800"/>
              <a:buChar char="●"/>
            </a:pPr>
            <a:r>
              <a:rPr lang="en" sz="1800">
                <a:solidFill>
                  <a:schemeClr val="lt1"/>
                </a:solidFill>
              </a:rPr>
              <a:t>Understand the representation of images</a:t>
            </a:r>
            <a:endParaRPr sz="1800">
              <a:solidFill>
                <a:schemeClr val="lt1"/>
              </a:solidFill>
            </a:endParaRPr>
          </a:p>
          <a:p>
            <a:pPr indent="-342900" lvl="0" marL="457200" rtl="0" algn="l">
              <a:lnSpc>
                <a:spcPct val="115000"/>
              </a:lnSpc>
              <a:spcBef>
                <a:spcPts val="0"/>
              </a:spcBef>
              <a:spcAft>
                <a:spcPts val="0"/>
              </a:spcAft>
              <a:buClr>
                <a:schemeClr val="lt1"/>
              </a:buClr>
              <a:buSzPts val="1800"/>
              <a:buChar char="●"/>
            </a:pPr>
            <a:r>
              <a:rPr lang="en" sz="1800">
                <a:solidFill>
                  <a:schemeClr val="lt1"/>
                </a:solidFill>
              </a:rPr>
              <a:t>Analyze the impact of file size on data storage</a:t>
            </a:r>
            <a:endParaRPr sz="1800">
              <a:solidFill>
                <a:schemeClr val="lt1"/>
              </a:solidFill>
            </a:endParaRPr>
          </a:p>
        </p:txBody>
      </p:sp>
    </p:spTree>
  </p:cSld>
  <p:clrMapOvr>
    <a:masterClrMapping/>
  </p:clrMapOvr>
</p:sld>
</file>

<file path=ppt/slides/slide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5" name="Shape 575"/>
        <p:cNvGrpSpPr/>
        <p:nvPr/>
      </p:nvGrpSpPr>
      <p:grpSpPr>
        <a:xfrm>
          <a:off x="0" y="0"/>
          <a:ext cx="0" cy="0"/>
          <a:chOff x="0" y="0"/>
          <a:chExt cx="0" cy="0"/>
        </a:xfrm>
      </p:grpSpPr>
      <p:sp>
        <p:nvSpPr>
          <p:cNvPr id="576" name="Google Shape;576;g2d65f02d385_0_0"/>
          <p:cNvSpPr txBox="1"/>
          <p:nvPr>
            <p:ph type="title"/>
          </p:nvPr>
        </p:nvSpPr>
        <p:spPr>
          <a:xfrm>
            <a:off x="976800" y="517825"/>
            <a:ext cx="7190400" cy="1945500"/>
          </a:xfrm>
          <a:prstGeom prst="rect">
            <a:avLst/>
          </a:prstGeom>
          <a:noFill/>
          <a:ln>
            <a:noFill/>
          </a:ln>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4200"/>
              <a:buNone/>
            </a:pPr>
            <a:r>
              <a:rPr lang="en" sz="10000"/>
              <a:t>School123</a:t>
            </a:r>
            <a:endParaRPr sz="10000"/>
          </a:p>
        </p:txBody>
      </p:sp>
      <p:sp>
        <p:nvSpPr>
          <p:cNvPr id="577" name="Google Shape;577;g2d65f02d385_0_0"/>
          <p:cNvSpPr txBox="1"/>
          <p:nvPr>
            <p:ph type="title"/>
          </p:nvPr>
        </p:nvSpPr>
        <p:spPr>
          <a:xfrm>
            <a:off x="1097700" y="2780125"/>
            <a:ext cx="7190400" cy="19455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0"/>
              <a:t>qpwmlln</a:t>
            </a:r>
            <a:endParaRPr sz="10000"/>
          </a:p>
        </p:txBody>
      </p:sp>
    </p:spTree>
  </p:cSld>
  <p:clrMapOvr>
    <a:masterClrMapping/>
  </p:clrMapOvr>
</p:sld>
</file>

<file path=ppt/slides/slide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1" name="Shape 581"/>
        <p:cNvGrpSpPr/>
        <p:nvPr/>
      </p:nvGrpSpPr>
      <p:grpSpPr>
        <a:xfrm>
          <a:off x="0" y="0"/>
          <a:ext cx="0" cy="0"/>
          <a:chOff x="0" y="0"/>
          <a:chExt cx="0" cy="0"/>
        </a:xfrm>
      </p:grpSpPr>
      <p:sp>
        <p:nvSpPr>
          <p:cNvPr id="582" name="Google Shape;582;p5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3000"/>
              <a:buNone/>
            </a:pPr>
            <a:r>
              <a:t/>
            </a:r>
            <a:endParaRPr/>
          </a:p>
        </p:txBody>
      </p:sp>
      <p:sp>
        <p:nvSpPr>
          <p:cNvPr id="583" name="Google Shape;583;p59"/>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1600"/>
              </a:spcAft>
              <a:buSzPts val="1800"/>
              <a:buNone/>
            </a:pPr>
            <a:r>
              <a:t/>
            </a:r>
            <a:endParaRPr/>
          </a:p>
        </p:txBody>
      </p:sp>
      <p:pic>
        <p:nvPicPr>
          <p:cNvPr id="584" name="Google Shape;584;p59"/>
          <p:cNvPicPr preferRelativeResize="0"/>
          <p:nvPr/>
        </p:nvPicPr>
        <p:blipFill rotWithShape="1">
          <a:blip r:embed="rId3">
            <a:alphaModFix/>
          </a:blip>
          <a:srcRect b="0" l="0" r="0" t="0"/>
          <a:stretch/>
        </p:blipFill>
        <p:spPr>
          <a:xfrm>
            <a:off x="0" y="0"/>
            <a:ext cx="9144000" cy="5143500"/>
          </a:xfrm>
          <a:prstGeom prst="rect">
            <a:avLst/>
          </a:prstGeom>
          <a:noFill/>
          <a:ln>
            <a:noFill/>
          </a:ln>
        </p:spPr>
      </p:pic>
    </p:spTree>
  </p:cSld>
  <p:clrMapOvr>
    <a:masterClrMapping/>
  </p:clrMapOvr>
</p:sld>
</file>

<file path=ppt/slides/slide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60"/>
          <p:cNvSpPr txBox="1"/>
          <p:nvPr>
            <p:ph type="title"/>
          </p:nvPr>
        </p:nvSpPr>
        <p:spPr>
          <a:xfrm>
            <a:off x="490250" y="526350"/>
            <a:ext cx="7126500" cy="40908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4800"/>
              <a:buNone/>
            </a:pPr>
            <a:r>
              <a:rPr lang="en"/>
              <a:t>1.2.1 Character sets – ASCII code and Unicode</a:t>
            </a:r>
            <a:endParaRPr/>
          </a:p>
        </p:txBody>
      </p:sp>
    </p:spTree>
  </p:cSld>
  <p:clrMapOvr>
    <a:masterClrMapping/>
  </p:clrMapOvr>
</p:sld>
</file>

<file path=ppt/slides/slide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3" name="Shape 593"/>
        <p:cNvGrpSpPr/>
        <p:nvPr/>
      </p:nvGrpSpPr>
      <p:grpSpPr>
        <a:xfrm>
          <a:off x="0" y="0"/>
          <a:ext cx="0" cy="0"/>
          <a:chOff x="0" y="0"/>
          <a:chExt cx="0" cy="0"/>
        </a:xfrm>
      </p:grpSpPr>
      <p:sp>
        <p:nvSpPr>
          <p:cNvPr id="594" name="Google Shape;594;p6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3000"/>
              <a:buNone/>
            </a:pPr>
            <a:r>
              <a:rPr lang="en"/>
              <a:t>Text representation</a:t>
            </a:r>
            <a:endParaRPr/>
          </a:p>
        </p:txBody>
      </p:sp>
      <p:sp>
        <p:nvSpPr>
          <p:cNvPr id="595" name="Google Shape;595;p6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Autofit/>
          </a:bodyPr>
          <a:lstStyle/>
          <a:p>
            <a:pPr indent="-342900" lvl="0" marL="457200" rtl="0" algn="l">
              <a:lnSpc>
                <a:spcPct val="100000"/>
              </a:lnSpc>
              <a:spcBef>
                <a:spcPts val="0"/>
              </a:spcBef>
              <a:spcAft>
                <a:spcPts val="0"/>
              </a:spcAft>
              <a:buClr>
                <a:srgbClr val="000000"/>
              </a:buClr>
              <a:buSzPts val="1800"/>
              <a:buFont typeface="Arial"/>
              <a:buAutoNum type="arabicPeriod"/>
            </a:pPr>
            <a:r>
              <a:rPr lang="en">
                <a:solidFill>
                  <a:srgbClr val="000000"/>
                </a:solidFill>
                <a:latin typeface="Arial"/>
                <a:ea typeface="Arial"/>
                <a:cs typeface="Arial"/>
                <a:sym typeface="Arial"/>
              </a:rPr>
              <a:t>Every character entered into a computer must be represented by binary code,  including spaces and punctuation marks.</a:t>
            </a:r>
            <a:endParaRPr>
              <a:solidFill>
                <a:srgbClr val="000000"/>
              </a:solidFill>
              <a:latin typeface="Arial"/>
              <a:ea typeface="Arial"/>
              <a:cs typeface="Arial"/>
              <a:sym typeface="Arial"/>
            </a:endParaRPr>
          </a:p>
          <a:p>
            <a:pPr indent="0" lvl="0" marL="457200" rtl="0" algn="l">
              <a:lnSpc>
                <a:spcPct val="100000"/>
              </a:lnSpc>
              <a:spcBef>
                <a:spcPts val="0"/>
              </a:spcBef>
              <a:spcAft>
                <a:spcPts val="0"/>
              </a:spcAft>
              <a:buNone/>
            </a:pPr>
            <a:r>
              <a:t/>
            </a:r>
            <a:endParaRPr>
              <a:solidFill>
                <a:srgbClr val="000000"/>
              </a:solidFill>
              <a:latin typeface="Arial"/>
              <a:ea typeface="Arial"/>
              <a:cs typeface="Arial"/>
              <a:sym typeface="Arial"/>
            </a:endParaRPr>
          </a:p>
          <a:p>
            <a:pPr indent="-342900" lvl="0" marL="457200" rtl="0" algn="l">
              <a:lnSpc>
                <a:spcPct val="100000"/>
              </a:lnSpc>
              <a:spcBef>
                <a:spcPts val="0"/>
              </a:spcBef>
              <a:spcAft>
                <a:spcPts val="0"/>
              </a:spcAft>
              <a:buClr>
                <a:srgbClr val="000000"/>
              </a:buClr>
              <a:buSzPts val="1800"/>
              <a:buFont typeface="Arial"/>
              <a:buAutoNum type="arabicPeriod"/>
            </a:pPr>
            <a:r>
              <a:rPr lang="en">
                <a:solidFill>
                  <a:srgbClr val="000000"/>
                </a:solidFill>
                <a:latin typeface="Arial"/>
                <a:ea typeface="Arial"/>
                <a:cs typeface="Arial"/>
                <a:sym typeface="Arial"/>
              </a:rPr>
              <a:t>A character set is a list of characters defined by computer hardware and software, enabling the computer to understand human characters.</a:t>
            </a:r>
            <a:endParaRPr>
              <a:solidFill>
                <a:srgbClr val="000000"/>
              </a:solidFill>
              <a:latin typeface="Arial"/>
              <a:ea typeface="Arial"/>
              <a:cs typeface="Arial"/>
              <a:sym typeface="Arial"/>
            </a:endParaRPr>
          </a:p>
          <a:p>
            <a:pPr indent="0" lvl="0" marL="457200" rtl="0" algn="l">
              <a:lnSpc>
                <a:spcPct val="100000"/>
              </a:lnSpc>
              <a:spcBef>
                <a:spcPts val="0"/>
              </a:spcBef>
              <a:spcAft>
                <a:spcPts val="0"/>
              </a:spcAft>
              <a:buNone/>
            </a:pPr>
            <a:r>
              <a:t/>
            </a:r>
            <a:endParaRPr>
              <a:solidFill>
                <a:srgbClr val="000000"/>
              </a:solidFill>
              <a:latin typeface="Arial"/>
              <a:ea typeface="Arial"/>
              <a:cs typeface="Arial"/>
              <a:sym typeface="Arial"/>
            </a:endParaRPr>
          </a:p>
          <a:p>
            <a:pPr indent="-342900" lvl="0" marL="457200" rtl="0" algn="l">
              <a:lnSpc>
                <a:spcPct val="100000"/>
              </a:lnSpc>
              <a:spcBef>
                <a:spcPts val="0"/>
              </a:spcBef>
              <a:spcAft>
                <a:spcPts val="0"/>
              </a:spcAft>
              <a:buClr>
                <a:srgbClr val="000000"/>
              </a:buClr>
              <a:buSzPts val="1800"/>
              <a:buFont typeface="Arial"/>
              <a:buAutoNum type="arabicPeriod"/>
            </a:pPr>
            <a:r>
              <a:rPr lang="en">
                <a:solidFill>
                  <a:srgbClr val="000000"/>
                </a:solidFill>
                <a:latin typeface="Arial"/>
                <a:ea typeface="Arial"/>
                <a:cs typeface="Arial"/>
                <a:sym typeface="Arial"/>
              </a:rPr>
              <a:t>Examples of character sets include:</a:t>
            </a:r>
            <a:endParaRPr>
              <a:solidFill>
                <a:srgbClr val="000000"/>
              </a:solidFill>
              <a:latin typeface="Arial"/>
              <a:ea typeface="Arial"/>
              <a:cs typeface="Arial"/>
              <a:sym typeface="Arial"/>
            </a:endParaRPr>
          </a:p>
          <a:p>
            <a:pPr indent="-342900" lvl="0" marL="457200" rtl="0" algn="l">
              <a:lnSpc>
                <a:spcPct val="100000"/>
              </a:lnSpc>
              <a:spcBef>
                <a:spcPts val="0"/>
              </a:spcBef>
              <a:spcAft>
                <a:spcPts val="0"/>
              </a:spcAft>
              <a:buClr>
                <a:srgbClr val="000000"/>
              </a:buClr>
              <a:buSzPts val="1800"/>
              <a:buFont typeface="Arial"/>
              <a:buChar char="●"/>
            </a:pPr>
            <a:r>
              <a:rPr lang="en">
                <a:solidFill>
                  <a:srgbClr val="000000"/>
                </a:solidFill>
                <a:latin typeface="Arial"/>
                <a:ea typeface="Arial"/>
                <a:cs typeface="Arial"/>
                <a:sym typeface="Arial"/>
              </a:rPr>
              <a:t>ASCII (</a:t>
            </a:r>
            <a:r>
              <a:rPr lang="en" u="sng">
                <a:solidFill>
                  <a:srgbClr val="000000"/>
                </a:solidFill>
                <a:latin typeface="Arial"/>
                <a:ea typeface="Arial"/>
                <a:cs typeface="Arial"/>
                <a:sym typeface="Arial"/>
              </a:rPr>
              <a:t>American Standard Code for Information Interchange</a:t>
            </a:r>
            <a:r>
              <a:rPr lang="en">
                <a:solidFill>
                  <a:srgbClr val="000000"/>
                </a:solidFill>
                <a:latin typeface="Arial"/>
                <a:ea typeface="Arial"/>
                <a:cs typeface="Arial"/>
                <a:sym typeface="Arial"/>
              </a:rPr>
              <a:t>)</a:t>
            </a:r>
            <a:endParaRPr>
              <a:solidFill>
                <a:srgbClr val="000000"/>
              </a:solidFill>
              <a:latin typeface="Arial"/>
              <a:ea typeface="Arial"/>
              <a:cs typeface="Arial"/>
              <a:sym typeface="Arial"/>
            </a:endParaRPr>
          </a:p>
          <a:p>
            <a:pPr indent="-342900" lvl="0" marL="457200" rtl="0" algn="l">
              <a:lnSpc>
                <a:spcPct val="100000"/>
              </a:lnSpc>
              <a:spcBef>
                <a:spcPts val="0"/>
              </a:spcBef>
              <a:spcAft>
                <a:spcPts val="0"/>
              </a:spcAft>
              <a:buClr>
                <a:srgbClr val="000000"/>
              </a:buClr>
              <a:buSzPts val="1800"/>
              <a:buFont typeface="Arial"/>
              <a:buChar char="●"/>
            </a:pPr>
            <a:r>
              <a:rPr lang="en">
                <a:solidFill>
                  <a:srgbClr val="000000"/>
                </a:solidFill>
                <a:latin typeface="Arial"/>
                <a:ea typeface="Arial"/>
                <a:cs typeface="Arial"/>
                <a:sym typeface="Arial"/>
              </a:rPr>
              <a:t>Extended ASCII</a:t>
            </a:r>
            <a:endParaRPr>
              <a:solidFill>
                <a:srgbClr val="000000"/>
              </a:solidFill>
              <a:latin typeface="Arial"/>
              <a:ea typeface="Arial"/>
              <a:cs typeface="Arial"/>
              <a:sym typeface="Arial"/>
            </a:endParaRPr>
          </a:p>
          <a:p>
            <a:pPr indent="-342900" lvl="0" marL="457200" rtl="0" algn="l">
              <a:lnSpc>
                <a:spcPct val="100000"/>
              </a:lnSpc>
              <a:spcBef>
                <a:spcPts val="0"/>
              </a:spcBef>
              <a:spcAft>
                <a:spcPts val="0"/>
              </a:spcAft>
              <a:buClr>
                <a:srgbClr val="000000"/>
              </a:buClr>
              <a:buSzPts val="1800"/>
              <a:buFont typeface="Arial"/>
              <a:buChar char="●"/>
            </a:pPr>
            <a:r>
              <a:rPr lang="en">
                <a:solidFill>
                  <a:srgbClr val="000000"/>
                </a:solidFill>
                <a:latin typeface="Arial"/>
                <a:ea typeface="Arial"/>
                <a:cs typeface="Arial"/>
                <a:sym typeface="Arial"/>
              </a:rPr>
              <a:t>Unicode</a:t>
            </a:r>
            <a:endParaRPr>
              <a:solidFill>
                <a:srgbClr val="000000"/>
              </a:solidFill>
              <a:latin typeface="Arial"/>
              <a:ea typeface="Arial"/>
              <a:cs typeface="Arial"/>
              <a:sym typeface="Arial"/>
            </a:endParaRPr>
          </a:p>
        </p:txBody>
      </p:sp>
    </p:spTree>
  </p:cSld>
  <p:clrMapOvr>
    <a:masterClrMapping/>
  </p:clrMapOvr>
</p:sld>
</file>

<file path=ppt/slides/slide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63"/>
          <p:cNvSpPr txBox="1"/>
          <p:nvPr>
            <p:ph type="title"/>
          </p:nvPr>
        </p:nvSpPr>
        <p:spPr>
          <a:xfrm>
            <a:off x="311700" y="497550"/>
            <a:ext cx="3868200" cy="12702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SzPts val="3000"/>
              <a:buNone/>
            </a:pPr>
            <a:r>
              <a:rPr lang="en" sz="1800">
                <a:solidFill>
                  <a:schemeClr val="dk2"/>
                </a:solidFill>
              </a:rPr>
              <a:t>Table shows part of the </a:t>
            </a:r>
            <a:r>
              <a:rPr b="1" lang="en" sz="1800">
                <a:solidFill>
                  <a:schemeClr val="dk2"/>
                </a:solidFill>
              </a:rPr>
              <a:t>standard ASCII</a:t>
            </a:r>
            <a:r>
              <a:rPr lang="en" sz="1800">
                <a:solidFill>
                  <a:schemeClr val="dk2"/>
                </a:solidFill>
              </a:rPr>
              <a:t> code table (only the control codes have been removed).</a:t>
            </a:r>
            <a:endParaRPr/>
          </a:p>
        </p:txBody>
      </p:sp>
      <p:pic>
        <p:nvPicPr>
          <p:cNvPr id="601" name="Google Shape;601;p63"/>
          <p:cNvPicPr preferRelativeResize="0"/>
          <p:nvPr/>
        </p:nvPicPr>
        <p:blipFill rotWithShape="1">
          <a:blip r:embed="rId3">
            <a:alphaModFix/>
          </a:blip>
          <a:srcRect b="0" l="0" r="0" t="0"/>
          <a:stretch/>
        </p:blipFill>
        <p:spPr>
          <a:xfrm>
            <a:off x="4525380" y="0"/>
            <a:ext cx="4618617" cy="4955124"/>
          </a:xfrm>
          <a:prstGeom prst="rect">
            <a:avLst/>
          </a:prstGeom>
          <a:noFill/>
          <a:ln>
            <a:noFill/>
          </a:ln>
        </p:spPr>
      </p:pic>
      <p:sp>
        <p:nvSpPr>
          <p:cNvPr id="602" name="Google Shape;602;p63"/>
          <p:cNvSpPr txBox="1"/>
          <p:nvPr/>
        </p:nvSpPr>
        <p:spPr>
          <a:xfrm>
            <a:off x="431625" y="2061913"/>
            <a:ext cx="3000000" cy="4002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400"/>
              <a:buFont typeface="Arial"/>
              <a:buNone/>
            </a:pPr>
            <a:r>
              <a:rPr b="0" i="0" lang="en" sz="1400" u="sng" cap="none" strike="noStrike">
                <a:solidFill>
                  <a:schemeClr val="hlink"/>
                </a:solidFill>
                <a:latin typeface="Arial"/>
                <a:ea typeface="Arial"/>
                <a:cs typeface="Arial"/>
                <a:sym typeface="Arial"/>
                <a:hlinkClick r:id="rId4"/>
              </a:rPr>
              <a:t>ASCII Conversion Chart</a:t>
            </a:r>
            <a:r>
              <a:rPr b="0" i="0" lang="en" sz="1400" u="none" cap="none" strike="noStrike">
                <a:solidFill>
                  <a:srgbClr val="000000"/>
                </a:solidFill>
                <a:latin typeface="Arial"/>
                <a:ea typeface="Arial"/>
                <a:cs typeface="Arial"/>
                <a:sym typeface="Arial"/>
              </a:rPr>
              <a:t> Full </a:t>
            </a:r>
            <a:endParaRPr b="0" i="0" sz="1400" u="none" cap="none" strike="noStrike">
              <a:solidFill>
                <a:srgbClr val="000000"/>
              </a:solidFill>
              <a:latin typeface="Arial"/>
              <a:ea typeface="Arial"/>
              <a:cs typeface="Arial"/>
              <a:sym typeface="Arial"/>
            </a:endParaRPr>
          </a:p>
        </p:txBody>
      </p:sp>
      <p:sp>
        <p:nvSpPr>
          <p:cNvPr id="603" name="Google Shape;603;p63"/>
          <p:cNvSpPr txBox="1"/>
          <p:nvPr/>
        </p:nvSpPr>
        <p:spPr>
          <a:xfrm>
            <a:off x="431625" y="2953850"/>
            <a:ext cx="3381000" cy="1185300"/>
          </a:xfrm>
          <a:prstGeom prst="rect">
            <a:avLst/>
          </a:prstGeom>
          <a:solidFill>
            <a:schemeClr val="accent5"/>
          </a:solidFill>
          <a:ln>
            <a:noFill/>
          </a:ln>
        </p:spPr>
        <p:txBody>
          <a:bodyPr anchorCtr="0" anchor="t" bIns="91425" lIns="91425" spcFirstLastPara="1" rIns="91425" wrap="square" tIns="91425">
            <a:spAutoFit/>
          </a:bodyPr>
          <a:lstStyle/>
          <a:p>
            <a:pPr indent="0" lvl="0" marL="50800" marR="0" rtl="0" algn="l">
              <a:lnSpc>
                <a:spcPct val="100000"/>
              </a:lnSpc>
              <a:spcBef>
                <a:spcPts val="0"/>
              </a:spcBef>
              <a:spcAft>
                <a:spcPts val="0"/>
              </a:spcAft>
              <a:buClr>
                <a:srgbClr val="000000"/>
              </a:buClr>
              <a:buSzPts val="1100"/>
              <a:buFont typeface="Arial"/>
              <a:buNone/>
            </a:pPr>
            <a:r>
              <a:rPr b="1" i="0" lang="en" sz="1300" u="none" cap="none" strike="noStrike">
                <a:solidFill>
                  <a:srgbClr val="000000"/>
                </a:solidFill>
              </a:rPr>
              <a:t>Extended ASCII </a:t>
            </a:r>
            <a:r>
              <a:rPr b="0" i="0" lang="en" sz="1300" u="none" cap="none" strike="noStrike">
                <a:solidFill>
                  <a:srgbClr val="000000"/>
                </a:solidFill>
                <a:latin typeface="Arial"/>
                <a:ea typeface="Arial"/>
                <a:cs typeface="Arial"/>
                <a:sym typeface="Arial"/>
              </a:rPr>
              <a:t>was created to allow </a:t>
            </a:r>
            <a:r>
              <a:rPr b="1" i="0" lang="en" sz="1300" u="none" cap="none" strike="noStrike">
                <a:solidFill>
                  <a:srgbClr val="000000"/>
                </a:solidFill>
              </a:rPr>
              <a:t>256 </a:t>
            </a:r>
            <a:r>
              <a:rPr b="0" i="0" lang="en" sz="1300" u="none" cap="none" strike="noStrike">
                <a:solidFill>
                  <a:srgbClr val="000000"/>
                </a:solidFill>
                <a:latin typeface="Arial"/>
                <a:ea typeface="Arial"/>
                <a:cs typeface="Arial"/>
                <a:sym typeface="Arial"/>
              </a:rPr>
              <a:t>characters to be represented. This gives another 128 codes to allow for characters in non-English alphabets and for some graphical characters to be included.</a:t>
            </a:r>
            <a:endParaRPr b="0" i="0" sz="1300" u="none" cap="none" strike="noStrike">
              <a:solidFill>
                <a:srgbClr val="000000"/>
              </a:solidFill>
              <a:latin typeface="Arial"/>
              <a:ea typeface="Arial"/>
              <a:cs typeface="Arial"/>
              <a:sym typeface="Arial"/>
            </a:endParaRPr>
          </a:p>
        </p:txBody>
      </p:sp>
    </p:spTree>
  </p:cSld>
  <p:clrMapOvr>
    <a:masterClrMapping/>
  </p:clrMapOvr>
</p:sld>
</file>

<file path=ppt/slides/slide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62"/>
          <p:cNvSpPr txBox="1"/>
          <p:nvPr>
            <p:ph idx="1" type="body"/>
          </p:nvPr>
        </p:nvSpPr>
        <p:spPr>
          <a:xfrm>
            <a:off x="311700" y="102850"/>
            <a:ext cx="8520600" cy="4711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SzPts val="1800"/>
              <a:buNone/>
            </a:pPr>
            <a:r>
              <a:rPr b="1" lang="en"/>
              <a:t>The ASCII code system</a:t>
            </a:r>
            <a:r>
              <a:rPr lang="en"/>
              <a:t> (American Standard Code for Information Interchange) was set up in 1963 for use in communication systems and computer systems. A newer version of the code was published in 1986. </a:t>
            </a:r>
            <a:endParaRPr/>
          </a:p>
          <a:p>
            <a:pPr indent="0" lvl="0" marL="0" rtl="0" algn="l">
              <a:lnSpc>
                <a:spcPct val="115000"/>
              </a:lnSpc>
              <a:spcBef>
                <a:spcPts val="1600"/>
              </a:spcBef>
              <a:spcAft>
                <a:spcPts val="0"/>
              </a:spcAft>
              <a:buSzPts val="1800"/>
              <a:buNone/>
            </a:pPr>
            <a:r>
              <a:rPr lang="en"/>
              <a:t>The standard ASCII code character set consists of 7-bit codes (0 to 127 in denary or 00 to 7F in hexadecimal) that represent the letters, numbers and characters found on a standard keyboard, together with 32 control codes (that use codes 0 to 31 (denary) or 00 to 19 (hexadecimal)).</a:t>
            </a:r>
            <a:endParaRPr/>
          </a:p>
          <a:p>
            <a:pPr indent="0" lvl="0" marL="0" rtl="0" algn="l">
              <a:lnSpc>
                <a:spcPct val="100000"/>
              </a:lnSpc>
              <a:spcBef>
                <a:spcPts val="1600"/>
              </a:spcBef>
              <a:spcAft>
                <a:spcPts val="0"/>
              </a:spcAft>
              <a:buSzPts val="1800"/>
              <a:buNone/>
            </a:pPr>
            <a:r>
              <a:rPr b="1" lang="en" sz="1400"/>
              <a:t>ASCII CODE USES SEVEN BINARY BITS TO REPRESENT ALL THE COMMONLY USED CHARACTERS. THIS PROVIDES A CHARACTER SET THAT HAS 128 DIFFERENT CHARACTERS, MADE UP OF </a:t>
            </a:r>
            <a:endParaRPr b="1" sz="1400"/>
          </a:p>
          <a:p>
            <a:pPr indent="-317500" lvl="0" marL="457200" rtl="0" algn="l">
              <a:lnSpc>
                <a:spcPct val="100000"/>
              </a:lnSpc>
              <a:spcBef>
                <a:spcPts val="1600"/>
              </a:spcBef>
              <a:spcAft>
                <a:spcPts val="0"/>
              </a:spcAft>
              <a:buSzPts val="1400"/>
              <a:buChar char="●"/>
            </a:pPr>
            <a:r>
              <a:rPr b="1" lang="en" sz="1400"/>
              <a:t>26 UPPER CASE LETTERS </a:t>
            </a:r>
            <a:endParaRPr b="1" sz="1400"/>
          </a:p>
          <a:p>
            <a:pPr indent="-317500" lvl="0" marL="457200" rtl="0" algn="l">
              <a:lnSpc>
                <a:spcPct val="100000"/>
              </a:lnSpc>
              <a:spcBef>
                <a:spcPts val="0"/>
              </a:spcBef>
              <a:spcAft>
                <a:spcPts val="0"/>
              </a:spcAft>
              <a:buSzPts val="1400"/>
              <a:buChar char="●"/>
            </a:pPr>
            <a:r>
              <a:rPr b="1" lang="en" sz="1400"/>
              <a:t>26 LOWER CASE LETTERS</a:t>
            </a:r>
            <a:endParaRPr b="1" sz="1400"/>
          </a:p>
          <a:p>
            <a:pPr indent="-317500" lvl="0" marL="457200" rtl="0" algn="l">
              <a:lnSpc>
                <a:spcPct val="100000"/>
              </a:lnSpc>
              <a:spcBef>
                <a:spcPts val="0"/>
              </a:spcBef>
              <a:spcAft>
                <a:spcPts val="0"/>
              </a:spcAft>
              <a:buSzPts val="1400"/>
              <a:buChar char="●"/>
            </a:pPr>
            <a:r>
              <a:rPr b="1" lang="en" sz="1400"/>
              <a:t>DIGIT </a:t>
            </a:r>
            <a:endParaRPr b="1" sz="1400"/>
          </a:p>
          <a:p>
            <a:pPr indent="-317500" lvl="0" marL="457200" rtl="0" algn="l">
              <a:lnSpc>
                <a:spcPct val="100000"/>
              </a:lnSpc>
              <a:spcBef>
                <a:spcPts val="0"/>
              </a:spcBef>
              <a:spcAft>
                <a:spcPts val="0"/>
              </a:spcAft>
              <a:buSzPts val="1400"/>
              <a:buChar char="●"/>
            </a:pPr>
            <a:r>
              <a:rPr b="1" lang="en" sz="1400"/>
              <a:t>PUNCTUATION MARKS</a:t>
            </a:r>
            <a:endParaRPr b="1" sz="1400"/>
          </a:p>
          <a:p>
            <a:pPr indent="0" lvl="0" marL="0" rtl="0" algn="l">
              <a:lnSpc>
                <a:spcPct val="115000"/>
              </a:lnSpc>
              <a:spcBef>
                <a:spcPts val="1600"/>
              </a:spcBef>
              <a:spcAft>
                <a:spcPts val="0"/>
              </a:spcAft>
              <a:buSzPts val="1800"/>
              <a:buNone/>
            </a:pPr>
            <a:r>
              <a:t/>
            </a:r>
            <a:endParaRPr/>
          </a:p>
          <a:p>
            <a:pPr indent="0" lvl="0" marL="0" rtl="0" algn="l">
              <a:lnSpc>
                <a:spcPct val="115000"/>
              </a:lnSpc>
              <a:spcBef>
                <a:spcPts val="1600"/>
              </a:spcBef>
              <a:spcAft>
                <a:spcPts val="1600"/>
              </a:spcAft>
              <a:buSzPts val="1800"/>
              <a:buNone/>
            </a:pPr>
            <a:r>
              <a:t/>
            </a:r>
            <a:endParaRPr/>
          </a:p>
        </p:txBody>
      </p:sp>
    </p:spTree>
  </p:cSld>
  <p:clrMapOvr>
    <a:masterClrMapping/>
  </p:clrMapOvr>
</p:sld>
</file>

<file path=ppt/slides/slide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2" name="Shape 612"/>
        <p:cNvGrpSpPr/>
        <p:nvPr/>
      </p:nvGrpSpPr>
      <p:grpSpPr>
        <a:xfrm>
          <a:off x="0" y="0"/>
          <a:ext cx="0" cy="0"/>
          <a:chOff x="0" y="0"/>
          <a:chExt cx="0" cy="0"/>
        </a:xfrm>
      </p:grpSpPr>
      <p:sp>
        <p:nvSpPr>
          <p:cNvPr id="613" name="Google Shape;613;p6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3000"/>
              <a:buNone/>
            </a:pPr>
            <a:r>
              <a:t/>
            </a:r>
            <a:endParaRPr/>
          </a:p>
        </p:txBody>
      </p:sp>
      <p:sp>
        <p:nvSpPr>
          <p:cNvPr id="614" name="Google Shape;614;p64"/>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1600"/>
              </a:spcAft>
              <a:buSzPts val="1800"/>
              <a:buNone/>
            </a:pPr>
            <a:r>
              <a:t/>
            </a:r>
            <a:endParaRPr/>
          </a:p>
        </p:txBody>
      </p:sp>
      <p:pic>
        <p:nvPicPr>
          <p:cNvPr id="615" name="Google Shape;615;p64"/>
          <p:cNvPicPr preferRelativeResize="0"/>
          <p:nvPr/>
        </p:nvPicPr>
        <p:blipFill rotWithShape="1">
          <a:blip r:embed="rId3">
            <a:alphaModFix/>
          </a:blip>
          <a:srcRect b="0" l="0" r="0" t="0"/>
          <a:stretch/>
        </p:blipFill>
        <p:spPr>
          <a:xfrm>
            <a:off x="0" y="0"/>
            <a:ext cx="9144000" cy="5143500"/>
          </a:xfrm>
          <a:prstGeom prst="rect">
            <a:avLst/>
          </a:prstGeom>
          <a:noFill/>
          <a:ln>
            <a:noFill/>
          </a:ln>
        </p:spPr>
      </p:pic>
    </p:spTree>
  </p:cSld>
  <p:clrMapOvr>
    <a:masterClrMapping/>
  </p:clrMapOvr>
</p:sld>
</file>

<file path=ppt/slides/slide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9" name="Shape 619"/>
        <p:cNvGrpSpPr/>
        <p:nvPr/>
      </p:nvGrpSpPr>
      <p:grpSpPr>
        <a:xfrm>
          <a:off x="0" y="0"/>
          <a:ext cx="0" cy="0"/>
          <a:chOff x="0" y="0"/>
          <a:chExt cx="0" cy="0"/>
        </a:xfrm>
      </p:grpSpPr>
      <p:sp>
        <p:nvSpPr>
          <p:cNvPr id="620" name="Google Shape;620;p6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3000"/>
              <a:buNone/>
            </a:pPr>
            <a:r>
              <a:t/>
            </a:r>
            <a:endParaRPr/>
          </a:p>
        </p:txBody>
      </p:sp>
      <p:sp>
        <p:nvSpPr>
          <p:cNvPr id="621" name="Google Shape;621;p65"/>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1600"/>
              </a:spcAft>
              <a:buSzPts val="1800"/>
              <a:buNone/>
            </a:pPr>
            <a:r>
              <a:t/>
            </a:r>
            <a:endParaRPr/>
          </a:p>
        </p:txBody>
      </p:sp>
      <p:pic>
        <p:nvPicPr>
          <p:cNvPr id="622" name="Google Shape;622;p65"/>
          <p:cNvPicPr preferRelativeResize="0"/>
          <p:nvPr/>
        </p:nvPicPr>
        <p:blipFill rotWithShape="1">
          <a:blip r:embed="rId3">
            <a:alphaModFix/>
          </a:blip>
          <a:srcRect b="0" l="0" r="0" t="0"/>
          <a:stretch/>
        </p:blipFill>
        <p:spPr>
          <a:xfrm>
            <a:off x="0" y="0"/>
            <a:ext cx="9144000" cy="5143500"/>
          </a:xfrm>
          <a:prstGeom prst="rect">
            <a:avLst/>
          </a:prstGeom>
          <a:noFill/>
          <a:ln>
            <a:noFill/>
          </a:ln>
        </p:spPr>
      </p:pic>
    </p:spTree>
  </p:cSld>
  <p:clrMapOvr>
    <a:masterClrMapping/>
  </p:clrMapOvr>
</p:sld>
</file>

<file path=ppt/slides/slide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6" name="Shape 626"/>
        <p:cNvGrpSpPr/>
        <p:nvPr/>
      </p:nvGrpSpPr>
      <p:grpSpPr>
        <a:xfrm>
          <a:off x="0" y="0"/>
          <a:ext cx="0" cy="0"/>
          <a:chOff x="0" y="0"/>
          <a:chExt cx="0" cy="0"/>
        </a:xfrm>
      </p:grpSpPr>
      <p:sp>
        <p:nvSpPr>
          <p:cNvPr id="627" name="Google Shape;627;p6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3000"/>
              <a:buNone/>
            </a:pPr>
            <a:r>
              <a:rPr lang="en"/>
              <a:t>1.2.2 Sound representation</a:t>
            </a:r>
            <a:endParaRPr/>
          </a:p>
        </p:txBody>
      </p:sp>
      <p:sp>
        <p:nvSpPr>
          <p:cNvPr id="628" name="Google Shape;628;p66"/>
          <p:cNvSpPr txBox="1"/>
          <p:nvPr>
            <p:ph idx="1" type="body"/>
          </p:nvPr>
        </p:nvSpPr>
        <p:spPr>
          <a:xfrm>
            <a:off x="311700" y="1229875"/>
            <a:ext cx="8520600" cy="2500800"/>
          </a:xfrm>
          <a:prstGeom prst="rect">
            <a:avLst/>
          </a:prstGeom>
          <a:noFill/>
          <a:ln>
            <a:noFill/>
          </a:ln>
        </p:spPr>
        <p:txBody>
          <a:bodyPr anchorCtr="0" anchor="t" bIns="91425" lIns="91425" spcFirstLastPara="1" rIns="91425" wrap="square" tIns="91425">
            <a:noAutofit/>
          </a:bodyPr>
          <a:lstStyle/>
          <a:p>
            <a:pPr indent="-342900" lvl="0" marL="457200" rtl="0" algn="l">
              <a:lnSpc>
                <a:spcPct val="100000"/>
              </a:lnSpc>
              <a:spcBef>
                <a:spcPts val="0"/>
              </a:spcBef>
              <a:spcAft>
                <a:spcPts val="0"/>
              </a:spcAft>
              <a:buClr>
                <a:srgbClr val="000000"/>
              </a:buClr>
              <a:buSzPts val="1800"/>
              <a:buFont typeface="Arial"/>
              <a:buAutoNum type="arabicPeriod"/>
            </a:pPr>
            <a:r>
              <a:rPr lang="en">
                <a:solidFill>
                  <a:srgbClr val="000000"/>
                </a:solidFill>
                <a:latin typeface="Arial"/>
                <a:ea typeface="Arial"/>
                <a:cs typeface="Arial"/>
                <a:sym typeface="Arial"/>
              </a:rPr>
              <a:t>Sound can also be represented by binary.</a:t>
            </a:r>
            <a:endParaRPr>
              <a:solidFill>
                <a:srgbClr val="000000"/>
              </a:solidFill>
              <a:latin typeface="Arial"/>
              <a:ea typeface="Arial"/>
              <a:cs typeface="Arial"/>
              <a:sym typeface="Arial"/>
            </a:endParaRPr>
          </a:p>
          <a:p>
            <a:pPr indent="-342900" lvl="0" marL="457200" rtl="0" algn="l">
              <a:lnSpc>
                <a:spcPct val="100000"/>
              </a:lnSpc>
              <a:spcBef>
                <a:spcPts val="0"/>
              </a:spcBef>
              <a:spcAft>
                <a:spcPts val="0"/>
              </a:spcAft>
              <a:buClr>
                <a:srgbClr val="000000"/>
              </a:buClr>
              <a:buSzPts val="1800"/>
              <a:buFont typeface="Arial"/>
              <a:buAutoNum type="arabicPeriod"/>
            </a:pPr>
            <a:r>
              <a:rPr lang="en">
                <a:solidFill>
                  <a:srgbClr val="000000"/>
                </a:solidFill>
                <a:latin typeface="Arial"/>
                <a:ea typeface="Arial"/>
                <a:cs typeface="Arial"/>
                <a:sym typeface="Arial"/>
              </a:rPr>
              <a:t>For a computer to process sound, the analog signal input must be converted into a digital format.</a:t>
            </a:r>
            <a:endParaRPr>
              <a:solidFill>
                <a:srgbClr val="000000"/>
              </a:solidFill>
              <a:latin typeface="Arial"/>
              <a:ea typeface="Arial"/>
              <a:cs typeface="Arial"/>
              <a:sym typeface="Arial"/>
            </a:endParaRPr>
          </a:p>
          <a:p>
            <a:pPr indent="-342900" lvl="0" marL="457200" rtl="0" algn="l">
              <a:lnSpc>
                <a:spcPct val="100000"/>
              </a:lnSpc>
              <a:spcBef>
                <a:spcPts val="0"/>
              </a:spcBef>
              <a:spcAft>
                <a:spcPts val="0"/>
              </a:spcAft>
              <a:buClr>
                <a:srgbClr val="000000"/>
              </a:buClr>
              <a:buSzPts val="1800"/>
              <a:buFont typeface="Arial"/>
              <a:buAutoNum type="arabicPeriod"/>
            </a:pPr>
            <a:r>
              <a:rPr lang="en">
                <a:solidFill>
                  <a:srgbClr val="000000"/>
                </a:solidFill>
                <a:latin typeface="Arial"/>
                <a:ea typeface="Arial"/>
                <a:cs typeface="Arial"/>
                <a:sym typeface="Arial"/>
              </a:rPr>
              <a:t>A microphone captures the sound, and software converts the analog signal to digital.</a:t>
            </a:r>
            <a:endParaRPr>
              <a:solidFill>
                <a:srgbClr val="000000"/>
              </a:solidFill>
              <a:latin typeface="Arial"/>
              <a:ea typeface="Arial"/>
              <a:cs typeface="Arial"/>
              <a:sym typeface="Arial"/>
            </a:endParaRPr>
          </a:p>
          <a:p>
            <a:pPr indent="-342900" lvl="0" marL="457200" rtl="0" algn="l">
              <a:lnSpc>
                <a:spcPct val="100000"/>
              </a:lnSpc>
              <a:spcBef>
                <a:spcPts val="0"/>
              </a:spcBef>
              <a:spcAft>
                <a:spcPts val="0"/>
              </a:spcAft>
              <a:buClr>
                <a:srgbClr val="000000"/>
              </a:buClr>
              <a:buSzPts val="1800"/>
              <a:buFont typeface="Arial"/>
              <a:buAutoNum type="arabicPeriod"/>
            </a:pPr>
            <a:r>
              <a:rPr lang="en">
                <a:solidFill>
                  <a:srgbClr val="000000"/>
                </a:solidFill>
                <a:latin typeface="Arial"/>
                <a:ea typeface="Arial"/>
                <a:cs typeface="Arial"/>
                <a:sym typeface="Arial"/>
              </a:rPr>
              <a:t>This digital recording is called a sample.</a:t>
            </a:r>
            <a:endParaRPr>
              <a:solidFill>
                <a:srgbClr val="000000"/>
              </a:solidFill>
            </a:endParaRPr>
          </a:p>
        </p:txBody>
      </p:sp>
      <p:pic>
        <p:nvPicPr>
          <p:cNvPr id="629" name="Google Shape;629;p66"/>
          <p:cNvPicPr preferRelativeResize="0"/>
          <p:nvPr/>
        </p:nvPicPr>
        <p:blipFill rotWithShape="1">
          <a:blip r:embed="rId3">
            <a:alphaModFix/>
          </a:blip>
          <a:srcRect b="0" l="0" r="0" t="0"/>
          <a:stretch/>
        </p:blipFill>
        <p:spPr>
          <a:xfrm>
            <a:off x="6036381" y="2652775"/>
            <a:ext cx="2356076" cy="1779650"/>
          </a:xfrm>
          <a:prstGeom prst="rect">
            <a:avLst/>
          </a:prstGeom>
          <a:noFill/>
          <a:ln>
            <a:noFill/>
          </a:ln>
        </p:spPr>
      </p:pic>
    </p:spTree>
  </p:cSld>
  <p:clrMapOvr>
    <a:masterClrMapping/>
  </p:clrMapOvr>
</p:sld>
</file>

<file path=ppt/slides/slide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3" name="Shape 633"/>
        <p:cNvGrpSpPr/>
        <p:nvPr/>
      </p:nvGrpSpPr>
      <p:grpSpPr>
        <a:xfrm>
          <a:off x="0" y="0"/>
          <a:ext cx="0" cy="0"/>
          <a:chOff x="0" y="0"/>
          <a:chExt cx="0" cy="0"/>
        </a:xfrm>
      </p:grpSpPr>
      <p:sp>
        <p:nvSpPr>
          <p:cNvPr id="634" name="Google Shape;634;p67"/>
          <p:cNvSpPr txBox="1"/>
          <p:nvPr>
            <p:ph type="title"/>
          </p:nvPr>
        </p:nvSpPr>
        <p:spPr>
          <a:xfrm>
            <a:off x="311700" y="110275"/>
            <a:ext cx="8520600" cy="6078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0"/>
              </a:spcAft>
              <a:buSzPts val="3000"/>
              <a:buNone/>
            </a:pPr>
            <a:r>
              <a:rPr lang="en" sz="2400">
                <a:latin typeface="Arial"/>
                <a:ea typeface="Arial"/>
                <a:cs typeface="Arial"/>
                <a:sym typeface="Arial"/>
              </a:rPr>
              <a:t>HOW IS SAMPLING USED TO RECORD A SOUND CLIP</a:t>
            </a:r>
            <a:endParaRPr sz="2400">
              <a:latin typeface="Arial"/>
              <a:ea typeface="Arial"/>
              <a:cs typeface="Arial"/>
              <a:sym typeface="Arial"/>
            </a:endParaRPr>
          </a:p>
          <a:p>
            <a:pPr indent="0" lvl="0" marL="0" rtl="0" algn="l">
              <a:lnSpc>
                <a:spcPct val="100000"/>
              </a:lnSpc>
              <a:spcBef>
                <a:spcPts val="0"/>
              </a:spcBef>
              <a:spcAft>
                <a:spcPts val="0"/>
              </a:spcAft>
              <a:buSzPts val="3000"/>
              <a:buNone/>
            </a:pPr>
            <a:r>
              <a:t/>
            </a:r>
            <a:endParaRPr sz="2400"/>
          </a:p>
        </p:txBody>
      </p:sp>
      <p:sp>
        <p:nvSpPr>
          <p:cNvPr id="635" name="Google Shape;635;p67"/>
          <p:cNvSpPr txBox="1"/>
          <p:nvPr>
            <p:ph idx="1" type="body"/>
          </p:nvPr>
        </p:nvSpPr>
        <p:spPr>
          <a:xfrm>
            <a:off x="311700" y="798250"/>
            <a:ext cx="8520600" cy="3339000"/>
          </a:xfrm>
          <a:prstGeom prst="rect">
            <a:avLst/>
          </a:prstGeom>
          <a:noFill/>
          <a:ln>
            <a:noFill/>
          </a:ln>
        </p:spPr>
        <p:txBody>
          <a:bodyPr anchorCtr="0" anchor="t" bIns="91425" lIns="91425" spcFirstLastPara="1" rIns="91425" wrap="square" tIns="91425">
            <a:noAutofit/>
          </a:bodyPr>
          <a:lstStyle/>
          <a:p>
            <a:pPr indent="-342900" lvl="0" marL="457200" rtl="0" algn="l">
              <a:lnSpc>
                <a:spcPct val="100000"/>
              </a:lnSpc>
              <a:spcBef>
                <a:spcPts val="0"/>
              </a:spcBef>
              <a:spcAft>
                <a:spcPts val="0"/>
              </a:spcAft>
              <a:buClr>
                <a:srgbClr val="000000"/>
              </a:buClr>
              <a:buSzPts val="1800"/>
              <a:buFont typeface="Arial"/>
              <a:buAutoNum type="arabicPeriod"/>
            </a:pPr>
            <a:r>
              <a:rPr lang="en">
                <a:solidFill>
                  <a:srgbClr val="000000"/>
                </a:solidFill>
                <a:latin typeface="Arial"/>
                <a:ea typeface="Arial"/>
                <a:cs typeface="Arial"/>
                <a:sym typeface="Arial"/>
              </a:rPr>
              <a:t>The amplitude of the sound wave is measured at specific time intervals, providing an approximate representation of the sound wave.</a:t>
            </a:r>
            <a:endParaRPr>
              <a:solidFill>
                <a:srgbClr val="000000"/>
              </a:solidFill>
              <a:latin typeface="Arial"/>
              <a:ea typeface="Arial"/>
              <a:cs typeface="Arial"/>
              <a:sym typeface="Arial"/>
            </a:endParaRPr>
          </a:p>
          <a:p>
            <a:pPr indent="-342900" lvl="0" marL="457200" rtl="0" algn="l">
              <a:lnSpc>
                <a:spcPct val="100000"/>
              </a:lnSpc>
              <a:spcBef>
                <a:spcPts val="0"/>
              </a:spcBef>
              <a:spcAft>
                <a:spcPts val="0"/>
              </a:spcAft>
              <a:buClr>
                <a:srgbClr val="000000"/>
              </a:buClr>
              <a:buSzPts val="1800"/>
              <a:buFont typeface="Arial"/>
              <a:buAutoNum type="arabicPeriod"/>
            </a:pPr>
            <a:r>
              <a:rPr lang="en">
                <a:solidFill>
                  <a:srgbClr val="000000"/>
                </a:solidFill>
                <a:latin typeface="Arial"/>
                <a:ea typeface="Arial"/>
                <a:cs typeface="Arial"/>
                <a:sym typeface="Arial"/>
              </a:rPr>
              <a:t>Each sample is then encoded as a series of binary digits.</a:t>
            </a:r>
            <a:endParaRPr>
              <a:solidFill>
                <a:srgbClr val="000000"/>
              </a:solidFill>
              <a:latin typeface="Arial"/>
              <a:ea typeface="Arial"/>
              <a:cs typeface="Arial"/>
              <a:sym typeface="Arial"/>
            </a:endParaRPr>
          </a:p>
          <a:p>
            <a:pPr indent="0" lvl="0" marL="0" rtl="0" algn="l">
              <a:lnSpc>
                <a:spcPct val="100000"/>
              </a:lnSpc>
              <a:spcBef>
                <a:spcPts val="0"/>
              </a:spcBef>
              <a:spcAft>
                <a:spcPts val="1600"/>
              </a:spcAft>
              <a:buSzPts val="1800"/>
              <a:buNone/>
            </a:pPr>
            <a:r>
              <a:t/>
            </a:r>
            <a:endParaRPr>
              <a:solidFill>
                <a:srgbClr val="000000"/>
              </a:solidFill>
            </a:endParaRPr>
          </a:p>
        </p:txBody>
      </p:sp>
      <p:pic>
        <p:nvPicPr>
          <p:cNvPr id="636" name="Google Shape;636;p67"/>
          <p:cNvPicPr preferRelativeResize="0"/>
          <p:nvPr/>
        </p:nvPicPr>
        <p:blipFill rotWithShape="1">
          <a:blip r:embed="rId3">
            <a:alphaModFix/>
          </a:blip>
          <a:srcRect b="0" l="0" r="0" t="0"/>
          <a:stretch/>
        </p:blipFill>
        <p:spPr>
          <a:xfrm>
            <a:off x="1285188" y="1907625"/>
            <a:ext cx="4581525" cy="3028950"/>
          </a:xfrm>
          <a:prstGeom prst="rect">
            <a:avLst/>
          </a:prstGeom>
          <a:noFill/>
          <a:ln>
            <a:noFill/>
          </a:ln>
        </p:spPr>
      </p:pic>
    </p:spTree>
  </p:cSld>
  <p:clrMapOvr>
    <a:masterClrMapping/>
  </p:clrMapOvr>
</p:sld>
</file>

<file path=ppt/slides/slide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0" name="Shape 640"/>
        <p:cNvGrpSpPr/>
        <p:nvPr/>
      </p:nvGrpSpPr>
      <p:grpSpPr>
        <a:xfrm>
          <a:off x="0" y="0"/>
          <a:ext cx="0" cy="0"/>
          <a:chOff x="0" y="0"/>
          <a:chExt cx="0" cy="0"/>
        </a:xfrm>
      </p:grpSpPr>
      <p:sp>
        <p:nvSpPr>
          <p:cNvPr id="641" name="Google Shape;641;p6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3000"/>
              <a:buNone/>
            </a:pPr>
            <a:r>
              <a:t/>
            </a:r>
            <a:endParaRPr/>
          </a:p>
        </p:txBody>
      </p:sp>
      <p:sp>
        <p:nvSpPr>
          <p:cNvPr id="642" name="Google Shape;642;p68"/>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1600"/>
              </a:spcAft>
              <a:buSzPts val="1800"/>
              <a:buNone/>
            </a:pPr>
            <a:r>
              <a:t/>
            </a:r>
            <a:endParaRPr/>
          </a:p>
        </p:txBody>
      </p:sp>
      <p:pic>
        <p:nvPicPr>
          <p:cNvPr id="643" name="Google Shape;643;p68"/>
          <p:cNvPicPr preferRelativeResize="0"/>
          <p:nvPr/>
        </p:nvPicPr>
        <p:blipFill rotWithShape="1">
          <a:blip r:embed="rId3">
            <a:alphaModFix/>
          </a:blip>
          <a:srcRect b="0" l="0" r="0" t="0"/>
          <a:stretch/>
        </p:blipFill>
        <p:spPr>
          <a:xfrm>
            <a:off x="0" y="0"/>
            <a:ext cx="9144000" cy="5143500"/>
          </a:xfrm>
          <a:prstGeom prst="rect">
            <a:avLst/>
          </a:prstGeom>
          <a:noFill/>
          <a:ln>
            <a:noFill/>
          </a:ln>
        </p:spPr>
      </p:pic>
    </p:spTree>
  </p:cSld>
  <p:clrMapOvr>
    <a:masterClrMapping/>
  </p:clrMapOvr>
</p:sld>
</file>

<file path=ppt/slides/slide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6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3000"/>
              <a:buNone/>
            </a:pPr>
            <a:r>
              <a:rPr lang="en"/>
              <a:t>Sound representation</a:t>
            </a:r>
            <a:endParaRPr/>
          </a:p>
        </p:txBody>
      </p:sp>
      <p:sp>
        <p:nvSpPr>
          <p:cNvPr id="649" name="Google Shape;649;p69"/>
          <p:cNvSpPr txBox="1"/>
          <p:nvPr>
            <p:ph idx="1" type="body"/>
          </p:nvPr>
        </p:nvSpPr>
        <p:spPr>
          <a:xfrm>
            <a:off x="311700" y="1493500"/>
            <a:ext cx="3840000" cy="1785900"/>
          </a:xfrm>
          <a:prstGeom prst="rect">
            <a:avLst/>
          </a:prstGeom>
          <a:noFill/>
          <a:ln>
            <a:noFill/>
          </a:ln>
        </p:spPr>
        <p:txBody>
          <a:bodyPr anchorCtr="0" anchor="t" bIns="91425" lIns="91425" spcFirstLastPara="1" rIns="91425" wrap="square" tIns="91425">
            <a:noAutofit/>
          </a:bodyPr>
          <a:lstStyle/>
          <a:p>
            <a:pPr indent="-12700" lvl="0" marL="12700" rtl="0" algn="l">
              <a:lnSpc>
                <a:spcPct val="100000"/>
              </a:lnSpc>
              <a:spcBef>
                <a:spcPts val="0"/>
              </a:spcBef>
              <a:spcAft>
                <a:spcPts val="0"/>
              </a:spcAft>
              <a:buSzPts val="1800"/>
              <a:buNone/>
            </a:pPr>
            <a:r>
              <a:rPr lang="en">
                <a:latin typeface="Arial"/>
                <a:ea typeface="Arial"/>
                <a:cs typeface="Arial"/>
                <a:sym typeface="Arial"/>
              </a:rPr>
              <a:t>Recording software can take multiple samples every second. This is measured in </a:t>
            </a:r>
            <a:r>
              <a:rPr b="1" lang="en">
                <a:latin typeface="Arial"/>
                <a:ea typeface="Arial"/>
                <a:cs typeface="Arial"/>
                <a:sym typeface="Arial"/>
              </a:rPr>
              <a:t>Hertz (Hz)</a:t>
            </a:r>
            <a:r>
              <a:rPr lang="en">
                <a:latin typeface="Arial"/>
                <a:ea typeface="Arial"/>
                <a:cs typeface="Arial"/>
                <a:sym typeface="Arial"/>
              </a:rPr>
              <a:t>, where 1 Hz equals one sample per second.</a:t>
            </a:r>
            <a:endParaRPr/>
          </a:p>
        </p:txBody>
      </p:sp>
      <p:pic>
        <p:nvPicPr>
          <p:cNvPr id="650" name="Google Shape;650;p69"/>
          <p:cNvPicPr preferRelativeResize="0"/>
          <p:nvPr/>
        </p:nvPicPr>
        <p:blipFill rotWithShape="1">
          <a:blip r:embed="rId3">
            <a:alphaModFix/>
          </a:blip>
          <a:srcRect b="0" l="0" r="0" t="0"/>
          <a:stretch/>
        </p:blipFill>
        <p:spPr>
          <a:xfrm>
            <a:off x="4223725" y="494400"/>
            <a:ext cx="4892299" cy="1302225"/>
          </a:xfrm>
          <a:prstGeom prst="rect">
            <a:avLst/>
          </a:prstGeom>
          <a:noFill/>
          <a:ln>
            <a:noFill/>
          </a:ln>
        </p:spPr>
      </p:pic>
      <p:pic>
        <p:nvPicPr>
          <p:cNvPr id="651" name="Google Shape;651;p69"/>
          <p:cNvPicPr preferRelativeResize="0"/>
          <p:nvPr/>
        </p:nvPicPr>
        <p:blipFill rotWithShape="1">
          <a:blip r:embed="rId4">
            <a:alphaModFix/>
          </a:blip>
          <a:srcRect b="0" l="0" r="0" t="0"/>
          <a:stretch/>
        </p:blipFill>
        <p:spPr>
          <a:xfrm>
            <a:off x="4223725" y="1923494"/>
            <a:ext cx="4920276" cy="2215308"/>
          </a:xfrm>
          <a:prstGeom prst="rect">
            <a:avLst/>
          </a:prstGeom>
          <a:noFill/>
          <a:ln>
            <a:noFill/>
          </a:ln>
        </p:spPr>
      </p:pic>
    </p:spTree>
  </p:cSld>
  <p:clrMapOvr>
    <a:masterClrMapping/>
  </p:clrMapOvr>
</p:sld>
</file>

<file path=ppt/slides/slide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5" name="Shape 655"/>
        <p:cNvGrpSpPr/>
        <p:nvPr/>
      </p:nvGrpSpPr>
      <p:grpSpPr>
        <a:xfrm>
          <a:off x="0" y="0"/>
          <a:ext cx="0" cy="0"/>
          <a:chOff x="0" y="0"/>
          <a:chExt cx="0" cy="0"/>
        </a:xfrm>
      </p:grpSpPr>
      <p:sp>
        <p:nvSpPr>
          <p:cNvPr id="656" name="Google Shape;656;p70"/>
          <p:cNvSpPr txBox="1"/>
          <p:nvPr>
            <p:ph type="title"/>
          </p:nvPr>
        </p:nvSpPr>
        <p:spPr>
          <a:xfrm>
            <a:off x="311700" y="110250"/>
            <a:ext cx="8520600" cy="607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3000"/>
              <a:buNone/>
            </a:pPr>
            <a:r>
              <a:rPr lang="en"/>
              <a:t>1.2.3 Representation of (bitmap) images</a:t>
            </a:r>
            <a:endParaRPr/>
          </a:p>
        </p:txBody>
      </p:sp>
      <p:sp>
        <p:nvSpPr>
          <p:cNvPr id="657" name="Google Shape;657;p70"/>
          <p:cNvSpPr txBox="1"/>
          <p:nvPr>
            <p:ph idx="1" type="body"/>
          </p:nvPr>
        </p:nvSpPr>
        <p:spPr>
          <a:xfrm>
            <a:off x="311700" y="902250"/>
            <a:ext cx="7815000" cy="1669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SzPts val="1800"/>
              <a:buNone/>
            </a:pPr>
            <a:r>
              <a:rPr b="1" lang="en" sz="2200"/>
              <a:t>B</a:t>
            </a:r>
            <a:r>
              <a:rPr b="1" lang="en" sz="2200"/>
              <a:t>itmap images</a:t>
            </a:r>
            <a:r>
              <a:rPr lang="en" sz="2200"/>
              <a:t> are made up of </a:t>
            </a:r>
            <a:r>
              <a:rPr b="1" lang="en" sz="2200"/>
              <a:t>pixels </a:t>
            </a:r>
            <a:r>
              <a:rPr lang="en" sz="2200"/>
              <a:t>(picture elements)</a:t>
            </a:r>
            <a:endParaRPr sz="2200"/>
          </a:p>
          <a:p>
            <a:pPr indent="0" lvl="0" marL="0" rtl="0" algn="l">
              <a:lnSpc>
                <a:spcPct val="115000"/>
              </a:lnSpc>
              <a:spcBef>
                <a:spcPts val="0"/>
              </a:spcBef>
              <a:spcAft>
                <a:spcPts val="0"/>
              </a:spcAft>
              <a:buSzPts val="1800"/>
              <a:buNone/>
            </a:pPr>
            <a:r>
              <a:t/>
            </a:r>
            <a:endParaRPr sz="2200"/>
          </a:p>
          <a:p>
            <a:pPr indent="0" lvl="0" marL="0" rtl="0" algn="l">
              <a:lnSpc>
                <a:spcPct val="115000"/>
              </a:lnSpc>
              <a:spcBef>
                <a:spcPts val="0"/>
              </a:spcBef>
              <a:spcAft>
                <a:spcPts val="0"/>
              </a:spcAft>
              <a:buSzPts val="1800"/>
              <a:buNone/>
            </a:pPr>
            <a:r>
              <a:rPr lang="en" sz="2200"/>
              <a:t>An image is made up of a two-dimensional </a:t>
            </a:r>
            <a:r>
              <a:rPr b="1" lang="en" sz="2200"/>
              <a:t>matrix of pixels</a:t>
            </a:r>
            <a:r>
              <a:rPr lang="en" sz="2200"/>
              <a:t>. </a:t>
            </a:r>
            <a:endParaRPr sz="2200"/>
          </a:p>
          <a:p>
            <a:pPr indent="0" lvl="0" marL="0" rtl="0" algn="l">
              <a:lnSpc>
                <a:spcPct val="115000"/>
              </a:lnSpc>
              <a:spcBef>
                <a:spcPts val="0"/>
              </a:spcBef>
              <a:spcAft>
                <a:spcPts val="0"/>
              </a:spcAft>
              <a:buSzPts val="1800"/>
              <a:buNone/>
            </a:pPr>
            <a:r>
              <a:t/>
            </a:r>
            <a:endParaRPr sz="2200"/>
          </a:p>
          <a:p>
            <a:pPr indent="0" lvl="0" marL="0" rtl="0" algn="l">
              <a:lnSpc>
                <a:spcPct val="115000"/>
              </a:lnSpc>
              <a:spcBef>
                <a:spcPts val="0"/>
              </a:spcBef>
              <a:spcAft>
                <a:spcPts val="0"/>
              </a:spcAft>
              <a:buSzPts val="1800"/>
              <a:buNone/>
            </a:pPr>
            <a:r>
              <a:rPr lang="en" sz="2200"/>
              <a:t>Pixels can take different shapes such as:</a:t>
            </a:r>
            <a:endParaRPr sz="2200"/>
          </a:p>
        </p:txBody>
      </p:sp>
      <p:pic>
        <p:nvPicPr>
          <p:cNvPr id="658" name="Google Shape;658;p70"/>
          <p:cNvPicPr preferRelativeResize="0"/>
          <p:nvPr/>
        </p:nvPicPr>
        <p:blipFill rotWithShape="1">
          <a:blip r:embed="rId3">
            <a:alphaModFix/>
          </a:blip>
          <a:srcRect b="0" l="0" r="0" t="0"/>
          <a:stretch/>
        </p:blipFill>
        <p:spPr>
          <a:xfrm>
            <a:off x="5906250" y="2986675"/>
            <a:ext cx="2325450" cy="893300"/>
          </a:xfrm>
          <a:prstGeom prst="rect">
            <a:avLst/>
          </a:prstGeom>
          <a:noFill/>
          <a:ln>
            <a:noFill/>
          </a:ln>
        </p:spPr>
      </p:pic>
      <p:pic>
        <p:nvPicPr>
          <p:cNvPr id="659" name="Google Shape;659;p70"/>
          <p:cNvPicPr preferRelativeResize="0"/>
          <p:nvPr/>
        </p:nvPicPr>
        <p:blipFill rotWithShape="1">
          <a:blip r:embed="rId4">
            <a:alphaModFix/>
          </a:blip>
          <a:srcRect b="0" l="0" r="0" t="0"/>
          <a:stretch/>
        </p:blipFill>
        <p:spPr>
          <a:xfrm>
            <a:off x="1158643" y="3055168"/>
            <a:ext cx="3279425" cy="1805650"/>
          </a:xfrm>
          <a:prstGeom prst="rect">
            <a:avLst/>
          </a:prstGeom>
          <a:noFill/>
          <a:ln>
            <a:noFill/>
          </a:ln>
        </p:spPr>
      </p:pic>
    </p:spTree>
  </p:cSld>
  <p:clrMapOvr>
    <a:masterClrMapping/>
  </p:clrMapOvr>
</p:sld>
</file>

<file path=ppt/slides/slide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3" name="Shape 663"/>
        <p:cNvGrpSpPr/>
        <p:nvPr/>
      </p:nvGrpSpPr>
      <p:grpSpPr>
        <a:xfrm>
          <a:off x="0" y="0"/>
          <a:ext cx="0" cy="0"/>
          <a:chOff x="0" y="0"/>
          <a:chExt cx="0" cy="0"/>
        </a:xfrm>
      </p:grpSpPr>
      <p:sp>
        <p:nvSpPr>
          <p:cNvPr id="664" name="Google Shape;664;p7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3000"/>
              <a:buNone/>
            </a:pPr>
            <a:r>
              <a:rPr lang="en" sz="1800">
                <a:solidFill>
                  <a:schemeClr val="accent1"/>
                </a:solidFill>
                <a:latin typeface="Arial"/>
                <a:ea typeface="Arial"/>
                <a:cs typeface="Arial"/>
                <a:sym typeface="Arial"/>
              </a:rPr>
              <a:t>A BLACK AND WHITE IMAGE ONLY REQUIRES 1 BIT PER PIXEL, THIS MEANS THAT EACH PIXEL CAN BE ONE OF TWO COLOURS, CORRESPONDING TO EITHER 1 OR 0.</a:t>
            </a:r>
            <a:endParaRPr sz="1800">
              <a:solidFill>
                <a:schemeClr val="accent1"/>
              </a:solidFill>
              <a:latin typeface="Arial"/>
              <a:ea typeface="Arial"/>
              <a:cs typeface="Arial"/>
              <a:sym typeface="Arial"/>
            </a:endParaRPr>
          </a:p>
          <a:p>
            <a:pPr indent="0" lvl="0" marL="0" rtl="0" algn="l">
              <a:lnSpc>
                <a:spcPct val="100000"/>
              </a:lnSpc>
              <a:spcBef>
                <a:spcPts val="0"/>
              </a:spcBef>
              <a:spcAft>
                <a:spcPts val="0"/>
              </a:spcAft>
              <a:buSzPts val="3000"/>
              <a:buNone/>
            </a:pPr>
            <a:r>
              <a:t/>
            </a:r>
            <a:endParaRPr sz="1800">
              <a:solidFill>
                <a:schemeClr val="accent1"/>
              </a:solidFill>
            </a:endParaRPr>
          </a:p>
        </p:txBody>
      </p:sp>
      <p:pic>
        <p:nvPicPr>
          <p:cNvPr id="665" name="Google Shape;665;p71"/>
          <p:cNvPicPr preferRelativeResize="0"/>
          <p:nvPr/>
        </p:nvPicPr>
        <p:blipFill rotWithShape="1">
          <a:blip r:embed="rId3">
            <a:alphaModFix/>
          </a:blip>
          <a:srcRect b="0" l="0" r="0" t="0"/>
          <a:stretch/>
        </p:blipFill>
        <p:spPr>
          <a:xfrm>
            <a:off x="311700" y="2225275"/>
            <a:ext cx="3200400" cy="1876425"/>
          </a:xfrm>
          <a:prstGeom prst="rect">
            <a:avLst/>
          </a:prstGeom>
          <a:noFill/>
          <a:ln>
            <a:noFill/>
          </a:ln>
        </p:spPr>
      </p:pic>
      <p:pic>
        <p:nvPicPr>
          <p:cNvPr id="666" name="Google Shape;666;p71"/>
          <p:cNvPicPr preferRelativeResize="0"/>
          <p:nvPr/>
        </p:nvPicPr>
        <p:blipFill rotWithShape="1">
          <a:blip r:embed="rId4">
            <a:alphaModFix/>
          </a:blip>
          <a:srcRect b="0" l="3772" r="0" t="4021"/>
          <a:stretch/>
        </p:blipFill>
        <p:spPr>
          <a:xfrm>
            <a:off x="4823200" y="2404700"/>
            <a:ext cx="1742700" cy="1697000"/>
          </a:xfrm>
          <a:prstGeom prst="rect">
            <a:avLst/>
          </a:prstGeom>
          <a:noFill/>
          <a:ln>
            <a:noFill/>
          </a:ln>
        </p:spPr>
      </p:pic>
    </p:spTree>
  </p:cSld>
  <p:clrMapOvr>
    <a:masterClrMapping/>
  </p:clrMapOvr>
</p:sld>
</file>

<file path=ppt/slides/slide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0" name="Shape 670"/>
        <p:cNvGrpSpPr/>
        <p:nvPr/>
      </p:nvGrpSpPr>
      <p:grpSpPr>
        <a:xfrm>
          <a:off x="0" y="0"/>
          <a:ext cx="0" cy="0"/>
          <a:chOff x="0" y="0"/>
          <a:chExt cx="0" cy="0"/>
        </a:xfrm>
      </p:grpSpPr>
      <p:sp>
        <p:nvSpPr>
          <p:cNvPr id="671" name="Google Shape;671;p72"/>
          <p:cNvSpPr txBox="1"/>
          <p:nvPr>
            <p:ph type="title"/>
          </p:nvPr>
        </p:nvSpPr>
        <p:spPr>
          <a:xfrm>
            <a:off x="600425" y="410000"/>
            <a:ext cx="7736100" cy="7173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3000"/>
              <a:buNone/>
            </a:pPr>
            <a:r>
              <a:rPr lang="en" sz="1800">
                <a:solidFill>
                  <a:schemeClr val="accent1"/>
                </a:solidFill>
                <a:latin typeface="Arial"/>
                <a:ea typeface="Arial"/>
                <a:cs typeface="Arial"/>
                <a:sym typeface="Arial"/>
              </a:rPr>
              <a:t>IF EACH PIXEL IS REPRESENTED BY TWO BITS, THEN EACH PIXEL CAN BE ONE OF FOUR COLOURS (00,01,10,11)</a:t>
            </a:r>
            <a:endParaRPr sz="1800">
              <a:solidFill>
                <a:schemeClr val="accent1"/>
              </a:solidFill>
              <a:latin typeface="Arial"/>
              <a:ea typeface="Arial"/>
              <a:cs typeface="Arial"/>
              <a:sym typeface="Arial"/>
            </a:endParaRPr>
          </a:p>
          <a:p>
            <a:pPr indent="0" lvl="0" marL="0" rtl="0" algn="l">
              <a:lnSpc>
                <a:spcPct val="100000"/>
              </a:lnSpc>
              <a:spcBef>
                <a:spcPts val="0"/>
              </a:spcBef>
              <a:spcAft>
                <a:spcPts val="0"/>
              </a:spcAft>
              <a:buSzPts val="3000"/>
              <a:buNone/>
            </a:pPr>
            <a:r>
              <a:t/>
            </a:r>
            <a:endParaRPr sz="1800">
              <a:solidFill>
                <a:schemeClr val="accent1"/>
              </a:solidFill>
            </a:endParaRPr>
          </a:p>
        </p:txBody>
      </p:sp>
      <p:pic>
        <p:nvPicPr>
          <p:cNvPr id="672" name="Google Shape;672;p72"/>
          <p:cNvPicPr preferRelativeResize="0"/>
          <p:nvPr/>
        </p:nvPicPr>
        <p:blipFill rotWithShape="1">
          <a:blip r:embed="rId3">
            <a:alphaModFix/>
          </a:blip>
          <a:srcRect b="0" l="0" r="0" t="0"/>
          <a:stretch/>
        </p:blipFill>
        <p:spPr>
          <a:xfrm>
            <a:off x="815550" y="1340375"/>
            <a:ext cx="3314700" cy="3390900"/>
          </a:xfrm>
          <a:prstGeom prst="rect">
            <a:avLst/>
          </a:prstGeom>
          <a:noFill/>
          <a:ln>
            <a:noFill/>
          </a:ln>
        </p:spPr>
      </p:pic>
      <p:pic>
        <p:nvPicPr>
          <p:cNvPr id="673" name="Google Shape;673;p72"/>
          <p:cNvPicPr preferRelativeResize="0"/>
          <p:nvPr/>
        </p:nvPicPr>
        <p:blipFill rotWithShape="1">
          <a:blip r:embed="rId4">
            <a:alphaModFix/>
          </a:blip>
          <a:srcRect b="0" l="0" r="0" t="0"/>
          <a:stretch/>
        </p:blipFill>
        <p:spPr>
          <a:xfrm>
            <a:off x="5266150" y="1629322"/>
            <a:ext cx="2363525" cy="2283750"/>
          </a:xfrm>
          <a:prstGeom prst="rect">
            <a:avLst/>
          </a:prstGeom>
          <a:noFill/>
          <a:ln>
            <a:noFill/>
          </a:ln>
        </p:spPr>
      </p:pic>
    </p:spTree>
  </p:cSld>
  <p:clrMapOvr>
    <a:masterClrMapping/>
  </p:clrMapOvr>
</p:sld>
</file>

<file path=ppt/slides/slide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7" name="Shape 677"/>
        <p:cNvGrpSpPr/>
        <p:nvPr/>
      </p:nvGrpSpPr>
      <p:grpSpPr>
        <a:xfrm>
          <a:off x="0" y="0"/>
          <a:ext cx="0" cy="0"/>
          <a:chOff x="0" y="0"/>
          <a:chExt cx="0" cy="0"/>
        </a:xfrm>
      </p:grpSpPr>
      <p:sp>
        <p:nvSpPr>
          <p:cNvPr id="678" name="Google Shape;678;p7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3000"/>
              <a:buNone/>
            </a:pPr>
            <a:r>
              <a:rPr lang="en" sz="1800">
                <a:solidFill>
                  <a:schemeClr val="accent1"/>
                </a:solidFill>
                <a:latin typeface="Arial"/>
                <a:ea typeface="Arial"/>
                <a:cs typeface="Arial"/>
                <a:sym typeface="Arial"/>
              </a:rPr>
              <a:t>IF EACH PIXEL IS REPRESENTED BY THREE BITS, THEN EACH PIXEL CAN BE ONE OF EIGHT COLOURS (000,001,010,011,100,101,110,111)</a:t>
            </a:r>
            <a:endParaRPr sz="1800">
              <a:solidFill>
                <a:schemeClr val="accent1"/>
              </a:solidFill>
              <a:latin typeface="Arial"/>
              <a:ea typeface="Arial"/>
              <a:cs typeface="Arial"/>
              <a:sym typeface="Arial"/>
            </a:endParaRPr>
          </a:p>
          <a:p>
            <a:pPr indent="0" lvl="0" marL="0" rtl="0" algn="l">
              <a:lnSpc>
                <a:spcPct val="100000"/>
              </a:lnSpc>
              <a:spcBef>
                <a:spcPts val="0"/>
              </a:spcBef>
              <a:spcAft>
                <a:spcPts val="0"/>
              </a:spcAft>
              <a:buSzPts val="3000"/>
              <a:buNone/>
            </a:pPr>
            <a:r>
              <a:t/>
            </a:r>
            <a:endParaRPr sz="1800">
              <a:solidFill>
                <a:schemeClr val="accent1"/>
              </a:solidFill>
            </a:endParaRPr>
          </a:p>
        </p:txBody>
      </p:sp>
      <p:pic>
        <p:nvPicPr>
          <p:cNvPr id="679" name="Google Shape;679;p73"/>
          <p:cNvPicPr preferRelativeResize="0"/>
          <p:nvPr/>
        </p:nvPicPr>
        <p:blipFill rotWithShape="1">
          <a:blip r:embed="rId3">
            <a:alphaModFix/>
          </a:blip>
          <a:srcRect b="0" l="0" r="0" t="0"/>
          <a:stretch/>
        </p:blipFill>
        <p:spPr>
          <a:xfrm>
            <a:off x="459025" y="1297263"/>
            <a:ext cx="2630275" cy="2513200"/>
          </a:xfrm>
          <a:prstGeom prst="rect">
            <a:avLst/>
          </a:prstGeom>
          <a:noFill/>
          <a:ln>
            <a:noFill/>
          </a:ln>
        </p:spPr>
      </p:pic>
      <p:pic>
        <p:nvPicPr>
          <p:cNvPr id="680" name="Google Shape;680;p73"/>
          <p:cNvPicPr preferRelativeResize="0"/>
          <p:nvPr/>
        </p:nvPicPr>
        <p:blipFill rotWithShape="1">
          <a:blip r:embed="rId4">
            <a:alphaModFix/>
          </a:blip>
          <a:srcRect b="0" l="0" r="0" t="0"/>
          <a:stretch/>
        </p:blipFill>
        <p:spPr>
          <a:xfrm>
            <a:off x="2183075" y="2945275"/>
            <a:ext cx="6960925" cy="865200"/>
          </a:xfrm>
          <a:prstGeom prst="rect">
            <a:avLst/>
          </a:prstGeom>
          <a:noFill/>
          <a:ln>
            <a:noFill/>
          </a:ln>
        </p:spPr>
      </p:pic>
    </p:spTree>
  </p:cSld>
  <p:clrMapOvr>
    <a:masterClrMapping/>
  </p:clrMapOvr>
</p:sld>
</file>

<file path=ppt/slides/slide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4" name="Shape 684"/>
        <p:cNvGrpSpPr/>
        <p:nvPr/>
      </p:nvGrpSpPr>
      <p:grpSpPr>
        <a:xfrm>
          <a:off x="0" y="0"/>
          <a:ext cx="0" cy="0"/>
          <a:chOff x="0" y="0"/>
          <a:chExt cx="0" cy="0"/>
        </a:xfrm>
      </p:grpSpPr>
      <p:sp>
        <p:nvSpPr>
          <p:cNvPr id="685" name="Google Shape;685;p7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3000"/>
              <a:buNone/>
            </a:pPr>
            <a:r>
              <a:rPr lang="en"/>
              <a:t>Image representation</a:t>
            </a:r>
            <a:endParaRPr/>
          </a:p>
        </p:txBody>
      </p:sp>
      <p:sp>
        <p:nvSpPr>
          <p:cNvPr id="686" name="Google Shape;686;p74"/>
          <p:cNvSpPr txBox="1"/>
          <p:nvPr>
            <p:ph idx="1" type="body"/>
          </p:nvPr>
        </p:nvSpPr>
        <p:spPr>
          <a:xfrm>
            <a:off x="311700" y="1229875"/>
            <a:ext cx="8520600" cy="1996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800"/>
              <a:buNone/>
            </a:pPr>
            <a:r>
              <a:rPr lang="en">
                <a:solidFill>
                  <a:srgbClr val="000000"/>
                </a:solidFill>
                <a:latin typeface="Arial"/>
                <a:ea typeface="Arial"/>
                <a:cs typeface="Arial"/>
                <a:sym typeface="Arial"/>
              </a:rPr>
              <a:t>ONE BIT - 2 COLOUR (0,1)</a:t>
            </a:r>
            <a:endParaRPr>
              <a:solidFill>
                <a:srgbClr val="000000"/>
              </a:solidFill>
              <a:latin typeface="Arial"/>
              <a:ea typeface="Arial"/>
              <a:cs typeface="Arial"/>
              <a:sym typeface="Arial"/>
            </a:endParaRPr>
          </a:p>
          <a:p>
            <a:pPr indent="0" lvl="0" marL="0" rtl="0" algn="l">
              <a:lnSpc>
                <a:spcPct val="100000"/>
              </a:lnSpc>
              <a:spcBef>
                <a:spcPts val="0"/>
              </a:spcBef>
              <a:spcAft>
                <a:spcPts val="0"/>
              </a:spcAft>
              <a:buSzPts val="1800"/>
              <a:buNone/>
            </a:pPr>
            <a:r>
              <a:rPr lang="en">
                <a:solidFill>
                  <a:srgbClr val="000000"/>
                </a:solidFill>
                <a:latin typeface="Arial"/>
                <a:ea typeface="Arial"/>
                <a:cs typeface="Arial"/>
                <a:sym typeface="Arial"/>
              </a:rPr>
              <a:t>TWO BIT - 4 COLOUR (00,01,10,11)</a:t>
            </a:r>
            <a:endParaRPr>
              <a:solidFill>
                <a:srgbClr val="000000"/>
              </a:solidFill>
              <a:latin typeface="Arial"/>
              <a:ea typeface="Arial"/>
              <a:cs typeface="Arial"/>
              <a:sym typeface="Arial"/>
            </a:endParaRPr>
          </a:p>
          <a:p>
            <a:pPr indent="0" lvl="0" marL="0" rtl="0" algn="l">
              <a:lnSpc>
                <a:spcPct val="100000"/>
              </a:lnSpc>
              <a:spcBef>
                <a:spcPts val="0"/>
              </a:spcBef>
              <a:spcAft>
                <a:spcPts val="0"/>
              </a:spcAft>
              <a:buSzPts val="1800"/>
              <a:buNone/>
            </a:pPr>
            <a:r>
              <a:rPr lang="en">
                <a:solidFill>
                  <a:srgbClr val="000000"/>
                </a:solidFill>
                <a:latin typeface="Arial"/>
                <a:ea typeface="Arial"/>
                <a:cs typeface="Arial"/>
                <a:sym typeface="Arial"/>
              </a:rPr>
              <a:t>THREE BIT - 8 COLOUR (000,001,010,011,100,101,110,111)</a:t>
            </a:r>
            <a:endParaRPr>
              <a:solidFill>
                <a:srgbClr val="000000"/>
              </a:solidFill>
              <a:latin typeface="Arial"/>
              <a:ea typeface="Arial"/>
              <a:cs typeface="Arial"/>
              <a:sym typeface="Arial"/>
            </a:endParaRPr>
          </a:p>
          <a:p>
            <a:pPr indent="0" lvl="0" marL="0" rtl="0" algn="l">
              <a:lnSpc>
                <a:spcPct val="100000"/>
              </a:lnSpc>
              <a:spcBef>
                <a:spcPts val="0"/>
              </a:spcBef>
              <a:spcAft>
                <a:spcPts val="0"/>
              </a:spcAft>
              <a:buSzPts val="1800"/>
              <a:buNone/>
            </a:pPr>
            <a:r>
              <a:rPr lang="en">
                <a:solidFill>
                  <a:srgbClr val="000000"/>
                </a:solidFill>
                <a:latin typeface="Arial"/>
                <a:ea typeface="Arial"/>
                <a:cs typeface="Arial"/>
                <a:sym typeface="Arial"/>
              </a:rPr>
              <a:t>EIGHT BIT - ? </a:t>
            </a:r>
            <a:endParaRPr>
              <a:solidFill>
                <a:srgbClr val="000000"/>
              </a:solidFill>
              <a:latin typeface="Arial"/>
              <a:ea typeface="Arial"/>
              <a:cs typeface="Arial"/>
              <a:sym typeface="Arial"/>
            </a:endParaRPr>
          </a:p>
          <a:p>
            <a:pPr indent="0" lvl="0" marL="0" rtl="0" algn="l">
              <a:lnSpc>
                <a:spcPct val="100000"/>
              </a:lnSpc>
              <a:spcBef>
                <a:spcPts val="0"/>
              </a:spcBef>
              <a:spcAft>
                <a:spcPts val="0"/>
              </a:spcAft>
              <a:buSzPts val="1800"/>
              <a:buNone/>
            </a:pPr>
            <a:r>
              <a:t/>
            </a:r>
            <a:endParaRPr>
              <a:solidFill>
                <a:srgbClr val="000000"/>
              </a:solidFill>
              <a:latin typeface="Arial"/>
              <a:ea typeface="Arial"/>
              <a:cs typeface="Arial"/>
              <a:sym typeface="Arial"/>
            </a:endParaRPr>
          </a:p>
          <a:p>
            <a:pPr indent="0" lvl="0" marL="0" rtl="0" algn="l">
              <a:lnSpc>
                <a:spcPct val="432636"/>
              </a:lnSpc>
              <a:spcBef>
                <a:spcPts val="0"/>
              </a:spcBef>
              <a:spcAft>
                <a:spcPts val="0"/>
              </a:spcAft>
              <a:buSzPts val="1800"/>
              <a:buNone/>
            </a:pPr>
            <a:r>
              <a:rPr b="1" lang="en">
                <a:solidFill>
                  <a:schemeClr val="accent3"/>
                </a:solidFill>
                <a:latin typeface="Arial"/>
                <a:ea typeface="Arial"/>
                <a:cs typeface="Arial"/>
                <a:sym typeface="Arial"/>
              </a:rPr>
              <a:t>TOTAL NUMBER OF COLOURS: </a:t>
            </a:r>
            <a:r>
              <a:rPr lang="en">
                <a:solidFill>
                  <a:schemeClr val="accent3"/>
                </a:solidFill>
                <a:latin typeface="Arial"/>
                <a:ea typeface="Arial"/>
                <a:cs typeface="Arial"/>
                <a:sym typeface="Arial"/>
              </a:rPr>
              <a:t>2 ^(NUMBER OF BITS)</a:t>
            </a:r>
            <a:endParaRPr>
              <a:solidFill>
                <a:schemeClr val="accent3"/>
              </a:solidFill>
            </a:endParaRPr>
          </a:p>
        </p:txBody>
      </p:sp>
      <p:pic>
        <p:nvPicPr>
          <p:cNvPr id="687" name="Google Shape;687;p74"/>
          <p:cNvPicPr preferRelativeResize="0"/>
          <p:nvPr/>
        </p:nvPicPr>
        <p:blipFill rotWithShape="1">
          <a:blip r:embed="rId3">
            <a:alphaModFix/>
          </a:blip>
          <a:srcRect b="0" l="0" r="0" t="0"/>
          <a:stretch/>
        </p:blipFill>
        <p:spPr>
          <a:xfrm>
            <a:off x="0" y="3664182"/>
            <a:ext cx="9143999" cy="1292087"/>
          </a:xfrm>
          <a:prstGeom prst="rect">
            <a:avLst/>
          </a:prstGeom>
          <a:noFill/>
          <a:ln>
            <a:noFill/>
          </a:ln>
        </p:spPr>
      </p:pic>
    </p:spTree>
  </p:cSld>
  <p:clrMapOvr>
    <a:masterClrMapping/>
  </p:clrMapOvr>
</p:sld>
</file>

<file path=ppt/slides/slide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2242"/>
        </a:solidFill>
      </p:bgPr>
    </p:bg>
    <p:spTree>
      <p:nvGrpSpPr>
        <p:cNvPr id="691" name="Shape 691"/>
        <p:cNvGrpSpPr/>
        <p:nvPr/>
      </p:nvGrpSpPr>
      <p:grpSpPr>
        <a:xfrm>
          <a:off x="0" y="0"/>
          <a:ext cx="0" cy="0"/>
          <a:chOff x="0" y="0"/>
          <a:chExt cx="0" cy="0"/>
        </a:xfrm>
      </p:grpSpPr>
      <p:pic>
        <p:nvPicPr>
          <p:cNvPr id="692" name="Google Shape;692;p75"/>
          <p:cNvPicPr preferRelativeResize="0"/>
          <p:nvPr/>
        </p:nvPicPr>
        <p:blipFill rotWithShape="1">
          <a:blip r:embed="rId3">
            <a:alphaModFix/>
          </a:blip>
          <a:srcRect b="0" l="0" r="0" t="0"/>
          <a:stretch/>
        </p:blipFill>
        <p:spPr>
          <a:xfrm>
            <a:off x="0" y="304800"/>
            <a:ext cx="9143999" cy="4398918"/>
          </a:xfrm>
          <a:prstGeom prst="rect">
            <a:avLst/>
          </a:prstGeom>
          <a:noFill/>
          <a:ln>
            <a:noFill/>
          </a:ln>
        </p:spPr>
      </p:pic>
    </p:spTree>
  </p:cSld>
  <p:clrMapOvr>
    <a:masterClrMapping/>
  </p:clrMapOvr>
</p:sld>
</file>

<file path=ppt/slides/slide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6" name="Shape 696"/>
        <p:cNvGrpSpPr/>
        <p:nvPr/>
      </p:nvGrpSpPr>
      <p:grpSpPr>
        <a:xfrm>
          <a:off x="0" y="0"/>
          <a:ext cx="0" cy="0"/>
          <a:chOff x="0" y="0"/>
          <a:chExt cx="0" cy="0"/>
        </a:xfrm>
      </p:grpSpPr>
      <p:pic>
        <p:nvPicPr>
          <p:cNvPr id="697" name="Google Shape;697;p76"/>
          <p:cNvPicPr preferRelativeResize="0"/>
          <p:nvPr/>
        </p:nvPicPr>
        <p:blipFill rotWithShape="1">
          <a:blip r:embed="rId3">
            <a:alphaModFix/>
          </a:blip>
          <a:srcRect b="0" l="0" r="0" t="4425"/>
          <a:stretch/>
        </p:blipFill>
        <p:spPr>
          <a:xfrm>
            <a:off x="1701975" y="241425"/>
            <a:ext cx="5740049" cy="3048425"/>
          </a:xfrm>
          <a:prstGeom prst="rect">
            <a:avLst/>
          </a:prstGeom>
          <a:noFill/>
          <a:ln>
            <a:noFill/>
          </a:ln>
        </p:spPr>
      </p:pic>
      <p:pic>
        <p:nvPicPr>
          <p:cNvPr id="698" name="Google Shape;698;p76"/>
          <p:cNvPicPr preferRelativeResize="0"/>
          <p:nvPr/>
        </p:nvPicPr>
        <p:blipFill rotWithShape="1">
          <a:blip r:embed="rId4">
            <a:alphaModFix/>
          </a:blip>
          <a:srcRect b="0" l="0" r="0" t="0"/>
          <a:stretch/>
        </p:blipFill>
        <p:spPr>
          <a:xfrm>
            <a:off x="1324400" y="3469150"/>
            <a:ext cx="6667500" cy="1600200"/>
          </a:xfrm>
          <a:prstGeom prst="rect">
            <a:avLst/>
          </a:prstGeom>
          <a:noFill/>
          <a:ln>
            <a:noFill/>
          </a:ln>
        </p:spPr>
      </p:pic>
    </p:spTree>
  </p:cSld>
  <p:clrMapOvr>
    <a:masterClrMapping/>
  </p:clrMapOvr>
</p:sld>
</file>

<file path=ppt/slides/slide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77"/>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3000"/>
              <a:buNone/>
            </a:pPr>
            <a:r>
              <a:rPr lang="en"/>
              <a:t>Pros and Cons of higher resolution image</a:t>
            </a:r>
            <a:endParaRPr/>
          </a:p>
        </p:txBody>
      </p:sp>
      <p:pic>
        <p:nvPicPr>
          <p:cNvPr id="704" name="Google Shape;704;p77"/>
          <p:cNvPicPr preferRelativeResize="0"/>
          <p:nvPr/>
        </p:nvPicPr>
        <p:blipFill rotWithShape="1">
          <a:blip r:embed="rId3">
            <a:alphaModFix/>
          </a:blip>
          <a:srcRect b="0" l="0" r="0" t="0"/>
          <a:stretch/>
        </p:blipFill>
        <p:spPr>
          <a:xfrm>
            <a:off x="311700" y="1586899"/>
            <a:ext cx="8520599" cy="1835414"/>
          </a:xfrm>
          <a:prstGeom prst="rect">
            <a:avLst/>
          </a:prstGeom>
          <a:noFill/>
          <a:ln>
            <a:noFill/>
          </a:ln>
        </p:spPr>
      </p:pic>
    </p:spTree>
  </p:cSld>
  <p:clrMapOvr>
    <a:masterClrMapping/>
  </p:clrMapOvr>
</p:sld>
</file>

<file path=ppt/slides/slide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7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3000"/>
              <a:buNone/>
            </a:pPr>
            <a:r>
              <a:t/>
            </a:r>
            <a:endParaRPr/>
          </a:p>
        </p:txBody>
      </p:sp>
      <p:sp>
        <p:nvSpPr>
          <p:cNvPr id="710" name="Google Shape;710;p78"/>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1600"/>
              </a:spcAft>
              <a:buSzPts val="1800"/>
              <a:buNone/>
            </a:pPr>
            <a:r>
              <a:t/>
            </a:r>
            <a:endParaRPr/>
          </a:p>
        </p:txBody>
      </p:sp>
      <p:pic>
        <p:nvPicPr>
          <p:cNvPr id="711" name="Google Shape;711;p78"/>
          <p:cNvPicPr preferRelativeResize="0"/>
          <p:nvPr/>
        </p:nvPicPr>
        <p:blipFill rotWithShape="1">
          <a:blip r:embed="rId3">
            <a:alphaModFix/>
          </a:blip>
          <a:srcRect b="0" l="0" r="0" t="0"/>
          <a:stretch/>
        </p:blipFill>
        <p:spPr>
          <a:xfrm>
            <a:off x="0" y="0"/>
            <a:ext cx="9144000" cy="5143500"/>
          </a:xfrm>
          <a:prstGeom prst="rect">
            <a:avLst/>
          </a:prstGeom>
          <a:noFill/>
          <a:ln>
            <a:noFill/>
          </a:ln>
        </p:spPr>
      </p:pic>
      <p:pic>
        <p:nvPicPr>
          <p:cNvPr id="712" name="Google Shape;712;p78" title="Exam - Free of Charge Creative Commons Notepad 1 image"/>
          <p:cNvPicPr preferRelativeResize="0"/>
          <p:nvPr/>
        </p:nvPicPr>
        <p:blipFill rotWithShape="1">
          <a:blip r:embed="rId4">
            <a:alphaModFix/>
          </a:blip>
          <a:srcRect b="21312" l="0" r="0" t="20179"/>
          <a:stretch/>
        </p:blipFill>
        <p:spPr>
          <a:xfrm rot="-5400000">
            <a:off x="-1506300" y="1510725"/>
            <a:ext cx="5150300" cy="2128851"/>
          </a:xfrm>
          <a:prstGeom prst="rect">
            <a:avLst/>
          </a:prstGeom>
          <a:noFill/>
          <a:ln>
            <a:noFill/>
          </a:ln>
        </p:spPr>
      </p:pic>
    </p:spTree>
  </p:cSld>
  <p:clrMapOvr>
    <a:masterClrMapping/>
  </p:clrMapOvr>
</p:sld>
</file>

<file path=ppt/slides/slide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6" name="Shape 716"/>
        <p:cNvGrpSpPr/>
        <p:nvPr/>
      </p:nvGrpSpPr>
      <p:grpSpPr>
        <a:xfrm>
          <a:off x="0" y="0"/>
          <a:ext cx="0" cy="0"/>
          <a:chOff x="0" y="0"/>
          <a:chExt cx="0" cy="0"/>
        </a:xfrm>
      </p:grpSpPr>
      <p:sp>
        <p:nvSpPr>
          <p:cNvPr id="717" name="Google Shape;717;p7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3000"/>
              <a:buNone/>
            </a:pPr>
            <a:r>
              <a:t/>
            </a:r>
            <a:endParaRPr/>
          </a:p>
        </p:txBody>
      </p:sp>
      <p:sp>
        <p:nvSpPr>
          <p:cNvPr id="718" name="Google Shape;718;p79"/>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1600"/>
              </a:spcAft>
              <a:buSzPts val="1800"/>
              <a:buNone/>
            </a:pPr>
            <a:r>
              <a:t/>
            </a:r>
            <a:endParaRPr/>
          </a:p>
        </p:txBody>
      </p:sp>
      <p:pic>
        <p:nvPicPr>
          <p:cNvPr id="719" name="Google Shape;719;p79"/>
          <p:cNvPicPr preferRelativeResize="0"/>
          <p:nvPr/>
        </p:nvPicPr>
        <p:blipFill rotWithShape="1">
          <a:blip r:embed="rId3">
            <a:alphaModFix/>
          </a:blip>
          <a:srcRect b="0" l="0" r="0" t="0"/>
          <a:stretch/>
        </p:blipFill>
        <p:spPr>
          <a:xfrm>
            <a:off x="0" y="0"/>
            <a:ext cx="9144000" cy="5143500"/>
          </a:xfrm>
          <a:prstGeom prst="rect">
            <a:avLst/>
          </a:prstGeom>
          <a:noFill/>
          <a:ln>
            <a:noFill/>
          </a:ln>
        </p:spPr>
      </p:pic>
      <p:pic>
        <p:nvPicPr>
          <p:cNvPr id="720" name="Google Shape;720;p79" title="Exam - Free of Charge Creative Commons Notepad 1 image"/>
          <p:cNvPicPr preferRelativeResize="0"/>
          <p:nvPr/>
        </p:nvPicPr>
        <p:blipFill rotWithShape="1">
          <a:blip r:embed="rId4">
            <a:alphaModFix/>
          </a:blip>
          <a:srcRect b="21312" l="0" r="0" t="20179"/>
          <a:stretch/>
        </p:blipFill>
        <p:spPr>
          <a:xfrm rot="-5400000">
            <a:off x="-1506300" y="1510725"/>
            <a:ext cx="5150300" cy="2128851"/>
          </a:xfrm>
          <a:prstGeom prst="rect">
            <a:avLst/>
          </a:prstGeom>
          <a:noFill/>
          <a:ln>
            <a:noFill/>
          </a:ln>
        </p:spPr>
      </p:pic>
    </p:spTree>
  </p:cSld>
  <p:clrMapOvr>
    <a:masterClrMapping/>
  </p:clrMapOvr>
</p:sld>
</file>

<file path=ppt/slides/slide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4" name="Shape 724"/>
        <p:cNvGrpSpPr/>
        <p:nvPr/>
      </p:nvGrpSpPr>
      <p:grpSpPr>
        <a:xfrm>
          <a:off x="0" y="0"/>
          <a:ext cx="0" cy="0"/>
          <a:chOff x="0" y="0"/>
          <a:chExt cx="0" cy="0"/>
        </a:xfrm>
      </p:grpSpPr>
      <p:sp>
        <p:nvSpPr>
          <p:cNvPr id="725" name="Google Shape;725;p80"/>
          <p:cNvSpPr txBox="1"/>
          <p:nvPr>
            <p:ph type="title"/>
          </p:nvPr>
        </p:nvSpPr>
        <p:spPr>
          <a:xfrm>
            <a:off x="598100" y="1913975"/>
            <a:ext cx="8222100" cy="17325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4200"/>
              <a:buNone/>
            </a:pPr>
            <a:r>
              <a:rPr lang="en"/>
              <a:t>1.3 Data storage and file compression</a:t>
            </a:r>
            <a:endParaRPr/>
          </a:p>
        </p:txBody>
      </p:sp>
    </p:spTree>
  </p:cSld>
  <p:clrMapOvr>
    <a:masterClrMapping/>
  </p:clrMapOvr>
</p:sld>
</file>

<file path=ppt/slides/slide1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9" name="Shape 729"/>
        <p:cNvGrpSpPr/>
        <p:nvPr/>
      </p:nvGrpSpPr>
      <p:grpSpPr>
        <a:xfrm>
          <a:off x="0" y="0"/>
          <a:ext cx="0" cy="0"/>
          <a:chOff x="0" y="0"/>
          <a:chExt cx="0" cy="0"/>
        </a:xfrm>
      </p:grpSpPr>
      <p:sp>
        <p:nvSpPr>
          <p:cNvPr id="730" name="Google Shape;730;g31462014281_0_0"/>
          <p:cNvSpPr txBox="1"/>
          <p:nvPr>
            <p:ph type="title"/>
          </p:nvPr>
        </p:nvSpPr>
        <p:spPr>
          <a:xfrm>
            <a:off x="311700" y="170200"/>
            <a:ext cx="8520600" cy="607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3000"/>
              <a:buNone/>
            </a:pPr>
            <a:r>
              <a:rPr lang="en"/>
              <a:t>DO NOW</a:t>
            </a:r>
            <a:endParaRPr/>
          </a:p>
        </p:txBody>
      </p:sp>
      <p:sp>
        <p:nvSpPr>
          <p:cNvPr id="731" name="Google Shape;731;g31462014281_0_0"/>
          <p:cNvSpPr txBox="1"/>
          <p:nvPr>
            <p:ph idx="1" type="body"/>
          </p:nvPr>
        </p:nvSpPr>
        <p:spPr>
          <a:xfrm>
            <a:off x="440850" y="957475"/>
            <a:ext cx="8446800" cy="3846900"/>
          </a:xfrm>
          <a:prstGeom prst="rect">
            <a:avLst/>
          </a:prstGeom>
          <a:noFill/>
          <a:ln>
            <a:noFill/>
          </a:ln>
        </p:spPr>
        <p:txBody>
          <a:bodyPr anchorCtr="0" anchor="t" bIns="91425" lIns="91425" spcFirstLastPara="1" rIns="91425" wrap="square" tIns="91425">
            <a:noAutofit/>
          </a:bodyPr>
          <a:lstStyle/>
          <a:p>
            <a:pPr indent="0" lvl="0" marL="0" rtl="0" algn="l">
              <a:lnSpc>
                <a:spcPct val="140000"/>
              </a:lnSpc>
              <a:spcBef>
                <a:spcPts val="0"/>
              </a:spcBef>
              <a:spcAft>
                <a:spcPts val="0"/>
              </a:spcAft>
              <a:buSzPts val="1800"/>
              <a:buNone/>
            </a:pPr>
            <a:r>
              <a:rPr b="1" lang="en">
                <a:solidFill>
                  <a:schemeClr val="accent3"/>
                </a:solidFill>
                <a:latin typeface="Arial"/>
                <a:ea typeface="Arial"/>
                <a:cs typeface="Arial"/>
                <a:sym typeface="Arial"/>
              </a:rPr>
              <a:t>Questions:</a:t>
            </a:r>
            <a:endParaRPr b="1">
              <a:solidFill>
                <a:schemeClr val="accent3"/>
              </a:solidFill>
              <a:latin typeface="Arial"/>
              <a:ea typeface="Arial"/>
              <a:cs typeface="Arial"/>
              <a:sym typeface="Arial"/>
            </a:endParaRPr>
          </a:p>
          <a:p>
            <a:pPr indent="-342900" lvl="0" marL="457200" rtl="0" algn="l">
              <a:lnSpc>
                <a:spcPct val="140000"/>
              </a:lnSpc>
              <a:spcBef>
                <a:spcPts val="0"/>
              </a:spcBef>
              <a:spcAft>
                <a:spcPts val="0"/>
              </a:spcAft>
              <a:buClr>
                <a:srgbClr val="03111B"/>
              </a:buClr>
              <a:buSzPts val="1800"/>
              <a:buFont typeface="Arial"/>
              <a:buAutoNum type="arabicPeriod"/>
            </a:pPr>
            <a:r>
              <a:rPr lang="en">
                <a:solidFill>
                  <a:srgbClr val="03111B"/>
                </a:solidFill>
                <a:latin typeface="Arial"/>
                <a:ea typeface="Arial"/>
                <a:cs typeface="Arial"/>
                <a:sym typeface="Arial"/>
              </a:rPr>
              <a:t>A photograph is 1024 × 1080 pixels and uses a colour depth of 32 bits. How many photographs of this size would fit onto a memory stick of 64GiB?</a:t>
            </a:r>
            <a:endParaRPr>
              <a:solidFill>
                <a:srgbClr val="03111B"/>
              </a:solidFill>
              <a:latin typeface="Arial"/>
              <a:ea typeface="Arial"/>
              <a:cs typeface="Arial"/>
              <a:sym typeface="Arial"/>
            </a:endParaRPr>
          </a:p>
          <a:p>
            <a:pPr indent="-342900" lvl="0" marL="457200" rtl="0" algn="l">
              <a:lnSpc>
                <a:spcPct val="140000"/>
              </a:lnSpc>
              <a:spcBef>
                <a:spcPts val="0"/>
              </a:spcBef>
              <a:spcAft>
                <a:spcPts val="0"/>
              </a:spcAft>
              <a:buClr>
                <a:srgbClr val="03111B"/>
              </a:buClr>
              <a:buSzPts val="1800"/>
              <a:buFont typeface="Arial"/>
              <a:buAutoNum type="arabicPeriod"/>
            </a:pPr>
            <a:r>
              <a:rPr lang="en">
                <a:solidFill>
                  <a:srgbClr val="03111B"/>
                </a:solidFill>
                <a:latin typeface="Arial"/>
                <a:ea typeface="Arial"/>
                <a:cs typeface="Arial"/>
                <a:sym typeface="Arial"/>
              </a:rPr>
              <a:t>A camera detector has an array of 2048 by 2048 pixels and uses a colour depth of 16. Find the size of an image taken by this camera in MiB.</a:t>
            </a:r>
            <a:endParaRPr>
              <a:solidFill>
                <a:srgbClr val="03111B"/>
              </a:solidFill>
              <a:latin typeface="Arial"/>
              <a:ea typeface="Arial"/>
              <a:cs typeface="Arial"/>
              <a:sym typeface="Arial"/>
            </a:endParaRPr>
          </a:p>
          <a:p>
            <a:pPr indent="-342900" lvl="0" marL="457200" rtl="0" algn="l">
              <a:lnSpc>
                <a:spcPct val="140000"/>
              </a:lnSpc>
              <a:spcBef>
                <a:spcPts val="0"/>
              </a:spcBef>
              <a:spcAft>
                <a:spcPts val="0"/>
              </a:spcAft>
              <a:buClr>
                <a:srgbClr val="03111B"/>
              </a:buClr>
              <a:buSzPts val="1800"/>
              <a:buFont typeface="Arial"/>
              <a:buAutoNum type="arabicPeriod"/>
            </a:pPr>
            <a:r>
              <a:rPr lang="en">
                <a:solidFill>
                  <a:srgbClr val="03111B"/>
                </a:solidFill>
                <a:latin typeface="Arial"/>
                <a:ea typeface="Arial"/>
                <a:cs typeface="Arial"/>
                <a:sym typeface="Arial"/>
              </a:rPr>
              <a:t>An audio CD has a sample rate of 44100 and a sample resolution of 16bits. The music being sampled uses two channels to allow for stereo recording. Calculate the file size for a 60-minute recording.</a:t>
            </a:r>
            <a:endParaRPr>
              <a:solidFill>
                <a:srgbClr val="03111B"/>
              </a:solidFill>
              <a:latin typeface="Arial"/>
              <a:ea typeface="Arial"/>
              <a:cs typeface="Arial"/>
              <a:sym typeface="Arial"/>
            </a:endParaRPr>
          </a:p>
          <a:p>
            <a:pPr indent="0" lvl="0" marL="0" rtl="0" algn="l">
              <a:lnSpc>
                <a:spcPct val="140000"/>
              </a:lnSpc>
              <a:spcBef>
                <a:spcPts val="0"/>
              </a:spcBef>
              <a:spcAft>
                <a:spcPts val="0"/>
              </a:spcAft>
              <a:buSzPts val="1800"/>
              <a:buNone/>
            </a:pPr>
            <a:r>
              <a:t/>
            </a:r>
            <a:endParaRPr>
              <a:solidFill>
                <a:srgbClr val="03111B"/>
              </a:solidFill>
              <a:latin typeface="Arial"/>
              <a:ea typeface="Arial"/>
              <a:cs typeface="Arial"/>
              <a:sym typeface="Arial"/>
            </a:endParaRPr>
          </a:p>
          <a:p>
            <a:pPr indent="0" lvl="0" marL="0" rtl="0" algn="l">
              <a:lnSpc>
                <a:spcPct val="140000"/>
              </a:lnSpc>
              <a:spcBef>
                <a:spcPts val="0"/>
              </a:spcBef>
              <a:spcAft>
                <a:spcPts val="0"/>
              </a:spcAft>
              <a:buSzPts val="1800"/>
              <a:buNone/>
            </a:pPr>
            <a:r>
              <a:t/>
            </a:r>
            <a:endParaRPr>
              <a:solidFill>
                <a:srgbClr val="03111B"/>
              </a:solidFill>
            </a:endParaRPr>
          </a:p>
        </p:txBody>
      </p:sp>
    </p:spTree>
  </p:cSld>
  <p:clrMapOvr>
    <a:masterClrMapping/>
  </p:clrMapOvr>
</p:sld>
</file>

<file path=ppt/slides/slide1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5" name="Shape 735"/>
        <p:cNvGrpSpPr/>
        <p:nvPr/>
      </p:nvGrpSpPr>
      <p:grpSpPr>
        <a:xfrm>
          <a:off x="0" y="0"/>
          <a:ext cx="0" cy="0"/>
          <a:chOff x="0" y="0"/>
          <a:chExt cx="0" cy="0"/>
        </a:xfrm>
      </p:grpSpPr>
      <p:pic>
        <p:nvPicPr>
          <p:cNvPr id="736" name="Google Shape;736;g31462014281_0_18"/>
          <p:cNvPicPr preferRelativeResize="0"/>
          <p:nvPr/>
        </p:nvPicPr>
        <p:blipFill>
          <a:blip r:embed="rId3">
            <a:alphaModFix/>
          </a:blip>
          <a:stretch>
            <a:fillRect/>
          </a:stretch>
        </p:blipFill>
        <p:spPr>
          <a:xfrm>
            <a:off x="152400" y="257175"/>
            <a:ext cx="8839201" cy="3478766"/>
          </a:xfrm>
          <a:prstGeom prst="rect">
            <a:avLst/>
          </a:prstGeom>
          <a:noFill/>
          <a:ln>
            <a:noFill/>
          </a:ln>
        </p:spPr>
      </p:pic>
    </p:spTree>
  </p:cSld>
  <p:clrMapOvr>
    <a:masterClrMapping/>
  </p:clrMapOvr>
</p:sld>
</file>

<file path=ppt/slides/slide1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40" name="Shape 740"/>
        <p:cNvGrpSpPr/>
        <p:nvPr/>
      </p:nvGrpSpPr>
      <p:grpSpPr>
        <a:xfrm>
          <a:off x="0" y="0"/>
          <a:ext cx="0" cy="0"/>
          <a:chOff x="0" y="0"/>
          <a:chExt cx="0" cy="0"/>
        </a:xfrm>
      </p:grpSpPr>
      <p:pic>
        <p:nvPicPr>
          <p:cNvPr id="741" name="Google Shape;741;g31462014281_0_24"/>
          <p:cNvPicPr preferRelativeResize="0"/>
          <p:nvPr/>
        </p:nvPicPr>
        <p:blipFill>
          <a:blip r:embed="rId3">
            <a:alphaModFix/>
          </a:blip>
          <a:stretch>
            <a:fillRect/>
          </a:stretch>
        </p:blipFill>
        <p:spPr>
          <a:xfrm>
            <a:off x="152400" y="228600"/>
            <a:ext cx="8839199" cy="3175586"/>
          </a:xfrm>
          <a:prstGeom prst="rect">
            <a:avLst/>
          </a:prstGeom>
          <a:noFill/>
          <a:ln>
            <a:noFill/>
          </a:ln>
        </p:spPr>
      </p:pic>
    </p:spTree>
  </p:cSld>
  <p:clrMapOvr>
    <a:masterClrMapping/>
  </p:clrMapOvr>
</p:sld>
</file>

<file path=ppt/slides/slide1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45" name="Shape 745"/>
        <p:cNvGrpSpPr/>
        <p:nvPr/>
      </p:nvGrpSpPr>
      <p:grpSpPr>
        <a:xfrm>
          <a:off x="0" y="0"/>
          <a:ext cx="0" cy="0"/>
          <a:chOff x="0" y="0"/>
          <a:chExt cx="0" cy="0"/>
        </a:xfrm>
      </p:grpSpPr>
      <p:pic>
        <p:nvPicPr>
          <p:cNvPr id="746" name="Google Shape;746;g31462014281_0_29"/>
          <p:cNvPicPr preferRelativeResize="0"/>
          <p:nvPr/>
        </p:nvPicPr>
        <p:blipFill>
          <a:blip r:embed="rId3">
            <a:alphaModFix/>
          </a:blip>
          <a:stretch>
            <a:fillRect/>
          </a:stretch>
        </p:blipFill>
        <p:spPr>
          <a:xfrm>
            <a:off x="152400" y="152400"/>
            <a:ext cx="8839200" cy="3945968"/>
          </a:xfrm>
          <a:prstGeom prst="rect">
            <a:avLst/>
          </a:prstGeom>
          <a:noFill/>
          <a:ln>
            <a:noFill/>
          </a:ln>
        </p:spPr>
      </p:pic>
    </p:spTree>
  </p:cSld>
  <p:clrMapOvr>
    <a:masterClrMapping/>
  </p:clrMapOvr>
</p:sld>
</file>

<file path=ppt/slides/slide1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0" name="Shape 750"/>
        <p:cNvGrpSpPr/>
        <p:nvPr/>
      </p:nvGrpSpPr>
      <p:grpSpPr>
        <a:xfrm>
          <a:off x="0" y="0"/>
          <a:ext cx="0" cy="0"/>
          <a:chOff x="0" y="0"/>
          <a:chExt cx="0" cy="0"/>
        </a:xfrm>
      </p:grpSpPr>
      <p:sp>
        <p:nvSpPr>
          <p:cNvPr id="751" name="Google Shape;751;p81"/>
          <p:cNvSpPr txBox="1"/>
          <p:nvPr>
            <p:ph type="title"/>
          </p:nvPr>
        </p:nvSpPr>
        <p:spPr>
          <a:xfrm>
            <a:off x="311700" y="86300"/>
            <a:ext cx="8520600" cy="607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3000"/>
              <a:buNone/>
            </a:pPr>
            <a:r>
              <a:rPr lang="en"/>
              <a:t>1.3.1 Measurement of data storage</a:t>
            </a:r>
            <a:endParaRPr/>
          </a:p>
        </p:txBody>
      </p:sp>
      <p:sp>
        <p:nvSpPr>
          <p:cNvPr id="752" name="Google Shape;752;p81"/>
          <p:cNvSpPr txBox="1"/>
          <p:nvPr>
            <p:ph idx="1" type="body"/>
          </p:nvPr>
        </p:nvSpPr>
        <p:spPr>
          <a:xfrm>
            <a:off x="311700" y="918000"/>
            <a:ext cx="8520600" cy="3860700"/>
          </a:xfrm>
          <a:prstGeom prst="rect">
            <a:avLst/>
          </a:prstGeom>
          <a:noFill/>
          <a:ln>
            <a:noFill/>
          </a:ln>
        </p:spPr>
        <p:txBody>
          <a:bodyPr anchorCtr="0" anchor="t" bIns="91425" lIns="91425" spcFirstLastPara="1" rIns="91425" wrap="square" tIns="91425">
            <a:noAutofit/>
          </a:bodyPr>
          <a:lstStyle/>
          <a:p>
            <a:pPr indent="0" lvl="0" marL="0" rtl="0" algn="just">
              <a:lnSpc>
                <a:spcPct val="115000"/>
              </a:lnSpc>
              <a:spcBef>
                <a:spcPts val="0"/>
              </a:spcBef>
              <a:spcAft>
                <a:spcPts val="0"/>
              </a:spcAft>
              <a:buSzPts val="1800"/>
              <a:buNone/>
            </a:pPr>
            <a:r>
              <a:rPr b="1" lang="en"/>
              <a:t>A bit</a:t>
            </a:r>
            <a:r>
              <a:rPr lang="en"/>
              <a:t> is the basic unit of all computing memory storage terms and is either 1 or 0. The word comes from binary digit. The byte is the smallest unit of memory in a computer. 1 byte is 8 bits. A 4-bit number is called a nibble – half a byte.</a:t>
            </a:r>
            <a:endParaRPr/>
          </a:p>
          <a:p>
            <a:pPr indent="0" lvl="0" marL="0" rtl="0" algn="just">
              <a:lnSpc>
                <a:spcPct val="115000"/>
              </a:lnSpc>
              <a:spcBef>
                <a:spcPts val="1600"/>
              </a:spcBef>
              <a:spcAft>
                <a:spcPts val="0"/>
              </a:spcAft>
              <a:buSzPts val="1800"/>
              <a:buNone/>
            </a:pPr>
            <a:r>
              <a:rPr lang="en"/>
              <a:t>1 byte of memory wouldn’t allow you to store very much information so memory size is measured in the multiples shown in Table</a:t>
            </a:r>
            <a:endParaRPr/>
          </a:p>
          <a:p>
            <a:pPr indent="0" lvl="0" marL="0" rtl="0" algn="just">
              <a:lnSpc>
                <a:spcPct val="115000"/>
              </a:lnSpc>
              <a:spcBef>
                <a:spcPts val="1600"/>
              </a:spcBef>
              <a:spcAft>
                <a:spcPts val="1600"/>
              </a:spcAft>
              <a:buSzPts val="1800"/>
              <a:buNone/>
            </a:pPr>
            <a:r>
              <a:t/>
            </a:r>
            <a:endParaRPr/>
          </a:p>
        </p:txBody>
      </p:sp>
      <p:pic>
        <p:nvPicPr>
          <p:cNvPr id="753" name="Google Shape;753;p81"/>
          <p:cNvPicPr preferRelativeResize="0"/>
          <p:nvPr/>
        </p:nvPicPr>
        <p:blipFill rotWithShape="1">
          <a:blip r:embed="rId3">
            <a:alphaModFix/>
          </a:blip>
          <a:srcRect b="0" l="0" r="0" t="0"/>
          <a:stretch/>
        </p:blipFill>
        <p:spPr>
          <a:xfrm>
            <a:off x="311700" y="2826063"/>
            <a:ext cx="5353050" cy="1952625"/>
          </a:xfrm>
          <a:prstGeom prst="rect">
            <a:avLst/>
          </a:prstGeom>
          <a:noFill/>
          <a:ln>
            <a:noFill/>
          </a:ln>
        </p:spPr>
      </p:pic>
    </p:spTree>
  </p:cSld>
  <p:clrMapOvr>
    <a:masterClrMapping/>
  </p:clrMapOvr>
</p:sld>
</file>

<file path=ppt/slides/slide1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7" name="Shape 757"/>
        <p:cNvGrpSpPr/>
        <p:nvPr/>
      </p:nvGrpSpPr>
      <p:grpSpPr>
        <a:xfrm>
          <a:off x="0" y="0"/>
          <a:ext cx="0" cy="0"/>
          <a:chOff x="0" y="0"/>
          <a:chExt cx="0" cy="0"/>
        </a:xfrm>
      </p:grpSpPr>
      <p:sp>
        <p:nvSpPr>
          <p:cNvPr id="758" name="Google Shape;758;p82"/>
          <p:cNvSpPr txBox="1"/>
          <p:nvPr>
            <p:ph idx="1" type="body"/>
          </p:nvPr>
        </p:nvSpPr>
        <p:spPr>
          <a:xfrm>
            <a:off x="311700" y="138825"/>
            <a:ext cx="8520600" cy="33390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1600"/>
              </a:spcAft>
              <a:buSzPts val="1800"/>
              <a:buNone/>
            </a:pPr>
            <a:r>
              <a:rPr lang="en"/>
              <a:t>Since memory size is actually measured in terms of powers of 2, another system has been adopted by the </a:t>
            </a:r>
            <a:r>
              <a:rPr b="1" lang="en"/>
              <a:t>IEC (International Electrotechnical Commission</a:t>
            </a:r>
            <a:r>
              <a:rPr lang="en"/>
              <a:t>) that is based on the binary system</a:t>
            </a:r>
            <a:endParaRPr/>
          </a:p>
        </p:txBody>
      </p:sp>
      <p:pic>
        <p:nvPicPr>
          <p:cNvPr id="759" name="Google Shape;759;p82"/>
          <p:cNvPicPr preferRelativeResize="0"/>
          <p:nvPr/>
        </p:nvPicPr>
        <p:blipFill rotWithShape="1">
          <a:blip r:embed="rId3">
            <a:alphaModFix/>
          </a:blip>
          <a:srcRect b="0" l="0" r="0" t="0"/>
          <a:stretch/>
        </p:blipFill>
        <p:spPr>
          <a:xfrm>
            <a:off x="311700" y="1353375"/>
            <a:ext cx="8520600" cy="2436759"/>
          </a:xfrm>
          <a:prstGeom prst="rect">
            <a:avLst/>
          </a:prstGeom>
          <a:noFill/>
          <a:ln>
            <a:noFill/>
          </a:ln>
        </p:spPr>
      </p:pic>
    </p:spTree>
  </p:cSld>
  <p:clrMapOvr>
    <a:masterClrMapping/>
  </p:clrMapOvr>
</p:sld>
</file>

<file path=ppt/slides/slide1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63" name="Shape 763"/>
        <p:cNvGrpSpPr/>
        <p:nvPr/>
      </p:nvGrpSpPr>
      <p:grpSpPr>
        <a:xfrm>
          <a:off x="0" y="0"/>
          <a:ext cx="0" cy="0"/>
          <a:chOff x="0" y="0"/>
          <a:chExt cx="0" cy="0"/>
        </a:xfrm>
      </p:grpSpPr>
      <p:sp>
        <p:nvSpPr>
          <p:cNvPr id="764" name="Google Shape;764;p83"/>
          <p:cNvSpPr txBox="1"/>
          <p:nvPr>
            <p:ph type="title"/>
          </p:nvPr>
        </p:nvSpPr>
        <p:spPr>
          <a:xfrm>
            <a:off x="311700" y="158225"/>
            <a:ext cx="8520600" cy="607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3000"/>
              <a:buNone/>
            </a:pPr>
            <a:r>
              <a:rPr lang="en"/>
              <a:t>1.3.2 Calculation of file size</a:t>
            </a:r>
            <a:endParaRPr/>
          </a:p>
        </p:txBody>
      </p:sp>
      <p:sp>
        <p:nvSpPr>
          <p:cNvPr id="765" name="Google Shape;765;p8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SzPts val="1800"/>
              <a:buNone/>
            </a:pPr>
            <a:r>
              <a:rPr b="1" lang="en"/>
              <a:t>The file size of an image is calculated as:</a:t>
            </a:r>
            <a:endParaRPr b="1"/>
          </a:p>
          <a:p>
            <a:pPr indent="0" lvl="0" marL="0" rtl="0" algn="l">
              <a:lnSpc>
                <a:spcPct val="115000"/>
              </a:lnSpc>
              <a:spcBef>
                <a:spcPts val="1600"/>
              </a:spcBef>
              <a:spcAft>
                <a:spcPts val="0"/>
              </a:spcAft>
              <a:buSzPts val="1800"/>
              <a:buNone/>
            </a:pPr>
            <a:r>
              <a:rPr b="1" i="1" lang="en">
                <a:solidFill>
                  <a:schemeClr val="accent3"/>
                </a:solidFill>
              </a:rPr>
              <a:t>image resolution (in pixels) × colour depth (in bits)</a:t>
            </a:r>
            <a:endParaRPr b="1" i="1">
              <a:solidFill>
                <a:schemeClr val="accent3"/>
              </a:solidFill>
            </a:endParaRPr>
          </a:p>
          <a:p>
            <a:pPr indent="0" lvl="0" marL="0" rtl="0" algn="l">
              <a:lnSpc>
                <a:spcPct val="115000"/>
              </a:lnSpc>
              <a:spcBef>
                <a:spcPts val="1600"/>
              </a:spcBef>
              <a:spcAft>
                <a:spcPts val="0"/>
              </a:spcAft>
              <a:buSzPts val="1800"/>
              <a:buNone/>
            </a:pPr>
            <a:r>
              <a:rPr b="1" lang="en"/>
              <a:t>The size of a mono sound file is calculated as:</a:t>
            </a:r>
            <a:endParaRPr b="1"/>
          </a:p>
          <a:p>
            <a:pPr indent="0" lvl="0" marL="0" rtl="0" algn="l">
              <a:lnSpc>
                <a:spcPct val="115000"/>
              </a:lnSpc>
              <a:spcBef>
                <a:spcPts val="1600"/>
              </a:spcBef>
              <a:spcAft>
                <a:spcPts val="0"/>
              </a:spcAft>
              <a:buSzPts val="1800"/>
              <a:buNone/>
            </a:pPr>
            <a:r>
              <a:rPr b="1" i="1" lang="en">
                <a:solidFill>
                  <a:schemeClr val="accent3"/>
                </a:solidFill>
              </a:rPr>
              <a:t>sample rate (in Hz) × sample resolution (in bits) × length of sample (in seconds)</a:t>
            </a:r>
            <a:endParaRPr b="1" i="1">
              <a:solidFill>
                <a:schemeClr val="accent3"/>
              </a:solidFill>
            </a:endParaRPr>
          </a:p>
          <a:p>
            <a:pPr indent="0" lvl="0" marL="0" rtl="0" algn="l">
              <a:lnSpc>
                <a:spcPct val="115000"/>
              </a:lnSpc>
              <a:spcBef>
                <a:spcPts val="1600"/>
              </a:spcBef>
              <a:spcAft>
                <a:spcPts val="0"/>
              </a:spcAft>
              <a:buSzPts val="1800"/>
              <a:buNone/>
            </a:pPr>
            <a:r>
              <a:rPr b="1" lang="en"/>
              <a:t>For a stereo sound file, you would then multiply the result by two.</a:t>
            </a:r>
            <a:endParaRPr b="1"/>
          </a:p>
          <a:p>
            <a:pPr indent="0" lvl="0" marL="0" rtl="0" algn="l">
              <a:lnSpc>
                <a:spcPct val="115000"/>
              </a:lnSpc>
              <a:spcBef>
                <a:spcPts val="1600"/>
              </a:spcBef>
              <a:spcAft>
                <a:spcPts val="1600"/>
              </a:spcAft>
              <a:buSzPts val="1800"/>
              <a:buNone/>
            </a:pPr>
            <a:r>
              <a:t/>
            </a:r>
            <a:endParaRPr/>
          </a:p>
        </p:txBody>
      </p:sp>
      <p:sp>
        <p:nvSpPr>
          <p:cNvPr id="766" name="Google Shape;766;p83"/>
          <p:cNvSpPr/>
          <p:nvPr/>
        </p:nvSpPr>
        <p:spPr>
          <a:xfrm>
            <a:off x="351100" y="1805225"/>
            <a:ext cx="5179500" cy="395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Roboto"/>
              <a:ea typeface="Roboto"/>
              <a:cs typeface="Roboto"/>
              <a:sym typeface="Roboto"/>
            </a:endParaRPr>
          </a:p>
        </p:txBody>
      </p:sp>
      <p:sp>
        <p:nvSpPr>
          <p:cNvPr id="767" name="Google Shape;767;p83"/>
          <p:cNvSpPr/>
          <p:nvPr/>
        </p:nvSpPr>
        <p:spPr>
          <a:xfrm>
            <a:off x="351100" y="2796875"/>
            <a:ext cx="8116800" cy="395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Roboto"/>
              <a:ea typeface="Roboto"/>
              <a:cs typeface="Roboto"/>
              <a:sym typeface="Roboto"/>
            </a:endParaRPr>
          </a:p>
        </p:txBody>
      </p:sp>
    </p:spTree>
  </p:cSld>
  <p:clrMapOvr>
    <a:masterClrMapping/>
  </p:clrMapOvr>
</p:sld>
</file>

<file path=ppt/slides/slide1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1" name="Shape 771"/>
        <p:cNvGrpSpPr/>
        <p:nvPr/>
      </p:nvGrpSpPr>
      <p:grpSpPr>
        <a:xfrm>
          <a:off x="0" y="0"/>
          <a:ext cx="0" cy="0"/>
          <a:chOff x="0" y="0"/>
          <a:chExt cx="0" cy="0"/>
        </a:xfrm>
      </p:grpSpPr>
      <p:sp>
        <p:nvSpPr>
          <p:cNvPr id="772" name="Google Shape;772;p8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3000"/>
              <a:buNone/>
            </a:pPr>
            <a:r>
              <a:t/>
            </a:r>
            <a:endParaRPr/>
          </a:p>
        </p:txBody>
      </p:sp>
      <p:sp>
        <p:nvSpPr>
          <p:cNvPr id="773" name="Google Shape;773;p84"/>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1600"/>
              </a:spcAft>
              <a:buSzPts val="1800"/>
              <a:buNone/>
            </a:pPr>
            <a:r>
              <a:t/>
            </a:r>
            <a:endParaRPr/>
          </a:p>
        </p:txBody>
      </p:sp>
      <p:pic>
        <p:nvPicPr>
          <p:cNvPr id="774" name="Google Shape;774;p84"/>
          <p:cNvPicPr preferRelativeResize="0"/>
          <p:nvPr/>
        </p:nvPicPr>
        <p:blipFill rotWithShape="1">
          <a:blip r:embed="rId3">
            <a:alphaModFix/>
          </a:blip>
          <a:srcRect b="0" l="0" r="0" t="0"/>
          <a:stretch/>
        </p:blipFill>
        <p:spPr>
          <a:xfrm>
            <a:off x="0" y="0"/>
            <a:ext cx="9144000" cy="5143500"/>
          </a:xfrm>
          <a:prstGeom prst="rect">
            <a:avLst/>
          </a:prstGeom>
          <a:noFill/>
          <a:ln>
            <a:noFill/>
          </a:ln>
        </p:spPr>
      </p:pic>
    </p:spTree>
  </p:cSld>
  <p:clrMapOvr>
    <a:masterClrMapping/>
  </p:clrMapOvr>
</p:sld>
</file>

<file path=ppt/slides/slide1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8" name="Shape 778"/>
        <p:cNvGrpSpPr/>
        <p:nvPr/>
      </p:nvGrpSpPr>
      <p:grpSpPr>
        <a:xfrm>
          <a:off x="0" y="0"/>
          <a:ext cx="0" cy="0"/>
          <a:chOff x="0" y="0"/>
          <a:chExt cx="0" cy="0"/>
        </a:xfrm>
      </p:grpSpPr>
      <p:sp>
        <p:nvSpPr>
          <p:cNvPr id="779" name="Google Shape;779;p85"/>
          <p:cNvSpPr txBox="1"/>
          <p:nvPr>
            <p:ph type="title"/>
          </p:nvPr>
        </p:nvSpPr>
        <p:spPr>
          <a:xfrm>
            <a:off x="311700" y="170200"/>
            <a:ext cx="8520600" cy="607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3000"/>
              <a:buNone/>
            </a:pPr>
            <a:r>
              <a:rPr lang="en"/>
              <a:t>Calculate</a:t>
            </a:r>
            <a:endParaRPr/>
          </a:p>
        </p:txBody>
      </p:sp>
      <p:sp>
        <p:nvSpPr>
          <p:cNvPr id="780" name="Google Shape;780;p85"/>
          <p:cNvSpPr txBox="1"/>
          <p:nvPr>
            <p:ph idx="1" type="body"/>
          </p:nvPr>
        </p:nvSpPr>
        <p:spPr>
          <a:xfrm>
            <a:off x="311700" y="1416675"/>
            <a:ext cx="7059300" cy="1411200"/>
          </a:xfrm>
          <a:prstGeom prst="rect">
            <a:avLst/>
          </a:prstGeom>
          <a:noFill/>
          <a:ln>
            <a:noFill/>
          </a:ln>
        </p:spPr>
        <p:txBody>
          <a:bodyPr anchorCtr="0" anchor="t" bIns="91425" lIns="91425" spcFirstLastPara="1" rIns="91425" wrap="square" tIns="91425">
            <a:noAutofit/>
          </a:bodyPr>
          <a:lstStyle/>
          <a:p>
            <a:pPr indent="0" lvl="0" marL="0" rtl="0" algn="l">
              <a:lnSpc>
                <a:spcPct val="140000"/>
              </a:lnSpc>
              <a:spcBef>
                <a:spcPts val="0"/>
              </a:spcBef>
              <a:spcAft>
                <a:spcPts val="0"/>
              </a:spcAft>
              <a:buSzPts val="1800"/>
              <a:buNone/>
            </a:pPr>
            <a:r>
              <a:rPr b="1" lang="en">
                <a:solidFill>
                  <a:schemeClr val="accent3"/>
                </a:solidFill>
                <a:latin typeface="Arial"/>
                <a:ea typeface="Arial"/>
                <a:cs typeface="Arial"/>
                <a:sym typeface="Arial"/>
              </a:rPr>
              <a:t>Question:</a:t>
            </a:r>
            <a:endParaRPr b="1">
              <a:solidFill>
                <a:schemeClr val="accent3"/>
              </a:solidFill>
              <a:latin typeface="Arial"/>
              <a:ea typeface="Arial"/>
              <a:cs typeface="Arial"/>
              <a:sym typeface="Arial"/>
            </a:endParaRPr>
          </a:p>
          <a:p>
            <a:pPr indent="0" lvl="0" marL="0" rtl="0" algn="l">
              <a:lnSpc>
                <a:spcPct val="140000"/>
              </a:lnSpc>
              <a:spcBef>
                <a:spcPts val="0"/>
              </a:spcBef>
              <a:spcAft>
                <a:spcPts val="0"/>
              </a:spcAft>
              <a:buSzPts val="1800"/>
              <a:buNone/>
            </a:pPr>
            <a:r>
              <a:rPr lang="en">
                <a:solidFill>
                  <a:srgbClr val="03111B"/>
                </a:solidFill>
                <a:latin typeface="Arial"/>
                <a:ea typeface="Arial"/>
                <a:cs typeface="Arial"/>
                <a:sym typeface="Arial"/>
              </a:rPr>
              <a:t>Image Resolution = 1024 x 1080</a:t>
            </a:r>
            <a:endParaRPr>
              <a:solidFill>
                <a:srgbClr val="03111B"/>
              </a:solidFill>
              <a:latin typeface="Arial"/>
              <a:ea typeface="Arial"/>
              <a:cs typeface="Arial"/>
              <a:sym typeface="Arial"/>
            </a:endParaRPr>
          </a:p>
          <a:p>
            <a:pPr indent="0" lvl="0" marL="0" rtl="0" algn="l">
              <a:lnSpc>
                <a:spcPct val="140000"/>
              </a:lnSpc>
              <a:spcBef>
                <a:spcPts val="0"/>
              </a:spcBef>
              <a:spcAft>
                <a:spcPts val="0"/>
              </a:spcAft>
              <a:buSzPts val="1800"/>
              <a:buNone/>
            </a:pPr>
            <a:r>
              <a:rPr lang="en">
                <a:solidFill>
                  <a:srgbClr val="03111B"/>
                </a:solidFill>
                <a:latin typeface="Arial"/>
                <a:ea typeface="Arial"/>
                <a:cs typeface="Arial"/>
                <a:sym typeface="Arial"/>
              </a:rPr>
              <a:t>Colour depth = 32</a:t>
            </a:r>
            <a:endParaRPr>
              <a:solidFill>
                <a:srgbClr val="03111B"/>
              </a:solidFill>
              <a:latin typeface="Arial"/>
              <a:ea typeface="Arial"/>
              <a:cs typeface="Arial"/>
              <a:sym typeface="Arial"/>
            </a:endParaRPr>
          </a:p>
          <a:p>
            <a:pPr indent="0" lvl="0" marL="0" rtl="0" algn="l">
              <a:lnSpc>
                <a:spcPct val="140000"/>
              </a:lnSpc>
              <a:spcBef>
                <a:spcPts val="0"/>
              </a:spcBef>
              <a:spcAft>
                <a:spcPts val="0"/>
              </a:spcAft>
              <a:buSzPts val="1800"/>
              <a:buNone/>
            </a:pPr>
            <a:r>
              <a:t/>
            </a:r>
            <a:endParaRPr>
              <a:solidFill>
                <a:srgbClr val="03111B"/>
              </a:solidFill>
              <a:latin typeface="Arial"/>
              <a:ea typeface="Arial"/>
              <a:cs typeface="Arial"/>
              <a:sym typeface="Arial"/>
            </a:endParaRPr>
          </a:p>
          <a:p>
            <a:pPr indent="0" lvl="0" marL="0" rtl="0" algn="l">
              <a:lnSpc>
                <a:spcPct val="140000"/>
              </a:lnSpc>
              <a:spcBef>
                <a:spcPts val="0"/>
              </a:spcBef>
              <a:spcAft>
                <a:spcPts val="0"/>
              </a:spcAft>
              <a:buSzPts val="1800"/>
              <a:buNone/>
            </a:pPr>
            <a:r>
              <a:t/>
            </a:r>
            <a:endParaRPr>
              <a:solidFill>
                <a:srgbClr val="03111B"/>
              </a:solidFill>
            </a:endParaRPr>
          </a:p>
        </p:txBody>
      </p:sp>
      <p:pic>
        <p:nvPicPr>
          <p:cNvPr id="781" name="Google Shape;781;p85"/>
          <p:cNvPicPr preferRelativeResize="0"/>
          <p:nvPr/>
        </p:nvPicPr>
        <p:blipFill rotWithShape="1">
          <a:blip r:embed="rId3">
            <a:alphaModFix/>
          </a:blip>
          <a:srcRect b="0" l="0" r="0" t="0"/>
          <a:stretch/>
        </p:blipFill>
        <p:spPr>
          <a:xfrm>
            <a:off x="311700" y="869025"/>
            <a:ext cx="7059424" cy="456625"/>
          </a:xfrm>
          <a:prstGeom prst="rect">
            <a:avLst/>
          </a:prstGeom>
          <a:noFill/>
          <a:ln>
            <a:noFill/>
          </a:ln>
        </p:spPr>
      </p:pic>
      <p:sp>
        <p:nvSpPr>
          <p:cNvPr id="782" name="Google Shape;782;p85"/>
          <p:cNvSpPr txBox="1"/>
          <p:nvPr/>
        </p:nvSpPr>
        <p:spPr>
          <a:xfrm>
            <a:off x="1333100" y="3117575"/>
            <a:ext cx="4652400" cy="461700"/>
          </a:xfrm>
          <a:prstGeom prst="rect">
            <a:avLst/>
          </a:prstGeom>
          <a:solidFill>
            <a:schemeClr val="accent5"/>
          </a:solidFill>
          <a:ln>
            <a:noFill/>
          </a:ln>
        </p:spPr>
        <p:txBody>
          <a:bodyPr anchorCtr="0" anchor="t" bIns="91425" lIns="91425" spcFirstLastPara="1" rIns="91425" wrap="square" tIns="91425">
            <a:spAutoFit/>
          </a:bodyPr>
          <a:lstStyle/>
          <a:p>
            <a:pPr indent="0" lvl="0" marL="0" rtl="0" algn="l">
              <a:lnSpc>
                <a:spcPct val="140000"/>
              </a:lnSpc>
              <a:spcBef>
                <a:spcPts val="0"/>
              </a:spcBef>
              <a:spcAft>
                <a:spcPts val="0"/>
              </a:spcAft>
              <a:buNone/>
            </a:pPr>
            <a:r>
              <a:rPr lang="en" sz="1800">
                <a:solidFill>
                  <a:srgbClr val="03111B"/>
                </a:solidFill>
              </a:rPr>
              <a:t>Calculate the size of this image in </a:t>
            </a:r>
            <a:r>
              <a:rPr b="1" lang="en" sz="1800">
                <a:solidFill>
                  <a:srgbClr val="03111B"/>
                </a:solidFill>
              </a:rPr>
              <a:t>Bytes.</a:t>
            </a:r>
            <a:endParaRPr b="1" sz="1800">
              <a:solidFill>
                <a:srgbClr val="03111B"/>
              </a:solidFill>
            </a:endParaRPr>
          </a:p>
        </p:txBody>
      </p:sp>
      <p:sp>
        <p:nvSpPr>
          <p:cNvPr id="783" name="Google Shape;783;p85"/>
          <p:cNvSpPr txBox="1"/>
          <p:nvPr/>
        </p:nvSpPr>
        <p:spPr>
          <a:xfrm>
            <a:off x="1333100" y="3640375"/>
            <a:ext cx="4652400" cy="461700"/>
          </a:xfrm>
          <a:prstGeom prst="rect">
            <a:avLst/>
          </a:prstGeom>
          <a:solidFill>
            <a:schemeClr val="accent5"/>
          </a:solidFill>
          <a:ln>
            <a:noFill/>
          </a:ln>
        </p:spPr>
        <p:txBody>
          <a:bodyPr anchorCtr="0" anchor="t" bIns="91425" lIns="91425" spcFirstLastPara="1" rIns="91425" wrap="square" tIns="91425">
            <a:spAutoFit/>
          </a:bodyPr>
          <a:lstStyle/>
          <a:p>
            <a:pPr indent="0" lvl="0" marL="0" rtl="0" algn="l">
              <a:lnSpc>
                <a:spcPct val="140000"/>
              </a:lnSpc>
              <a:spcBef>
                <a:spcPts val="0"/>
              </a:spcBef>
              <a:spcAft>
                <a:spcPts val="0"/>
              </a:spcAft>
              <a:buNone/>
            </a:pPr>
            <a:r>
              <a:rPr lang="en" sz="1800">
                <a:solidFill>
                  <a:srgbClr val="03111B"/>
                </a:solidFill>
              </a:rPr>
              <a:t>Calculate the size of this image in </a:t>
            </a:r>
            <a:r>
              <a:rPr b="1" lang="en" sz="1800">
                <a:solidFill>
                  <a:srgbClr val="03111B"/>
                </a:solidFill>
              </a:rPr>
              <a:t>MBytes.</a:t>
            </a:r>
            <a:endParaRPr b="1" sz="1800">
              <a:solidFill>
                <a:srgbClr val="03111B"/>
              </a:solidFill>
            </a:endParaRPr>
          </a:p>
        </p:txBody>
      </p:sp>
    </p:spTree>
  </p:cSld>
  <p:clrMapOvr>
    <a:masterClrMapping/>
  </p:clrMapOvr>
</p:sld>
</file>

<file path=ppt/slides/slide1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7" name="Shape 787"/>
        <p:cNvGrpSpPr/>
        <p:nvPr/>
      </p:nvGrpSpPr>
      <p:grpSpPr>
        <a:xfrm>
          <a:off x="0" y="0"/>
          <a:ext cx="0" cy="0"/>
          <a:chOff x="0" y="0"/>
          <a:chExt cx="0" cy="0"/>
        </a:xfrm>
      </p:grpSpPr>
      <p:sp>
        <p:nvSpPr>
          <p:cNvPr id="788" name="Google Shape;788;p86"/>
          <p:cNvSpPr txBox="1"/>
          <p:nvPr>
            <p:ph type="title"/>
          </p:nvPr>
        </p:nvSpPr>
        <p:spPr>
          <a:xfrm>
            <a:off x="311700" y="170200"/>
            <a:ext cx="8520600" cy="607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3000"/>
              <a:buNone/>
            </a:pPr>
            <a:r>
              <a:rPr lang="en"/>
              <a:t>Calculate</a:t>
            </a:r>
            <a:endParaRPr/>
          </a:p>
        </p:txBody>
      </p:sp>
      <p:sp>
        <p:nvSpPr>
          <p:cNvPr id="789" name="Google Shape;789;p86"/>
          <p:cNvSpPr txBox="1"/>
          <p:nvPr>
            <p:ph idx="1" type="body"/>
          </p:nvPr>
        </p:nvSpPr>
        <p:spPr>
          <a:xfrm>
            <a:off x="311700" y="2057000"/>
            <a:ext cx="8520600" cy="2511900"/>
          </a:xfrm>
          <a:prstGeom prst="rect">
            <a:avLst/>
          </a:prstGeom>
          <a:noFill/>
          <a:ln>
            <a:noFill/>
          </a:ln>
        </p:spPr>
        <p:txBody>
          <a:bodyPr anchorCtr="0" anchor="t" bIns="91425" lIns="91425" spcFirstLastPara="1" rIns="91425" wrap="square" tIns="91425">
            <a:noAutofit/>
          </a:bodyPr>
          <a:lstStyle/>
          <a:p>
            <a:pPr indent="0" lvl="0" marL="0" rtl="0" algn="l">
              <a:lnSpc>
                <a:spcPct val="140000"/>
              </a:lnSpc>
              <a:spcBef>
                <a:spcPts val="0"/>
              </a:spcBef>
              <a:spcAft>
                <a:spcPts val="0"/>
              </a:spcAft>
              <a:buSzPts val="1800"/>
              <a:buNone/>
            </a:pPr>
            <a:r>
              <a:rPr b="1" lang="en">
                <a:solidFill>
                  <a:schemeClr val="accent3"/>
                </a:solidFill>
                <a:latin typeface="Arial"/>
                <a:ea typeface="Arial"/>
                <a:cs typeface="Arial"/>
                <a:sym typeface="Arial"/>
              </a:rPr>
              <a:t>Question:</a:t>
            </a:r>
            <a:endParaRPr b="1">
              <a:solidFill>
                <a:schemeClr val="accent3"/>
              </a:solidFill>
              <a:latin typeface="Arial"/>
              <a:ea typeface="Arial"/>
              <a:cs typeface="Arial"/>
              <a:sym typeface="Arial"/>
            </a:endParaRPr>
          </a:p>
          <a:p>
            <a:pPr indent="0" lvl="0" marL="0" rtl="0" algn="l">
              <a:lnSpc>
                <a:spcPct val="140000"/>
              </a:lnSpc>
              <a:spcBef>
                <a:spcPts val="0"/>
              </a:spcBef>
              <a:spcAft>
                <a:spcPts val="0"/>
              </a:spcAft>
              <a:buSzPts val="1800"/>
              <a:buNone/>
            </a:pPr>
            <a:r>
              <a:rPr lang="en">
                <a:solidFill>
                  <a:srgbClr val="03111B"/>
                </a:solidFill>
                <a:latin typeface="Arial"/>
                <a:ea typeface="Arial"/>
                <a:cs typeface="Arial"/>
                <a:sym typeface="Arial"/>
              </a:rPr>
              <a:t>An audio CD has a sample rate of 44100 and a sample resolution of 16 bits. </a:t>
            </a:r>
            <a:endParaRPr>
              <a:solidFill>
                <a:srgbClr val="03111B"/>
              </a:solidFill>
              <a:latin typeface="Arial"/>
              <a:ea typeface="Arial"/>
              <a:cs typeface="Arial"/>
              <a:sym typeface="Arial"/>
            </a:endParaRPr>
          </a:p>
          <a:p>
            <a:pPr indent="0" lvl="0" marL="0" rtl="0" algn="l">
              <a:lnSpc>
                <a:spcPct val="140000"/>
              </a:lnSpc>
              <a:spcBef>
                <a:spcPts val="0"/>
              </a:spcBef>
              <a:spcAft>
                <a:spcPts val="0"/>
              </a:spcAft>
              <a:buSzPts val="1800"/>
              <a:buNone/>
            </a:pPr>
            <a:r>
              <a:rPr lang="en">
                <a:solidFill>
                  <a:srgbClr val="03111B"/>
                </a:solidFill>
                <a:latin typeface="Arial"/>
                <a:ea typeface="Arial"/>
                <a:cs typeface="Arial"/>
                <a:sym typeface="Arial"/>
              </a:rPr>
              <a:t>The music being sampled uses two channels to allow for stereo recording. </a:t>
            </a:r>
            <a:endParaRPr>
              <a:solidFill>
                <a:srgbClr val="03111B"/>
              </a:solidFill>
              <a:latin typeface="Arial"/>
              <a:ea typeface="Arial"/>
              <a:cs typeface="Arial"/>
              <a:sym typeface="Arial"/>
            </a:endParaRPr>
          </a:p>
          <a:p>
            <a:pPr indent="0" lvl="0" marL="0" rtl="0" algn="l">
              <a:lnSpc>
                <a:spcPct val="140000"/>
              </a:lnSpc>
              <a:spcBef>
                <a:spcPts val="0"/>
              </a:spcBef>
              <a:spcAft>
                <a:spcPts val="0"/>
              </a:spcAft>
              <a:buSzPts val="1800"/>
              <a:buNone/>
            </a:pPr>
            <a:r>
              <a:rPr lang="en">
                <a:solidFill>
                  <a:srgbClr val="03111B"/>
                </a:solidFill>
                <a:latin typeface="Arial"/>
                <a:ea typeface="Arial"/>
                <a:cs typeface="Arial"/>
                <a:sym typeface="Arial"/>
              </a:rPr>
              <a:t>Calculate the file size for a 60-minute recording.</a:t>
            </a:r>
            <a:endParaRPr>
              <a:solidFill>
                <a:srgbClr val="03111B"/>
              </a:solidFill>
              <a:latin typeface="Arial"/>
              <a:ea typeface="Arial"/>
              <a:cs typeface="Arial"/>
              <a:sym typeface="Arial"/>
            </a:endParaRPr>
          </a:p>
          <a:p>
            <a:pPr indent="0" lvl="0" marL="0" rtl="0" algn="l">
              <a:lnSpc>
                <a:spcPct val="140000"/>
              </a:lnSpc>
              <a:spcBef>
                <a:spcPts val="0"/>
              </a:spcBef>
              <a:spcAft>
                <a:spcPts val="0"/>
              </a:spcAft>
              <a:buSzPts val="1800"/>
              <a:buNone/>
            </a:pPr>
            <a:r>
              <a:t/>
            </a:r>
            <a:endParaRPr>
              <a:solidFill>
                <a:srgbClr val="03111B"/>
              </a:solidFill>
              <a:latin typeface="Arial"/>
              <a:ea typeface="Arial"/>
              <a:cs typeface="Arial"/>
              <a:sym typeface="Arial"/>
            </a:endParaRPr>
          </a:p>
        </p:txBody>
      </p:sp>
      <p:pic>
        <p:nvPicPr>
          <p:cNvPr id="790" name="Google Shape;790;p86"/>
          <p:cNvPicPr preferRelativeResize="0"/>
          <p:nvPr/>
        </p:nvPicPr>
        <p:blipFill rotWithShape="1">
          <a:blip r:embed="rId3">
            <a:alphaModFix/>
          </a:blip>
          <a:srcRect b="0" l="0" r="0" t="0"/>
          <a:stretch/>
        </p:blipFill>
        <p:spPr>
          <a:xfrm>
            <a:off x="311700" y="956213"/>
            <a:ext cx="6926624" cy="922575"/>
          </a:xfrm>
          <a:prstGeom prst="rect">
            <a:avLst/>
          </a:prstGeom>
          <a:noFill/>
          <a:ln>
            <a:noFill/>
          </a:ln>
        </p:spPr>
      </p:pic>
    </p:spTree>
  </p:cSld>
  <p:clrMapOvr>
    <a:masterClrMapping/>
  </p:clrMapOvr>
</p:sld>
</file>

<file path=ppt/slides/slide1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4" name="Shape 794"/>
        <p:cNvGrpSpPr/>
        <p:nvPr/>
      </p:nvGrpSpPr>
      <p:grpSpPr>
        <a:xfrm>
          <a:off x="0" y="0"/>
          <a:ext cx="0" cy="0"/>
          <a:chOff x="0" y="0"/>
          <a:chExt cx="0" cy="0"/>
        </a:xfrm>
      </p:grpSpPr>
      <p:pic>
        <p:nvPicPr>
          <p:cNvPr id="795" name="Google Shape;795;g31462014281_0_10"/>
          <p:cNvPicPr preferRelativeResize="0"/>
          <p:nvPr/>
        </p:nvPicPr>
        <p:blipFill>
          <a:blip r:embed="rId3">
            <a:alphaModFix/>
          </a:blip>
          <a:stretch>
            <a:fillRect/>
          </a:stretch>
        </p:blipFill>
        <p:spPr>
          <a:xfrm>
            <a:off x="340925" y="149450"/>
            <a:ext cx="8309351" cy="4708801"/>
          </a:xfrm>
          <a:prstGeom prst="rect">
            <a:avLst/>
          </a:prstGeom>
          <a:noFill/>
          <a:ln>
            <a:noFill/>
          </a:ln>
        </p:spPr>
      </p:pic>
    </p:spTree>
  </p:cSld>
  <p:clrMapOvr>
    <a:masterClrMapping/>
  </p:clrMapOvr>
</p:sld>
</file>

<file path=ppt/slides/slide1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9" name="Shape 799"/>
        <p:cNvGrpSpPr/>
        <p:nvPr/>
      </p:nvGrpSpPr>
      <p:grpSpPr>
        <a:xfrm>
          <a:off x="0" y="0"/>
          <a:ext cx="0" cy="0"/>
          <a:chOff x="0" y="0"/>
          <a:chExt cx="0" cy="0"/>
        </a:xfrm>
      </p:grpSpPr>
      <p:sp>
        <p:nvSpPr>
          <p:cNvPr id="800" name="Google Shape;800;p87"/>
          <p:cNvSpPr txBox="1"/>
          <p:nvPr>
            <p:ph type="title"/>
          </p:nvPr>
        </p:nvSpPr>
        <p:spPr>
          <a:xfrm>
            <a:off x="311700" y="98275"/>
            <a:ext cx="8520600" cy="607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3000"/>
              <a:buNone/>
            </a:pPr>
            <a:r>
              <a:rPr lang="en"/>
              <a:t>1.3.3 Data compression</a:t>
            </a:r>
            <a:endParaRPr/>
          </a:p>
        </p:txBody>
      </p:sp>
      <p:sp>
        <p:nvSpPr>
          <p:cNvPr id="801" name="Google Shape;801;p87"/>
          <p:cNvSpPr txBox="1"/>
          <p:nvPr>
            <p:ph idx="1" type="body"/>
          </p:nvPr>
        </p:nvSpPr>
        <p:spPr>
          <a:xfrm>
            <a:off x="311700" y="786250"/>
            <a:ext cx="8520600" cy="33390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SzPts val="1800"/>
              <a:buNone/>
            </a:pPr>
            <a:r>
              <a:rPr lang="en" sz="1600"/>
              <a:t>Sound and image files can be very large. It is therefore necessary to reduce (or compress) the size of a file for the following reasons:</a:t>
            </a:r>
            <a:endParaRPr sz="1600"/>
          </a:p>
          <a:p>
            <a:pPr indent="-215900" lvl="0" marL="228600" rtl="0" algn="l">
              <a:lnSpc>
                <a:spcPct val="115000"/>
              </a:lnSpc>
              <a:spcBef>
                <a:spcPts val="1600"/>
              </a:spcBef>
              <a:spcAft>
                <a:spcPts val="0"/>
              </a:spcAft>
              <a:buSzPts val="1600"/>
              <a:buChar char="●"/>
            </a:pPr>
            <a:r>
              <a:rPr lang="en" sz="1600"/>
              <a:t>to</a:t>
            </a:r>
            <a:r>
              <a:rPr b="1" lang="en" sz="1600"/>
              <a:t> save storage space</a:t>
            </a:r>
            <a:r>
              <a:rPr lang="en" sz="1600"/>
              <a:t> on devices such as the hard disk drive/solid state drive</a:t>
            </a:r>
            <a:endParaRPr sz="1600"/>
          </a:p>
          <a:p>
            <a:pPr indent="-215900" lvl="0" marL="228600" rtl="0" algn="l">
              <a:lnSpc>
                <a:spcPct val="115000"/>
              </a:lnSpc>
              <a:spcBef>
                <a:spcPts val="0"/>
              </a:spcBef>
              <a:spcAft>
                <a:spcPts val="0"/>
              </a:spcAft>
              <a:buSzPts val="1600"/>
              <a:buChar char="●"/>
            </a:pPr>
            <a:r>
              <a:rPr lang="en" sz="1600"/>
              <a:t>to</a:t>
            </a:r>
            <a:r>
              <a:rPr b="1" lang="en" sz="1600"/>
              <a:t> reduce the time taken to stream</a:t>
            </a:r>
            <a:r>
              <a:rPr lang="en" sz="1600"/>
              <a:t> a music or video file</a:t>
            </a:r>
            <a:endParaRPr sz="1600"/>
          </a:p>
          <a:p>
            <a:pPr indent="-215900" lvl="0" marL="228600" rtl="0" algn="l">
              <a:lnSpc>
                <a:spcPct val="115000"/>
              </a:lnSpc>
              <a:spcBef>
                <a:spcPts val="0"/>
              </a:spcBef>
              <a:spcAft>
                <a:spcPts val="0"/>
              </a:spcAft>
              <a:buSzPts val="1600"/>
              <a:buChar char="●"/>
            </a:pPr>
            <a:r>
              <a:rPr lang="en" sz="1600"/>
              <a:t>to </a:t>
            </a:r>
            <a:r>
              <a:rPr b="1" lang="en" sz="1600"/>
              <a:t>reduce the time taken to upload, download or transfer a file</a:t>
            </a:r>
            <a:r>
              <a:rPr lang="en" sz="1600"/>
              <a:t> across a network, the download/upload process uses up network bandwidth – this is the maximum rate of transfer of data across a network, measured in bits per second. This occurs whenever a file is downloaded, for example, from a server. Compressed files contain fewer bits of data than uncompressed files and therefore use less bandwidth, which results in a faster data transfer rate.</a:t>
            </a:r>
            <a:endParaRPr sz="1600"/>
          </a:p>
          <a:p>
            <a:pPr indent="-215900" lvl="0" marL="228600" rtl="0" algn="l">
              <a:lnSpc>
                <a:spcPct val="115000"/>
              </a:lnSpc>
              <a:spcBef>
                <a:spcPts val="0"/>
              </a:spcBef>
              <a:spcAft>
                <a:spcPts val="0"/>
              </a:spcAft>
              <a:buSzPts val="1600"/>
              <a:buChar char="●"/>
            </a:pPr>
            <a:r>
              <a:rPr b="1" lang="en" sz="1600"/>
              <a:t>reduced file size also reduces costs.</a:t>
            </a:r>
            <a:r>
              <a:rPr lang="en" sz="1600"/>
              <a:t> </a:t>
            </a:r>
            <a:r>
              <a:rPr i="1" lang="en" sz="1600"/>
              <a:t>For example, when using cloud storage the cost is based on the size of the files stored. Also an internet service provider (ISP) may charge a user based on the amount of data downloaded.</a:t>
            </a:r>
            <a:endParaRPr i="1" sz="1600"/>
          </a:p>
        </p:txBody>
      </p:sp>
    </p:spTree>
  </p:cSld>
  <p:clrMapOvr>
    <a:masterClrMapping/>
  </p:clrMapOvr>
</p:sld>
</file>

<file path=ppt/slides/slide1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5" name="Shape 805"/>
        <p:cNvGrpSpPr/>
        <p:nvPr/>
      </p:nvGrpSpPr>
      <p:grpSpPr>
        <a:xfrm>
          <a:off x="0" y="0"/>
          <a:ext cx="0" cy="0"/>
          <a:chOff x="0" y="0"/>
          <a:chExt cx="0" cy="0"/>
        </a:xfrm>
      </p:grpSpPr>
      <p:sp>
        <p:nvSpPr>
          <p:cNvPr id="806" name="Google Shape;806;p88"/>
          <p:cNvSpPr txBox="1"/>
          <p:nvPr>
            <p:ph type="title"/>
          </p:nvPr>
        </p:nvSpPr>
        <p:spPr>
          <a:xfrm>
            <a:off x="311700" y="170200"/>
            <a:ext cx="8520600" cy="607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3000"/>
              <a:buNone/>
            </a:pPr>
            <a:r>
              <a:rPr lang="en"/>
              <a:t>1.3.4 Lossy and lossless file compression</a:t>
            </a:r>
            <a:endParaRPr/>
          </a:p>
        </p:txBody>
      </p:sp>
      <p:sp>
        <p:nvSpPr>
          <p:cNvPr id="807" name="Google Shape;807;p88"/>
          <p:cNvSpPr txBox="1"/>
          <p:nvPr>
            <p:ph idx="1" type="body"/>
          </p:nvPr>
        </p:nvSpPr>
        <p:spPr>
          <a:xfrm>
            <a:off x="311700" y="1505250"/>
            <a:ext cx="8520600" cy="21414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1600"/>
              </a:spcAft>
              <a:buSzPts val="1800"/>
              <a:buNone/>
            </a:pPr>
            <a:r>
              <a:rPr lang="en" sz="5500"/>
              <a:t>File compression can either be </a:t>
            </a:r>
            <a:r>
              <a:rPr b="1" lang="en" sz="5500"/>
              <a:t>lossless or lossy.</a:t>
            </a:r>
            <a:endParaRPr b="1" sz="5500"/>
          </a:p>
        </p:txBody>
      </p:sp>
    </p:spTree>
  </p:cSld>
  <p:clrMapOvr>
    <a:masterClrMapping/>
  </p:clrMapOvr>
</p:sld>
</file>

<file path=ppt/slides/slide1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1" name="Shape 811"/>
        <p:cNvGrpSpPr/>
        <p:nvPr/>
      </p:nvGrpSpPr>
      <p:grpSpPr>
        <a:xfrm>
          <a:off x="0" y="0"/>
          <a:ext cx="0" cy="0"/>
          <a:chOff x="0" y="0"/>
          <a:chExt cx="0" cy="0"/>
        </a:xfrm>
      </p:grpSpPr>
      <p:sp>
        <p:nvSpPr>
          <p:cNvPr id="812" name="Google Shape;812;p89"/>
          <p:cNvSpPr txBox="1"/>
          <p:nvPr>
            <p:ph idx="4294967295" type="title"/>
          </p:nvPr>
        </p:nvSpPr>
        <p:spPr>
          <a:xfrm>
            <a:off x="311700" y="194200"/>
            <a:ext cx="8520600" cy="607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3000"/>
              <a:buNone/>
            </a:pPr>
            <a:r>
              <a:rPr b="1" lang="en"/>
              <a:t>Lossy file compression</a:t>
            </a:r>
            <a:endParaRPr b="1"/>
          </a:p>
        </p:txBody>
      </p:sp>
      <p:sp>
        <p:nvSpPr>
          <p:cNvPr id="813" name="Google Shape;813;p89"/>
          <p:cNvSpPr txBox="1"/>
          <p:nvPr/>
        </p:nvSpPr>
        <p:spPr>
          <a:xfrm>
            <a:off x="1738475" y="3524925"/>
            <a:ext cx="5218800" cy="1015800"/>
          </a:xfrm>
          <a:prstGeom prst="rect">
            <a:avLst/>
          </a:prstGeom>
          <a:solidFill>
            <a:schemeClr val="accent5"/>
          </a:solid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800"/>
              <a:buFont typeface="Arial"/>
              <a:buNone/>
            </a:pPr>
            <a:r>
              <a:rPr b="0" i="0" lang="en" sz="1800" u="none" cap="none" strike="noStrike">
                <a:solidFill>
                  <a:srgbClr val="000000"/>
                </a:solidFill>
                <a:latin typeface="Arial"/>
                <a:ea typeface="Arial"/>
                <a:cs typeface="Arial"/>
                <a:sym typeface="Arial"/>
              </a:rPr>
              <a:t>Common lossy file compression algorithms are:</a:t>
            </a:r>
            <a:endParaRPr b="0" i="0" sz="18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800"/>
              <a:buFont typeface="Arial"/>
              <a:buNone/>
            </a:pPr>
            <a:r>
              <a:rPr b="0" i="0" lang="en" sz="1800" u="none" cap="none" strike="noStrike">
                <a:solidFill>
                  <a:srgbClr val="000000"/>
                </a:solidFill>
                <a:latin typeface="Arial"/>
                <a:ea typeface="Arial"/>
                <a:cs typeface="Arial"/>
                <a:sym typeface="Arial"/>
              </a:rPr>
              <a:t>» MPEG-3 (MP3) and MPEG-4 (MP4)</a:t>
            </a:r>
            <a:endParaRPr b="0" i="0" sz="18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800"/>
              <a:buFont typeface="Arial"/>
              <a:buNone/>
            </a:pPr>
            <a:r>
              <a:rPr b="0" i="0" lang="en" sz="1800" u="none" cap="none" strike="noStrike">
                <a:solidFill>
                  <a:srgbClr val="000000"/>
                </a:solidFill>
                <a:latin typeface="Arial"/>
                <a:ea typeface="Arial"/>
                <a:cs typeface="Arial"/>
                <a:sym typeface="Arial"/>
              </a:rPr>
              <a:t>» JPEG.</a:t>
            </a:r>
            <a:endParaRPr b="0" i="0" sz="1800" u="none" cap="none" strike="noStrike">
              <a:solidFill>
                <a:srgbClr val="000000"/>
              </a:solidFill>
              <a:latin typeface="Arial"/>
              <a:ea typeface="Arial"/>
              <a:cs typeface="Arial"/>
              <a:sym typeface="Arial"/>
            </a:endParaRPr>
          </a:p>
        </p:txBody>
      </p:sp>
      <p:sp>
        <p:nvSpPr>
          <p:cNvPr id="814" name="Google Shape;814;p89"/>
          <p:cNvSpPr txBox="1"/>
          <p:nvPr/>
        </p:nvSpPr>
        <p:spPr>
          <a:xfrm>
            <a:off x="311700" y="962875"/>
            <a:ext cx="8372100" cy="1847100"/>
          </a:xfrm>
          <a:prstGeom prst="rect">
            <a:avLst/>
          </a:prstGeom>
          <a:noFill/>
          <a:ln>
            <a:noFill/>
          </a:ln>
        </p:spPr>
        <p:txBody>
          <a:bodyPr anchorCtr="0" anchor="t" bIns="91425" lIns="91425" spcFirstLastPara="1" rIns="91425" wrap="square" tIns="91425">
            <a:spAutoFit/>
          </a:bodyPr>
          <a:lstStyle/>
          <a:p>
            <a:pPr indent="-342900" lvl="0" marL="457200" marR="0" rtl="0" algn="l">
              <a:lnSpc>
                <a:spcPct val="100000"/>
              </a:lnSpc>
              <a:spcBef>
                <a:spcPts val="0"/>
              </a:spcBef>
              <a:spcAft>
                <a:spcPts val="0"/>
              </a:spcAft>
              <a:buSzPts val="1800"/>
              <a:buAutoNum type="arabicPeriod"/>
            </a:pPr>
            <a:r>
              <a:rPr lang="en" sz="1800"/>
              <a:t>F</a:t>
            </a:r>
            <a:r>
              <a:rPr b="0" i="0" lang="en" sz="1800" u="none" cap="none" strike="noStrike">
                <a:solidFill>
                  <a:srgbClr val="000000"/>
                </a:solidFill>
                <a:latin typeface="Arial"/>
                <a:ea typeface="Arial"/>
                <a:cs typeface="Arial"/>
                <a:sym typeface="Arial"/>
              </a:rPr>
              <a:t>ile compression algorithm eliminates unnecessary datas from the file.</a:t>
            </a:r>
            <a:endParaRPr b="0" i="0" sz="1800" u="none" cap="none" strike="noStrike">
              <a:solidFill>
                <a:srgbClr val="000000"/>
              </a:solidFill>
              <a:latin typeface="Arial"/>
              <a:ea typeface="Arial"/>
              <a:cs typeface="Arial"/>
              <a:sym typeface="Arial"/>
            </a:endParaRPr>
          </a:p>
          <a:p>
            <a:pPr indent="-342900" lvl="0" marL="457200" marR="0" rtl="0" algn="l">
              <a:lnSpc>
                <a:spcPct val="100000"/>
              </a:lnSpc>
              <a:spcBef>
                <a:spcPts val="0"/>
              </a:spcBef>
              <a:spcAft>
                <a:spcPts val="0"/>
              </a:spcAft>
              <a:buClr>
                <a:srgbClr val="000000"/>
              </a:buClr>
              <a:buSzPts val="1800"/>
              <a:buFont typeface="Arial"/>
              <a:buAutoNum type="arabicPeriod"/>
            </a:pPr>
            <a:r>
              <a:rPr lang="en" sz="1800"/>
              <a:t>O</a:t>
            </a:r>
            <a:r>
              <a:rPr b="0" i="0" lang="en" sz="1800" u="none" cap="none" strike="noStrike">
                <a:solidFill>
                  <a:srgbClr val="000000"/>
                </a:solidFill>
                <a:latin typeface="Arial"/>
                <a:ea typeface="Arial"/>
                <a:cs typeface="Arial"/>
                <a:sym typeface="Arial"/>
              </a:rPr>
              <a:t>riginal file cannot be reconstructed once it has been compressed.</a:t>
            </a:r>
            <a:endParaRPr b="0" i="0" sz="1800" u="none" cap="none" strike="noStrike">
              <a:solidFill>
                <a:srgbClr val="000000"/>
              </a:solidFill>
              <a:latin typeface="Arial"/>
              <a:ea typeface="Arial"/>
              <a:cs typeface="Arial"/>
              <a:sym typeface="Arial"/>
            </a:endParaRPr>
          </a:p>
          <a:p>
            <a:pPr indent="-342900" lvl="0" marL="457200" marR="0" rtl="0" algn="l">
              <a:lnSpc>
                <a:spcPct val="100000"/>
              </a:lnSpc>
              <a:spcBef>
                <a:spcPts val="0"/>
              </a:spcBef>
              <a:spcAft>
                <a:spcPts val="0"/>
              </a:spcAft>
              <a:buClr>
                <a:srgbClr val="000000"/>
              </a:buClr>
              <a:buSzPts val="1800"/>
              <a:buFont typeface="Arial"/>
              <a:buAutoNum type="arabicPeriod"/>
            </a:pPr>
            <a:r>
              <a:rPr lang="en" sz="1800"/>
              <a:t>I</a:t>
            </a:r>
            <a:r>
              <a:rPr b="0" i="0" lang="en" sz="1800" u="none" cap="none" strike="noStrike">
                <a:solidFill>
                  <a:srgbClr val="000000"/>
                </a:solidFill>
                <a:latin typeface="Arial"/>
                <a:ea typeface="Arial"/>
                <a:cs typeface="Arial"/>
                <a:sym typeface="Arial"/>
              </a:rPr>
              <a:t>mage - reduce the resolution // colour depth</a:t>
            </a:r>
            <a:endParaRPr b="0" i="0" sz="1800" u="none" cap="none" strike="noStrike">
              <a:solidFill>
                <a:srgbClr val="000000"/>
              </a:solidFill>
              <a:latin typeface="Arial"/>
              <a:ea typeface="Arial"/>
              <a:cs typeface="Arial"/>
              <a:sym typeface="Arial"/>
            </a:endParaRPr>
          </a:p>
          <a:p>
            <a:pPr indent="-342900" lvl="0" marL="457200" marR="0" rtl="0" algn="l">
              <a:lnSpc>
                <a:spcPct val="100000"/>
              </a:lnSpc>
              <a:spcBef>
                <a:spcPts val="0"/>
              </a:spcBef>
              <a:spcAft>
                <a:spcPts val="0"/>
              </a:spcAft>
              <a:buClr>
                <a:srgbClr val="000000"/>
              </a:buClr>
              <a:buSzPts val="1800"/>
              <a:buFont typeface="Arial"/>
              <a:buAutoNum type="arabicPeriod"/>
            </a:pPr>
            <a:r>
              <a:rPr lang="en" sz="1800"/>
              <a:t>S</a:t>
            </a:r>
            <a:r>
              <a:rPr b="0" i="0" lang="en" sz="1800" u="none" cap="none" strike="noStrike">
                <a:solidFill>
                  <a:srgbClr val="000000"/>
                </a:solidFill>
                <a:latin typeface="Arial"/>
                <a:ea typeface="Arial"/>
                <a:cs typeface="Arial"/>
                <a:sym typeface="Arial"/>
              </a:rPr>
              <a:t>ound - reduce the sampling rate // sampling resolution</a:t>
            </a:r>
            <a:endParaRPr b="0" i="0" sz="1800" u="none" cap="none" strike="noStrike">
              <a:solidFill>
                <a:srgbClr val="000000"/>
              </a:solidFill>
              <a:latin typeface="Arial"/>
              <a:ea typeface="Arial"/>
              <a:cs typeface="Arial"/>
              <a:sym typeface="Arial"/>
            </a:endParaRPr>
          </a:p>
          <a:p>
            <a:pPr indent="-12700" lvl="0" marL="1270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a:p>
            <a:pPr indent="-12700" lvl="0" marL="12700" marR="0" rtl="0" algn="l">
              <a:lnSpc>
                <a:spcPct val="100000"/>
              </a:lnSpc>
              <a:spcBef>
                <a:spcPts val="0"/>
              </a:spcBef>
              <a:spcAft>
                <a:spcPts val="0"/>
              </a:spcAft>
              <a:buClr>
                <a:srgbClr val="000000"/>
              </a:buClr>
              <a:buSzPts val="1800"/>
              <a:buFont typeface="Arial"/>
              <a:buNone/>
            </a:pPr>
            <a:r>
              <a:rPr lang="en" sz="1800"/>
              <a:t>S</a:t>
            </a:r>
            <a:r>
              <a:rPr b="0" i="0" lang="en" sz="1800" u="none" cap="none" strike="noStrike">
                <a:solidFill>
                  <a:srgbClr val="000000"/>
                </a:solidFill>
                <a:latin typeface="Arial"/>
                <a:ea typeface="Arial"/>
                <a:cs typeface="Arial"/>
                <a:sym typeface="Arial"/>
              </a:rPr>
              <a:t>ome lossy file compression algorithms are: </a:t>
            </a:r>
            <a:endParaRPr b="0" i="0" sz="1800" u="none" cap="none" strike="noStrike">
              <a:solidFill>
                <a:srgbClr val="000000"/>
              </a:solidFill>
              <a:latin typeface="Arial"/>
              <a:ea typeface="Arial"/>
              <a:cs typeface="Arial"/>
              <a:sym typeface="Arial"/>
            </a:endParaRPr>
          </a:p>
        </p:txBody>
      </p:sp>
    </p:spTree>
  </p:cSld>
  <p:clrMapOvr>
    <a:masterClrMapping/>
  </p:clrMapOvr>
</p:sld>
</file>

<file path=ppt/slides/slide1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8" name="Shape 818"/>
        <p:cNvGrpSpPr/>
        <p:nvPr/>
      </p:nvGrpSpPr>
      <p:grpSpPr>
        <a:xfrm>
          <a:off x="0" y="0"/>
          <a:ext cx="0" cy="0"/>
          <a:chOff x="0" y="0"/>
          <a:chExt cx="0" cy="0"/>
        </a:xfrm>
      </p:grpSpPr>
      <p:pic>
        <p:nvPicPr>
          <p:cNvPr id="819" name="Google Shape;819;p90"/>
          <p:cNvPicPr preferRelativeResize="0"/>
          <p:nvPr/>
        </p:nvPicPr>
        <p:blipFill rotWithShape="1">
          <a:blip r:embed="rId3">
            <a:alphaModFix/>
          </a:blip>
          <a:srcRect b="0" l="0" r="0" t="0"/>
          <a:stretch/>
        </p:blipFill>
        <p:spPr>
          <a:xfrm>
            <a:off x="152400" y="140400"/>
            <a:ext cx="8839203" cy="4015853"/>
          </a:xfrm>
          <a:prstGeom prst="rect">
            <a:avLst/>
          </a:prstGeom>
          <a:noFill/>
          <a:ln>
            <a:noFill/>
          </a:ln>
        </p:spPr>
      </p:pic>
      <p:pic>
        <p:nvPicPr>
          <p:cNvPr id="820" name="Google Shape;820;p90"/>
          <p:cNvPicPr preferRelativeResize="0"/>
          <p:nvPr/>
        </p:nvPicPr>
        <p:blipFill rotWithShape="1">
          <a:blip r:embed="rId4">
            <a:alphaModFix/>
          </a:blip>
          <a:srcRect b="0" l="0" r="0" t="0"/>
          <a:stretch/>
        </p:blipFill>
        <p:spPr>
          <a:xfrm>
            <a:off x="2266675" y="806625"/>
            <a:ext cx="674200" cy="848100"/>
          </a:xfrm>
          <a:prstGeom prst="rect">
            <a:avLst/>
          </a:prstGeom>
          <a:noFill/>
          <a:ln>
            <a:noFill/>
          </a:ln>
        </p:spPr>
      </p:pic>
      <p:pic>
        <p:nvPicPr>
          <p:cNvPr id="821" name="Google Shape;821;p90"/>
          <p:cNvPicPr preferRelativeResize="0"/>
          <p:nvPr/>
        </p:nvPicPr>
        <p:blipFill rotWithShape="1">
          <a:blip r:embed="rId5">
            <a:alphaModFix/>
          </a:blip>
          <a:srcRect b="0" l="0" r="0" t="0"/>
          <a:stretch/>
        </p:blipFill>
        <p:spPr>
          <a:xfrm>
            <a:off x="5269300" y="806625"/>
            <a:ext cx="848100" cy="848100"/>
          </a:xfrm>
          <a:prstGeom prst="rect">
            <a:avLst/>
          </a:prstGeom>
          <a:noFill/>
          <a:ln>
            <a:noFill/>
          </a:ln>
        </p:spPr>
      </p:pic>
      <p:pic>
        <p:nvPicPr>
          <p:cNvPr id="822" name="Google Shape;822;p90"/>
          <p:cNvPicPr preferRelativeResize="0"/>
          <p:nvPr/>
        </p:nvPicPr>
        <p:blipFill rotWithShape="1">
          <a:blip r:embed="rId6">
            <a:alphaModFix/>
          </a:blip>
          <a:srcRect b="0" l="0" r="0" t="0"/>
          <a:stretch/>
        </p:blipFill>
        <p:spPr>
          <a:xfrm>
            <a:off x="8117134" y="806618"/>
            <a:ext cx="1077413" cy="848099"/>
          </a:xfrm>
          <a:prstGeom prst="rect">
            <a:avLst/>
          </a:prstGeom>
          <a:noFill/>
          <a:ln>
            <a:noFill/>
          </a:ln>
        </p:spPr>
      </p:pic>
    </p:spTree>
  </p:cSld>
  <p:clrMapOvr>
    <a:masterClrMapping/>
  </p:clrMapOvr>
</p:sld>
</file>

<file path=ppt/slides/slide1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26" name="Shape 826"/>
        <p:cNvGrpSpPr/>
        <p:nvPr/>
      </p:nvGrpSpPr>
      <p:grpSpPr>
        <a:xfrm>
          <a:off x="0" y="0"/>
          <a:ext cx="0" cy="0"/>
          <a:chOff x="0" y="0"/>
          <a:chExt cx="0" cy="0"/>
        </a:xfrm>
      </p:grpSpPr>
      <p:sp>
        <p:nvSpPr>
          <p:cNvPr id="827" name="Google Shape;827;p91"/>
          <p:cNvSpPr txBox="1"/>
          <p:nvPr>
            <p:ph idx="4294967295" type="title"/>
          </p:nvPr>
        </p:nvSpPr>
        <p:spPr>
          <a:xfrm>
            <a:off x="311700" y="194200"/>
            <a:ext cx="8520600" cy="607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3000"/>
              <a:buNone/>
            </a:pPr>
            <a:r>
              <a:rPr b="1" lang="en"/>
              <a:t>Lossless file compression</a:t>
            </a:r>
            <a:endParaRPr b="1"/>
          </a:p>
        </p:txBody>
      </p:sp>
      <p:sp>
        <p:nvSpPr>
          <p:cNvPr id="828" name="Google Shape;828;p91"/>
          <p:cNvSpPr txBox="1"/>
          <p:nvPr/>
        </p:nvSpPr>
        <p:spPr>
          <a:xfrm>
            <a:off x="311700" y="2197075"/>
            <a:ext cx="8372100" cy="1108200"/>
          </a:xfrm>
          <a:prstGeom prst="rect">
            <a:avLst/>
          </a:prstGeom>
          <a:solidFill>
            <a:schemeClr val="accent5"/>
          </a:solid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500"/>
              <a:buFont typeface="Arial"/>
              <a:buNone/>
            </a:pPr>
            <a:r>
              <a:rPr b="1" i="0" lang="en" sz="1500" u="none" cap="none" strike="noStrike">
                <a:solidFill>
                  <a:srgbClr val="000000"/>
                </a:solidFill>
                <a:latin typeface="Arial"/>
                <a:ea typeface="Arial"/>
                <a:cs typeface="Arial"/>
                <a:sym typeface="Arial"/>
              </a:rPr>
              <a:t>Run length encoding (RLE) </a:t>
            </a:r>
            <a:r>
              <a:rPr b="0" i="0" lang="en" sz="1500" u="none" cap="none" strike="noStrike">
                <a:solidFill>
                  <a:srgbClr val="000000"/>
                </a:solidFill>
                <a:latin typeface="Arial"/>
                <a:ea typeface="Arial"/>
                <a:cs typeface="Arial"/>
                <a:sym typeface="Arial"/>
              </a:rPr>
              <a:t>is an example of lossless compression. It works by reducing the size of a string of adjacent, identical data items the repeating unit is encoded into </a:t>
            </a:r>
            <a:r>
              <a:rPr b="1" i="0" lang="en" sz="1500" u="none" cap="none" strike="noStrike">
                <a:solidFill>
                  <a:srgbClr val="000000"/>
                </a:solidFill>
                <a:latin typeface="Arial"/>
                <a:ea typeface="Arial"/>
                <a:cs typeface="Arial"/>
                <a:sym typeface="Arial"/>
              </a:rPr>
              <a:t>two values:</a:t>
            </a:r>
            <a:endParaRPr b="1" i="0" sz="1500" u="none" cap="none" strike="noStrike">
              <a:solidFill>
                <a:srgbClr val="000000"/>
              </a:solidFill>
              <a:latin typeface="Arial"/>
              <a:ea typeface="Arial"/>
              <a:cs typeface="Arial"/>
              <a:sym typeface="Arial"/>
            </a:endParaRPr>
          </a:p>
          <a:p>
            <a:pPr indent="-323850" lvl="0" marL="914400" marR="0" rtl="0" algn="l">
              <a:lnSpc>
                <a:spcPct val="100000"/>
              </a:lnSpc>
              <a:spcBef>
                <a:spcPts val="0"/>
              </a:spcBef>
              <a:spcAft>
                <a:spcPts val="0"/>
              </a:spcAft>
              <a:buClr>
                <a:srgbClr val="000000"/>
              </a:buClr>
              <a:buSzPts val="1500"/>
              <a:buFont typeface="Arial"/>
              <a:buAutoNum type="arabicPeriod"/>
            </a:pPr>
            <a:r>
              <a:rPr b="0" i="0" lang="en" sz="1500" u="none" cap="none" strike="noStrike">
                <a:solidFill>
                  <a:srgbClr val="000000"/>
                </a:solidFill>
                <a:latin typeface="Arial"/>
                <a:ea typeface="Arial"/>
                <a:cs typeface="Arial"/>
                <a:sym typeface="Arial"/>
              </a:rPr>
              <a:t>first value represents number of identical data items</a:t>
            </a:r>
            <a:endParaRPr b="0" i="0" sz="1500" u="none" cap="none" strike="noStrike">
              <a:solidFill>
                <a:srgbClr val="000000"/>
              </a:solidFill>
              <a:latin typeface="Arial"/>
              <a:ea typeface="Arial"/>
              <a:cs typeface="Arial"/>
              <a:sym typeface="Arial"/>
            </a:endParaRPr>
          </a:p>
          <a:p>
            <a:pPr indent="-323850" lvl="0" marL="914400" marR="0" rtl="0" algn="l">
              <a:lnSpc>
                <a:spcPct val="100000"/>
              </a:lnSpc>
              <a:spcBef>
                <a:spcPts val="0"/>
              </a:spcBef>
              <a:spcAft>
                <a:spcPts val="0"/>
              </a:spcAft>
              <a:buClr>
                <a:srgbClr val="000000"/>
              </a:buClr>
              <a:buSzPts val="1500"/>
              <a:buFont typeface="Arial"/>
              <a:buAutoNum type="arabicPeriod"/>
            </a:pPr>
            <a:r>
              <a:rPr b="0" i="0" lang="en" sz="1500" u="none" cap="none" strike="noStrike">
                <a:solidFill>
                  <a:srgbClr val="000000"/>
                </a:solidFill>
                <a:latin typeface="Arial"/>
                <a:ea typeface="Arial"/>
                <a:cs typeface="Arial"/>
                <a:sym typeface="Arial"/>
              </a:rPr>
              <a:t>second value represents code (such as ASCII) of data item.</a:t>
            </a:r>
            <a:endParaRPr b="0" i="0" sz="1500" u="none" cap="none" strike="noStrike">
              <a:solidFill>
                <a:srgbClr val="000000"/>
              </a:solidFill>
              <a:latin typeface="Arial"/>
              <a:ea typeface="Arial"/>
              <a:cs typeface="Arial"/>
              <a:sym typeface="Arial"/>
            </a:endParaRPr>
          </a:p>
        </p:txBody>
      </p:sp>
      <p:sp>
        <p:nvSpPr>
          <p:cNvPr id="829" name="Google Shape;829;p91"/>
          <p:cNvSpPr txBox="1"/>
          <p:nvPr/>
        </p:nvSpPr>
        <p:spPr>
          <a:xfrm>
            <a:off x="311700" y="802000"/>
            <a:ext cx="8372100" cy="1293000"/>
          </a:xfrm>
          <a:prstGeom prst="rect">
            <a:avLst/>
          </a:prstGeom>
          <a:noFill/>
          <a:ln>
            <a:noFill/>
          </a:ln>
        </p:spPr>
        <p:txBody>
          <a:bodyPr anchorCtr="0" anchor="t" bIns="91425" lIns="91425" spcFirstLastPara="1" rIns="91425" wrap="square" tIns="91425">
            <a:spAutoFit/>
          </a:bodyPr>
          <a:lstStyle/>
          <a:p>
            <a:pPr indent="-342900" lvl="0" marL="457200" marR="0" rtl="0" algn="l">
              <a:lnSpc>
                <a:spcPct val="100000"/>
              </a:lnSpc>
              <a:spcBef>
                <a:spcPts val="0"/>
              </a:spcBef>
              <a:spcAft>
                <a:spcPts val="0"/>
              </a:spcAft>
              <a:buClr>
                <a:srgbClr val="000000"/>
              </a:buClr>
              <a:buSzPts val="1800"/>
              <a:buFont typeface="Arial"/>
              <a:buChar char="●"/>
            </a:pPr>
            <a:r>
              <a:rPr b="0" i="0" lang="en" sz="1800" u="none" cap="none" strike="noStrike">
                <a:solidFill>
                  <a:srgbClr val="000000"/>
                </a:solidFill>
                <a:latin typeface="Arial"/>
                <a:ea typeface="Arial"/>
                <a:cs typeface="Arial"/>
                <a:sym typeface="Arial"/>
              </a:rPr>
              <a:t>Data from the original uncompressed file can be reconstructed following compression.</a:t>
            </a:r>
            <a:endParaRPr b="0" i="0" sz="1800" u="none" cap="none" strike="noStrike">
              <a:solidFill>
                <a:srgbClr val="000000"/>
              </a:solidFill>
              <a:latin typeface="Arial"/>
              <a:ea typeface="Arial"/>
              <a:cs typeface="Arial"/>
              <a:sym typeface="Arial"/>
            </a:endParaRPr>
          </a:p>
          <a:p>
            <a:pPr indent="-342900" lvl="0" marL="457200" marR="0" rtl="0" algn="l">
              <a:lnSpc>
                <a:spcPct val="100000"/>
              </a:lnSpc>
              <a:spcBef>
                <a:spcPts val="0"/>
              </a:spcBef>
              <a:spcAft>
                <a:spcPts val="0"/>
              </a:spcAft>
              <a:buClr>
                <a:srgbClr val="000000"/>
              </a:buClr>
              <a:buSzPts val="1800"/>
              <a:buFont typeface="Arial"/>
              <a:buChar char="●"/>
            </a:pPr>
            <a:r>
              <a:rPr b="0" i="0" lang="en" sz="1800" u="none" cap="none" strike="noStrike">
                <a:solidFill>
                  <a:srgbClr val="000000"/>
                </a:solidFill>
                <a:latin typeface="Arial"/>
                <a:ea typeface="Arial"/>
                <a:cs typeface="Arial"/>
                <a:sym typeface="Arial"/>
              </a:rPr>
              <a:t>No data is lost following the application of the lossless algorithms.</a:t>
            </a:r>
            <a:endParaRPr b="0" i="0" sz="1800" u="none" cap="none" strike="noStrike">
              <a:solidFill>
                <a:srgbClr val="000000"/>
              </a:solidFill>
              <a:latin typeface="Arial"/>
              <a:ea typeface="Arial"/>
              <a:cs typeface="Arial"/>
              <a:sym typeface="Arial"/>
            </a:endParaRPr>
          </a:p>
          <a:p>
            <a:pPr indent="-342900" lvl="0" marL="457200" marR="0" rtl="0" algn="l">
              <a:lnSpc>
                <a:spcPct val="100000"/>
              </a:lnSpc>
              <a:spcBef>
                <a:spcPts val="0"/>
              </a:spcBef>
              <a:spcAft>
                <a:spcPts val="0"/>
              </a:spcAft>
              <a:buClr>
                <a:srgbClr val="000000"/>
              </a:buClr>
              <a:buSzPts val="1800"/>
              <a:buFont typeface="Arial"/>
              <a:buChar char="●"/>
            </a:pPr>
            <a:r>
              <a:rPr b="0" i="0" lang="en" sz="1800" u="none" cap="none" strike="noStrike">
                <a:solidFill>
                  <a:srgbClr val="000000"/>
                </a:solidFill>
                <a:latin typeface="Arial"/>
                <a:ea typeface="Arial"/>
                <a:cs typeface="Arial"/>
                <a:sym typeface="Arial"/>
              </a:rPr>
              <a:t>Most common example is </a:t>
            </a:r>
            <a:r>
              <a:rPr b="1" i="0" lang="en" sz="1800" u="none" cap="none" strike="noStrike">
                <a:solidFill>
                  <a:srgbClr val="000000"/>
                </a:solidFill>
                <a:latin typeface="Arial"/>
                <a:ea typeface="Arial"/>
                <a:cs typeface="Arial"/>
                <a:sym typeface="Arial"/>
              </a:rPr>
              <a:t>RLE</a:t>
            </a:r>
            <a:r>
              <a:rPr b="0" i="0" lang="en" sz="1800" u="none" cap="none" strike="noStrike">
                <a:solidFill>
                  <a:srgbClr val="000000"/>
                </a:solidFill>
                <a:latin typeface="Arial"/>
                <a:ea typeface="Arial"/>
                <a:cs typeface="Arial"/>
                <a:sym typeface="Arial"/>
              </a:rPr>
              <a:t>.</a:t>
            </a:r>
            <a:endParaRPr b="0" i="0" sz="1800" u="none" cap="none" strike="noStrike">
              <a:solidFill>
                <a:srgbClr val="000000"/>
              </a:solidFill>
              <a:latin typeface="Arial"/>
              <a:ea typeface="Arial"/>
              <a:cs typeface="Arial"/>
              <a:sym typeface="Arial"/>
            </a:endParaRPr>
          </a:p>
        </p:txBody>
      </p:sp>
      <p:pic>
        <p:nvPicPr>
          <p:cNvPr id="830" name="Google Shape;830;p91"/>
          <p:cNvPicPr preferRelativeResize="0"/>
          <p:nvPr/>
        </p:nvPicPr>
        <p:blipFill rotWithShape="1">
          <a:blip r:embed="rId3">
            <a:alphaModFix/>
          </a:blip>
          <a:srcRect b="0" l="0" r="0" t="0"/>
          <a:stretch/>
        </p:blipFill>
        <p:spPr>
          <a:xfrm>
            <a:off x="1298875" y="3395249"/>
            <a:ext cx="6546253" cy="1748250"/>
          </a:xfrm>
          <a:prstGeom prst="rect">
            <a:avLst/>
          </a:prstGeom>
          <a:noFill/>
          <a:ln>
            <a:noFill/>
          </a:ln>
        </p:spPr>
      </p:pic>
    </p:spTree>
  </p:cSld>
  <p:clrMapOvr>
    <a:masterClrMapping/>
  </p:clrMapOvr>
</p:sld>
</file>

<file path=ppt/slides/slide1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pic>
        <p:nvPicPr>
          <p:cNvPr id="835" name="Google Shape;835;p92"/>
          <p:cNvPicPr preferRelativeResize="0"/>
          <p:nvPr/>
        </p:nvPicPr>
        <p:blipFill rotWithShape="1">
          <a:blip r:embed="rId3">
            <a:alphaModFix/>
          </a:blip>
          <a:srcRect b="0" l="0" r="0" t="0"/>
          <a:stretch/>
        </p:blipFill>
        <p:spPr>
          <a:xfrm>
            <a:off x="152400" y="152400"/>
            <a:ext cx="6638925" cy="2476500"/>
          </a:xfrm>
          <a:prstGeom prst="rect">
            <a:avLst/>
          </a:prstGeom>
          <a:noFill/>
          <a:ln>
            <a:noFill/>
          </a:ln>
        </p:spPr>
      </p:pic>
      <p:pic>
        <p:nvPicPr>
          <p:cNvPr id="836" name="Google Shape;836;p92"/>
          <p:cNvPicPr preferRelativeResize="0"/>
          <p:nvPr/>
        </p:nvPicPr>
        <p:blipFill rotWithShape="1">
          <a:blip r:embed="rId4">
            <a:alphaModFix/>
          </a:blip>
          <a:srcRect b="0" l="0" r="0" t="0"/>
          <a:stretch/>
        </p:blipFill>
        <p:spPr>
          <a:xfrm>
            <a:off x="152400" y="2781300"/>
            <a:ext cx="8839201" cy="1253195"/>
          </a:xfrm>
          <a:prstGeom prst="rect">
            <a:avLst/>
          </a:prstGeom>
          <a:noFill/>
          <a:ln>
            <a:noFill/>
          </a:ln>
        </p:spPr>
      </p:pic>
      <p:sp>
        <p:nvSpPr>
          <p:cNvPr id="837" name="Google Shape;837;p92"/>
          <p:cNvSpPr txBox="1"/>
          <p:nvPr/>
        </p:nvSpPr>
        <p:spPr>
          <a:xfrm>
            <a:off x="5063000" y="3944550"/>
            <a:ext cx="3751800" cy="831300"/>
          </a:xfrm>
          <a:prstGeom prst="rect">
            <a:avLst/>
          </a:prstGeom>
          <a:solidFill>
            <a:schemeClr val="accent1"/>
          </a:solid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400"/>
              <a:buFont typeface="Arial"/>
              <a:buNone/>
            </a:pPr>
            <a:r>
              <a:rPr b="0" i="0" lang="en" sz="1400" u="none" cap="none" strike="noStrike">
                <a:solidFill>
                  <a:schemeClr val="lt1"/>
                </a:solidFill>
                <a:latin typeface="Arial"/>
                <a:ea typeface="Arial"/>
                <a:cs typeface="Arial"/>
                <a:sym typeface="Arial"/>
              </a:rPr>
              <a:t>The RLE code has 92 values, which means the compressed file will be 92 bytes in</a:t>
            </a:r>
            <a:endParaRPr b="0" i="0" sz="1400" u="none" cap="none" strike="noStrike">
              <a:solidFill>
                <a:schemeClr val="lt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 sz="1400" u="none" cap="none" strike="noStrike">
                <a:solidFill>
                  <a:schemeClr val="lt1"/>
                </a:solidFill>
                <a:latin typeface="Arial"/>
                <a:ea typeface="Arial"/>
                <a:cs typeface="Arial"/>
                <a:sym typeface="Arial"/>
              </a:rPr>
              <a:t>size. This gives a file reduction of about 52%.</a:t>
            </a:r>
            <a:endParaRPr b="0" i="0" sz="1400" u="none" cap="none" strike="noStrike">
              <a:solidFill>
                <a:schemeClr val="lt1"/>
              </a:solidFill>
              <a:latin typeface="Arial"/>
              <a:ea typeface="Arial"/>
              <a:cs typeface="Arial"/>
              <a:sym typeface="Arial"/>
            </a:endParaRPr>
          </a:p>
        </p:txBody>
      </p:sp>
    </p:spTree>
  </p:cSld>
  <p:clrMapOvr>
    <a:masterClrMapping/>
  </p:clrMapOvr>
</p:sld>
</file>

<file path=ppt/slides/slide1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pic>
        <p:nvPicPr>
          <p:cNvPr id="842" name="Google Shape;842;p93"/>
          <p:cNvPicPr preferRelativeResize="0"/>
          <p:nvPr/>
        </p:nvPicPr>
        <p:blipFill rotWithShape="1">
          <a:blip r:embed="rId3">
            <a:alphaModFix/>
          </a:blip>
          <a:srcRect b="0" l="0" r="0" t="0"/>
          <a:stretch/>
        </p:blipFill>
        <p:spPr>
          <a:xfrm>
            <a:off x="152400" y="152400"/>
            <a:ext cx="8602133" cy="4838700"/>
          </a:xfrm>
          <a:prstGeom prst="rect">
            <a:avLst/>
          </a:prstGeom>
          <a:noFill/>
          <a:ln>
            <a:noFill/>
          </a:ln>
        </p:spPr>
      </p:pic>
      <p:pic>
        <p:nvPicPr>
          <p:cNvPr id="843" name="Google Shape;843;p93" title="Exam - Free of Charge Creative Commons Notepad 1 image"/>
          <p:cNvPicPr preferRelativeResize="0"/>
          <p:nvPr/>
        </p:nvPicPr>
        <p:blipFill rotWithShape="1">
          <a:blip r:embed="rId4">
            <a:alphaModFix/>
          </a:blip>
          <a:srcRect b="21312" l="0" r="0" t="20179"/>
          <a:stretch/>
        </p:blipFill>
        <p:spPr>
          <a:xfrm rot="-5400000">
            <a:off x="-1506300" y="1510725"/>
            <a:ext cx="5150300" cy="2128851"/>
          </a:xfrm>
          <a:prstGeom prst="rect">
            <a:avLst/>
          </a:prstGeom>
          <a:noFill/>
          <a:ln>
            <a:noFill/>
          </a:ln>
        </p:spPr>
      </p:pic>
    </p:spTree>
  </p:cSld>
  <p:clrMapOvr>
    <a:masterClrMapping/>
  </p:clrMapOvr>
</p:sld>
</file>

<file path=ppt/slides/slide1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pic>
        <p:nvPicPr>
          <p:cNvPr id="848" name="Google Shape;848;p94"/>
          <p:cNvPicPr preferRelativeResize="0"/>
          <p:nvPr/>
        </p:nvPicPr>
        <p:blipFill rotWithShape="1">
          <a:blip r:embed="rId3">
            <a:alphaModFix/>
          </a:blip>
          <a:srcRect b="0" l="0" r="0" t="0"/>
          <a:stretch/>
        </p:blipFill>
        <p:spPr>
          <a:xfrm>
            <a:off x="152400" y="152400"/>
            <a:ext cx="8602133" cy="4838700"/>
          </a:xfrm>
          <a:prstGeom prst="rect">
            <a:avLst/>
          </a:prstGeom>
          <a:noFill/>
          <a:ln>
            <a:noFill/>
          </a:ln>
        </p:spPr>
      </p:pic>
      <p:pic>
        <p:nvPicPr>
          <p:cNvPr id="849" name="Google Shape;849;p94" title="Exam - Free of Charge Creative Commons Notepad 1 image"/>
          <p:cNvPicPr preferRelativeResize="0"/>
          <p:nvPr/>
        </p:nvPicPr>
        <p:blipFill rotWithShape="1">
          <a:blip r:embed="rId4">
            <a:alphaModFix/>
          </a:blip>
          <a:srcRect b="21312" l="0" r="0" t="20179"/>
          <a:stretch/>
        </p:blipFill>
        <p:spPr>
          <a:xfrm rot="-5400000">
            <a:off x="-1506300" y="1510725"/>
            <a:ext cx="5150300" cy="2128851"/>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Geometric">
  <a:themeElements>
    <a:clrScheme name="Geometric">
      <a:dk1>
        <a:srgbClr val="2A3990"/>
      </a:dk1>
      <a:lt1>
        <a:srgbClr val="FFFFFF"/>
      </a:lt1>
      <a:dk2>
        <a:srgbClr val="434343"/>
      </a:dk2>
      <a:lt2>
        <a:srgbClr val="999999"/>
      </a:lt2>
      <a:accent1>
        <a:srgbClr val="212D74"/>
      </a:accent1>
      <a:accent2>
        <a:srgbClr val="3949AB"/>
      </a:accent2>
      <a:accent3>
        <a:srgbClr val="C95C03"/>
      </a:accent3>
      <a:accent4>
        <a:srgbClr val="D27B33"/>
      </a:accent4>
      <a:accent5>
        <a:srgbClr val="F0BE62"/>
      </a:accent5>
      <a:accent6>
        <a:srgbClr val="7890CD"/>
      </a:accent6>
      <a:hlink>
        <a:srgbClr val="F06292"/>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