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21.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9" r:id="rId3"/>
    <p:sldMasterId id="2147483670"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Lst>
  <p:sldSz cy="6858000" cx="12192000"/>
  <p:notesSz cx="6858000" cy="9144000"/>
  <p:embeddedFontLst>
    <p:embeddedFont>
      <p:font typeface="Playfair Display"/>
      <p:regular r:id="rId27"/>
      <p:bold r:id="rId28"/>
      <p:italic r:id="rId29"/>
      <p:boldItalic r:id="rId30"/>
    </p:embeddedFont>
    <p:embeddedFont>
      <p:font typeface="Montserrat"/>
      <p:regular r:id="rId31"/>
      <p:bold r:id="rId32"/>
      <p:italic r:id="rId33"/>
      <p:boldItalic r:id="rId34"/>
    </p:embeddedFont>
    <p:embeddedFont>
      <p:font typeface="Abhaya Libre"/>
      <p:regular r:id="rId35"/>
      <p:bold r:id="rId3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font" Target="fonts/PlayfairDisplay-bold.fntdata"/><Relationship Id="rId27" Type="http://schemas.openxmlformats.org/officeDocument/2006/relationships/font" Target="fonts/PlayfairDisplay-regular.fntdata"/><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font" Target="fonts/PlayfairDisplay-italic.fntdata"/><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font" Target="fonts/Montserrat-regular.fntdata"/><Relationship Id="rId30" Type="http://schemas.openxmlformats.org/officeDocument/2006/relationships/font" Target="fonts/PlayfairDisplay-boldItalic.fntdata"/><Relationship Id="rId11" Type="http://schemas.openxmlformats.org/officeDocument/2006/relationships/slide" Target="slides/slide6.xml"/><Relationship Id="rId33" Type="http://schemas.openxmlformats.org/officeDocument/2006/relationships/font" Target="fonts/Montserrat-italic.fntdata"/><Relationship Id="rId10" Type="http://schemas.openxmlformats.org/officeDocument/2006/relationships/slide" Target="slides/slide5.xml"/><Relationship Id="rId32" Type="http://schemas.openxmlformats.org/officeDocument/2006/relationships/font" Target="fonts/Montserrat-bold.fntdata"/><Relationship Id="rId13" Type="http://schemas.openxmlformats.org/officeDocument/2006/relationships/slide" Target="slides/slide8.xml"/><Relationship Id="rId35" Type="http://schemas.openxmlformats.org/officeDocument/2006/relationships/font" Target="fonts/AbhayaLibre-regular.fntdata"/><Relationship Id="rId12" Type="http://schemas.openxmlformats.org/officeDocument/2006/relationships/slide" Target="slides/slide7.xml"/><Relationship Id="rId34" Type="http://schemas.openxmlformats.org/officeDocument/2006/relationships/font" Target="fonts/Montserrat-boldItalic.fntdata"/><Relationship Id="rId15" Type="http://schemas.openxmlformats.org/officeDocument/2006/relationships/slide" Target="slides/slide10.xml"/><Relationship Id="rId14" Type="http://schemas.openxmlformats.org/officeDocument/2006/relationships/slide" Target="slides/slide9.xml"/><Relationship Id="rId36" Type="http://schemas.openxmlformats.org/officeDocument/2006/relationships/font" Target="fonts/AbhayaLibre-bold.fntdata"/><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127" name="Google Shape;127;p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139" name="Google Shape;139;p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150" name="Google Shape;150;p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166" name="Google Shape;166;p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 name="Shape 175"/>
        <p:cNvGrpSpPr/>
        <p:nvPr/>
      </p:nvGrpSpPr>
      <p:grpSpPr>
        <a:xfrm>
          <a:off x="0" y="0"/>
          <a:ext cx="0" cy="0"/>
          <a:chOff x="0" y="0"/>
          <a:chExt cx="0" cy="0"/>
        </a:xfrm>
      </p:grpSpPr>
      <p:sp>
        <p:nvSpPr>
          <p:cNvPr id="176" name="Google Shape;176;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177" name="Google Shape;177;p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183" name="Google Shape;183;p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p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199" name="Google Shape;199;p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p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219" name="Google Shape;219;p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 name="Shape 236"/>
        <p:cNvGrpSpPr/>
        <p:nvPr/>
      </p:nvGrpSpPr>
      <p:grpSpPr>
        <a:xfrm>
          <a:off x="0" y="0"/>
          <a:ext cx="0" cy="0"/>
          <a:chOff x="0" y="0"/>
          <a:chExt cx="0" cy="0"/>
        </a:xfrm>
      </p:grpSpPr>
      <p:sp>
        <p:nvSpPr>
          <p:cNvPr id="237" name="Google Shape;237;p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238" name="Google Shape;238;p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p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253" name="Google Shape;253;p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 name="Shape 260"/>
        <p:cNvGrpSpPr/>
        <p:nvPr/>
      </p:nvGrpSpPr>
      <p:grpSpPr>
        <a:xfrm>
          <a:off x="0" y="0"/>
          <a:ext cx="0" cy="0"/>
          <a:chOff x="0" y="0"/>
          <a:chExt cx="0" cy="0"/>
        </a:xfrm>
      </p:grpSpPr>
      <p:sp>
        <p:nvSpPr>
          <p:cNvPr id="261" name="Google Shape;261;p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262" name="Google Shape;262;p1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 name="Shape 270"/>
        <p:cNvGrpSpPr/>
        <p:nvPr/>
      </p:nvGrpSpPr>
      <p:grpSpPr>
        <a:xfrm>
          <a:off x="0" y="0"/>
          <a:ext cx="0" cy="0"/>
          <a:chOff x="0" y="0"/>
          <a:chExt cx="0" cy="0"/>
        </a:xfrm>
      </p:grpSpPr>
      <p:sp>
        <p:nvSpPr>
          <p:cNvPr id="271" name="Google Shape;271;p1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272" name="Google Shape;272;p1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 name="Shape 281"/>
        <p:cNvGrpSpPr/>
        <p:nvPr/>
      </p:nvGrpSpPr>
      <p:grpSpPr>
        <a:xfrm>
          <a:off x="0" y="0"/>
          <a:ext cx="0" cy="0"/>
          <a:chOff x="0" y="0"/>
          <a:chExt cx="0" cy="0"/>
        </a:xfrm>
      </p:grpSpPr>
      <p:sp>
        <p:nvSpPr>
          <p:cNvPr id="282" name="Google Shape;282;p1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283" name="Google Shape;283;p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0" name="Shape 290"/>
        <p:cNvGrpSpPr/>
        <p:nvPr/>
      </p:nvGrpSpPr>
      <p:grpSpPr>
        <a:xfrm>
          <a:off x="0" y="0"/>
          <a:ext cx="0" cy="0"/>
          <a:chOff x="0" y="0"/>
          <a:chExt cx="0" cy="0"/>
        </a:xfrm>
      </p:grpSpPr>
      <p:sp>
        <p:nvSpPr>
          <p:cNvPr id="291" name="Google Shape;291;p1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292" name="Google Shape;292;p1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p1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301" name="Google Shape;301;p1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1" name="Shape 321"/>
        <p:cNvGrpSpPr/>
        <p:nvPr/>
      </p:nvGrpSpPr>
      <p:grpSpPr>
        <a:xfrm>
          <a:off x="0" y="0"/>
          <a:ext cx="0" cy="0"/>
          <a:chOff x="0" y="0"/>
          <a:chExt cx="0" cy="0"/>
        </a:xfrm>
      </p:grpSpPr>
      <p:sp>
        <p:nvSpPr>
          <p:cNvPr id="322" name="Google Shape;322;p1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323" name="Google Shape;323;p1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6" name="Shape 346"/>
        <p:cNvGrpSpPr/>
        <p:nvPr/>
      </p:nvGrpSpPr>
      <p:grpSpPr>
        <a:xfrm>
          <a:off x="0" y="0"/>
          <a:ext cx="0" cy="0"/>
          <a:chOff x="0" y="0"/>
          <a:chExt cx="0" cy="0"/>
        </a:xfrm>
      </p:grpSpPr>
      <p:sp>
        <p:nvSpPr>
          <p:cNvPr id="347" name="Google Shape;347;p1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348" name="Google Shape;348;p1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1" name="Shape 361"/>
        <p:cNvGrpSpPr/>
        <p:nvPr/>
      </p:nvGrpSpPr>
      <p:grpSpPr>
        <a:xfrm>
          <a:off x="0" y="0"/>
          <a:ext cx="0" cy="0"/>
          <a:chOff x="0" y="0"/>
          <a:chExt cx="0" cy="0"/>
        </a:xfrm>
      </p:grpSpPr>
      <p:sp>
        <p:nvSpPr>
          <p:cNvPr id="362" name="Google Shape;362;p1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363" name="Google Shape;363;p1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7" name="Shape 367"/>
        <p:cNvGrpSpPr/>
        <p:nvPr/>
      </p:nvGrpSpPr>
      <p:grpSpPr>
        <a:xfrm>
          <a:off x="0" y="0"/>
          <a:ext cx="0" cy="0"/>
          <a:chOff x="0" y="0"/>
          <a:chExt cx="0" cy="0"/>
        </a:xfrm>
      </p:grpSpPr>
      <p:sp>
        <p:nvSpPr>
          <p:cNvPr id="368" name="Google Shape;368;p1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369" name="Google Shape;369;p1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3" name="Shape 373"/>
        <p:cNvGrpSpPr/>
        <p:nvPr/>
      </p:nvGrpSpPr>
      <p:grpSpPr>
        <a:xfrm>
          <a:off x="0" y="0"/>
          <a:ext cx="0" cy="0"/>
          <a:chOff x="0" y="0"/>
          <a:chExt cx="0" cy="0"/>
        </a:xfrm>
      </p:grpSpPr>
      <p:sp>
        <p:nvSpPr>
          <p:cNvPr id="374" name="Google Shape;374;p2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375" name="Google Shape;375;p2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2" name="Shape 382"/>
        <p:cNvGrpSpPr/>
        <p:nvPr/>
      </p:nvGrpSpPr>
      <p:grpSpPr>
        <a:xfrm>
          <a:off x="0" y="0"/>
          <a:ext cx="0" cy="0"/>
          <a:chOff x="0" y="0"/>
          <a:chExt cx="0" cy="0"/>
        </a:xfrm>
      </p:grpSpPr>
      <p:sp>
        <p:nvSpPr>
          <p:cNvPr id="383" name="Google Shape;383;p2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384" name="Google Shape;384;p2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3" name="Shape 13"/>
        <p:cNvGrpSpPr/>
        <p:nvPr/>
      </p:nvGrpSpPr>
      <p:grpSpPr>
        <a:xfrm>
          <a:off x="0" y="0"/>
          <a:ext cx="0" cy="0"/>
          <a:chOff x="0" y="0"/>
          <a:chExt cx="0" cy="0"/>
        </a:xfrm>
      </p:grpSpPr>
      <p:sp>
        <p:nvSpPr>
          <p:cNvPr id="14" name="Google Shape;14;p2"/>
          <p:cNvSpPr txBox="1"/>
          <p:nvPr>
            <p:ph idx="12" type="sldNum"/>
          </p:nvPr>
        </p:nvSpPr>
        <p:spPr>
          <a:xfrm>
            <a:off x="11296611" y="6217623"/>
            <a:ext cx="731600" cy="524800"/>
          </a:xfrm>
          <a:prstGeom prst="rect">
            <a:avLst/>
          </a:prstGeom>
          <a:noFill/>
          <a:ln>
            <a:noFill/>
          </a:ln>
        </p:spPr>
        <p:txBody>
          <a:bodyPr anchorCtr="0" anchor="ctr" bIns="91425" lIns="91425" spcFirstLastPara="1" rIns="91425" wrap="square" tIns="91425">
            <a:normAutofit/>
          </a:bodyPr>
          <a:lstStyle>
            <a:lvl1pPr indent="0" lvl="0" marL="0" algn="r">
              <a:buClr>
                <a:schemeClr val="dk2"/>
              </a:buClr>
              <a:buSzPts val="1333"/>
              <a:buFont typeface="Arial"/>
              <a:buNone/>
              <a:defRPr b="0" i="0" sz="1333" u="none" cap="none" strike="noStrike">
                <a:solidFill>
                  <a:schemeClr val="dk2"/>
                </a:solidFill>
                <a:latin typeface="Arial"/>
                <a:ea typeface="Arial"/>
                <a:cs typeface="Arial"/>
                <a:sym typeface="Arial"/>
              </a:defRPr>
            </a:lvl1pPr>
            <a:lvl2pPr indent="0" lvl="1" marL="0" algn="r">
              <a:buClr>
                <a:schemeClr val="dk2"/>
              </a:buClr>
              <a:buSzPts val="1333"/>
              <a:buFont typeface="Arial"/>
              <a:buNone/>
              <a:defRPr b="0" i="0" sz="1333" u="none" cap="none" strike="noStrike">
                <a:solidFill>
                  <a:schemeClr val="dk2"/>
                </a:solidFill>
                <a:latin typeface="Arial"/>
                <a:ea typeface="Arial"/>
                <a:cs typeface="Arial"/>
                <a:sym typeface="Arial"/>
              </a:defRPr>
            </a:lvl2pPr>
            <a:lvl3pPr indent="0" lvl="2" marL="0" algn="r">
              <a:buClr>
                <a:schemeClr val="dk2"/>
              </a:buClr>
              <a:buSzPts val="1333"/>
              <a:buFont typeface="Arial"/>
              <a:buNone/>
              <a:defRPr b="0" i="0" sz="1333" u="none" cap="none" strike="noStrike">
                <a:solidFill>
                  <a:schemeClr val="dk2"/>
                </a:solidFill>
                <a:latin typeface="Arial"/>
                <a:ea typeface="Arial"/>
                <a:cs typeface="Arial"/>
                <a:sym typeface="Arial"/>
              </a:defRPr>
            </a:lvl3pPr>
            <a:lvl4pPr indent="0" lvl="3" marL="0" algn="r">
              <a:buClr>
                <a:schemeClr val="dk2"/>
              </a:buClr>
              <a:buSzPts val="1333"/>
              <a:buFont typeface="Arial"/>
              <a:buNone/>
              <a:defRPr b="0" i="0" sz="1333" u="none" cap="none" strike="noStrike">
                <a:solidFill>
                  <a:schemeClr val="dk2"/>
                </a:solidFill>
                <a:latin typeface="Arial"/>
                <a:ea typeface="Arial"/>
                <a:cs typeface="Arial"/>
                <a:sym typeface="Arial"/>
              </a:defRPr>
            </a:lvl4pPr>
            <a:lvl5pPr indent="0" lvl="4" marL="0" algn="r">
              <a:buClr>
                <a:schemeClr val="dk2"/>
              </a:buClr>
              <a:buSzPts val="1333"/>
              <a:buFont typeface="Arial"/>
              <a:buNone/>
              <a:defRPr b="0" i="0" sz="1333" u="none" cap="none" strike="noStrike">
                <a:solidFill>
                  <a:schemeClr val="dk2"/>
                </a:solidFill>
                <a:latin typeface="Arial"/>
                <a:ea typeface="Arial"/>
                <a:cs typeface="Arial"/>
                <a:sym typeface="Arial"/>
              </a:defRPr>
            </a:lvl5pPr>
            <a:lvl6pPr indent="0" lvl="5" marL="0" algn="r">
              <a:buClr>
                <a:schemeClr val="dk2"/>
              </a:buClr>
              <a:buSzPts val="1333"/>
              <a:buFont typeface="Arial"/>
              <a:buNone/>
              <a:defRPr b="0" i="0" sz="1333" u="none" cap="none" strike="noStrike">
                <a:solidFill>
                  <a:schemeClr val="dk2"/>
                </a:solidFill>
                <a:latin typeface="Arial"/>
                <a:ea typeface="Arial"/>
                <a:cs typeface="Arial"/>
                <a:sym typeface="Arial"/>
              </a:defRPr>
            </a:lvl6pPr>
            <a:lvl7pPr indent="0" lvl="6" marL="0" algn="r">
              <a:buClr>
                <a:schemeClr val="dk2"/>
              </a:buClr>
              <a:buSzPts val="1333"/>
              <a:buFont typeface="Arial"/>
              <a:buNone/>
              <a:defRPr b="0" i="0" sz="1333" u="none" cap="none" strike="noStrike">
                <a:solidFill>
                  <a:schemeClr val="dk2"/>
                </a:solidFill>
                <a:latin typeface="Arial"/>
                <a:ea typeface="Arial"/>
                <a:cs typeface="Arial"/>
                <a:sym typeface="Arial"/>
              </a:defRPr>
            </a:lvl7pPr>
            <a:lvl8pPr indent="0" lvl="7" marL="0" algn="r">
              <a:buClr>
                <a:schemeClr val="dk2"/>
              </a:buClr>
              <a:buSzPts val="1333"/>
              <a:buFont typeface="Arial"/>
              <a:buNone/>
              <a:defRPr b="0" i="0" sz="1333" u="none" cap="none" strike="noStrike">
                <a:solidFill>
                  <a:schemeClr val="dk2"/>
                </a:solidFill>
                <a:latin typeface="Arial"/>
                <a:ea typeface="Arial"/>
                <a:cs typeface="Arial"/>
                <a:sym typeface="Arial"/>
              </a:defRPr>
            </a:lvl8pPr>
            <a:lvl9pPr indent="0" lvl="8" marL="0" algn="r">
              <a:buClr>
                <a:schemeClr val="dk2"/>
              </a:buClr>
              <a:buSzPts val="1333"/>
              <a:buFont typeface="Arial"/>
              <a:buNone/>
              <a:defRPr b="0" i="0" sz="1333"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5" name="Shape 15"/>
        <p:cNvGrpSpPr/>
        <p:nvPr/>
      </p:nvGrpSpPr>
      <p:grpSpPr>
        <a:xfrm>
          <a:off x="0" y="0"/>
          <a:ext cx="0" cy="0"/>
          <a:chOff x="0" y="0"/>
          <a:chExt cx="0" cy="0"/>
        </a:xfrm>
      </p:grpSpPr>
      <p:sp>
        <p:nvSpPr>
          <p:cNvPr id="16" name="Google Shape;16;p3"/>
          <p:cNvSpPr txBox="1"/>
          <p:nvPr>
            <p:ph type="title"/>
          </p:nvPr>
        </p:nvSpPr>
        <p:spPr>
          <a:xfrm>
            <a:off x="415600" y="2867800"/>
            <a:ext cx="11360800" cy="11224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4800"/>
            </a:lvl1pPr>
            <a:lvl2pPr lvl="1" algn="ctr">
              <a:lnSpc>
                <a:spcPct val="100000"/>
              </a:lnSpc>
              <a:spcBef>
                <a:spcPts val="0"/>
              </a:spcBef>
              <a:spcAft>
                <a:spcPts val="0"/>
              </a:spcAft>
              <a:buSzPts val="3600"/>
              <a:buNone/>
              <a:defRPr sz="4800"/>
            </a:lvl2pPr>
            <a:lvl3pPr lvl="2" algn="ctr">
              <a:lnSpc>
                <a:spcPct val="100000"/>
              </a:lnSpc>
              <a:spcBef>
                <a:spcPts val="0"/>
              </a:spcBef>
              <a:spcAft>
                <a:spcPts val="0"/>
              </a:spcAft>
              <a:buSzPts val="3600"/>
              <a:buNone/>
              <a:defRPr sz="4800"/>
            </a:lvl3pPr>
            <a:lvl4pPr lvl="3" algn="ctr">
              <a:lnSpc>
                <a:spcPct val="100000"/>
              </a:lnSpc>
              <a:spcBef>
                <a:spcPts val="0"/>
              </a:spcBef>
              <a:spcAft>
                <a:spcPts val="0"/>
              </a:spcAft>
              <a:buSzPts val="3600"/>
              <a:buNone/>
              <a:defRPr sz="4800"/>
            </a:lvl4pPr>
            <a:lvl5pPr lvl="4" algn="ctr">
              <a:lnSpc>
                <a:spcPct val="100000"/>
              </a:lnSpc>
              <a:spcBef>
                <a:spcPts val="0"/>
              </a:spcBef>
              <a:spcAft>
                <a:spcPts val="0"/>
              </a:spcAft>
              <a:buSzPts val="3600"/>
              <a:buNone/>
              <a:defRPr sz="4800"/>
            </a:lvl5pPr>
            <a:lvl6pPr lvl="5" algn="ctr">
              <a:lnSpc>
                <a:spcPct val="100000"/>
              </a:lnSpc>
              <a:spcBef>
                <a:spcPts val="0"/>
              </a:spcBef>
              <a:spcAft>
                <a:spcPts val="0"/>
              </a:spcAft>
              <a:buSzPts val="3600"/>
              <a:buNone/>
              <a:defRPr sz="4800"/>
            </a:lvl6pPr>
            <a:lvl7pPr lvl="6" algn="ctr">
              <a:lnSpc>
                <a:spcPct val="100000"/>
              </a:lnSpc>
              <a:spcBef>
                <a:spcPts val="0"/>
              </a:spcBef>
              <a:spcAft>
                <a:spcPts val="0"/>
              </a:spcAft>
              <a:buSzPts val="3600"/>
              <a:buNone/>
              <a:defRPr sz="4800"/>
            </a:lvl7pPr>
            <a:lvl8pPr lvl="7" algn="ctr">
              <a:lnSpc>
                <a:spcPct val="100000"/>
              </a:lnSpc>
              <a:spcBef>
                <a:spcPts val="0"/>
              </a:spcBef>
              <a:spcAft>
                <a:spcPts val="0"/>
              </a:spcAft>
              <a:buSzPts val="3600"/>
              <a:buNone/>
              <a:defRPr sz="4800"/>
            </a:lvl8pPr>
            <a:lvl9pPr lvl="8" algn="ctr">
              <a:lnSpc>
                <a:spcPct val="100000"/>
              </a:lnSpc>
              <a:spcBef>
                <a:spcPts val="0"/>
              </a:spcBef>
              <a:spcAft>
                <a:spcPts val="0"/>
              </a:spcAft>
              <a:buSzPts val="3600"/>
              <a:buNone/>
              <a:defRPr sz="4800"/>
            </a:lvl9pPr>
          </a:lstStyle>
          <a:p/>
        </p:txBody>
      </p:sp>
      <p:sp>
        <p:nvSpPr>
          <p:cNvPr id="17" name="Google Shape;17;p3"/>
          <p:cNvSpPr txBox="1"/>
          <p:nvPr>
            <p:ph idx="12" type="sldNum"/>
          </p:nvPr>
        </p:nvSpPr>
        <p:spPr>
          <a:xfrm>
            <a:off x="11296611" y="6217623"/>
            <a:ext cx="731600" cy="524800"/>
          </a:xfrm>
          <a:prstGeom prst="rect">
            <a:avLst/>
          </a:prstGeom>
          <a:noFill/>
          <a:ln>
            <a:noFill/>
          </a:ln>
        </p:spPr>
        <p:txBody>
          <a:bodyPr anchorCtr="0" anchor="ctr" bIns="91425" lIns="91425" spcFirstLastPara="1" rIns="91425" wrap="square" tIns="91425">
            <a:normAutofit/>
          </a:bodyPr>
          <a:lstStyle>
            <a:lvl1pPr indent="0" lvl="0" marL="0" algn="r">
              <a:buClr>
                <a:schemeClr val="dk2"/>
              </a:buClr>
              <a:buSzPts val="1333"/>
              <a:buFont typeface="Arial"/>
              <a:buNone/>
              <a:defRPr b="0" i="0" sz="1333" u="none" cap="none" strike="noStrike">
                <a:solidFill>
                  <a:schemeClr val="dk2"/>
                </a:solidFill>
                <a:latin typeface="Arial"/>
                <a:ea typeface="Arial"/>
                <a:cs typeface="Arial"/>
                <a:sym typeface="Arial"/>
              </a:defRPr>
            </a:lvl1pPr>
            <a:lvl2pPr indent="0" lvl="1" marL="0" algn="r">
              <a:buClr>
                <a:schemeClr val="dk2"/>
              </a:buClr>
              <a:buSzPts val="1333"/>
              <a:buFont typeface="Arial"/>
              <a:buNone/>
              <a:defRPr b="0" i="0" sz="1333" u="none" cap="none" strike="noStrike">
                <a:solidFill>
                  <a:schemeClr val="dk2"/>
                </a:solidFill>
                <a:latin typeface="Arial"/>
                <a:ea typeface="Arial"/>
                <a:cs typeface="Arial"/>
                <a:sym typeface="Arial"/>
              </a:defRPr>
            </a:lvl2pPr>
            <a:lvl3pPr indent="0" lvl="2" marL="0" algn="r">
              <a:buClr>
                <a:schemeClr val="dk2"/>
              </a:buClr>
              <a:buSzPts val="1333"/>
              <a:buFont typeface="Arial"/>
              <a:buNone/>
              <a:defRPr b="0" i="0" sz="1333" u="none" cap="none" strike="noStrike">
                <a:solidFill>
                  <a:schemeClr val="dk2"/>
                </a:solidFill>
                <a:latin typeface="Arial"/>
                <a:ea typeface="Arial"/>
                <a:cs typeface="Arial"/>
                <a:sym typeface="Arial"/>
              </a:defRPr>
            </a:lvl3pPr>
            <a:lvl4pPr indent="0" lvl="3" marL="0" algn="r">
              <a:buClr>
                <a:schemeClr val="dk2"/>
              </a:buClr>
              <a:buSzPts val="1333"/>
              <a:buFont typeface="Arial"/>
              <a:buNone/>
              <a:defRPr b="0" i="0" sz="1333" u="none" cap="none" strike="noStrike">
                <a:solidFill>
                  <a:schemeClr val="dk2"/>
                </a:solidFill>
                <a:latin typeface="Arial"/>
                <a:ea typeface="Arial"/>
                <a:cs typeface="Arial"/>
                <a:sym typeface="Arial"/>
              </a:defRPr>
            </a:lvl4pPr>
            <a:lvl5pPr indent="0" lvl="4" marL="0" algn="r">
              <a:buClr>
                <a:schemeClr val="dk2"/>
              </a:buClr>
              <a:buSzPts val="1333"/>
              <a:buFont typeface="Arial"/>
              <a:buNone/>
              <a:defRPr b="0" i="0" sz="1333" u="none" cap="none" strike="noStrike">
                <a:solidFill>
                  <a:schemeClr val="dk2"/>
                </a:solidFill>
                <a:latin typeface="Arial"/>
                <a:ea typeface="Arial"/>
                <a:cs typeface="Arial"/>
                <a:sym typeface="Arial"/>
              </a:defRPr>
            </a:lvl5pPr>
            <a:lvl6pPr indent="0" lvl="5" marL="0" algn="r">
              <a:buClr>
                <a:schemeClr val="dk2"/>
              </a:buClr>
              <a:buSzPts val="1333"/>
              <a:buFont typeface="Arial"/>
              <a:buNone/>
              <a:defRPr b="0" i="0" sz="1333" u="none" cap="none" strike="noStrike">
                <a:solidFill>
                  <a:schemeClr val="dk2"/>
                </a:solidFill>
                <a:latin typeface="Arial"/>
                <a:ea typeface="Arial"/>
                <a:cs typeface="Arial"/>
                <a:sym typeface="Arial"/>
              </a:defRPr>
            </a:lvl6pPr>
            <a:lvl7pPr indent="0" lvl="6" marL="0" algn="r">
              <a:buClr>
                <a:schemeClr val="dk2"/>
              </a:buClr>
              <a:buSzPts val="1333"/>
              <a:buFont typeface="Arial"/>
              <a:buNone/>
              <a:defRPr b="0" i="0" sz="1333" u="none" cap="none" strike="noStrike">
                <a:solidFill>
                  <a:schemeClr val="dk2"/>
                </a:solidFill>
                <a:latin typeface="Arial"/>
                <a:ea typeface="Arial"/>
                <a:cs typeface="Arial"/>
                <a:sym typeface="Arial"/>
              </a:defRPr>
            </a:lvl7pPr>
            <a:lvl8pPr indent="0" lvl="7" marL="0" algn="r">
              <a:buClr>
                <a:schemeClr val="dk2"/>
              </a:buClr>
              <a:buSzPts val="1333"/>
              <a:buFont typeface="Arial"/>
              <a:buNone/>
              <a:defRPr b="0" i="0" sz="1333" u="none" cap="none" strike="noStrike">
                <a:solidFill>
                  <a:schemeClr val="dk2"/>
                </a:solidFill>
                <a:latin typeface="Arial"/>
                <a:ea typeface="Arial"/>
                <a:cs typeface="Arial"/>
                <a:sym typeface="Arial"/>
              </a:defRPr>
            </a:lvl8pPr>
            <a:lvl9pPr indent="0" lvl="8" marL="0" algn="r">
              <a:buClr>
                <a:schemeClr val="dk2"/>
              </a:buClr>
              <a:buSzPts val="1333"/>
              <a:buFont typeface="Arial"/>
              <a:buNone/>
              <a:defRPr b="0" i="0" sz="1333"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8" name="Shape 18"/>
        <p:cNvGrpSpPr/>
        <p:nvPr/>
      </p:nvGrpSpPr>
      <p:grpSpPr>
        <a:xfrm>
          <a:off x="0" y="0"/>
          <a:ext cx="0" cy="0"/>
          <a:chOff x="0" y="0"/>
          <a:chExt cx="0" cy="0"/>
        </a:xfrm>
      </p:grpSpPr>
      <p:sp>
        <p:nvSpPr>
          <p:cNvPr id="19" name="Google Shape;19;p4"/>
          <p:cNvSpPr txBox="1"/>
          <p:nvPr>
            <p:ph type="title"/>
          </p:nvPr>
        </p:nvSpPr>
        <p:spPr>
          <a:xfrm>
            <a:off x="415600" y="593367"/>
            <a:ext cx="11360800" cy="7636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0" name="Google Shape;20;p4"/>
          <p:cNvSpPr txBox="1"/>
          <p:nvPr>
            <p:ph idx="1" type="body"/>
          </p:nvPr>
        </p:nvSpPr>
        <p:spPr>
          <a:xfrm>
            <a:off x="415600" y="1536633"/>
            <a:ext cx="11360800" cy="45552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21" name="Google Shape;21;p4"/>
          <p:cNvSpPr txBox="1"/>
          <p:nvPr>
            <p:ph idx="12" type="sldNum"/>
          </p:nvPr>
        </p:nvSpPr>
        <p:spPr>
          <a:xfrm>
            <a:off x="11296611" y="6217623"/>
            <a:ext cx="731600" cy="524800"/>
          </a:xfrm>
          <a:prstGeom prst="rect">
            <a:avLst/>
          </a:prstGeom>
          <a:noFill/>
          <a:ln>
            <a:noFill/>
          </a:ln>
        </p:spPr>
        <p:txBody>
          <a:bodyPr anchorCtr="0" anchor="ctr" bIns="91425" lIns="91425" spcFirstLastPara="1" rIns="91425" wrap="square" tIns="91425">
            <a:normAutofit/>
          </a:bodyPr>
          <a:lstStyle>
            <a:lvl1pPr indent="0" lvl="0" marL="0" algn="r">
              <a:buClr>
                <a:schemeClr val="dk2"/>
              </a:buClr>
              <a:buSzPts val="1333"/>
              <a:buFont typeface="Arial"/>
              <a:buNone/>
              <a:defRPr b="0" i="0" sz="1333" u="none" cap="none" strike="noStrike">
                <a:solidFill>
                  <a:schemeClr val="dk2"/>
                </a:solidFill>
                <a:latin typeface="Arial"/>
                <a:ea typeface="Arial"/>
                <a:cs typeface="Arial"/>
                <a:sym typeface="Arial"/>
              </a:defRPr>
            </a:lvl1pPr>
            <a:lvl2pPr indent="0" lvl="1" marL="0" algn="r">
              <a:buClr>
                <a:schemeClr val="dk2"/>
              </a:buClr>
              <a:buSzPts val="1333"/>
              <a:buFont typeface="Arial"/>
              <a:buNone/>
              <a:defRPr b="0" i="0" sz="1333" u="none" cap="none" strike="noStrike">
                <a:solidFill>
                  <a:schemeClr val="dk2"/>
                </a:solidFill>
                <a:latin typeface="Arial"/>
                <a:ea typeface="Arial"/>
                <a:cs typeface="Arial"/>
                <a:sym typeface="Arial"/>
              </a:defRPr>
            </a:lvl2pPr>
            <a:lvl3pPr indent="0" lvl="2" marL="0" algn="r">
              <a:buClr>
                <a:schemeClr val="dk2"/>
              </a:buClr>
              <a:buSzPts val="1333"/>
              <a:buFont typeface="Arial"/>
              <a:buNone/>
              <a:defRPr b="0" i="0" sz="1333" u="none" cap="none" strike="noStrike">
                <a:solidFill>
                  <a:schemeClr val="dk2"/>
                </a:solidFill>
                <a:latin typeface="Arial"/>
                <a:ea typeface="Arial"/>
                <a:cs typeface="Arial"/>
                <a:sym typeface="Arial"/>
              </a:defRPr>
            </a:lvl3pPr>
            <a:lvl4pPr indent="0" lvl="3" marL="0" algn="r">
              <a:buClr>
                <a:schemeClr val="dk2"/>
              </a:buClr>
              <a:buSzPts val="1333"/>
              <a:buFont typeface="Arial"/>
              <a:buNone/>
              <a:defRPr b="0" i="0" sz="1333" u="none" cap="none" strike="noStrike">
                <a:solidFill>
                  <a:schemeClr val="dk2"/>
                </a:solidFill>
                <a:latin typeface="Arial"/>
                <a:ea typeface="Arial"/>
                <a:cs typeface="Arial"/>
                <a:sym typeface="Arial"/>
              </a:defRPr>
            </a:lvl4pPr>
            <a:lvl5pPr indent="0" lvl="4" marL="0" algn="r">
              <a:buClr>
                <a:schemeClr val="dk2"/>
              </a:buClr>
              <a:buSzPts val="1333"/>
              <a:buFont typeface="Arial"/>
              <a:buNone/>
              <a:defRPr b="0" i="0" sz="1333" u="none" cap="none" strike="noStrike">
                <a:solidFill>
                  <a:schemeClr val="dk2"/>
                </a:solidFill>
                <a:latin typeface="Arial"/>
                <a:ea typeface="Arial"/>
                <a:cs typeface="Arial"/>
                <a:sym typeface="Arial"/>
              </a:defRPr>
            </a:lvl5pPr>
            <a:lvl6pPr indent="0" lvl="5" marL="0" algn="r">
              <a:buClr>
                <a:schemeClr val="dk2"/>
              </a:buClr>
              <a:buSzPts val="1333"/>
              <a:buFont typeface="Arial"/>
              <a:buNone/>
              <a:defRPr b="0" i="0" sz="1333" u="none" cap="none" strike="noStrike">
                <a:solidFill>
                  <a:schemeClr val="dk2"/>
                </a:solidFill>
                <a:latin typeface="Arial"/>
                <a:ea typeface="Arial"/>
                <a:cs typeface="Arial"/>
                <a:sym typeface="Arial"/>
              </a:defRPr>
            </a:lvl6pPr>
            <a:lvl7pPr indent="0" lvl="6" marL="0" algn="r">
              <a:buClr>
                <a:schemeClr val="dk2"/>
              </a:buClr>
              <a:buSzPts val="1333"/>
              <a:buFont typeface="Arial"/>
              <a:buNone/>
              <a:defRPr b="0" i="0" sz="1333" u="none" cap="none" strike="noStrike">
                <a:solidFill>
                  <a:schemeClr val="dk2"/>
                </a:solidFill>
                <a:latin typeface="Arial"/>
                <a:ea typeface="Arial"/>
                <a:cs typeface="Arial"/>
                <a:sym typeface="Arial"/>
              </a:defRPr>
            </a:lvl7pPr>
            <a:lvl8pPr indent="0" lvl="7" marL="0" algn="r">
              <a:buClr>
                <a:schemeClr val="dk2"/>
              </a:buClr>
              <a:buSzPts val="1333"/>
              <a:buFont typeface="Arial"/>
              <a:buNone/>
              <a:defRPr b="0" i="0" sz="1333" u="none" cap="none" strike="noStrike">
                <a:solidFill>
                  <a:schemeClr val="dk2"/>
                </a:solidFill>
                <a:latin typeface="Arial"/>
                <a:ea typeface="Arial"/>
                <a:cs typeface="Arial"/>
                <a:sym typeface="Arial"/>
              </a:defRPr>
            </a:lvl8pPr>
            <a:lvl9pPr indent="0" lvl="8" marL="0" algn="r">
              <a:buClr>
                <a:schemeClr val="dk2"/>
              </a:buClr>
              <a:buSzPts val="1333"/>
              <a:buFont typeface="Arial"/>
              <a:buNone/>
              <a:defRPr b="0" i="0" sz="1333"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2" name="Shape 22"/>
        <p:cNvGrpSpPr/>
        <p:nvPr/>
      </p:nvGrpSpPr>
      <p:grpSpPr>
        <a:xfrm>
          <a:off x="0" y="0"/>
          <a:ext cx="0" cy="0"/>
          <a:chOff x="0" y="0"/>
          <a:chExt cx="0" cy="0"/>
        </a:xfrm>
      </p:grpSpPr>
      <p:sp>
        <p:nvSpPr>
          <p:cNvPr id="23" name="Google Shape;23;p5"/>
          <p:cNvSpPr txBox="1"/>
          <p:nvPr>
            <p:ph type="title"/>
          </p:nvPr>
        </p:nvSpPr>
        <p:spPr>
          <a:xfrm>
            <a:off x="415600" y="593367"/>
            <a:ext cx="11360800" cy="7636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4" name="Google Shape;24;p5"/>
          <p:cNvSpPr txBox="1"/>
          <p:nvPr>
            <p:ph idx="1" type="body"/>
          </p:nvPr>
        </p:nvSpPr>
        <p:spPr>
          <a:xfrm>
            <a:off x="415600" y="1536633"/>
            <a:ext cx="5333200" cy="45552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867"/>
            </a:lvl1pPr>
            <a:lvl2pPr indent="-304800" lvl="1" marL="914400" algn="l">
              <a:lnSpc>
                <a:spcPct val="115000"/>
              </a:lnSpc>
              <a:spcBef>
                <a:spcPts val="0"/>
              </a:spcBef>
              <a:spcAft>
                <a:spcPts val="0"/>
              </a:spcAft>
              <a:buSzPts val="1200"/>
              <a:buChar char="○"/>
              <a:defRPr sz="1600"/>
            </a:lvl2pPr>
            <a:lvl3pPr indent="-304800" lvl="2" marL="1371600" algn="l">
              <a:lnSpc>
                <a:spcPct val="115000"/>
              </a:lnSpc>
              <a:spcBef>
                <a:spcPts val="0"/>
              </a:spcBef>
              <a:spcAft>
                <a:spcPts val="0"/>
              </a:spcAft>
              <a:buSzPts val="1200"/>
              <a:buChar char="■"/>
              <a:defRPr sz="1600"/>
            </a:lvl3pPr>
            <a:lvl4pPr indent="-304800" lvl="3" marL="1828800" algn="l">
              <a:lnSpc>
                <a:spcPct val="115000"/>
              </a:lnSpc>
              <a:spcBef>
                <a:spcPts val="0"/>
              </a:spcBef>
              <a:spcAft>
                <a:spcPts val="0"/>
              </a:spcAft>
              <a:buSzPts val="1200"/>
              <a:buChar char="●"/>
              <a:defRPr sz="1600"/>
            </a:lvl4pPr>
            <a:lvl5pPr indent="-304800" lvl="4" marL="2286000" algn="l">
              <a:lnSpc>
                <a:spcPct val="115000"/>
              </a:lnSpc>
              <a:spcBef>
                <a:spcPts val="0"/>
              </a:spcBef>
              <a:spcAft>
                <a:spcPts val="0"/>
              </a:spcAft>
              <a:buSzPts val="1200"/>
              <a:buChar char="○"/>
              <a:defRPr sz="1600"/>
            </a:lvl5pPr>
            <a:lvl6pPr indent="-304800" lvl="5" marL="2743200" algn="l">
              <a:lnSpc>
                <a:spcPct val="115000"/>
              </a:lnSpc>
              <a:spcBef>
                <a:spcPts val="0"/>
              </a:spcBef>
              <a:spcAft>
                <a:spcPts val="0"/>
              </a:spcAft>
              <a:buSzPts val="1200"/>
              <a:buChar char="■"/>
              <a:defRPr sz="1600"/>
            </a:lvl6pPr>
            <a:lvl7pPr indent="-304800" lvl="6" marL="3200400" algn="l">
              <a:lnSpc>
                <a:spcPct val="115000"/>
              </a:lnSpc>
              <a:spcBef>
                <a:spcPts val="0"/>
              </a:spcBef>
              <a:spcAft>
                <a:spcPts val="0"/>
              </a:spcAft>
              <a:buSzPts val="1200"/>
              <a:buChar char="●"/>
              <a:defRPr sz="1600"/>
            </a:lvl7pPr>
            <a:lvl8pPr indent="-304800" lvl="7" marL="3657600" algn="l">
              <a:lnSpc>
                <a:spcPct val="115000"/>
              </a:lnSpc>
              <a:spcBef>
                <a:spcPts val="0"/>
              </a:spcBef>
              <a:spcAft>
                <a:spcPts val="0"/>
              </a:spcAft>
              <a:buSzPts val="1200"/>
              <a:buChar char="○"/>
              <a:defRPr sz="1600"/>
            </a:lvl8pPr>
            <a:lvl9pPr indent="-304800" lvl="8" marL="4114800" algn="l">
              <a:lnSpc>
                <a:spcPct val="115000"/>
              </a:lnSpc>
              <a:spcBef>
                <a:spcPts val="0"/>
              </a:spcBef>
              <a:spcAft>
                <a:spcPts val="0"/>
              </a:spcAft>
              <a:buSzPts val="1200"/>
              <a:buChar char="■"/>
              <a:defRPr sz="1600"/>
            </a:lvl9pPr>
          </a:lstStyle>
          <a:p/>
        </p:txBody>
      </p:sp>
      <p:sp>
        <p:nvSpPr>
          <p:cNvPr id="25" name="Google Shape;25;p5"/>
          <p:cNvSpPr txBox="1"/>
          <p:nvPr>
            <p:ph idx="2" type="body"/>
          </p:nvPr>
        </p:nvSpPr>
        <p:spPr>
          <a:xfrm>
            <a:off x="6443200" y="1536633"/>
            <a:ext cx="5333200" cy="45552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867"/>
            </a:lvl1pPr>
            <a:lvl2pPr indent="-304800" lvl="1" marL="914400" algn="l">
              <a:lnSpc>
                <a:spcPct val="115000"/>
              </a:lnSpc>
              <a:spcBef>
                <a:spcPts val="0"/>
              </a:spcBef>
              <a:spcAft>
                <a:spcPts val="0"/>
              </a:spcAft>
              <a:buSzPts val="1200"/>
              <a:buChar char="○"/>
              <a:defRPr sz="1600"/>
            </a:lvl2pPr>
            <a:lvl3pPr indent="-304800" lvl="2" marL="1371600" algn="l">
              <a:lnSpc>
                <a:spcPct val="115000"/>
              </a:lnSpc>
              <a:spcBef>
                <a:spcPts val="0"/>
              </a:spcBef>
              <a:spcAft>
                <a:spcPts val="0"/>
              </a:spcAft>
              <a:buSzPts val="1200"/>
              <a:buChar char="■"/>
              <a:defRPr sz="1600"/>
            </a:lvl3pPr>
            <a:lvl4pPr indent="-304800" lvl="3" marL="1828800" algn="l">
              <a:lnSpc>
                <a:spcPct val="115000"/>
              </a:lnSpc>
              <a:spcBef>
                <a:spcPts val="0"/>
              </a:spcBef>
              <a:spcAft>
                <a:spcPts val="0"/>
              </a:spcAft>
              <a:buSzPts val="1200"/>
              <a:buChar char="●"/>
              <a:defRPr sz="1600"/>
            </a:lvl4pPr>
            <a:lvl5pPr indent="-304800" lvl="4" marL="2286000" algn="l">
              <a:lnSpc>
                <a:spcPct val="115000"/>
              </a:lnSpc>
              <a:spcBef>
                <a:spcPts val="0"/>
              </a:spcBef>
              <a:spcAft>
                <a:spcPts val="0"/>
              </a:spcAft>
              <a:buSzPts val="1200"/>
              <a:buChar char="○"/>
              <a:defRPr sz="1600"/>
            </a:lvl5pPr>
            <a:lvl6pPr indent="-304800" lvl="5" marL="2743200" algn="l">
              <a:lnSpc>
                <a:spcPct val="115000"/>
              </a:lnSpc>
              <a:spcBef>
                <a:spcPts val="0"/>
              </a:spcBef>
              <a:spcAft>
                <a:spcPts val="0"/>
              </a:spcAft>
              <a:buSzPts val="1200"/>
              <a:buChar char="■"/>
              <a:defRPr sz="1600"/>
            </a:lvl6pPr>
            <a:lvl7pPr indent="-304800" lvl="6" marL="3200400" algn="l">
              <a:lnSpc>
                <a:spcPct val="115000"/>
              </a:lnSpc>
              <a:spcBef>
                <a:spcPts val="0"/>
              </a:spcBef>
              <a:spcAft>
                <a:spcPts val="0"/>
              </a:spcAft>
              <a:buSzPts val="1200"/>
              <a:buChar char="●"/>
              <a:defRPr sz="1600"/>
            </a:lvl7pPr>
            <a:lvl8pPr indent="-304800" lvl="7" marL="3657600" algn="l">
              <a:lnSpc>
                <a:spcPct val="115000"/>
              </a:lnSpc>
              <a:spcBef>
                <a:spcPts val="0"/>
              </a:spcBef>
              <a:spcAft>
                <a:spcPts val="0"/>
              </a:spcAft>
              <a:buSzPts val="1200"/>
              <a:buChar char="○"/>
              <a:defRPr sz="1600"/>
            </a:lvl8pPr>
            <a:lvl9pPr indent="-304800" lvl="8" marL="4114800" algn="l">
              <a:lnSpc>
                <a:spcPct val="115000"/>
              </a:lnSpc>
              <a:spcBef>
                <a:spcPts val="0"/>
              </a:spcBef>
              <a:spcAft>
                <a:spcPts val="0"/>
              </a:spcAft>
              <a:buSzPts val="1200"/>
              <a:buChar char="■"/>
              <a:defRPr sz="1600"/>
            </a:lvl9pPr>
          </a:lstStyle>
          <a:p/>
        </p:txBody>
      </p:sp>
      <p:sp>
        <p:nvSpPr>
          <p:cNvPr id="26" name="Google Shape;26;p5"/>
          <p:cNvSpPr txBox="1"/>
          <p:nvPr>
            <p:ph idx="12" type="sldNum"/>
          </p:nvPr>
        </p:nvSpPr>
        <p:spPr>
          <a:xfrm>
            <a:off x="11296611" y="6217623"/>
            <a:ext cx="731600" cy="524800"/>
          </a:xfrm>
          <a:prstGeom prst="rect">
            <a:avLst/>
          </a:prstGeom>
          <a:noFill/>
          <a:ln>
            <a:noFill/>
          </a:ln>
        </p:spPr>
        <p:txBody>
          <a:bodyPr anchorCtr="0" anchor="ctr" bIns="91425" lIns="91425" spcFirstLastPara="1" rIns="91425" wrap="square" tIns="91425">
            <a:normAutofit/>
          </a:bodyPr>
          <a:lstStyle>
            <a:lvl1pPr indent="0" lvl="0" marL="0" algn="r">
              <a:buClr>
                <a:schemeClr val="dk2"/>
              </a:buClr>
              <a:buSzPts val="1333"/>
              <a:buFont typeface="Arial"/>
              <a:buNone/>
              <a:defRPr b="0" i="0" sz="1333" u="none" cap="none" strike="noStrike">
                <a:solidFill>
                  <a:schemeClr val="dk2"/>
                </a:solidFill>
                <a:latin typeface="Arial"/>
                <a:ea typeface="Arial"/>
                <a:cs typeface="Arial"/>
                <a:sym typeface="Arial"/>
              </a:defRPr>
            </a:lvl1pPr>
            <a:lvl2pPr indent="0" lvl="1" marL="0" algn="r">
              <a:buClr>
                <a:schemeClr val="dk2"/>
              </a:buClr>
              <a:buSzPts val="1333"/>
              <a:buFont typeface="Arial"/>
              <a:buNone/>
              <a:defRPr b="0" i="0" sz="1333" u="none" cap="none" strike="noStrike">
                <a:solidFill>
                  <a:schemeClr val="dk2"/>
                </a:solidFill>
                <a:latin typeface="Arial"/>
                <a:ea typeface="Arial"/>
                <a:cs typeface="Arial"/>
                <a:sym typeface="Arial"/>
              </a:defRPr>
            </a:lvl2pPr>
            <a:lvl3pPr indent="0" lvl="2" marL="0" algn="r">
              <a:buClr>
                <a:schemeClr val="dk2"/>
              </a:buClr>
              <a:buSzPts val="1333"/>
              <a:buFont typeface="Arial"/>
              <a:buNone/>
              <a:defRPr b="0" i="0" sz="1333" u="none" cap="none" strike="noStrike">
                <a:solidFill>
                  <a:schemeClr val="dk2"/>
                </a:solidFill>
                <a:latin typeface="Arial"/>
                <a:ea typeface="Arial"/>
                <a:cs typeface="Arial"/>
                <a:sym typeface="Arial"/>
              </a:defRPr>
            </a:lvl3pPr>
            <a:lvl4pPr indent="0" lvl="3" marL="0" algn="r">
              <a:buClr>
                <a:schemeClr val="dk2"/>
              </a:buClr>
              <a:buSzPts val="1333"/>
              <a:buFont typeface="Arial"/>
              <a:buNone/>
              <a:defRPr b="0" i="0" sz="1333" u="none" cap="none" strike="noStrike">
                <a:solidFill>
                  <a:schemeClr val="dk2"/>
                </a:solidFill>
                <a:latin typeface="Arial"/>
                <a:ea typeface="Arial"/>
                <a:cs typeface="Arial"/>
                <a:sym typeface="Arial"/>
              </a:defRPr>
            </a:lvl4pPr>
            <a:lvl5pPr indent="0" lvl="4" marL="0" algn="r">
              <a:buClr>
                <a:schemeClr val="dk2"/>
              </a:buClr>
              <a:buSzPts val="1333"/>
              <a:buFont typeface="Arial"/>
              <a:buNone/>
              <a:defRPr b="0" i="0" sz="1333" u="none" cap="none" strike="noStrike">
                <a:solidFill>
                  <a:schemeClr val="dk2"/>
                </a:solidFill>
                <a:latin typeface="Arial"/>
                <a:ea typeface="Arial"/>
                <a:cs typeface="Arial"/>
                <a:sym typeface="Arial"/>
              </a:defRPr>
            </a:lvl5pPr>
            <a:lvl6pPr indent="0" lvl="5" marL="0" algn="r">
              <a:buClr>
                <a:schemeClr val="dk2"/>
              </a:buClr>
              <a:buSzPts val="1333"/>
              <a:buFont typeface="Arial"/>
              <a:buNone/>
              <a:defRPr b="0" i="0" sz="1333" u="none" cap="none" strike="noStrike">
                <a:solidFill>
                  <a:schemeClr val="dk2"/>
                </a:solidFill>
                <a:latin typeface="Arial"/>
                <a:ea typeface="Arial"/>
                <a:cs typeface="Arial"/>
                <a:sym typeface="Arial"/>
              </a:defRPr>
            </a:lvl6pPr>
            <a:lvl7pPr indent="0" lvl="6" marL="0" algn="r">
              <a:buClr>
                <a:schemeClr val="dk2"/>
              </a:buClr>
              <a:buSzPts val="1333"/>
              <a:buFont typeface="Arial"/>
              <a:buNone/>
              <a:defRPr b="0" i="0" sz="1333" u="none" cap="none" strike="noStrike">
                <a:solidFill>
                  <a:schemeClr val="dk2"/>
                </a:solidFill>
                <a:latin typeface="Arial"/>
                <a:ea typeface="Arial"/>
                <a:cs typeface="Arial"/>
                <a:sym typeface="Arial"/>
              </a:defRPr>
            </a:lvl7pPr>
            <a:lvl8pPr indent="0" lvl="7" marL="0" algn="r">
              <a:buClr>
                <a:schemeClr val="dk2"/>
              </a:buClr>
              <a:buSzPts val="1333"/>
              <a:buFont typeface="Arial"/>
              <a:buNone/>
              <a:defRPr b="0" i="0" sz="1333" u="none" cap="none" strike="noStrike">
                <a:solidFill>
                  <a:schemeClr val="dk2"/>
                </a:solidFill>
                <a:latin typeface="Arial"/>
                <a:ea typeface="Arial"/>
                <a:cs typeface="Arial"/>
                <a:sym typeface="Arial"/>
              </a:defRPr>
            </a:lvl8pPr>
            <a:lvl9pPr indent="0" lvl="8" marL="0" algn="r">
              <a:buClr>
                <a:schemeClr val="dk2"/>
              </a:buClr>
              <a:buSzPts val="1333"/>
              <a:buFont typeface="Arial"/>
              <a:buNone/>
              <a:defRPr b="0" i="0" sz="1333"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7" name="Shape 27"/>
        <p:cNvGrpSpPr/>
        <p:nvPr/>
      </p:nvGrpSpPr>
      <p:grpSpPr>
        <a:xfrm>
          <a:off x="0" y="0"/>
          <a:ext cx="0" cy="0"/>
          <a:chOff x="0" y="0"/>
          <a:chExt cx="0" cy="0"/>
        </a:xfrm>
      </p:grpSpPr>
      <p:sp>
        <p:nvSpPr>
          <p:cNvPr id="28" name="Google Shape;28;p6"/>
          <p:cNvSpPr txBox="1"/>
          <p:nvPr>
            <p:ph type="title"/>
          </p:nvPr>
        </p:nvSpPr>
        <p:spPr>
          <a:xfrm>
            <a:off x="415600" y="593367"/>
            <a:ext cx="11360800" cy="7636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9" name="Google Shape;29;p6"/>
          <p:cNvSpPr txBox="1"/>
          <p:nvPr>
            <p:ph idx="12" type="sldNum"/>
          </p:nvPr>
        </p:nvSpPr>
        <p:spPr>
          <a:xfrm>
            <a:off x="11296611" y="6217623"/>
            <a:ext cx="731600" cy="524800"/>
          </a:xfrm>
          <a:prstGeom prst="rect">
            <a:avLst/>
          </a:prstGeom>
          <a:noFill/>
          <a:ln>
            <a:noFill/>
          </a:ln>
        </p:spPr>
        <p:txBody>
          <a:bodyPr anchorCtr="0" anchor="ctr" bIns="91425" lIns="91425" spcFirstLastPara="1" rIns="91425" wrap="square" tIns="91425">
            <a:normAutofit/>
          </a:bodyPr>
          <a:lstStyle>
            <a:lvl1pPr indent="0" lvl="0" marL="0" algn="r">
              <a:buClr>
                <a:schemeClr val="dk2"/>
              </a:buClr>
              <a:buSzPts val="1333"/>
              <a:buFont typeface="Arial"/>
              <a:buNone/>
              <a:defRPr b="0" i="0" sz="1333" u="none" cap="none" strike="noStrike">
                <a:solidFill>
                  <a:schemeClr val="dk2"/>
                </a:solidFill>
                <a:latin typeface="Arial"/>
                <a:ea typeface="Arial"/>
                <a:cs typeface="Arial"/>
                <a:sym typeface="Arial"/>
              </a:defRPr>
            </a:lvl1pPr>
            <a:lvl2pPr indent="0" lvl="1" marL="0" algn="r">
              <a:buClr>
                <a:schemeClr val="dk2"/>
              </a:buClr>
              <a:buSzPts val="1333"/>
              <a:buFont typeface="Arial"/>
              <a:buNone/>
              <a:defRPr b="0" i="0" sz="1333" u="none" cap="none" strike="noStrike">
                <a:solidFill>
                  <a:schemeClr val="dk2"/>
                </a:solidFill>
                <a:latin typeface="Arial"/>
                <a:ea typeface="Arial"/>
                <a:cs typeface="Arial"/>
                <a:sym typeface="Arial"/>
              </a:defRPr>
            </a:lvl2pPr>
            <a:lvl3pPr indent="0" lvl="2" marL="0" algn="r">
              <a:buClr>
                <a:schemeClr val="dk2"/>
              </a:buClr>
              <a:buSzPts val="1333"/>
              <a:buFont typeface="Arial"/>
              <a:buNone/>
              <a:defRPr b="0" i="0" sz="1333" u="none" cap="none" strike="noStrike">
                <a:solidFill>
                  <a:schemeClr val="dk2"/>
                </a:solidFill>
                <a:latin typeface="Arial"/>
                <a:ea typeface="Arial"/>
                <a:cs typeface="Arial"/>
                <a:sym typeface="Arial"/>
              </a:defRPr>
            </a:lvl3pPr>
            <a:lvl4pPr indent="0" lvl="3" marL="0" algn="r">
              <a:buClr>
                <a:schemeClr val="dk2"/>
              </a:buClr>
              <a:buSzPts val="1333"/>
              <a:buFont typeface="Arial"/>
              <a:buNone/>
              <a:defRPr b="0" i="0" sz="1333" u="none" cap="none" strike="noStrike">
                <a:solidFill>
                  <a:schemeClr val="dk2"/>
                </a:solidFill>
                <a:latin typeface="Arial"/>
                <a:ea typeface="Arial"/>
                <a:cs typeface="Arial"/>
                <a:sym typeface="Arial"/>
              </a:defRPr>
            </a:lvl4pPr>
            <a:lvl5pPr indent="0" lvl="4" marL="0" algn="r">
              <a:buClr>
                <a:schemeClr val="dk2"/>
              </a:buClr>
              <a:buSzPts val="1333"/>
              <a:buFont typeface="Arial"/>
              <a:buNone/>
              <a:defRPr b="0" i="0" sz="1333" u="none" cap="none" strike="noStrike">
                <a:solidFill>
                  <a:schemeClr val="dk2"/>
                </a:solidFill>
                <a:latin typeface="Arial"/>
                <a:ea typeface="Arial"/>
                <a:cs typeface="Arial"/>
                <a:sym typeface="Arial"/>
              </a:defRPr>
            </a:lvl5pPr>
            <a:lvl6pPr indent="0" lvl="5" marL="0" algn="r">
              <a:buClr>
                <a:schemeClr val="dk2"/>
              </a:buClr>
              <a:buSzPts val="1333"/>
              <a:buFont typeface="Arial"/>
              <a:buNone/>
              <a:defRPr b="0" i="0" sz="1333" u="none" cap="none" strike="noStrike">
                <a:solidFill>
                  <a:schemeClr val="dk2"/>
                </a:solidFill>
                <a:latin typeface="Arial"/>
                <a:ea typeface="Arial"/>
                <a:cs typeface="Arial"/>
                <a:sym typeface="Arial"/>
              </a:defRPr>
            </a:lvl6pPr>
            <a:lvl7pPr indent="0" lvl="6" marL="0" algn="r">
              <a:buClr>
                <a:schemeClr val="dk2"/>
              </a:buClr>
              <a:buSzPts val="1333"/>
              <a:buFont typeface="Arial"/>
              <a:buNone/>
              <a:defRPr b="0" i="0" sz="1333" u="none" cap="none" strike="noStrike">
                <a:solidFill>
                  <a:schemeClr val="dk2"/>
                </a:solidFill>
                <a:latin typeface="Arial"/>
                <a:ea typeface="Arial"/>
                <a:cs typeface="Arial"/>
                <a:sym typeface="Arial"/>
              </a:defRPr>
            </a:lvl7pPr>
            <a:lvl8pPr indent="0" lvl="7" marL="0" algn="r">
              <a:buClr>
                <a:schemeClr val="dk2"/>
              </a:buClr>
              <a:buSzPts val="1333"/>
              <a:buFont typeface="Arial"/>
              <a:buNone/>
              <a:defRPr b="0" i="0" sz="1333" u="none" cap="none" strike="noStrike">
                <a:solidFill>
                  <a:schemeClr val="dk2"/>
                </a:solidFill>
                <a:latin typeface="Arial"/>
                <a:ea typeface="Arial"/>
                <a:cs typeface="Arial"/>
                <a:sym typeface="Arial"/>
              </a:defRPr>
            </a:lvl8pPr>
            <a:lvl9pPr indent="0" lvl="8" marL="0" algn="r">
              <a:buClr>
                <a:schemeClr val="dk2"/>
              </a:buClr>
              <a:buSzPts val="1333"/>
              <a:buFont typeface="Arial"/>
              <a:buNone/>
              <a:defRPr b="0" i="0" sz="1333"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 column text">
    <p:spTree>
      <p:nvGrpSpPr>
        <p:cNvPr id="30" name="Shape 30"/>
        <p:cNvGrpSpPr/>
        <p:nvPr/>
      </p:nvGrpSpPr>
      <p:grpSpPr>
        <a:xfrm>
          <a:off x="0" y="0"/>
          <a:ext cx="0" cy="0"/>
          <a:chOff x="0" y="0"/>
          <a:chExt cx="0" cy="0"/>
        </a:xfrm>
      </p:grpSpPr>
      <p:sp>
        <p:nvSpPr>
          <p:cNvPr id="31" name="Google Shape;31;p7"/>
          <p:cNvSpPr txBox="1"/>
          <p:nvPr>
            <p:ph type="title"/>
          </p:nvPr>
        </p:nvSpPr>
        <p:spPr>
          <a:xfrm>
            <a:off x="415600" y="740800"/>
            <a:ext cx="3744000" cy="10076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3200"/>
            </a:lvl1pPr>
            <a:lvl2pPr lvl="1" algn="l">
              <a:lnSpc>
                <a:spcPct val="100000"/>
              </a:lnSpc>
              <a:spcBef>
                <a:spcPts val="0"/>
              </a:spcBef>
              <a:spcAft>
                <a:spcPts val="0"/>
              </a:spcAft>
              <a:buSzPts val="2400"/>
              <a:buNone/>
              <a:defRPr sz="3200"/>
            </a:lvl2pPr>
            <a:lvl3pPr lvl="2" algn="l">
              <a:lnSpc>
                <a:spcPct val="100000"/>
              </a:lnSpc>
              <a:spcBef>
                <a:spcPts val="0"/>
              </a:spcBef>
              <a:spcAft>
                <a:spcPts val="0"/>
              </a:spcAft>
              <a:buSzPts val="2400"/>
              <a:buNone/>
              <a:defRPr sz="3200"/>
            </a:lvl3pPr>
            <a:lvl4pPr lvl="3" algn="l">
              <a:lnSpc>
                <a:spcPct val="100000"/>
              </a:lnSpc>
              <a:spcBef>
                <a:spcPts val="0"/>
              </a:spcBef>
              <a:spcAft>
                <a:spcPts val="0"/>
              </a:spcAft>
              <a:buSzPts val="2400"/>
              <a:buNone/>
              <a:defRPr sz="3200"/>
            </a:lvl4pPr>
            <a:lvl5pPr lvl="4" algn="l">
              <a:lnSpc>
                <a:spcPct val="100000"/>
              </a:lnSpc>
              <a:spcBef>
                <a:spcPts val="0"/>
              </a:spcBef>
              <a:spcAft>
                <a:spcPts val="0"/>
              </a:spcAft>
              <a:buSzPts val="2400"/>
              <a:buNone/>
              <a:defRPr sz="3200"/>
            </a:lvl5pPr>
            <a:lvl6pPr lvl="5" algn="l">
              <a:lnSpc>
                <a:spcPct val="100000"/>
              </a:lnSpc>
              <a:spcBef>
                <a:spcPts val="0"/>
              </a:spcBef>
              <a:spcAft>
                <a:spcPts val="0"/>
              </a:spcAft>
              <a:buSzPts val="2400"/>
              <a:buNone/>
              <a:defRPr sz="3200"/>
            </a:lvl6pPr>
            <a:lvl7pPr lvl="6" algn="l">
              <a:lnSpc>
                <a:spcPct val="100000"/>
              </a:lnSpc>
              <a:spcBef>
                <a:spcPts val="0"/>
              </a:spcBef>
              <a:spcAft>
                <a:spcPts val="0"/>
              </a:spcAft>
              <a:buSzPts val="2400"/>
              <a:buNone/>
              <a:defRPr sz="3200"/>
            </a:lvl7pPr>
            <a:lvl8pPr lvl="7" algn="l">
              <a:lnSpc>
                <a:spcPct val="100000"/>
              </a:lnSpc>
              <a:spcBef>
                <a:spcPts val="0"/>
              </a:spcBef>
              <a:spcAft>
                <a:spcPts val="0"/>
              </a:spcAft>
              <a:buSzPts val="2400"/>
              <a:buNone/>
              <a:defRPr sz="3200"/>
            </a:lvl8pPr>
            <a:lvl9pPr lvl="8" algn="l">
              <a:lnSpc>
                <a:spcPct val="100000"/>
              </a:lnSpc>
              <a:spcBef>
                <a:spcPts val="0"/>
              </a:spcBef>
              <a:spcAft>
                <a:spcPts val="0"/>
              </a:spcAft>
              <a:buSzPts val="2400"/>
              <a:buNone/>
              <a:defRPr sz="3200"/>
            </a:lvl9pPr>
          </a:lstStyle>
          <a:p/>
        </p:txBody>
      </p:sp>
      <p:sp>
        <p:nvSpPr>
          <p:cNvPr id="32" name="Google Shape;32;p7"/>
          <p:cNvSpPr txBox="1"/>
          <p:nvPr>
            <p:ph idx="1" type="body"/>
          </p:nvPr>
        </p:nvSpPr>
        <p:spPr>
          <a:xfrm>
            <a:off x="415600" y="1852800"/>
            <a:ext cx="3744000" cy="42392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600"/>
            </a:lvl1pPr>
            <a:lvl2pPr indent="-304800" lvl="1" marL="914400" algn="l">
              <a:lnSpc>
                <a:spcPct val="115000"/>
              </a:lnSpc>
              <a:spcBef>
                <a:spcPts val="0"/>
              </a:spcBef>
              <a:spcAft>
                <a:spcPts val="0"/>
              </a:spcAft>
              <a:buSzPts val="1200"/>
              <a:buChar char="○"/>
              <a:defRPr sz="1600"/>
            </a:lvl2pPr>
            <a:lvl3pPr indent="-304800" lvl="2" marL="1371600" algn="l">
              <a:lnSpc>
                <a:spcPct val="115000"/>
              </a:lnSpc>
              <a:spcBef>
                <a:spcPts val="0"/>
              </a:spcBef>
              <a:spcAft>
                <a:spcPts val="0"/>
              </a:spcAft>
              <a:buSzPts val="1200"/>
              <a:buChar char="■"/>
              <a:defRPr sz="1600"/>
            </a:lvl3pPr>
            <a:lvl4pPr indent="-304800" lvl="3" marL="1828800" algn="l">
              <a:lnSpc>
                <a:spcPct val="115000"/>
              </a:lnSpc>
              <a:spcBef>
                <a:spcPts val="0"/>
              </a:spcBef>
              <a:spcAft>
                <a:spcPts val="0"/>
              </a:spcAft>
              <a:buSzPts val="1200"/>
              <a:buChar char="●"/>
              <a:defRPr sz="1600"/>
            </a:lvl4pPr>
            <a:lvl5pPr indent="-304800" lvl="4" marL="2286000" algn="l">
              <a:lnSpc>
                <a:spcPct val="115000"/>
              </a:lnSpc>
              <a:spcBef>
                <a:spcPts val="0"/>
              </a:spcBef>
              <a:spcAft>
                <a:spcPts val="0"/>
              </a:spcAft>
              <a:buSzPts val="1200"/>
              <a:buChar char="○"/>
              <a:defRPr sz="1600"/>
            </a:lvl5pPr>
            <a:lvl6pPr indent="-304800" lvl="5" marL="2743200" algn="l">
              <a:lnSpc>
                <a:spcPct val="115000"/>
              </a:lnSpc>
              <a:spcBef>
                <a:spcPts val="0"/>
              </a:spcBef>
              <a:spcAft>
                <a:spcPts val="0"/>
              </a:spcAft>
              <a:buSzPts val="1200"/>
              <a:buChar char="■"/>
              <a:defRPr sz="1600"/>
            </a:lvl6pPr>
            <a:lvl7pPr indent="-304800" lvl="6" marL="3200400" algn="l">
              <a:lnSpc>
                <a:spcPct val="115000"/>
              </a:lnSpc>
              <a:spcBef>
                <a:spcPts val="0"/>
              </a:spcBef>
              <a:spcAft>
                <a:spcPts val="0"/>
              </a:spcAft>
              <a:buSzPts val="1200"/>
              <a:buChar char="●"/>
              <a:defRPr sz="1600"/>
            </a:lvl7pPr>
            <a:lvl8pPr indent="-304800" lvl="7" marL="3657600" algn="l">
              <a:lnSpc>
                <a:spcPct val="115000"/>
              </a:lnSpc>
              <a:spcBef>
                <a:spcPts val="0"/>
              </a:spcBef>
              <a:spcAft>
                <a:spcPts val="0"/>
              </a:spcAft>
              <a:buSzPts val="1200"/>
              <a:buChar char="○"/>
              <a:defRPr sz="1600"/>
            </a:lvl8pPr>
            <a:lvl9pPr indent="-304800" lvl="8" marL="4114800" algn="l">
              <a:lnSpc>
                <a:spcPct val="115000"/>
              </a:lnSpc>
              <a:spcBef>
                <a:spcPts val="0"/>
              </a:spcBef>
              <a:spcAft>
                <a:spcPts val="0"/>
              </a:spcAft>
              <a:buSzPts val="1200"/>
              <a:buChar char="■"/>
              <a:defRPr sz="1600"/>
            </a:lvl9pPr>
          </a:lstStyle>
          <a:p/>
        </p:txBody>
      </p:sp>
      <p:sp>
        <p:nvSpPr>
          <p:cNvPr id="33" name="Google Shape;33;p7"/>
          <p:cNvSpPr txBox="1"/>
          <p:nvPr>
            <p:ph idx="12" type="sldNum"/>
          </p:nvPr>
        </p:nvSpPr>
        <p:spPr>
          <a:xfrm>
            <a:off x="11296611" y="6217623"/>
            <a:ext cx="731600" cy="524800"/>
          </a:xfrm>
          <a:prstGeom prst="rect">
            <a:avLst/>
          </a:prstGeom>
          <a:noFill/>
          <a:ln>
            <a:noFill/>
          </a:ln>
        </p:spPr>
        <p:txBody>
          <a:bodyPr anchorCtr="0" anchor="ctr" bIns="91425" lIns="91425" spcFirstLastPara="1" rIns="91425" wrap="square" tIns="91425">
            <a:normAutofit/>
          </a:bodyPr>
          <a:lstStyle>
            <a:lvl1pPr indent="0" lvl="0" marL="0" algn="r">
              <a:buClr>
                <a:schemeClr val="dk2"/>
              </a:buClr>
              <a:buSzPts val="1333"/>
              <a:buFont typeface="Arial"/>
              <a:buNone/>
              <a:defRPr b="0" i="0" sz="1333" u="none" cap="none" strike="noStrike">
                <a:solidFill>
                  <a:schemeClr val="dk2"/>
                </a:solidFill>
                <a:latin typeface="Arial"/>
                <a:ea typeface="Arial"/>
                <a:cs typeface="Arial"/>
                <a:sym typeface="Arial"/>
              </a:defRPr>
            </a:lvl1pPr>
            <a:lvl2pPr indent="0" lvl="1" marL="0" algn="r">
              <a:buClr>
                <a:schemeClr val="dk2"/>
              </a:buClr>
              <a:buSzPts val="1333"/>
              <a:buFont typeface="Arial"/>
              <a:buNone/>
              <a:defRPr b="0" i="0" sz="1333" u="none" cap="none" strike="noStrike">
                <a:solidFill>
                  <a:schemeClr val="dk2"/>
                </a:solidFill>
                <a:latin typeface="Arial"/>
                <a:ea typeface="Arial"/>
                <a:cs typeface="Arial"/>
                <a:sym typeface="Arial"/>
              </a:defRPr>
            </a:lvl2pPr>
            <a:lvl3pPr indent="0" lvl="2" marL="0" algn="r">
              <a:buClr>
                <a:schemeClr val="dk2"/>
              </a:buClr>
              <a:buSzPts val="1333"/>
              <a:buFont typeface="Arial"/>
              <a:buNone/>
              <a:defRPr b="0" i="0" sz="1333" u="none" cap="none" strike="noStrike">
                <a:solidFill>
                  <a:schemeClr val="dk2"/>
                </a:solidFill>
                <a:latin typeface="Arial"/>
                <a:ea typeface="Arial"/>
                <a:cs typeface="Arial"/>
                <a:sym typeface="Arial"/>
              </a:defRPr>
            </a:lvl3pPr>
            <a:lvl4pPr indent="0" lvl="3" marL="0" algn="r">
              <a:buClr>
                <a:schemeClr val="dk2"/>
              </a:buClr>
              <a:buSzPts val="1333"/>
              <a:buFont typeface="Arial"/>
              <a:buNone/>
              <a:defRPr b="0" i="0" sz="1333" u="none" cap="none" strike="noStrike">
                <a:solidFill>
                  <a:schemeClr val="dk2"/>
                </a:solidFill>
                <a:latin typeface="Arial"/>
                <a:ea typeface="Arial"/>
                <a:cs typeface="Arial"/>
                <a:sym typeface="Arial"/>
              </a:defRPr>
            </a:lvl4pPr>
            <a:lvl5pPr indent="0" lvl="4" marL="0" algn="r">
              <a:buClr>
                <a:schemeClr val="dk2"/>
              </a:buClr>
              <a:buSzPts val="1333"/>
              <a:buFont typeface="Arial"/>
              <a:buNone/>
              <a:defRPr b="0" i="0" sz="1333" u="none" cap="none" strike="noStrike">
                <a:solidFill>
                  <a:schemeClr val="dk2"/>
                </a:solidFill>
                <a:latin typeface="Arial"/>
                <a:ea typeface="Arial"/>
                <a:cs typeface="Arial"/>
                <a:sym typeface="Arial"/>
              </a:defRPr>
            </a:lvl5pPr>
            <a:lvl6pPr indent="0" lvl="5" marL="0" algn="r">
              <a:buClr>
                <a:schemeClr val="dk2"/>
              </a:buClr>
              <a:buSzPts val="1333"/>
              <a:buFont typeface="Arial"/>
              <a:buNone/>
              <a:defRPr b="0" i="0" sz="1333" u="none" cap="none" strike="noStrike">
                <a:solidFill>
                  <a:schemeClr val="dk2"/>
                </a:solidFill>
                <a:latin typeface="Arial"/>
                <a:ea typeface="Arial"/>
                <a:cs typeface="Arial"/>
                <a:sym typeface="Arial"/>
              </a:defRPr>
            </a:lvl6pPr>
            <a:lvl7pPr indent="0" lvl="6" marL="0" algn="r">
              <a:buClr>
                <a:schemeClr val="dk2"/>
              </a:buClr>
              <a:buSzPts val="1333"/>
              <a:buFont typeface="Arial"/>
              <a:buNone/>
              <a:defRPr b="0" i="0" sz="1333" u="none" cap="none" strike="noStrike">
                <a:solidFill>
                  <a:schemeClr val="dk2"/>
                </a:solidFill>
                <a:latin typeface="Arial"/>
                <a:ea typeface="Arial"/>
                <a:cs typeface="Arial"/>
                <a:sym typeface="Arial"/>
              </a:defRPr>
            </a:lvl7pPr>
            <a:lvl8pPr indent="0" lvl="7" marL="0" algn="r">
              <a:buClr>
                <a:schemeClr val="dk2"/>
              </a:buClr>
              <a:buSzPts val="1333"/>
              <a:buFont typeface="Arial"/>
              <a:buNone/>
              <a:defRPr b="0" i="0" sz="1333" u="none" cap="none" strike="noStrike">
                <a:solidFill>
                  <a:schemeClr val="dk2"/>
                </a:solidFill>
                <a:latin typeface="Arial"/>
                <a:ea typeface="Arial"/>
                <a:cs typeface="Arial"/>
                <a:sym typeface="Arial"/>
              </a:defRPr>
            </a:lvl8pPr>
            <a:lvl9pPr indent="0" lvl="8" marL="0" algn="r">
              <a:buClr>
                <a:schemeClr val="dk2"/>
              </a:buClr>
              <a:buSzPts val="1333"/>
              <a:buFont typeface="Arial"/>
              <a:buNone/>
              <a:defRPr b="0" i="0" sz="1333"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 point">
    <p:spTree>
      <p:nvGrpSpPr>
        <p:cNvPr id="34" name="Shape 34"/>
        <p:cNvGrpSpPr/>
        <p:nvPr/>
      </p:nvGrpSpPr>
      <p:grpSpPr>
        <a:xfrm>
          <a:off x="0" y="0"/>
          <a:ext cx="0" cy="0"/>
          <a:chOff x="0" y="0"/>
          <a:chExt cx="0" cy="0"/>
        </a:xfrm>
      </p:grpSpPr>
      <p:sp>
        <p:nvSpPr>
          <p:cNvPr id="35" name="Google Shape;35;p8"/>
          <p:cNvSpPr txBox="1"/>
          <p:nvPr>
            <p:ph type="title"/>
          </p:nvPr>
        </p:nvSpPr>
        <p:spPr>
          <a:xfrm>
            <a:off x="653667" y="600200"/>
            <a:ext cx="8490400" cy="54544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6400"/>
            </a:lvl1pPr>
            <a:lvl2pPr lvl="1" algn="l">
              <a:lnSpc>
                <a:spcPct val="100000"/>
              </a:lnSpc>
              <a:spcBef>
                <a:spcPts val="0"/>
              </a:spcBef>
              <a:spcAft>
                <a:spcPts val="0"/>
              </a:spcAft>
              <a:buSzPts val="4800"/>
              <a:buNone/>
              <a:defRPr sz="6400"/>
            </a:lvl2pPr>
            <a:lvl3pPr lvl="2" algn="l">
              <a:lnSpc>
                <a:spcPct val="100000"/>
              </a:lnSpc>
              <a:spcBef>
                <a:spcPts val="0"/>
              </a:spcBef>
              <a:spcAft>
                <a:spcPts val="0"/>
              </a:spcAft>
              <a:buSzPts val="4800"/>
              <a:buNone/>
              <a:defRPr sz="6400"/>
            </a:lvl3pPr>
            <a:lvl4pPr lvl="3" algn="l">
              <a:lnSpc>
                <a:spcPct val="100000"/>
              </a:lnSpc>
              <a:spcBef>
                <a:spcPts val="0"/>
              </a:spcBef>
              <a:spcAft>
                <a:spcPts val="0"/>
              </a:spcAft>
              <a:buSzPts val="4800"/>
              <a:buNone/>
              <a:defRPr sz="6400"/>
            </a:lvl4pPr>
            <a:lvl5pPr lvl="4" algn="l">
              <a:lnSpc>
                <a:spcPct val="100000"/>
              </a:lnSpc>
              <a:spcBef>
                <a:spcPts val="0"/>
              </a:spcBef>
              <a:spcAft>
                <a:spcPts val="0"/>
              </a:spcAft>
              <a:buSzPts val="4800"/>
              <a:buNone/>
              <a:defRPr sz="6400"/>
            </a:lvl5pPr>
            <a:lvl6pPr lvl="5" algn="l">
              <a:lnSpc>
                <a:spcPct val="100000"/>
              </a:lnSpc>
              <a:spcBef>
                <a:spcPts val="0"/>
              </a:spcBef>
              <a:spcAft>
                <a:spcPts val="0"/>
              </a:spcAft>
              <a:buSzPts val="4800"/>
              <a:buNone/>
              <a:defRPr sz="6400"/>
            </a:lvl6pPr>
            <a:lvl7pPr lvl="6" algn="l">
              <a:lnSpc>
                <a:spcPct val="100000"/>
              </a:lnSpc>
              <a:spcBef>
                <a:spcPts val="0"/>
              </a:spcBef>
              <a:spcAft>
                <a:spcPts val="0"/>
              </a:spcAft>
              <a:buSzPts val="4800"/>
              <a:buNone/>
              <a:defRPr sz="6400"/>
            </a:lvl7pPr>
            <a:lvl8pPr lvl="7" algn="l">
              <a:lnSpc>
                <a:spcPct val="100000"/>
              </a:lnSpc>
              <a:spcBef>
                <a:spcPts val="0"/>
              </a:spcBef>
              <a:spcAft>
                <a:spcPts val="0"/>
              </a:spcAft>
              <a:buSzPts val="4800"/>
              <a:buNone/>
              <a:defRPr sz="6400"/>
            </a:lvl8pPr>
            <a:lvl9pPr lvl="8" algn="l">
              <a:lnSpc>
                <a:spcPct val="100000"/>
              </a:lnSpc>
              <a:spcBef>
                <a:spcPts val="0"/>
              </a:spcBef>
              <a:spcAft>
                <a:spcPts val="0"/>
              </a:spcAft>
              <a:buSzPts val="4800"/>
              <a:buNone/>
              <a:defRPr sz="6400"/>
            </a:lvl9pPr>
          </a:lstStyle>
          <a:p/>
        </p:txBody>
      </p:sp>
      <p:sp>
        <p:nvSpPr>
          <p:cNvPr id="36" name="Google Shape;36;p8"/>
          <p:cNvSpPr txBox="1"/>
          <p:nvPr>
            <p:ph idx="12" type="sldNum"/>
          </p:nvPr>
        </p:nvSpPr>
        <p:spPr>
          <a:xfrm>
            <a:off x="11296611" y="6217623"/>
            <a:ext cx="731600" cy="524800"/>
          </a:xfrm>
          <a:prstGeom prst="rect">
            <a:avLst/>
          </a:prstGeom>
          <a:noFill/>
          <a:ln>
            <a:noFill/>
          </a:ln>
        </p:spPr>
        <p:txBody>
          <a:bodyPr anchorCtr="0" anchor="ctr" bIns="91425" lIns="91425" spcFirstLastPara="1" rIns="91425" wrap="square" tIns="91425">
            <a:normAutofit/>
          </a:bodyPr>
          <a:lstStyle>
            <a:lvl1pPr indent="0" lvl="0" marL="0" algn="r">
              <a:buClr>
                <a:schemeClr val="dk2"/>
              </a:buClr>
              <a:buSzPts val="1333"/>
              <a:buFont typeface="Arial"/>
              <a:buNone/>
              <a:defRPr b="0" i="0" sz="1333" u="none" cap="none" strike="noStrike">
                <a:solidFill>
                  <a:schemeClr val="dk2"/>
                </a:solidFill>
                <a:latin typeface="Arial"/>
                <a:ea typeface="Arial"/>
                <a:cs typeface="Arial"/>
                <a:sym typeface="Arial"/>
              </a:defRPr>
            </a:lvl1pPr>
            <a:lvl2pPr indent="0" lvl="1" marL="0" algn="r">
              <a:buClr>
                <a:schemeClr val="dk2"/>
              </a:buClr>
              <a:buSzPts val="1333"/>
              <a:buFont typeface="Arial"/>
              <a:buNone/>
              <a:defRPr b="0" i="0" sz="1333" u="none" cap="none" strike="noStrike">
                <a:solidFill>
                  <a:schemeClr val="dk2"/>
                </a:solidFill>
                <a:latin typeface="Arial"/>
                <a:ea typeface="Arial"/>
                <a:cs typeface="Arial"/>
                <a:sym typeface="Arial"/>
              </a:defRPr>
            </a:lvl2pPr>
            <a:lvl3pPr indent="0" lvl="2" marL="0" algn="r">
              <a:buClr>
                <a:schemeClr val="dk2"/>
              </a:buClr>
              <a:buSzPts val="1333"/>
              <a:buFont typeface="Arial"/>
              <a:buNone/>
              <a:defRPr b="0" i="0" sz="1333" u="none" cap="none" strike="noStrike">
                <a:solidFill>
                  <a:schemeClr val="dk2"/>
                </a:solidFill>
                <a:latin typeface="Arial"/>
                <a:ea typeface="Arial"/>
                <a:cs typeface="Arial"/>
                <a:sym typeface="Arial"/>
              </a:defRPr>
            </a:lvl3pPr>
            <a:lvl4pPr indent="0" lvl="3" marL="0" algn="r">
              <a:buClr>
                <a:schemeClr val="dk2"/>
              </a:buClr>
              <a:buSzPts val="1333"/>
              <a:buFont typeface="Arial"/>
              <a:buNone/>
              <a:defRPr b="0" i="0" sz="1333" u="none" cap="none" strike="noStrike">
                <a:solidFill>
                  <a:schemeClr val="dk2"/>
                </a:solidFill>
                <a:latin typeface="Arial"/>
                <a:ea typeface="Arial"/>
                <a:cs typeface="Arial"/>
                <a:sym typeface="Arial"/>
              </a:defRPr>
            </a:lvl4pPr>
            <a:lvl5pPr indent="0" lvl="4" marL="0" algn="r">
              <a:buClr>
                <a:schemeClr val="dk2"/>
              </a:buClr>
              <a:buSzPts val="1333"/>
              <a:buFont typeface="Arial"/>
              <a:buNone/>
              <a:defRPr b="0" i="0" sz="1333" u="none" cap="none" strike="noStrike">
                <a:solidFill>
                  <a:schemeClr val="dk2"/>
                </a:solidFill>
                <a:latin typeface="Arial"/>
                <a:ea typeface="Arial"/>
                <a:cs typeface="Arial"/>
                <a:sym typeface="Arial"/>
              </a:defRPr>
            </a:lvl5pPr>
            <a:lvl6pPr indent="0" lvl="5" marL="0" algn="r">
              <a:buClr>
                <a:schemeClr val="dk2"/>
              </a:buClr>
              <a:buSzPts val="1333"/>
              <a:buFont typeface="Arial"/>
              <a:buNone/>
              <a:defRPr b="0" i="0" sz="1333" u="none" cap="none" strike="noStrike">
                <a:solidFill>
                  <a:schemeClr val="dk2"/>
                </a:solidFill>
                <a:latin typeface="Arial"/>
                <a:ea typeface="Arial"/>
                <a:cs typeface="Arial"/>
                <a:sym typeface="Arial"/>
              </a:defRPr>
            </a:lvl6pPr>
            <a:lvl7pPr indent="0" lvl="6" marL="0" algn="r">
              <a:buClr>
                <a:schemeClr val="dk2"/>
              </a:buClr>
              <a:buSzPts val="1333"/>
              <a:buFont typeface="Arial"/>
              <a:buNone/>
              <a:defRPr b="0" i="0" sz="1333" u="none" cap="none" strike="noStrike">
                <a:solidFill>
                  <a:schemeClr val="dk2"/>
                </a:solidFill>
                <a:latin typeface="Arial"/>
                <a:ea typeface="Arial"/>
                <a:cs typeface="Arial"/>
                <a:sym typeface="Arial"/>
              </a:defRPr>
            </a:lvl7pPr>
            <a:lvl8pPr indent="0" lvl="7" marL="0" algn="r">
              <a:buClr>
                <a:schemeClr val="dk2"/>
              </a:buClr>
              <a:buSzPts val="1333"/>
              <a:buFont typeface="Arial"/>
              <a:buNone/>
              <a:defRPr b="0" i="0" sz="1333" u="none" cap="none" strike="noStrike">
                <a:solidFill>
                  <a:schemeClr val="dk2"/>
                </a:solidFill>
                <a:latin typeface="Arial"/>
                <a:ea typeface="Arial"/>
                <a:cs typeface="Arial"/>
                <a:sym typeface="Arial"/>
              </a:defRPr>
            </a:lvl8pPr>
            <a:lvl9pPr indent="0" lvl="8" marL="0" algn="r">
              <a:buClr>
                <a:schemeClr val="dk2"/>
              </a:buClr>
              <a:buSzPts val="1333"/>
              <a:buFont typeface="Arial"/>
              <a:buNone/>
              <a:defRPr b="0" i="0" sz="1333"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 title and description">
    <p:spTree>
      <p:nvGrpSpPr>
        <p:cNvPr id="37" name="Shape 37"/>
        <p:cNvGrpSpPr/>
        <p:nvPr/>
      </p:nvGrpSpPr>
      <p:grpSpPr>
        <a:xfrm>
          <a:off x="0" y="0"/>
          <a:ext cx="0" cy="0"/>
          <a:chOff x="0" y="0"/>
          <a:chExt cx="0" cy="0"/>
        </a:xfrm>
      </p:grpSpPr>
      <p:sp>
        <p:nvSpPr>
          <p:cNvPr id="38" name="Google Shape;38;p9"/>
          <p:cNvSpPr/>
          <p:nvPr/>
        </p:nvSpPr>
        <p:spPr>
          <a:xfrm>
            <a:off x="6096000" y="-167"/>
            <a:ext cx="6096000" cy="6858000"/>
          </a:xfrm>
          <a:prstGeom prst="rect">
            <a:avLst/>
          </a:prstGeom>
          <a:solidFill>
            <a:schemeClr val="lt2"/>
          </a:solidFill>
          <a:ln>
            <a:noFill/>
          </a:ln>
        </p:spPr>
        <p:txBody>
          <a:bodyPr anchorCtr="0" anchor="ctr" bIns="121900" lIns="121900" spcFirstLastPara="1" rIns="121900" wrap="square" tIns="121900">
            <a:noAutofit/>
          </a:bodyPr>
          <a:lstStyle/>
          <a:p>
            <a:pPr indent="0" lvl="0" marL="0" marR="0" rtl="0" algn="l">
              <a:spcBef>
                <a:spcPts val="0"/>
              </a:spcBef>
              <a:spcAft>
                <a:spcPts val="0"/>
              </a:spcAft>
              <a:buClr>
                <a:schemeClr val="dk1"/>
              </a:buClr>
              <a:buSzPts val="2400"/>
              <a:buFont typeface="Arial"/>
              <a:buNone/>
            </a:pPr>
            <a:r>
              <a:t/>
            </a:r>
            <a:endParaRPr b="0" i="0" sz="2400" u="none" cap="none" strike="noStrike">
              <a:solidFill>
                <a:schemeClr val="dk1"/>
              </a:solidFill>
              <a:latin typeface="Arial"/>
              <a:ea typeface="Arial"/>
              <a:cs typeface="Arial"/>
              <a:sym typeface="Arial"/>
            </a:endParaRPr>
          </a:p>
        </p:txBody>
      </p:sp>
      <p:sp>
        <p:nvSpPr>
          <p:cNvPr id="39" name="Google Shape;39;p9"/>
          <p:cNvSpPr txBox="1"/>
          <p:nvPr>
            <p:ph type="title"/>
          </p:nvPr>
        </p:nvSpPr>
        <p:spPr>
          <a:xfrm>
            <a:off x="354000" y="1644233"/>
            <a:ext cx="5393600" cy="19764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5600"/>
            </a:lvl1pPr>
            <a:lvl2pPr lvl="1" algn="ctr">
              <a:lnSpc>
                <a:spcPct val="100000"/>
              </a:lnSpc>
              <a:spcBef>
                <a:spcPts val="0"/>
              </a:spcBef>
              <a:spcAft>
                <a:spcPts val="0"/>
              </a:spcAft>
              <a:buSzPts val="4200"/>
              <a:buNone/>
              <a:defRPr sz="5600"/>
            </a:lvl2pPr>
            <a:lvl3pPr lvl="2" algn="ctr">
              <a:lnSpc>
                <a:spcPct val="100000"/>
              </a:lnSpc>
              <a:spcBef>
                <a:spcPts val="0"/>
              </a:spcBef>
              <a:spcAft>
                <a:spcPts val="0"/>
              </a:spcAft>
              <a:buSzPts val="4200"/>
              <a:buNone/>
              <a:defRPr sz="5600"/>
            </a:lvl3pPr>
            <a:lvl4pPr lvl="3" algn="ctr">
              <a:lnSpc>
                <a:spcPct val="100000"/>
              </a:lnSpc>
              <a:spcBef>
                <a:spcPts val="0"/>
              </a:spcBef>
              <a:spcAft>
                <a:spcPts val="0"/>
              </a:spcAft>
              <a:buSzPts val="4200"/>
              <a:buNone/>
              <a:defRPr sz="5600"/>
            </a:lvl4pPr>
            <a:lvl5pPr lvl="4" algn="ctr">
              <a:lnSpc>
                <a:spcPct val="100000"/>
              </a:lnSpc>
              <a:spcBef>
                <a:spcPts val="0"/>
              </a:spcBef>
              <a:spcAft>
                <a:spcPts val="0"/>
              </a:spcAft>
              <a:buSzPts val="4200"/>
              <a:buNone/>
              <a:defRPr sz="5600"/>
            </a:lvl5pPr>
            <a:lvl6pPr lvl="5" algn="ctr">
              <a:lnSpc>
                <a:spcPct val="100000"/>
              </a:lnSpc>
              <a:spcBef>
                <a:spcPts val="0"/>
              </a:spcBef>
              <a:spcAft>
                <a:spcPts val="0"/>
              </a:spcAft>
              <a:buSzPts val="4200"/>
              <a:buNone/>
              <a:defRPr sz="5600"/>
            </a:lvl6pPr>
            <a:lvl7pPr lvl="6" algn="ctr">
              <a:lnSpc>
                <a:spcPct val="100000"/>
              </a:lnSpc>
              <a:spcBef>
                <a:spcPts val="0"/>
              </a:spcBef>
              <a:spcAft>
                <a:spcPts val="0"/>
              </a:spcAft>
              <a:buSzPts val="4200"/>
              <a:buNone/>
              <a:defRPr sz="5600"/>
            </a:lvl7pPr>
            <a:lvl8pPr lvl="7" algn="ctr">
              <a:lnSpc>
                <a:spcPct val="100000"/>
              </a:lnSpc>
              <a:spcBef>
                <a:spcPts val="0"/>
              </a:spcBef>
              <a:spcAft>
                <a:spcPts val="0"/>
              </a:spcAft>
              <a:buSzPts val="4200"/>
              <a:buNone/>
              <a:defRPr sz="5600"/>
            </a:lvl8pPr>
            <a:lvl9pPr lvl="8" algn="ctr">
              <a:lnSpc>
                <a:spcPct val="100000"/>
              </a:lnSpc>
              <a:spcBef>
                <a:spcPts val="0"/>
              </a:spcBef>
              <a:spcAft>
                <a:spcPts val="0"/>
              </a:spcAft>
              <a:buSzPts val="4200"/>
              <a:buNone/>
              <a:defRPr sz="5600"/>
            </a:lvl9pPr>
          </a:lstStyle>
          <a:p/>
        </p:txBody>
      </p:sp>
      <p:sp>
        <p:nvSpPr>
          <p:cNvPr id="40" name="Google Shape;40;p9"/>
          <p:cNvSpPr txBox="1"/>
          <p:nvPr>
            <p:ph idx="1" type="subTitle"/>
          </p:nvPr>
        </p:nvSpPr>
        <p:spPr>
          <a:xfrm>
            <a:off x="354000" y="3737433"/>
            <a:ext cx="5393600" cy="16468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800"/>
            </a:lvl1pPr>
            <a:lvl2pPr lvl="1" algn="ctr">
              <a:lnSpc>
                <a:spcPct val="100000"/>
              </a:lnSpc>
              <a:spcBef>
                <a:spcPts val="0"/>
              </a:spcBef>
              <a:spcAft>
                <a:spcPts val="0"/>
              </a:spcAft>
              <a:buSzPts val="2100"/>
              <a:buNone/>
              <a:defRPr sz="2800"/>
            </a:lvl2pPr>
            <a:lvl3pPr lvl="2" algn="ctr">
              <a:lnSpc>
                <a:spcPct val="100000"/>
              </a:lnSpc>
              <a:spcBef>
                <a:spcPts val="0"/>
              </a:spcBef>
              <a:spcAft>
                <a:spcPts val="0"/>
              </a:spcAft>
              <a:buSzPts val="2100"/>
              <a:buNone/>
              <a:defRPr sz="2800"/>
            </a:lvl3pPr>
            <a:lvl4pPr lvl="3" algn="ctr">
              <a:lnSpc>
                <a:spcPct val="100000"/>
              </a:lnSpc>
              <a:spcBef>
                <a:spcPts val="0"/>
              </a:spcBef>
              <a:spcAft>
                <a:spcPts val="0"/>
              </a:spcAft>
              <a:buSzPts val="2100"/>
              <a:buNone/>
              <a:defRPr sz="2800"/>
            </a:lvl4pPr>
            <a:lvl5pPr lvl="4" algn="ctr">
              <a:lnSpc>
                <a:spcPct val="100000"/>
              </a:lnSpc>
              <a:spcBef>
                <a:spcPts val="0"/>
              </a:spcBef>
              <a:spcAft>
                <a:spcPts val="0"/>
              </a:spcAft>
              <a:buSzPts val="2100"/>
              <a:buNone/>
              <a:defRPr sz="2800"/>
            </a:lvl5pPr>
            <a:lvl6pPr lvl="5" algn="ctr">
              <a:lnSpc>
                <a:spcPct val="100000"/>
              </a:lnSpc>
              <a:spcBef>
                <a:spcPts val="0"/>
              </a:spcBef>
              <a:spcAft>
                <a:spcPts val="0"/>
              </a:spcAft>
              <a:buSzPts val="2100"/>
              <a:buNone/>
              <a:defRPr sz="2800"/>
            </a:lvl6pPr>
            <a:lvl7pPr lvl="6" algn="ctr">
              <a:lnSpc>
                <a:spcPct val="100000"/>
              </a:lnSpc>
              <a:spcBef>
                <a:spcPts val="0"/>
              </a:spcBef>
              <a:spcAft>
                <a:spcPts val="0"/>
              </a:spcAft>
              <a:buSzPts val="2100"/>
              <a:buNone/>
              <a:defRPr sz="2800"/>
            </a:lvl7pPr>
            <a:lvl8pPr lvl="7" algn="ctr">
              <a:lnSpc>
                <a:spcPct val="100000"/>
              </a:lnSpc>
              <a:spcBef>
                <a:spcPts val="0"/>
              </a:spcBef>
              <a:spcAft>
                <a:spcPts val="0"/>
              </a:spcAft>
              <a:buSzPts val="2100"/>
              <a:buNone/>
              <a:defRPr sz="2800"/>
            </a:lvl8pPr>
            <a:lvl9pPr lvl="8" algn="ctr">
              <a:lnSpc>
                <a:spcPct val="100000"/>
              </a:lnSpc>
              <a:spcBef>
                <a:spcPts val="0"/>
              </a:spcBef>
              <a:spcAft>
                <a:spcPts val="0"/>
              </a:spcAft>
              <a:buSzPts val="2100"/>
              <a:buNone/>
              <a:defRPr sz="2800"/>
            </a:lvl9pPr>
          </a:lstStyle>
          <a:p/>
        </p:txBody>
      </p:sp>
      <p:sp>
        <p:nvSpPr>
          <p:cNvPr id="41" name="Google Shape;41;p9"/>
          <p:cNvSpPr txBox="1"/>
          <p:nvPr>
            <p:ph idx="2" type="body"/>
          </p:nvPr>
        </p:nvSpPr>
        <p:spPr>
          <a:xfrm>
            <a:off x="6586000" y="965433"/>
            <a:ext cx="5116000" cy="49268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42" name="Google Shape;42;p9"/>
          <p:cNvSpPr txBox="1"/>
          <p:nvPr>
            <p:ph idx="12" type="sldNum"/>
          </p:nvPr>
        </p:nvSpPr>
        <p:spPr>
          <a:xfrm>
            <a:off x="11296611" y="6217623"/>
            <a:ext cx="731600" cy="524800"/>
          </a:xfrm>
          <a:prstGeom prst="rect">
            <a:avLst/>
          </a:prstGeom>
          <a:noFill/>
          <a:ln>
            <a:noFill/>
          </a:ln>
        </p:spPr>
        <p:txBody>
          <a:bodyPr anchorCtr="0" anchor="ctr" bIns="91425" lIns="91425" spcFirstLastPara="1" rIns="91425" wrap="square" tIns="91425">
            <a:normAutofit/>
          </a:bodyPr>
          <a:lstStyle>
            <a:lvl1pPr indent="0" lvl="0" marL="0" algn="r">
              <a:buClr>
                <a:schemeClr val="dk2"/>
              </a:buClr>
              <a:buSzPts val="1333"/>
              <a:buFont typeface="Arial"/>
              <a:buNone/>
              <a:defRPr b="0" i="0" sz="1333" u="none" cap="none" strike="noStrike">
                <a:solidFill>
                  <a:schemeClr val="dk2"/>
                </a:solidFill>
                <a:latin typeface="Arial"/>
                <a:ea typeface="Arial"/>
                <a:cs typeface="Arial"/>
                <a:sym typeface="Arial"/>
              </a:defRPr>
            </a:lvl1pPr>
            <a:lvl2pPr indent="0" lvl="1" marL="0" algn="r">
              <a:buClr>
                <a:schemeClr val="dk2"/>
              </a:buClr>
              <a:buSzPts val="1333"/>
              <a:buFont typeface="Arial"/>
              <a:buNone/>
              <a:defRPr b="0" i="0" sz="1333" u="none" cap="none" strike="noStrike">
                <a:solidFill>
                  <a:schemeClr val="dk2"/>
                </a:solidFill>
                <a:latin typeface="Arial"/>
                <a:ea typeface="Arial"/>
                <a:cs typeface="Arial"/>
                <a:sym typeface="Arial"/>
              </a:defRPr>
            </a:lvl2pPr>
            <a:lvl3pPr indent="0" lvl="2" marL="0" algn="r">
              <a:buClr>
                <a:schemeClr val="dk2"/>
              </a:buClr>
              <a:buSzPts val="1333"/>
              <a:buFont typeface="Arial"/>
              <a:buNone/>
              <a:defRPr b="0" i="0" sz="1333" u="none" cap="none" strike="noStrike">
                <a:solidFill>
                  <a:schemeClr val="dk2"/>
                </a:solidFill>
                <a:latin typeface="Arial"/>
                <a:ea typeface="Arial"/>
                <a:cs typeface="Arial"/>
                <a:sym typeface="Arial"/>
              </a:defRPr>
            </a:lvl3pPr>
            <a:lvl4pPr indent="0" lvl="3" marL="0" algn="r">
              <a:buClr>
                <a:schemeClr val="dk2"/>
              </a:buClr>
              <a:buSzPts val="1333"/>
              <a:buFont typeface="Arial"/>
              <a:buNone/>
              <a:defRPr b="0" i="0" sz="1333" u="none" cap="none" strike="noStrike">
                <a:solidFill>
                  <a:schemeClr val="dk2"/>
                </a:solidFill>
                <a:latin typeface="Arial"/>
                <a:ea typeface="Arial"/>
                <a:cs typeface="Arial"/>
                <a:sym typeface="Arial"/>
              </a:defRPr>
            </a:lvl4pPr>
            <a:lvl5pPr indent="0" lvl="4" marL="0" algn="r">
              <a:buClr>
                <a:schemeClr val="dk2"/>
              </a:buClr>
              <a:buSzPts val="1333"/>
              <a:buFont typeface="Arial"/>
              <a:buNone/>
              <a:defRPr b="0" i="0" sz="1333" u="none" cap="none" strike="noStrike">
                <a:solidFill>
                  <a:schemeClr val="dk2"/>
                </a:solidFill>
                <a:latin typeface="Arial"/>
                <a:ea typeface="Arial"/>
                <a:cs typeface="Arial"/>
                <a:sym typeface="Arial"/>
              </a:defRPr>
            </a:lvl5pPr>
            <a:lvl6pPr indent="0" lvl="5" marL="0" algn="r">
              <a:buClr>
                <a:schemeClr val="dk2"/>
              </a:buClr>
              <a:buSzPts val="1333"/>
              <a:buFont typeface="Arial"/>
              <a:buNone/>
              <a:defRPr b="0" i="0" sz="1333" u="none" cap="none" strike="noStrike">
                <a:solidFill>
                  <a:schemeClr val="dk2"/>
                </a:solidFill>
                <a:latin typeface="Arial"/>
                <a:ea typeface="Arial"/>
                <a:cs typeface="Arial"/>
                <a:sym typeface="Arial"/>
              </a:defRPr>
            </a:lvl6pPr>
            <a:lvl7pPr indent="0" lvl="6" marL="0" algn="r">
              <a:buClr>
                <a:schemeClr val="dk2"/>
              </a:buClr>
              <a:buSzPts val="1333"/>
              <a:buFont typeface="Arial"/>
              <a:buNone/>
              <a:defRPr b="0" i="0" sz="1333" u="none" cap="none" strike="noStrike">
                <a:solidFill>
                  <a:schemeClr val="dk2"/>
                </a:solidFill>
                <a:latin typeface="Arial"/>
                <a:ea typeface="Arial"/>
                <a:cs typeface="Arial"/>
                <a:sym typeface="Arial"/>
              </a:defRPr>
            </a:lvl7pPr>
            <a:lvl8pPr indent="0" lvl="7" marL="0" algn="r">
              <a:buClr>
                <a:schemeClr val="dk2"/>
              </a:buClr>
              <a:buSzPts val="1333"/>
              <a:buFont typeface="Arial"/>
              <a:buNone/>
              <a:defRPr b="0" i="0" sz="1333" u="none" cap="none" strike="noStrike">
                <a:solidFill>
                  <a:schemeClr val="dk2"/>
                </a:solidFill>
                <a:latin typeface="Arial"/>
                <a:ea typeface="Arial"/>
                <a:cs typeface="Arial"/>
                <a:sym typeface="Arial"/>
              </a:defRPr>
            </a:lvl8pPr>
            <a:lvl9pPr indent="0" lvl="8" marL="0" algn="r">
              <a:buClr>
                <a:schemeClr val="dk2"/>
              </a:buClr>
              <a:buSzPts val="1333"/>
              <a:buFont typeface="Arial"/>
              <a:buNone/>
              <a:defRPr b="0" i="0" sz="1333"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
    <p:spTree>
      <p:nvGrpSpPr>
        <p:cNvPr id="43" name="Shape 43"/>
        <p:cNvGrpSpPr/>
        <p:nvPr/>
      </p:nvGrpSpPr>
      <p:grpSpPr>
        <a:xfrm>
          <a:off x="0" y="0"/>
          <a:ext cx="0" cy="0"/>
          <a:chOff x="0" y="0"/>
          <a:chExt cx="0" cy="0"/>
        </a:xfrm>
      </p:grpSpPr>
      <p:sp>
        <p:nvSpPr>
          <p:cNvPr id="44" name="Google Shape;44;p10"/>
          <p:cNvSpPr txBox="1"/>
          <p:nvPr>
            <p:ph idx="1" type="body"/>
          </p:nvPr>
        </p:nvSpPr>
        <p:spPr>
          <a:xfrm>
            <a:off x="415600" y="5640767"/>
            <a:ext cx="7998400" cy="806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45" name="Google Shape;45;p10"/>
          <p:cNvSpPr txBox="1"/>
          <p:nvPr>
            <p:ph idx="12" type="sldNum"/>
          </p:nvPr>
        </p:nvSpPr>
        <p:spPr>
          <a:xfrm>
            <a:off x="11296611" y="6217623"/>
            <a:ext cx="731600" cy="524800"/>
          </a:xfrm>
          <a:prstGeom prst="rect">
            <a:avLst/>
          </a:prstGeom>
          <a:noFill/>
          <a:ln>
            <a:noFill/>
          </a:ln>
        </p:spPr>
        <p:txBody>
          <a:bodyPr anchorCtr="0" anchor="ctr" bIns="91425" lIns="91425" spcFirstLastPara="1" rIns="91425" wrap="square" tIns="91425">
            <a:normAutofit/>
          </a:bodyPr>
          <a:lstStyle>
            <a:lvl1pPr indent="0" lvl="0" marL="0" algn="r">
              <a:buClr>
                <a:schemeClr val="dk2"/>
              </a:buClr>
              <a:buSzPts val="1333"/>
              <a:buFont typeface="Arial"/>
              <a:buNone/>
              <a:defRPr b="0" i="0" sz="1333" u="none" cap="none" strike="noStrike">
                <a:solidFill>
                  <a:schemeClr val="dk2"/>
                </a:solidFill>
                <a:latin typeface="Arial"/>
                <a:ea typeface="Arial"/>
                <a:cs typeface="Arial"/>
                <a:sym typeface="Arial"/>
              </a:defRPr>
            </a:lvl1pPr>
            <a:lvl2pPr indent="0" lvl="1" marL="0" algn="r">
              <a:buClr>
                <a:schemeClr val="dk2"/>
              </a:buClr>
              <a:buSzPts val="1333"/>
              <a:buFont typeface="Arial"/>
              <a:buNone/>
              <a:defRPr b="0" i="0" sz="1333" u="none" cap="none" strike="noStrike">
                <a:solidFill>
                  <a:schemeClr val="dk2"/>
                </a:solidFill>
                <a:latin typeface="Arial"/>
                <a:ea typeface="Arial"/>
                <a:cs typeface="Arial"/>
                <a:sym typeface="Arial"/>
              </a:defRPr>
            </a:lvl2pPr>
            <a:lvl3pPr indent="0" lvl="2" marL="0" algn="r">
              <a:buClr>
                <a:schemeClr val="dk2"/>
              </a:buClr>
              <a:buSzPts val="1333"/>
              <a:buFont typeface="Arial"/>
              <a:buNone/>
              <a:defRPr b="0" i="0" sz="1333" u="none" cap="none" strike="noStrike">
                <a:solidFill>
                  <a:schemeClr val="dk2"/>
                </a:solidFill>
                <a:latin typeface="Arial"/>
                <a:ea typeface="Arial"/>
                <a:cs typeface="Arial"/>
                <a:sym typeface="Arial"/>
              </a:defRPr>
            </a:lvl3pPr>
            <a:lvl4pPr indent="0" lvl="3" marL="0" algn="r">
              <a:buClr>
                <a:schemeClr val="dk2"/>
              </a:buClr>
              <a:buSzPts val="1333"/>
              <a:buFont typeface="Arial"/>
              <a:buNone/>
              <a:defRPr b="0" i="0" sz="1333" u="none" cap="none" strike="noStrike">
                <a:solidFill>
                  <a:schemeClr val="dk2"/>
                </a:solidFill>
                <a:latin typeface="Arial"/>
                <a:ea typeface="Arial"/>
                <a:cs typeface="Arial"/>
                <a:sym typeface="Arial"/>
              </a:defRPr>
            </a:lvl4pPr>
            <a:lvl5pPr indent="0" lvl="4" marL="0" algn="r">
              <a:buClr>
                <a:schemeClr val="dk2"/>
              </a:buClr>
              <a:buSzPts val="1333"/>
              <a:buFont typeface="Arial"/>
              <a:buNone/>
              <a:defRPr b="0" i="0" sz="1333" u="none" cap="none" strike="noStrike">
                <a:solidFill>
                  <a:schemeClr val="dk2"/>
                </a:solidFill>
                <a:latin typeface="Arial"/>
                <a:ea typeface="Arial"/>
                <a:cs typeface="Arial"/>
                <a:sym typeface="Arial"/>
              </a:defRPr>
            </a:lvl5pPr>
            <a:lvl6pPr indent="0" lvl="5" marL="0" algn="r">
              <a:buClr>
                <a:schemeClr val="dk2"/>
              </a:buClr>
              <a:buSzPts val="1333"/>
              <a:buFont typeface="Arial"/>
              <a:buNone/>
              <a:defRPr b="0" i="0" sz="1333" u="none" cap="none" strike="noStrike">
                <a:solidFill>
                  <a:schemeClr val="dk2"/>
                </a:solidFill>
                <a:latin typeface="Arial"/>
                <a:ea typeface="Arial"/>
                <a:cs typeface="Arial"/>
                <a:sym typeface="Arial"/>
              </a:defRPr>
            </a:lvl6pPr>
            <a:lvl7pPr indent="0" lvl="6" marL="0" algn="r">
              <a:buClr>
                <a:schemeClr val="dk2"/>
              </a:buClr>
              <a:buSzPts val="1333"/>
              <a:buFont typeface="Arial"/>
              <a:buNone/>
              <a:defRPr b="0" i="0" sz="1333" u="none" cap="none" strike="noStrike">
                <a:solidFill>
                  <a:schemeClr val="dk2"/>
                </a:solidFill>
                <a:latin typeface="Arial"/>
                <a:ea typeface="Arial"/>
                <a:cs typeface="Arial"/>
                <a:sym typeface="Arial"/>
              </a:defRPr>
            </a:lvl7pPr>
            <a:lvl8pPr indent="0" lvl="7" marL="0" algn="r">
              <a:buClr>
                <a:schemeClr val="dk2"/>
              </a:buClr>
              <a:buSzPts val="1333"/>
              <a:buFont typeface="Arial"/>
              <a:buNone/>
              <a:defRPr b="0" i="0" sz="1333" u="none" cap="none" strike="noStrike">
                <a:solidFill>
                  <a:schemeClr val="dk2"/>
                </a:solidFill>
                <a:latin typeface="Arial"/>
                <a:ea typeface="Arial"/>
                <a:cs typeface="Arial"/>
                <a:sym typeface="Arial"/>
              </a:defRPr>
            </a:lvl8pPr>
            <a:lvl9pPr indent="0" lvl="8" marL="0" algn="r">
              <a:buClr>
                <a:schemeClr val="dk2"/>
              </a:buClr>
              <a:buSzPts val="1333"/>
              <a:buFont typeface="Arial"/>
              <a:buNone/>
              <a:defRPr b="0" i="0" sz="1333"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 number">
    <p:spTree>
      <p:nvGrpSpPr>
        <p:cNvPr id="46" name="Shape 46"/>
        <p:cNvGrpSpPr/>
        <p:nvPr/>
      </p:nvGrpSpPr>
      <p:grpSpPr>
        <a:xfrm>
          <a:off x="0" y="0"/>
          <a:ext cx="0" cy="0"/>
          <a:chOff x="0" y="0"/>
          <a:chExt cx="0" cy="0"/>
        </a:xfrm>
      </p:grpSpPr>
      <p:sp>
        <p:nvSpPr>
          <p:cNvPr id="47" name="Google Shape;47;p11"/>
          <p:cNvSpPr txBox="1"/>
          <p:nvPr>
            <p:ph type="title"/>
          </p:nvPr>
        </p:nvSpPr>
        <p:spPr>
          <a:xfrm>
            <a:off x="415600" y="1474833"/>
            <a:ext cx="11360800" cy="26180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6000"/>
            </a:lvl1pPr>
            <a:lvl2pPr lvl="1" algn="ctr">
              <a:lnSpc>
                <a:spcPct val="100000"/>
              </a:lnSpc>
              <a:spcBef>
                <a:spcPts val="0"/>
              </a:spcBef>
              <a:spcAft>
                <a:spcPts val="0"/>
              </a:spcAft>
              <a:buSzPts val="12000"/>
              <a:buNone/>
              <a:defRPr sz="16000"/>
            </a:lvl2pPr>
            <a:lvl3pPr lvl="2" algn="ctr">
              <a:lnSpc>
                <a:spcPct val="100000"/>
              </a:lnSpc>
              <a:spcBef>
                <a:spcPts val="0"/>
              </a:spcBef>
              <a:spcAft>
                <a:spcPts val="0"/>
              </a:spcAft>
              <a:buSzPts val="12000"/>
              <a:buNone/>
              <a:defRPr sz="16000"/>
            </a:lvl3pPr>
            <a:lvl4pPr lvl="3" algn="ctr">
              <a:lnSpc>
                <a:spcPct val="100000"/>
              </a:lnSpc>
              <a:spcBef>
                <a:spcPts val="0"/>
              </a:spcBef>
              <a:spcAft>
                <a:spcPts val="0"/>
              </a:spcAft>
              <a:buSzPts val="12000"/>
              <a:buNone/>
              <a:defRPr sz="16000"/>
            </a:lvl4pPr>
            <a:lvl5pPr lvl="4" algn="ctr">
              <a:lnSpc>
                <a:spcPct val="100000"/>
              </a:lnSpc>
              <a:spcBef>
                <a:spcPts val="0"/>
              </a:spcBef>
              <a:spcAft>
                <a:spcPts val="0"/>
              </a:spcAft>
              <a:buSzPts val="12000"/>
              <a:buNone/>
              <a:defRPr sz="16000"/>
            </a:lvl5pPr>
            <a:lvl6pPr lvl="5" algn="ctr">
              <a:lnSpc>
                <a:spcPct val="100000"/>
              </a:lnSpc>
              <a:spcBef>
                <a:spcPts val="0"/>
              </a:spcBef>
              <a:spcAft>
                <a:spcPts val="0"/>
              </a:spcAft>
              <a:buSzPts val="12000"/>
              <a:buNone/>
              <a:defRPr sz="16000"/>
            </a:lvl6pPr>
            <a:lvl7pPr lvl="6" algn="ctr">
              <a:lnSpc>
                <a:spcPct val="100000"/>
              </a:lnSpc>
              <a:spcBef>
                <a:spcPts val="0"/>
              </a:spcBef>
              <a:spcAft>
                <a:spcPts val="0"/>
              </a:spcAft>
              <a:buSzPts val="12000"/>
              <a:buNone/>
              <a:defRPr sz="16000"/>
            </a:lvl7pPr>
            <a:lvl8pPr lvl="7" algn="ctr">
              <a:lnSpc>
                <a:spcPct val="100000"/>
              </a:lnSpc>
              <a:spcBef>
                <a:spcPts val="0"/>
              </a:spcBef>
              <a:spcAft>
                <a:spcPts val="0"/>
              </a:spcAft>
              <a:buSzPts val="12000"/>
              <a:buNone/>
              <a:defRPr sz="16000"/>
            </a:lvl8pPr>
            <a:lvl9pPr lvl="8" algn="ctr">
              <a:lnSpc>
                <a:spcPct val="100000"/>
              </a:lnSpc>
              <a:spcBef>
                <a:spcPts val="0"/>
              </a:spcBef>
              <a:spcAft>
                <a:spcPts val="0"/>
              </a:spcAft>
              <a:buSzPts val="12000"/>
              <a:buNone/>
              <a:defRPr sz="16000"/>
            </a:lvl9pPr>
          </a:lstStyle>
          <a:p/>
        </p:txBody>
      </p:sp>
      <p:sp>
        <p:nvSpPr>
          <p:cNvPr id="48" name="Google Shape;48;p11"/>
          <p:cNvSpPr txBox="1"/>
          <p:nvPr>
            <p:ph idx="1" type="body"/>
          </p:nvPr>
        </p:nvSpPr>
        <p:spPr>
          <a:xfrm>
            <a:off x="415600" y="4202967"/>
            <a:ext cx="11360800" cy="17344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49" name="Google Shape;49;p11"/>
          <p:cNvSpPr txBox="1"/>
          <p:nvPr>
            <p:ph idx="12" type="sldNum"/>
          </p:nvPr>
        </p:nvSpPr>
        <p:spPr>
          <a:xfrm>
            <a:off x="11296611" y="6217623"/>
            <a:ext cx="731600" cy="524800"/>
          </a:xfrm>
          <a:prstGeom prst="rect">
            <a:avLst/>
          </a:prstGeom>
          <a:noFill/>
          <a:ln>
            <a:noFill/>
          </a:ln>
        </p:spPr>
        <p:txBody>
          <a:bodyPr anchorCtr="0" anchor="ctr" bIns="91425" lIns="91425" spcFirstLastPara="1" rIns="91425" wrap="square" tIns="91425">
            <a:normAutofit/>
          </a:bodyPr>
          <a:lstStyle>
            <a:lvl1pPr indent="0" lvl="0" marL="0" algn="r">
              <a:buClr>
                <a:schemeClr val="dk2"/>
              </a:buClr>
              <a:buSzPts val="1333"/>
              <a:buFont typeface="Arial"/>
              <a:buNone/>
              <a:defRPr b="0" i="0" sz="1333" u="none" cap="none" strike="noStrike">
                <a:solidFill>
                  <a:schemeClr val="dk2"/>
                </a:solidFill>
                <a:latin typeface="Arial"/>
                <a:ea typeface="Arial"/>
                <a:cs typeface="Arial"/>
                <a:sym typeface="Arial"/>
              </a:defRPr>
            </a:lvl1pPr>
            <a:lvl2pPr indent="0" lvl="1" marL="0" algn="r">
              <a:buClr>
                <a:schemeClr val="dk2"/>
              </a:buClr>
              <a:buSzPts val="1333"/>
              <a:buFont typeface="Arial"/>
              <a:buNone/>
              <a:defRPr b="0" i="0" sz="1333" u="none" cap="none" strike="noStrike">
                <a:solidFill>
                  <a:schemeClr val="dk2"/>
                </a:solidFill>
                <a:latin typeface="Arial"/>
                <a:ea typeface="Arial"/>
                <a:cs typeface="Arial"/>
                <a:sym typeface="Arial"/>
              </a:defRPr>
            </a:lvl2pPr>
            <a:lvl3pPr indent="0" lvl="2" marL="0" algn="r">
              <a:buClr>
                <a:schemeClr val="dk2"/>
              </a:buClr>
              <a:buSzPts val="1333"/>
              <a:buFont typeface="Arial"/>
              <a:buNone/>
              <a:defRPr b="0" i="0" sz="1333" u="none" cap="none" strike="noStrike">
                <a:solidFill>
                  <a:schemeClr val="dk2"/>
                </a:solidFill>
                <a:latin typeface="Arial"/>
                <a:ea typeface="Arial"/>
                <a:cs typeface="Arial"/>
                <a:sym typeface="Arial"/>
              </a:defRPr>
            </a:lvl3pPr>
            <a:lvl4pPr indent="0" lvl="3" marL="0" algn="r">
              <a:buClr>
                <a:schemeClr val="dk2"/>
              </a:buClr>
              <a:buSzPts val="1333"/>
              <a:buFont typeface="Arial"/>
              <a:buNone/>
              <a:defRPr b="0" i="0" sz="1333" u="none" cap="none" strike="noStrike">
                <a:solidFill>
                  <a:schemeClr val="dk2"/>
                </a:solidFill>
                <a:latin typeface="Arial"/>
                <a:ea typeface="Arial"/>
                <a:cs typeface="Arial"/>
                <a:sym typeface="Arial"/>
              </a:defRPr>
            </a:lvl4pPr>
            <a:lvl5pPr indent="0" lvl="4" marL="0" algn="r">
              <a:buClr>
                <a:schemeClr val="dk2"/>
              </a:buClr>
              <a:buSzPts val="1333"/>
              <a:buFont typeface="Arial"/>
              <a:buNone/>
              <a:defRPr b="0" i="0" sz="1333" u="none" cap="none" strike="noStrike">
                <a:solidFill>
                  <a:schemeClr val="dk2"/>
                </a:solidFill>
                <a:latin typeface="Arial"/>
                <a:ea typeface="Arial"/>
                <a:cs typeface="Arial"/>
                <a:sym typeface="Arial"/>
              </a:defRPr>
            </a:lvl5pPr>
            <a:lvl6pPr indent="0" lvl="5" marL="0" algn="r">
              <a:buClr>
                <a:schemeClr val="dk2"/>
              </a:buClr>
              <a:buSzPts val="1333"/>
              <a:buFont typeface="Arial"/>
              <a:buNone/>
              <a:defRPr b="0" i="0" sz="1333" u="none" cap="none" strike="noStrike">
                <a:solidFill>
                  <a:schemeClr val="dk2"/>
                </a:solidFill>
                <a:latin typeface="Arial"/>
                <a:ea typeface="Arial"/>
                <a:cs typeface="Arial"/>
                <a:sym typeface="Arial"/>
              </a:defRPr>
            </a:lvl6pPr>
            <a:lvl7pPr indent="0" lvl="6" marL="0" algn="r">
              <a:buClr>
                <a:schemeClr val="dk2"/>
              </a:buClr>
              <a:buSzPts val="1333"/>
              <a:buFont typeface="Arial"/>
              <a:buNone/>
              <a:defRPr b="0" i="0" sz="1333" u="none" cap="none" strike="noStrike">
                <a:solidFill>
                  <a:schemeClr val="dk2"/>
                </a:solidFill>
                <a:latin typeface="Arial"/>
                <a:ea typeface="Arial"/>
                <a:cs typeface="Arial"/>
                <a:sym typeface="Arial"/>
              </a:defRPr>
            </a:lvl7pPr>
            <a:lvl8pPr indent="0" lvl="7" marL="0" algn="r">
              <a:buClr>
                <a:schemeClr val="dk2"/>
              </a:buClr>
              <a:buSzPts val="1333"/>
              <a:buFont typeface="Arial"/>
              <a:buNone/>
              <a:defRPr b="0" i="0" sz="1333" u="none" cap="none" strike="noStrike">
                <a:solidFill>
                  <a:schemeClr val="dk2"/>
                </a:solidFill>
                <a:latin typeface="Arial"/>
                <a:ea typeface="Arial"/>
                <a:cs typeface="Arial"/>
                <a:sym typeface="Arial"/>
              </a:defRPr>
            </a:lvl8pPr>
            <a:lvl9pPr indent="0" lvl="8" marL="0" algn="r">
              <a:buClr>
                <a:schemeClr val="dk2"/>
              </a:buClr>
              <a:buSzPts val="1333"/>
              <a:buFont typeface="Arial"/>
              <a:buNone/>
              <a:defRPr b="0" i="0" sz="1333"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56" name="Shape 56"/>
        <p:cNvGrpSpPr/>
        <p:nvPr/>
      </p:nvGrpSpPr>
      <p:grpSpPr>
        <a:xfrm>
          <a:off x="0" y="0"/>
          <a:ext cx="0" cy="0"/>
          <a:chOff x="0" y="0"/>
          <a:chExt cx="0" cy="0"/>
        </a:xfrm>
      </p:grpSpPr>
      <p:sp>
        <p:nvSpPr>
          <p:cNvPr id="57" name="Google Shape;57;p13"/>
          <p:cNvSpPr txBox="1"/>
          <p:nvPr>
            <p:ph type="ctrTitle"/>
          </p:nvPr>
        </p:nvSpPr>
        <p:spPr>
          <a:xfrm>
            <a:off x="1524000" y="1122363"/>
            <a:ext cx="9144000" cy="23876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8" name="Google Shape;58;p13"/>
          <p:cNvSpPr txBox="1"/>
          <p:nvPr>
            <p:ph idx="1" type="subTitle"/>
          </p:nvPr>
        </p:nvSpPr>
        <p:spPr>
          <a:xfrm>
            <a:off x="1524000" y="3602038"/>
            <a:ext cx="9144000" cy="1655762"/>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59" name="Google Shape;59;p13"/>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13"/>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13"/>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2" name="Shape 62"/>
        <p:cNvGrpSpPr/>
        <p:nvPr/>
      </p:nvGrpSpPr>
      <p:grpSpPr>
        <a:xfrm>
          <a:off x="0" y="0"/>
          <a:ext cx="0" cy="0"/>
          <a:chOff x="0" y="0"/>
          <a:chExt cx="0" cy="0"/>
        </a:xfrm>
      </p:grpSpPr>
      <p:sp>
        <p:nvSpPr>
          <p:cNvPr id="63" name="Google Shape;63;p1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4" name="Google Shape;64;p14"/>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65" name="Google Shape;65;p1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68" name="Shape 68"/>
        <p:cNvGrpSpPr/>
        <p:nvPr/>
      </p:nvGrpSpPr>
      <p:grpSpPr>
        <a:xfrm>
          <a:off x="0" y="0"/>
          <a:ext cx="0" cy="0"/>
          <a:chOff x="0" y="0"/>
          <a:chExt cx="0" cy="0"/>
        </a:xfrm>
      </p:grpSpPr>
      <p:sp>
        <p:nvSpPr>
          <p:cNvPr id="69" name="Google Shape;69;p15"/>
          <p:cNvSpPr txBox="1"/>
          <p:nvPr>
            <p:ph type="title"/>
          </p:nvPr>
        </p:nvSpPr>
        <p:spPr>
          <a:xfrm>
            <a:off x="831850" y="1709738"/>
            <a:ext cx="10515600" cy="2852737"/>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5"/>
          <p:cNvSpPr txBox="1"/>
          <p:nvPr>
            <p:ph idx="1" type="body"/>
          </p:nvPr>
        </p:nvSpPr>
        <p:spPr>
          <a:xfrm>
            <a:off x="831850" y="4589463"/>
            <a:ext cx="10515600"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888888"/>
              </a:buClr>
              <a:buSzPts val="2400"/>
              <a:buNone/>
              <a:defRPr sz="2400">
                <a:solidFill>
                  <a:srgbClr val="888888"/>
                </a:solidFill>
              </a:defRPr>
            </a:lvl1pPr>
            <a:lvl2pPr indent="-228600" lvl="1" marL="914400" algn="l">
              <a:lnSpc>
                <a:spcPct val="90000"/>
              </a:lnSpc>
              <a:spcBef>
                <a:spcPts val="500"/>
              </a:spcBef>
              <a:spcAft>
                <a:spcPts val="0"/>
              </a:spcAft>
              <a:buClr>
                <a:srgbClr val="888888"/>
              </a:buClr>
              <a:buSzPts val="2000"/>
              <a:buNone/>
              <a:defRPr sz="2000">
                <a:solidFill>
                  <a:srgbClr val="888888"/>
                </a:solidFill>
              </a:defRPr>
            </a:lvl2pPr>
            <a:lvl3pPr indent="-228600" lvl="2" marL="1371600" algn="l">
              <a:lnSpc>
                <a:spcPct val="90000"/>
              </a:lnSpc>
              <a:spcBef>
                <a:spcPts val="500"/>
              </a:spcBef>
              <a:spcAft>
                <a:spcPts val="0"/>
              </a:spcAft>
              <a:buClr>
                <a:srgbClr val="888888"/>
              </a:buClr>
              <a:buSzPts val="1800"/>
              <a:buNone/>
              <a:defRPr sz="1800">
                <a:solidFill>
                  <a:srgbClr val="888888"/>
                </a:solidFill>
              </a:defRPr>
            </a:lvl3pPr>
            <a:lvl4pPr indent="-228600" lvl="3" marL="1828800" algn="l">
              <a:lnSpc>
                <a:spcPct val="90000"/>
              </a:lnSpc>
              <a:spcBef>
                <a:spcPts val="500"/>
              </a:spcBef>
              <a:spcAft>
                <a:spcPts val="0"/>
              </a:spcAft>
              <a:buClr>
                <a:srgbClr val="888888"/>
              </a:buClr>
              <a:buSzPts val="1600"/>
              <a:buNone/>
              <a:defRPr sz="1600">
                <a:solidFill>
                  <a:srgbClr val="888888"/>
                </a:solidFill>
              </a:defRPr>
            </a:lvl4pPr>
            <a:lvl5pPr indent="-228600" lvl="4" marL="2286000" algn="l">
              <a:lnSpc>
                <a:spcPct val="90000"/>
              </a:lnSpc>
              <a:spcBef>
                <a:spcPts val="500"/>
              </a:spcBef>
              <a:spcAft>
                <a:spcPts val="0"/>
              </a:spcAft>
              <a:buClr>
                <a:srgbClr val="888888"/>
              </a:buClr>
              <a:buSzPts val="1600"/>
              <a:buNone/>
              <a:defRPr sz="1600">
                <a:solidFill>
                  <a:srgbClr val="888888"/>
                </a:solidFill>
              </a:defRPr>
            </a:lvl5pPr>
            <a:lvl6pPr indent="-228600" lvl="5" marL="2743200" algn="l">
              <a:lnSpc>
                <a:spcPct val="90000"/>
              </a:lnSpc>
              <a:spcBef>
                <a:spcPts val="500"/>
              </a:spcBef>
              <a:spcAft>
                <a:spcPts val="0"/>
              </a:spcAft>
              <a:buClr>
                <a:srgbClr val="888888"/>
              </a:buClr>
              <a:buSzPts val="1600"/>
              <a:buNone/>
              <a:defRPr sz="1600">
                <a:solidFill>
                  <a:srgbClr val="888888"/>
                </a:solidFill>
              </a:defRPr>
            </a:lvl6pPr>
            <a:lvl7pPr indent="-228600" lvl="6" marL="3200400" algn="l">
              <a:lnSpc>
                <a:spcPct val="90000"/>
              </a:lnSpc>
              <a:spcBef>
                <a:spcPts val="500"/>
              </a:spcBef>
              <a:spcAft>
                <a:spcPts val="0"/>
              </a:spcAft>
              <a:buClr>
                <a:srgbClr val="888888"/>
              </a:buClr>
              <a:buSzPts val="1600"/>
              <a:buNone/>
              <a:defRPr sz="1600">
                <a:solidFill>
                  <a:srgbClr val="888888"/>
                </a:solidFill>
              </a:defRPr>
            </a:lvl7pPr>
            <a:lvl8pPr indent="-228600" lvl="7" marL="3657600" algn="l">
              <a:lnSpc>
                <a:spcPct val="90000"/>
              </a:lnSpc>
              <a:spcBef>
                <a:spcPts val="500"/>
              </a:spcBef>
              <a:spcAft>
                <a:spcPts val="0"/>
              </a:spcAft>
              <a:buClr>
                <a:srgbClr val="888888"/>
              </a:buClr>
              <a:buSzPts val="1600"/>
              <a:buNone/>
              <a:defRPr sz="1600">
                <a:solidFill>
                  <a:srgbClr val="888888"/>
                </a:solidFill>
              </a:defRPr>
            </a:lvl8pPr>
            <a:lvl9pPr indent="-228600" lvl="8" marL="4114800" algn="l">
              <a:lnSpc>
                <a:spcPct val="90000"/>
              </a:lnSpc>
              <a:spcBef>
                <a:spcPts val="500"/>
              </a:spcBef>
              <a:spcAft>
                <a:spcPts val="0"/>
              </a:spcAft>
              <a:buClr>
                <a:srgbClr val="888888"/>
              </a:buClr>
              <a:buSzPts val="1600"/>
              <a:buNone/>
              <a:defRPr sz="1600">
                <a:solidFill>
                  <a:srgbClr val="888888"/>
                </a:solidFill>
              </a:defRPr>
            </a:lvl9pPr>
          </a:lstStyle>
          <a:p/>
        </p:txBody>
      </p:sp>
      <p:sp>
        <p:nvSpPr>
          <p:cNvPr id="71" name="Google Shape;71;p15"/>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5"/>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5"/>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74" name="Shape 74"/>
        <p:cNvGrpSpPr/>
        <p:nvPr/>
      </p:nvGrpSpPr>
      <p:grpSpPr>
        <a:xfrm>
          <a:off x="0" y="0"/>
          <a:ext cx="0" cy="0"/>
          <a:chOff x="0" y="0"/>
          <a:chExt cx="0" cy="0"/>
        </a:xfrm>
      </p:grpSpPr>
      <p:sp>
        <p:nvSpPr>
          <p:cNvPr id="75" name="Google Shape;75;p16"/>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6"/>
          <p:cNvSpPr txBox="1"/>
          <p:nvPr>
            <p:ph idx="1" type="body"/>
          </p:nvPr>
        </p:nvSpPr>
        <p:spPr>
          <a:xfrm>
            <a:off x="838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7" name="Google Shape;77;p16"/>
          <p:cNvSpPr txBox="1"/>
          <p:nvPr>
            <p:ph idx="2" type="body"/>
          </p:nvPr>
        </p:nvSpPr>
        <p:spPr>
          <a:xfrm>
            <a:off x="6172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8" name="Google Shape;78;p16"/>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6"/>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0" name="Google Shape;80;p16"/>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81" name="Shape 81"/>
        <p:cNvGrpSpPr/>
        <p:nvPr/>
      </p:nvGrpSpPr>
      <p:grpSpPr>
        <a:xfrm>
          <a:off x="0" y="0"/>
          <a:ext cx="0" cy="0"/>
          <a:chOff x="0" y="0"/>
          <a:chExt cx="0" cy="0"/>
        </a:xfrm>
      </p:grpSpPr>
      <p:sp>
        <p:nvSpPr>
          <p:cNvPr id="82" name="Google Shape;82;p17"/>
          <p:cNvSpPr txBox="1"/>
          <p:nvPr>
            <p:ph type="title"/>
          </p:nvPr>
        </p:nvSpPr>
        <p:spPr>
          <a:xfrm>
            <a:off x="839788"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3" name="Google Shape;83;p17"/>
          <p:cNvSpPr txBox="1"/>
          <p:nvPr>
            <p:ph idx="1" type="body"/>
          </p:nvPr>
        </p:nvSpPr>
        <p:spPr>
          <a:xfrm>
            <a:off x="839788" y="1681163"/>
            <a:ext cx="5157787"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84" name="Google Shape;84;p17"/>
          <p:cNvSpPr txBox="1"/>
          <p:nvPr>
            <p:ph idx="2" type="body"/>
          </p:nvPr>
        </p:nvSpPr>
        <p:spPr>
          <a:xfrm>
            <a:off x="839788" y="2505075"/>
            <a:ext cx="5157787"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85" name="Google Shape;85;p17"/>
          <p:cNvSpPr txBox="1"/>
          <p:nvPr>
            <p:ph idx="3" type="body"/>
          </p:nvPr>
        </p:nvSpPr>
        <p:spPr>
          <a:xfrm>
            <a:off x="6172200" y="1681163"/>
            <a:ext cx="5183188"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86" name="Google Shape;86;p17"/>
          <p:cNvSpPr txBox="1"/>
          <p:nvPr>
            <p:ph idx="4" type="body"/>
          </p:nvPr>
        </p:nvSpPr>
        <p:spPr>
          <a:xfrm>
            <a:off x="6172200" y="2505075"/>
            <a:ext cx="5183188"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87" name="Google Shape;87;p17"/>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7"/>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90" name="Shape 90"/>
        <p:cNvGrpSpPr/>
        <p:nvPr/>
      </p:nvGrpSpPr>
      <p:grpSpPr>
        <a:xfrm>
          <a:off x="0" y="0"/>
          <a:ext cx="0" cy="0"/>
          <a:chOff x="0" y="0"/>
          <a:chExt cx="0" cy="0"/>
        </a:xfrm>
      </p:grpSpPr>
      <p:sp>
        <p:nvSpPr>
          <p:cNvPr id="91" name="Google Shape;91;p18"/>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2" name="Google Shape;92;p18"/>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3" name="Google Shape;93;p18"/>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4" name="Google Shape;94;p18"/>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5" name="Shape 95"/>
        <p:cNvGrpSpPr/>
        <p:nvPr/>
      </p:nvGrpSpPr>
      <p:grpSpPr>
        <a:xfrm>
          <a:off x="0" y="0"/>
          <a:ext cx="0" cy="0"/>
          <a:chOff x="0" y="0"/>
          <a:chExt cx="0" cy="0"/>
        </a:xfrm>
      </p:grpSpPr>
      <p:sp>
        <p:nvSpPr>
          <p:cNvPr id="96" name="Google Shape;96;p19"/>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7" name="Google Shape;97;p19"/>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8" name="Google Shape;98;p19"/>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99" name="Shape 99"/>
        <p:cNvGrpSpPr/>
        <p:nvPr/>
      </p:nvGrpSpPr>
      <p:grpSpPr>
        <a:xfrm>
          <a:off x="0" y="0"/>
          <a:ext cx="0" cy="0"/>
          <a:chOff x="0" y="0"/>
          <a:chExt cx="0" cy="0"/>
        </a:xfrm>
      </p:grpSpPr>
      <p:sp>
        <p:nvSpPr>
          <p:cNvPr id="100" name="Google Shape;100;p20"/>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01" name="Google Shape;101;p20"/>
          <p:cNvSpPr txBox="1"/>
          <p:nvPr>
            <p:ph idx="1" type="body"/>
          </p:nvPr>
        </p:nvSpPr>
        <p:spPr>
          <a:xfrm>
            <a:off x="5183188" y="987425"/>
            <a:ext cx="6172200" cy="4873625"/>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Char char="•"/>
              <a:defRPr sz="3200"/>
            </a:lvl1pPr>
            <a:lvl2pPr indent="-406400" lvl="1" marL="914400" algn="l">
              <a:lnSpc>
                <a:spcPct val="90000"/>
              </a:lnSpc>
              <a:spcBef>
                <a:spcPts val="500"/>
              </a:spcBef>
              <a:spcAft>
                <a:spcPts val="0"/>
              </a:spcAft>
              <a:buClr>
                <a:schemeClr val="dk1"/>
              </a:buClr>
              <a:buSzPts val="2800"/>
              <a:buChar char="•"/>
              <a:defRPr sz="2800"/>
            </a:lvl2pPr>
            <a:lvl3pPr indent="-381000" lvl="2" marL="1371600" algn="l">
              <a:lnSpc>
                <a:spcPct val="90000"/>
              </a:lnSpc>
              <a:spcBef>
                <a:spcPts val="500"/>
              </a:spcBef>
              <a:spcAft>
                <a:spcPts val="0"/>
              </a:spcAft>
              <a:buClr>
                <a:schemeClr val="dk1"/>
              </a:buClr>
              <a:buSzPts val="2400"/>
              <a:buChar char="•"/>
              <a:defRPr sz="2400"/>
            </a:lvl3pPr>
            <a:lvl4pPr indent="-355600" lvl="3" marL="1828800" algn="l">
              <a:lnSpc>
                <a:spcPct val="90000"/>
              </a:lnSpc>
              <a:spcBef>
                <a:spcPts val="500"/>
              </a:spcBef>
              <a:spcAft>
                <a:spcPts val="0"/>
              </a:spcAft>
              <a:buClr>
                <a:schemeClr val="dk1"/>
              </a:buClr>
              <a:buSzPts val="2000"/>
              <a:buChar char="•"/>
              <a:defRPr sz="2000"/>
            </a:lvl4pPr>
            <a:lvl5pPr indent="-355600" lvl="4" marL="2286000" algn="l">
              <a:lnSpc>
                <a:spcPct val="9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102" name="Google Shape;102;p20"/>
          <p:cNvSpPr txBox="1"/>
          <p:nvPr>
            <p:ph idx="2"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103" name="Google Shape;103;p20"/>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4" name="Google Shape;104;p20"/>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5" name="Google Shape;105;p20"/>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106" name="Shape 106"/>
        <p:cNvGrpSpPr/>
        <p:nvPr/>
      </p:nvGrpSpPr>
      <p:grpSpPr>
        <a:xfrm>
          <a:off x="0" y="0"/>
          <a:ext cx="0" cy="0"/>
          <a:chOff x="0" y="0"/>
          <a:chExt cx="0" cy="0"/>
        </a:xfrm>
      </p:grpSpPr>
      <p:sp>
        <p:nvSpPr>
          <p:cNvPr id="107" name="Google Shape;107;p21"/>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08" name="Google Shape;108;p21"/>
          <p:cNvSpPr/>
          <p:nvPr>
            <p:ph idx="2" type="pic"/>
          </p:nvPr>
        </p:nvSpPr>
        <p:spPr>
          <a:xfrm>
            <a:off x="5183188" y="987425"/>
            <a:ext cx="6172200" cy="4873625"/>
          </a:xfrm>
          <a:prstGeom prst="rect">
            <a:avLst/>
          </a:prstGeom>
          <a:noFill/>
          <a:ln>
            <a:noFill/>
          </a:ln>
        </p:spPr>
      </p:sp>
      <p:sp>
        <p:nvSpPr>
          <p:cNvPr id="109" name="Google Shape;109;p21"/>
          <p:cNvSpPr txBox="1"/>
          <p:nvPr>
            <p:ph idx="1"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110" name="Google Shape;110;p21"/>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1" name="Google Shape;111;p21"/>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2" name="Google Shape;112;p21"/>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13" name="Shape 113"/>
        <p:cNvGrpSpPr/>
        <p:nvPr/>
      </p:nvGrpSpPr>
      <p:grpSpPr>
        <a:xfrm>
          <a:off x="0" y="0"/>
          <a:ext cx="0" cy="0"/>
          <a:chOff x="0" y="0"/>
          <a:chExt cx="0" cy="0"/>
        </a:xfrm>
      </p:grpSpPr>
      <p:sp>
        <p:nvSpPr>
          <p:cNvPr id="114" name="Google Shape;114;p22"/>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15" name="Google Shape;115;p22"/>
          <p:cNvSpPr txBox="1"/>
          <p:nvPr>
            <p:ph idx="1" type="body"/>
          </p:nvPr>
        </p:nvSpPr>
        <p:spPr>
          <a:xfrm rot="5400000">
            <a:off x="3920331" y="-1256506"/>
            <a:ext cx="4351338" cy="10515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16" name="Google Shape;116;p22"/>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7" name="Google Shape;117;p22"/>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8" name="Google Shape;118;p22"/>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19" name="Shape 119"/>
        <p:cNvGrpSpPr/>
        <p:nvPr/>
      </p:nvGrpSpPr>
      <p:grpSpPr>
        <a:xfrm>
          <a:off x="0" y="0"/>
          <a:ext cx="0" cy="0"/>
          <a:chOff x="0" y="0"/>
          <a:chExt cx="0" cy="0"/>
        </a:xfrm>
      </p:grpSpPr>
      <p:sp>
        <p:nvSpPr>
          <p:cNvPr id="120" name="Google Shape;120;p23"/>
          <p:cNvSpPr txBox="1"/>
          <p:nvPr>
            <p:ph type="title"/>
          </p:nvPr>
        </p:nvSpPr>
        <p:spPr>
          <a:xfrm rot="5400000">
            <a:off x="7133431" y="1956594"/>
            <a:ext cx="5811838" cy="26289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21" name="Google Shape;121;p23"/>
          <p:cNvSpPr txBox="1"/>
          <p:nvPr>
            <p:ph idx="1" type="body"/>
          </p:nvPr>
        </p:nvSpPr>
        <p:spPr>
          <a:xfrm rot="5400000">
            <a:off x="1799431" y="-596106"/>
            <a:ext cx="5811838" cy="77343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22" name="Google Shape;122;p23"/>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3" name="Google Shape;123;p23"/>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4" name="Google Shape;124;p23"/>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theme" Target="../theme/theme1.xml"/><Relationship Id="rId10" Type="http://schemas.openxmlformats.org/officeDocument/2006/relationships/slideLayout" Target="../slideLayouts/slideLayout10.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slideLayout" Target="../slideLayouts/slideLayout12.xml"/><Relationship Id="rId3" Type="http://schemas.openxmlformats.org/officeDocument/2006/relationships/slideLayout" Target="../slideLayouts/slideLayout13.xml"/><Relationship Id="rId4" Type="http://schemas.openxmlformats.org/officeDocument/2006/relationships/slideLayout" Target="../slideLayouts/slideLayout14.xml"/><Relationship Id="rId11" Type="http://schemas.openxmlformats.org/officeDocument/2006/relationships/slideLayout" Target="../slideLayouts/slideLayout21.xml"/><Relationship Id="rId10" Type="http://schemas.openxmlformats.org/officeDocument/2006/relationships/slideLayout" Target="../slideLayouts/slideLayout20.xml"/><Relationship Id="rId12" Type="http://schemas.openxmlformats.org/officeDocument/2006/relationships/theme" Target="../theme/theme2.xml"/><Relationship Id="rId9" Type="http://schemas.openxmlformats.org/officeDocument/2006/relationships/slideLayout" Target="../slideLayouts/slideLayout19.xml"/><Relationship Id="rId5" Type="http://schemas.openxmlformats.org/officeDocument/2006/relationships/slideLayout" Target="../slideLayouts/slideLayout15.xml"/><Relationship Id="rId6" Type="http://schemas.openxmlformats.org/officeDocument/2006/relationships/slideLayout" Target="../slideLayouts/slideLayout16.xml"/><Relationship Id="rId7" Type="http://schemas.openxmlformats.org/officeDocument/2006/relationships/slideLayout" Target="../slideLayouts/slideLayout17.xml"/><Relationship Id="rId8" Type="http://schemas.openxmlformats.org/officeDocument/2006/relationships/slideLayout" Target="../slideLayouts/slideLayout1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415600" y="593367"/>
            <a:ext cx="11360800" cy="7636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11" name="Google Shape;11;p1"/>
          <p:cNvSpPr txBox="1"/>
          <p:nvPr>
            <p:ph idx="1" type="body"/>
          </p:nvPr>
        </p:nvSpPr>
        <p:spPr>
          <a:xfrm>
            <a:off x="415600" y="1536633"/>
            <a:ext cx="11360800" cy="45552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867"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867"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867"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867"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867"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867"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867"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867" u="none" cap="none" strike="noStrike">
                <a:solidFill>
                  <a:schemeClr val="dk2"/>
                </a:solidFill>
                <a:latin typeface="Arial"/>
                <a:ea typeface="Arial"/>
                <a:cs typeface="Arial"/>
                <a:sym typeface="Arial"/>
              </a:defRPr>
            </a:lvl9pPr>
          </a:lstStyle>
          <a:p/>
        </p:txBody>
      </p:sp>
      <p:sp>
        <p:nvSpPr>
          <p:cNvPr id="12" name="Google Shape;12;p1"/>
          <p:cNvSpPr txBox="1"/>
          <p:nvPr>
            <p:ph idx="12" type="sldNum"/>
          </p:nvPr>
        </p:nvSpPr>
        <p:spPr>
          <a:xfrm>
            <a:off x="11296611" y="6217623"/>
            <a:ext cx="731600" cy="524800"/>
          </a:xfrm>
          <a:prstGeom prst="rect">
            <a:avLst/>
          </a:prstGeom>
          <a:noFill/>
          <a:ln>
            <a:noFill/>
          </a:ln>
        </p:spPr>
        <p:txBody>
          <a:bodyPr anchorCtr="0" anchor="ctr" bIns="91425" lIns="91425" spcFirstLastPara="1" rIns="91425" wrap="square" tIns="91425">
            <a:normAutofit/>
          </a:bodyPr>
          <a:lstStyle>
            <a:lvl1pPr indent="0" lvl="0" marL="0" marR="0" rtl="0" algn="r">
              <a:buClr>
                <a:schemeClr val="dk2"/>
              </a:buClr>
              <a:buSzPts val="1333"/>
              <a:buFont typeface="Arial"/>
              <a:buNone/>
              <a:defRPr b="0" i="0" sz="1333" u="none" cap="none" strike="noStrike">
                <a:solidFill>
                  <a:schemeClr val="dk2"/>
                </a:solidFill>
                <a:latin typeface="Arial"/>
                <a:ea typeface="Arial"/>
                <a:cs typeface="Arial"/>
                <a:sym typeface="Arial"/>
              </a:defRPr>
            </a:lvl1pPr>
            <a:lvl2pPr indent="0" lvl="1" marL="0" marR="0" rtl="0" algn="r">
              <a:buClr>
                <a:schemeClr val="dk2"/>
              </a:buClr>
              <a:buSzPts val="1333"/>
              <a:buFont typeface="Arial"/>
              <a:buNone/>
              <a:defRPr b="0" i="0" sz="1333" u="none" cap="none" strike="noStrike">
                <a:solidFill>
                  <a:schemeClr val="dk2"/>
                </a:solidFill>
                <a:latin typeface="Arial"/>
                <a:ea typeface="Arial"/>
                <a:cs typeface="Arial"/>
                <a:sym typeface="Arial"/>
              </a:defRPr>
            </a:lvl2pPr>
            <a:lvl3pPr indent="0" lvl="2" marL="0" marR="0" rtl="0" algn="r">
              <a:buClr>
                <a:schemeClr val="dk2"/>
              </a:buClr>
              <a:buSzPts val="1333"/>
              <a:buFont typeface="Arial"/>
              <a:buNone/>
              <a:defRPr b="0" i="0" sz="1333" u="none" cap="none" strike="noStrike">
                <a:solidFill>
                  <a:schemeClr val="dk2"/>
                </a:solidFill>
                <a:latin typeface="Arial"/>
                <a:ea typeface="Arial"/>
                <a:cs typeface="Arial"/>
                <a:sym typeface="Arial"/>
              </a:defRPr>
            </a:lvl3pPr>
            <a:lvl4pPr indent="0" lvl="3" marL="0" marR="0" rtl="0" algn="r">
              <a:buClr>
                <a:schemeClr val="dk2"/>
              </a:buClr>
              <a:buSzPts val="1333"/>
              <a:buFont typeface="Arial"/>
              <a:buNone/>
              <a:defRPr b="0" i="0" sz="1333" u="none" cap="none" strike="noStrike">
                <a:solidFill>
                  <a:schemeClr val="dk2"/>
                </a:solidFill>
                <a:latin typeface="Arial"/>
                <a:ea typeface="Arial"/>
                <a:cs typeface="Arial"/>
                <a:sym typeface="Arial"/>
              </a:defRPr>
            </a:lvl4pPr>
            <a:lvl5pPr indent="0" lvl="4" marL="0" marR="0" rtl="0" algn="r">
              <a:buClr>
                <a:schemeClr val="dk2"/>
              </a:buClr>
              <a:buSzPts val="1333"/>
              <a:buFont typeface="Arial"/>
              <a:buNone/>
              <a:defRPr b="0" i="0" sz="1333" u="none" cap="none" strike="noStrike">
                <a:solidFill>
                  <a:schemeClr val="dk2"/>
                </a:solidFill>
                <a:latin typeface="Arial"/>
                <a:ea typeface="Arial"/>
                <a:cs typeface="Arial"/>
                <a:sym typeface="Arial"/>
              </a:defRPr>
            </a:lvl5pPr>
            <a:lvl6pPr indent="0" lvl="5" marL="0" marR="0" rtl="0" algn="r">
              <a:buClr>
                <a:schemeClr val="dk2"/>
              </a:buClr>
              <a:buSzPts val="1333"/>
              <a:buFont typeface="Arial"/>
              <a:buNone/>
              <a:defRPr b="0" i="0" sz="1333" u="none" cap="none" strike="noStrike">
                <a:solidFill>
                  <a:schemeClr val="dk2"/>
                </a:solidFill>
                <a:latin typeface="Arial"/>
                <a:ea typeface="Arial"/>
                <a:cs typeface="Arial"/>
                <a:sym typeface="Arial"/>
              </a:defRPr>
            </a:lvl6pPr>
            <a:lvl7pPr indent="0" lvl="6" marL="0" marR="0" rtl="0" algn="r">
              <a:buClr>
                <a:schemeClr val="dk2"/>
              </a:buClr>
              <a:buSzPts val="1333"/>
              <a:buFont typeface="Arial"/>
              <a:buNone/>
              <a:defRPr b="0" i="0" sz="1333" u="none" cap="none" strike="noStrike">
                <a:solidFill>
                  <a:schemeClr val="dk2"/>
                </a:solidFill>
                <a:latin typeface="Arial"/>
                <a:ea typeface="Arial"/>
                <a:cs typeface="Arial"/>
                <a:sym typeface="Arial"/>
              </a:defRPr>
            </a:lvl7pPr>
            <a:lvl8pPr indent="0" lvl="7" marL="0" marR="0" rtl="0" algn="r">
              <a:buClr>
                <a:schemeClr val="dk2"/>
              </a:buClr>
              <a:buSzPts val="1333"/>
              <a:buFont typeface="Arial"/>
              <a:buNone/>
              <a:defRPr b="0" i="0" sz="1333" u="none" cap="none" strike="noStrike">
                <a:solidFill>
                  <a:schemeClr val="dk2"/>
                </a:solidFill>
                <a:latin typeface="Arial"/>
                <a:ea typeface="Arial"/>
                <a:cs typeface="Arial"/>
                <a:sym typeface="Arial"/>
              </a:defRPr>
            </a:lvl8pPr>
            <a:lvl9pPr indent="0" lvl="8" marL="0" marR="0" rtl="0" algn="r">
              <a:buClr>
                <a:schemeClr val="dk2"/>
              </a:buClr>
              <a:buSzPts val="1333"/>
              <a:buFont typeface="Arial"/>
              <a:buNone/>
              <a:defRPr b="0" i="0" sz="1333"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0" name="Shape 50"/>
        <p:cNvGrpSpPr/>
        <p:nvPr/>
      </p:nvGrpSpPr>
      <p:grpSpPr>
        <a:xfrm>
          <a:off x="0" y="0"/>
          <a:ext cx="0" cy="0"/>
          <a:chOff x="0" y="0"/>
          <a:chExt cx="0" cy="0"/>
        </a:xfrm>
      </p:grpSpPr>
      <p:sp>
        <p:nvSpPr>
          <p:cNvPr id="51" name="Google Shape;51;p12"/>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52" name="Google Shape;52;p12"/>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53" name="Google Shape;53;p12"/>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4" name="Google Shape;54;p12"/>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5" name="Google Shape;55;p12"/>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8" r:id="rId1"/>
    <p:sldLayoutId id="2147483659" r:id="rId2"/>
    <p:sldLayoutId id="2147483660" r:id="rId3"/>
    <p:sldLayoutId id="2147483661" r:id="rId4"/>
    <p:sldLayoutId id="2147483662" r:id="rId5"/>
    <p:sldLayoutId id="2147483663" r:id="rId6"/>
    <p:sldLayoutId id="2147483664" r:id="rId7"/>
    <p:sldLayoutId id="2147483665" r:id="rId8"/>
    <p:sldLayoutId id="2147483666" r:id="rId9"/>
    <p:sldLayoutId id="2147483667" r:id="rId10"/>
    <p:sldLayoutId id="214748366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7.png"/><Relationship Id="rId4" Type="http://schemas.openxmlformats.org/officeDocument/2006/relationships/image" Target="../media/image14.png"/><Relationship Id="rId5" Type="http://schemas.openxmlformats.org/officeDocument/2006/relationships/image" Target="../media/image10.png"/><Relationship Id="rId6" Type="http://schemas.openxmlformats.org/officeDocument/2006/relationships/image" Target="../media/image4.png"/><Relationship Id="rId7" Type="http://schemas.openxmlformats.org/officeDocument/2006/relationships/image" Target="../media/image9.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2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2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18.png"/><Relationship Id="rId5" Type="http://schemas.openxmlformats.org/officeDocument/2006/relationships/image" Target="../media/image16.png"/><Relationship Id="rId6" Type="http://schemas.openxmlformats.org/officeDocument/2006/relationships/image" Target="../media/image23.png"/><Relationship Id="rId7"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8.png"/><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8.png"/><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8.png"/><Relationship Id="rId4" Type="http://schemas.openxmlformats.org/officeDocument/2006/relationships/image" Target="../media/image23.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8.png"/><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8.png"/><Relationship Id="rId4"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8.png"/><Relationship Id="rId4" Type="http://schemas.openxmlformats.org/officeDocument/2006/relationships/image" Target="../media/image17.png"/><Relationship Id="rId5" Type="http://schemas.openxmlformats.org/officeDocument/2006/relationships/image" Target="../media/image25.png"/><Relationship Id="rId6" Type="http://schemas.openxmlformats.org/officeDocument/2006/relationships/image" Target="../media/image2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8.png"/><Relationship Id="rId4" Type="http://schemas.openxmlformats.org/officeDocument/2006/relationships/image" Target="../media/image17.png"/><Relationship Id="rId5" Type="http://schemas.openxmlformats.org/officeDocument/2006/relationships/image" Target="../media/image27.png"/><Relationship Id="rId6"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 Id="rId4" Type="http://schemas.openxmlformats.org/officeDocument/2006/relationships/image" Target="../media/image18.png"/><Relationship Id="rId5" Type="http://schemas.openxmlformats.org/officeDocument/2006/relationships/image" Target="../media/image16.png"/><Relationship Id="rId6" Type="http://schemas.openxmlformats.org/officeDocument/2006/relationships/image" Target="../media/image23.png"/><Relationship Id="rId7"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3"/>
        </a:solidFill>
      </p:bgPr>
    </p:bg>
    <p:spTree>
      <p:nvGrpSpPr>
        <p:cNvPr id="128" name="Shape 128"/>
        <p:cNvGrpSpPr/>
        <p:nvPr/>
      </p:nvGrpSpPr>
      <p:grpSpPr>
        <a:xfrm>
          <a:off x="0" y="0"/>
          <a:ext cx="0" cy="0"/>
          <a:chOff x="0" y="0"/>
          <a:chExt cx="0" cy="0"/>
        </a:xfrm>
      </p:grpSpPr>
      <p:sp>
        <p:nvSpPr>
          <p:cNvPr id="129" name="Google Shape;129;p24"/>
          <p:cNvSpPr/>
          <p:nvPr/>
        </p:nvSpPr>
        <p:spPr>
          <a:xfrm>
            <a:off x="2064968" y="685800"/>
            <a:ext cx="9441200" cy="5486400"/>
          </a:xfrm>
          <a:prstGeom prst="rect">
            <a:avLst/>
          </a:prstGeom>
          <a:solidFill>
            <a:srgbClr val="628474"/>
          </a:solidFill>
          <a:ln>
            <a:noFill/>
          </a:ln>
        </p:spPr>
        <p:txBody>
          <a:bodyPr anchorCtr="0" anchor="ctr" bIns="60950" lIns="60950" spcFirstLastPara="1" rIns="60950" wrap="square" tIns="60950">
            <a:noAutofit/>
          </a:bodyPr>
          <a:lstStyle/>
          <a:p>
            <a:pPr indent="0" lvl="0" marL="0" marR="0" rtl="0" algn="l">
              <a:spcBef>
                <a:spcPts val="0"/>
              </a:spcBef>
              <a:spcAft>
                <a:spcPts val="0"/>
              </a:spcAft>
              <a:buNone/>
            </a:pPr>
            <a:r>
              <a:t/>
            </a:r>
            <a:endParaRPr b="0" i="0" sz="1867" u="none" cap="none" strike="noStrike">
              <a:solidFill>
                <a:srgbClr val="000000"/>
              </a:solidFill>
              <a:latin typeface="Arial"/>
              <a:ea typeface="Arial"/>
              <a:cs typeface="Arial"/>
              <a:sym typeface="Arial"/>
            </a:endParaRPr>
          </a:p>
        </p:txBody>
      </p:sp>
      <p:grpSp>
        <p:nvGrpSpPr>
          <p:cNvPr id="130" name="Google Shape;130;p24"/>
          <p:cNvGrpSpPr/>
          <p:nvPr/>
        </p:nvGrpSpPr>
        <p:grpSpPr>
          <a:xfrm>
            <a:off x="2785689" y="1308418"/>
            <a:ext cx="7999833" cy="4338676"/>
            <a:chOff x="0" y="9525"/>
            <a:chExt cx="15999667" cy="8677354"/>
          </a:xfrm>
        </p:grpSpPr>
        <p:sp>
          <p:nvSpPr>
            <p:cNvPr id="131" name="Google Shape;131;p24"/>
            <p:cNvSpPr txBox="1"/>
            <p:nvPr/>
          </p:nvSpPr>
          <p:spPr>
            <a:xfrm>
              <a:off x="0" y="9525"/>
              <a:ext cx="15999601" cy="8272265"/>
            </a:xfrm>
            <a:prstGeom prst="rect">
              <a:avLst/>
            </a:prstGeom>
            <a:noFill/>
            <a:ln>
              <a:noFill/>
            </a:ln>
          </p:spPr>
          <p:txBody>
            <a:bodyPr anchorCtr="0" anchor="t" bIns="0" lIns="0" spcFirstLastPara="1" rIns="0" wrap="square" tIns="0">
              <a:spAutoFit/>
            </a:bodyPr>
            <a:lstStyle/>
            <a:p>
              <a:pPr indent="0" lvl="0" marL="0" marR="0" rtl="0" algn="r">
                <a:lnSpc>
                  <a:spcPct val="120001"/>
                </a:lnSpc>
                <a:spcBef>
                  <a:spcPts val="0"/>
                </a:spcBef>
                <a:spcAft>
                  <a:spcPts val="0"/>
                </a:spcAft>
                <a:buNone/>
              </a:pPr>
              <a:r>
                <a:rPr b="0" i="0" lang="en" sz="7466" u="none" cap="none" strike="noStrike">
                  <a:solidFill>
                    <a:srgbClr val="F4F8F3"/>
                  </a:solidFill>
                  <a:latin typeface="Playfair Display"/>
                  <a:ea typeface="Playfair Display"/>
                  <a:cs typeface="Playfair Display"/>
                  <a:sym typeface="Playfair Display"/>
                </a:rPr>
                <a:t>Types and modes of Data Transmission</a:t>
              </a:r>
              <a:endParaRPr b="0" i="0" sz="933" u="none" cap="none" strike="noStrike">
                <a:solidFill>
                  <a:srgbClr val="000000"/>
                </a:solidFill>
                <a:latin typeface="Arial"/>
                <a:ea typeface="Arial"/>
                <a:cs typeface="Arial"/>
                <a:sym typeface="Arial"/>
              </a:endParaRPr>
            </a:p>
          </p:txBody>
        </p:sp>
        <p:sp>
          <p:nvSpPr>
            <p:cNvPr id="132" name="Google Shape;132;p24"/>
            <p:cNvSpPr txBox="1"/>
            <p:nvPr/>
          </p:nvSpPr>
          <p:spPr>
            <a:xfrm>
              <a:off x="604568" y="7825105"/>
              <a:ext cx="15395099" cy="861774"/>
            </a:xfrm>
            <a:prstGeom prst="rect">
              <a:avLst/>
            </a:prstGeom>
            <a:noFill/>
            <a:ln>
              <a:noFill/>
            </a:ln>
          </p:spPr>
          <p:txBody>
            <a:bodyPr anchorCtr="0" anchor="t" bIns="0" lIns="0" spcFirstLastPara="1" rIns="0" wrap="square" tIns="0">
              <a:spAutoFit/>
            </a:bodyPr>
            <a:lstStyle/>
            <a:p>
              <a:pPr indent="0" lvl="0" marL="0" marR="0" rtl="0" algn="r">
                <a:lnSpc>
                  <a:spcPct val="140000"/>
                </a:lnSpc>
                <a:spcBef>
                  <a:spcPts val="0"/>
                </a:spcBef>
                <a:spcAft>
                  <a:spcPts val="0"/>
                </a:spcAft>
                <a:buNone/>
              </a:pPr>
              <a:r>
                <a:rPr b="0" i="0" lang="en" sz="2000" u="none" cap="none" strike="noStrike">
                  <a:solidFill>
                    <a:srgbClr val="F4F8F3"/>
                  </a:solidFill>
                  <a:latin typeface="Montserrat"/>
                  <a:ea typeface="Montserrat"/>
                  <a:cs typeface="Montserrat"/>
                  <a:sym typeface="Montserrat"/>
                </a:rPr>
                <a:t>IGCSE COMPUTER SCIENCE</a:t>
              </a:r>
              <a:endParaRPr b="0" i="0" sz="933" u="none" cap="none" strike="noStrike">
                <a:solidFill>
                  <a:srgbClr val="000000"/>
                </a:solidFill>
                <a:latin typeface="Arial"/>
                <a:ea typeface="Arial"/>
                <a:cs typeface="Arial"/>
                <a:sym typeface="Arial"/>
              </a:endParaRPr>
            </a:p>
          </p:txBody>
        </p:sp>
      </p:grpSp>
      <p:sp>
        <p:nvSpPr>
          <p:cNvPr id="133" name="Google Shape;133;p24"/>
          <p:cNvSpPr/>
          <p:nvPr/>
        </p:nvSpPr>
        <p:spPr>
          <a:xfrm>
            <a:off x="840841" y="4029808"/>
            <a:ext cx="14000" cy="3144000"/>
          </a:xfrm>
          <a:prstGeom prst="rect">
            <a:avLst/>
          </a:prstGeom>
          <a:solidFill>
            <a:srgbClr val="628474"/>
          </a:solidFill>
          <a:ln>
            <a:noFill/>
          </a:ln>
        </p:spPr>
        <p:txBody>
          <a:bodyPr anchorCtr="0" anchor="ctr" bIns="60950" lIns="60950" spcFirstLastPara="1" rIns="60950" wrap="square" tIns="60950">
            <a:noAutofit/>
          </a:bodyPr>
          <a:lstStyle/>
          <a:p>
            <a:pPr indent="0" lvl="0" marL="0" marR="0" rtl="0" algn="l">
              <a:spcBef>
                <a:spcPts val="0"/>
              </a:spcBef>
              <a:spcAft>
                <a:spcPts val="0"/>
              </a:spcAft>
              <a:buNone/>
            </a:pPr>
            <a:r>
              <a:t/>
            </a:r>
            <a:endParaRPr b="0" i="0" sz="1867" u="none" cap="none" strike="noStrike">
              <a:solidFill>
                <a:srgbClr val="000000"/>
              </a:solidFill>
              <a:latin typeface="Arial"/>
              <a:ea typeface="Arial"/>
              <a:cs typeface="Arial"/>
              <a:sym typeface="Arial"/>
            </a:endParaRPr>
          </a:p>
        </p:txBody>
      </p:sp>
      <p:pic>
        <p:nvPicPr>
          <p:cNvPr id="134" name="Google Shape;134;p24"/>
          <p:cNvPicPr preferRelativeResize="0"/>
          <p:nvPr/>
        </p:nvPicPr>
        <p:blipFill rotWithShape="1">
          <a:blip r:embed="rId3">
            <a:alphaModFix/>
          </a:blip>
          <a:srcRect b="0" l="0" r="0" t="0"/>
          <a:stretch/>
        </p:blipFill>
        <p:spPr>
          <a:xfrm>
            <a:off x="-246720" y="3049243"/>
            <a:ext cx="4623376" cy="4638787"/>
          </a:xfrm>
          <a:prstGeom prst="rect">
            <a:avLst/>
          </a:prstGeom>
          <a:noFill/>
          <a:ln>
            <a:noFill/>
          </a:ln>
        </p:spPr>
      </p:pic>
      <p:sp>
        <p:nvSpPr>
          <p:cNvPr id="135" name="Google Shape;135;p24"/>
          <p:cNvSpPr txBox="1"/>
          <p:nvPr/>
        </p:nvSpPr>
        <p:spPr>
          <a:xfrm rot="-5400000">
            <a:off x="-687125" y="1864074"/>
            <a:ext cx="3144400" cy="787780"/>
          </a:xfrm>
          <a:prstGeom prst="rect">
            <a:avLst/>
          </a:prstGeom>
          <a:noFill/>
          <a:ln>
            <a:noFill/>
          </a:ln>
        </p:spPr>
        <p:txBody>
          <a:bodyPr anchorCtr="0" anchor="t" bIns="0" lIns="0" spcFirstLastPara="1" rIns="0" wrap="square" tIns="0">
            <a:spAutoFit/>
          </a:bodyPr>
          <a:lstStyle/>
          <a:p>
            <a:pPr indent="0" lvl="0" marL="0" marR="0" rtl="0" algn="r">
              <a:lnSpc>
                <a:spcPct val="120000"/>
              </a:lnSpc>
              <a:spcBef>
                <a:spcPts val="0"/>
              </a:spcBef>
              <a:spcAft>
                <a:spcPts val="0"/>
              </a:spcAft>
              <a:buNone/>
            </a:pPr>
            <a:r>
              <a:rPr b="0" i="0" lang="en" sz="2133" u="none" cap="none" strike="noStrike">
                <a:solidFill>
                  <a:srgbClr val="628474"/>
                </a:solidFill>
                <a:latin typeface="Montserrat"/>
                <a:ea typeface="Montserrat"/>
                <a:cs typeface="Montserrat"/>
                <a:sym typeface="Montserrat"/>
              </a:rPr>
              <a:t>CHAPTER 2: DATA TRANSMISSION</a:t>
            </a:r>
            <a:endParaRPr b="0" i="0" sz="933" u="none" cap="none" strike="noStrike">
              <a:solidFill>
                <a:srgbClr val="000000"/>
              </a:solidFill>
              <a:latin typeface="Arial"/>
              <a:ea typeface="Arial"/>
              <a:cs typeface="Arial"/>
              <a:sym typeface="Arial"/>
            </a:endParaRPr>
          </a:p>
        </p:txBody>
      </p:sp>
      <p:sp>
        <p:nvSpPr>
          <p:cNvPr id="136" name="Google Shape;136;p24"/>
          <p:cNvSpPr txBox="1"/>
          <p:nvPr/>
        </p:nvSpPr>
        <p:spPr>
          <a:xfrm>
            <a:off x="3480096" y="1019560"/>
            <a:ext cx="5231808" cy="39389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 sz="2133" u="none" cap="none" strike="noStrike">
                <a:solidFill>
                  <a:srgbClr val="F4F8F3"/>
                </a:solidFill>
                <a:latin typeface="Montserrat"/>
                <a:ea typeface="Montserrat"/>
                <a:cs typeface="Montserrat"/>
                <a:sym typeface="Montserrat"/>
              </a:rPr>
              <a:t>CHAPTER 2.1</a:t>
            </a:r>
            <a:endParaRPr b="0" i="0" sz="933" u="none" cap="none" strike="noStrike">
              <a:solidFill>
                <a:srgbClr val="F4F8F3"/>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3"/>
        </a:solidFill>
      </p:bgPr>
    </p:bg>
    <p:spTree>
      <p:nvGrpSpPr>
        <p:cNvPr id="140" name="Shape 140"/>
        <p:cNvGrpSpPr/>
        <p:nvPr/>
      </p:nvGrpSpPr>
      <p:grpSpPr>
        <a:xfrm>
          <a:off x="0" y="0"/>
          <a:ext cx="0" cy="0"/>
          <a:chOff x="0" y="0"/>
          <a:chExt cx="0" cy="0"/>
        </a:xfrm>
      </p:grpSpPr>
      <p:pic>
        <p:nvPicPr>
          <p:cNvPr id="141" name="Google Shape;141;p25"/>
          <p:cNvPicPr preferRelativeResize="0"/>
          <p:nvPr/>
        </p:nvPicPr>
        <p:blipFill rotWithShape="1">
          <a:blip r:embed="rId3">
            <a:alphaModFix/>
          </a:blip>
          <a:srcRect b="0" l="0" r="0" t="0"/>
          <a:stretch/>
        </p:blipFill>
        <p:spPr>
          <a:xfrm>
            <a:off x="4280744" y="2121345"/>
            <a:ext cx="4516957" cy="4460495"/>
          </a:xfrm>
          <a:prstGeom prst="rect">
            <a:avLst/>
          </a:prstGeom>
          <a:noFill/>
          <a:ln>
            <a:noFill/>
          </a:ln>
        </p:spPr>
      </p:pic>
      <p:pic>
        <p:nvPicPr>
          <p:cNvPr id="142" name="Google Shape;142;p25"/>
          <p:cNvPicPr preferRelativeResize="0"/>
          <p:nvPr/>
        </p:nvPicPr>
        <p:blipFill rotWithShape="1">
          <a:blip r:embed="rId4">
            <a:alphaModFix/>
          </a:blip>
          <a:srcRect b="0" l="0" r="0" t="0"/>
          <a:stretch/>
        </p:blipFill>
        <p:spPr>
          <a:xfrm rot="-2921781">
            <a:off x="3959204" y="2588105"/>
            <a:ext cx="643080" cy="1026873"/>
          </a:xfrm>
          <a:prstGeom prst="rect">
            <a:avLst/>
          </a:prstGeom>
          <a:noFill/>
          <a:ln>
            <a:noFill/>
          </a:ln>
        </p:spPr>
      </p:pic>
      <p:pic>
        <p:nvPicPr>
          <p:cNvPr id="143" name="Google Shape;143;p25"/>
          <p:cNvPicPr preferRelativeResize="0"/>
          <p:nvPr/>
        </p:nvPicPr>
        <p:blipFill rotWithShape="1">
          <a:blip r:embed="rId5">
            <a:alphaModFix/>
          </a:blip>
          <a:srcRect b="0" l="0" r="0" t="0"/>
          <a:stretch/>
        </p:blipFill>
        <p:spPr>
          <a:xfrm rot="1934661">
            <a:off x="8252128" y="2516813"/>
            <a:ext cx="658643" cy="1051724"/>
          </a:xfrm>
          <a:prstGeom prst="rect">
            <a:avLst/>
          </a:prstGeom>
          <a:noFill/>
          <a:ln>
            <a:noFill/>
          </a:ln>
        </p:spPr>
      </p:pic>
      <p:pic>
        <p:nvPicPr>
          <p:cNvPr id="144" name="Google Shape;144;p25"/>
          <p:cNvPicPr preferRelativeResize="0"/>
          <p:nvPr/>
        </p:nvPicPr>
        <p:blipFill rotWithShape="1">
          <a:blip r:embed="rId6">
            <a:alphaModFix/>
          </a:blip>
          <a:srcRect b="0" l="0" r="0" t="0"/>
          <a:stretch/>
        </p:blipFill>
        <p:spPr>
          <a:xfrm rot="-1331317">
            <a:off x="883481" y="2606656"/>
            <a:ext cx="3126473" cy="2837275"/>
          </a:xfrm>
          <a:prstGeom prst="rect">
            <a:avLst/>
          </a:prstGeom>
          <a:noFill/>
          <a:ln>
            <a:noFill/>
          </a:ln>
        </p:spPr>
      </p:pic>
      <p:pic>
        <p:nvPicPr>
          <p:cNvPr id="145" name="Google Shape;145;p25"/>
          <p:cNvPicPr preferRelativeResize="0"/>
          <p:nvPr/>
        </p:nvPicPr>
        <p:blipFill rotWithShape="1">
          <a:blip r:embed="rId7">
            <a:alphaModFix/>
          </a:blip>
          <a:srcRect b="0" l="0" r="0" t="0"/>
          <a:stretch/>
        </p:blipFill>
        <p:spPr>
          <a:xfrm>
            <a:off x="8570615" y="685800"/>
            <a:ext cx="3621387" cy="2743200"/>
          </a:xfrm>
          <a:prstGeom prst="rect">
            <a:avLst/>
          </a:prstGeom>
          <a:noFill/>
          <a:ln>
            <a:noFill/>
          </a:ln>
        </p:spPr>
      </p:pic>
      <p:sp>
        <p:nvSpPr>
          <p:cNvPr id="146" name="Google Shape;146;p25"/>
          <p:cNvSpPr txBox="1"/>
          <p:nvPr/>
        </p:nvSpPr>
        <p:spPr>
          <a:xfrm>
            <a:off x="8395515" y="1621858"/>
            <a:ext cx="3971600" cy="1091453"/>
          </a:xfrm>
          <a:prstGeom prst="rect">
            <a:avLst/>
          </a:prstGeom>
          <a:noFill/>
          <a:ln>
            <a:noFill/>
          </a:ln>
        </p:spPr>
        <p:txBody>
          <a:bodyPr anchorCtr="0" anchor="t" bIns="0" lIns="0" spcFirstLastPara="1" rIns="0" wrap="square" tIns="0">
            <a:spAutoFit/>
          </a:bodyPr>
          <a:lstStyle/>
          <a:p>
            <a:pPr indent="0" lvl="0" marL="0" marR="0" rtl="0" algn="ctr">
              <a:lnSpc>
                <a:spcPct val="140000"/>
              </a:lnSpc>
              <a:spcBef>
                <a:spcPts val="0"/>
              </a:spcBef>
              <a:spcAft>
                <a:spcPts val="0"/>
              </a:spcAft>
              <a:buNone/>
            </a:pPr>
            <a:r>
              <a:rPr b="1" i="0" lang="en" sz="2533" u="none" cap="none" strike="noStrike">
                <a:solidFill>
                  <a:srgbClr val="000000"/>
                </a:solidFill>
                <a:latin typeface="Playfair Display"/>
                <a:ea typeface="Playfair Display"/>
                <a:cs typeface="Playfair Display"/>
                <a:sym typeface="Playfair Display"/>
              </a:rPr>
              <a:t>Do your homework already?</a:t>
            </a:r>
            <a:endParaRPr b="0" i="0" sz="933" u="none" cap="none" strike="noStrike">
              <a:solidFill>
                <a:srgbClr val="000000"/>
              </a:solidFill>
              <a:latin typeface="Arial"/>
              <a:ea typeface="Arial"/>
              <a:cs typeface="Arial"/>
              <a:sym typeface="Arial"/>
            </a:endParaRPr>
          </a:p>
        </p:txBody>
      </p:sp>
      <p:sp>
        <p:nvSpPr>
          <p:cNvPr id="147" name="Google Shape;147;p25"/>
          <p:cNvSpPr txBox="1"/>
          <p:nvPr/>
        </p:nvSpPr>
        <p:spPr>
          <a:xfrm>
            <a:off x="1211639" y="3637533"/>
            <a:ext cx="2172000" cy="976806"/>
          </a:xfrm>
          <a:prstGeom prst="rect">
            <a:avLst/>
          </a:prstGeom>
          <a:noFill/>
          <a:ln>
            <a:noFill/>
          </a:ln>
        </p:spPr>
        <p:txBody>
          <a:bodyPr anchorCtr="0" anchor="t" bIns="0" lIns="0" spcFirstLastPara="1" rIns="0" wrap="square" tIns="0">
            <a:spAutoFit/>
          </a:bodyPr>
          <a:lstStyle/>
          <a:p>
            <a:pPr indent="0" lvl="0" marL="0" marR="0" rtl="0" algn="ctr">
              <a:lnSpc>
                <a:spcPct val="140024"/>
              </a:lnSpc>
              <a:spcBef>
                <a:spcPts val="0"/>
              </a:spcBef>
              <a:spcAft>
                <a:spcPts val="0"/>
              </a:spcAft>
              <a:buNone/>
            </a:pPr>
            <a:r>
              <a:rPr b="1" i="0" lang="en" sz="2267" u="none" cap="none" strike="noStrike">
                <a:solidFill>
                  <a:srgbClr val="000000"/>
                </a:solidFill>
                <a:latin typeface="Playfair Display"/>
                <a:ea typeface="Playfair Display"/>
                <a:cs typeface="Playfair Display"/>
                <a:sym typeface="Playfair Display"/>
              </a:rPr>
              <a:t>YES (actually no)</a:t>
            </a:r>
            <a:endParaRPr b="0" i="0" sz="933"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46"/>
                                        </p:tgtEl>
                                        <p:attrNameLst>
                                          <p:attrName>style.visibility</p:attrName>
                                        </p:attrNameLst>
                                      </p:cBhvr>
                                      <p:to>
                                        <p:strVal val="visible"/>
                                      </p:to>
                                    </p:set>
                                    <p:animEffect filter="fade" transition="in">
                                      <p:cBhvr>
                                        <p:cTn dur="1000"/>
                                        <p:tgtEl>
                                          <p:spTgt spid="14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47"/>
                                        </p:tgtEl>
                                        <p:attrNameLst>
                                          <p:attrName>style.visibility</p:attrName>
                                        </p:attrNameLst>
                                      </p:cBhvr>
                                      <p:to>
                                        <p:strVal val="visible"/>
                                      </p:to>
                                    </p:set>
                                    <p:animEffect filter="fade" transition="in">
                                      <p:cBhvr>
                                        <p:cTn dur="1000"/>
                                        <p:tgtEl>
                                          <p:spTgt spid="14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3"/>
        </a:solidFill>
      </p:bgPr>
    </p:bg>
    <p:spTree>
      <p:nvGrpSpPr>
        <p:cNvPr id="151" name="Shape 151"/>
        <p:cNvGrpSpPr/>
        <p:nvPr/>
      </p:nvGrpSpPr>
      <p:grpSpPr>
        <a:xfrm>
          <a:off x="0" y="0"/>
          <a:ext cx="0" cy="0"/>
          <a:chOff x="0" y="0"/>
          <a:chExt cx="0" cy="0"/>
        </a:xfrm>
      </p:grpSpPr>
      <p:pic>
        <p:nvPicPr>
          <p:cNvPr id="152" name="Google Shape;152;p26"/>
          <p:cNvPicPr preferRelativeResize="0"/>
          <p:nvPr/>
        </p:nvPicPr>
        <p:blipFill rotWithShape="1">
          <a:blip r:embed="rId3">
            <a:alphaModFix/>
          </a:blip>
          <a:srcRect b="0" l="0" r="0" t="0"/>
          <a:stretch/>
        </p:blipFill>
        <p:spPr>
          <a:xfrm>
            <a:off x="4280744" y="2121345"/>
            <a:ext cx="4516957" cy="4460495"/>
          </a:xfrm>
          <a:prstGeom prst="rect">
            <a:avLst/>
          </a:prstGeom>
          <a:noFill/>
          <a:ln>
            <a:noFill/>
          </a:ln>
        </p:spPr>
      </p:pic>
      <p:pic>
        <p:nvPicPr>
          <p:cNvPr id="153" name="Google Shape;153;p26"/>
          <p:cNvPicPr preferRelativeResize="0"/>
          <p:nvPr/>
        </p:nvPicPr>
        <p:blipFill rotWithShape="1">
          <a:blip r:embed="rId4">
            <a:alphaModFix/>
          </a:blip>
          <a:srcRect b="0" l="0" r="0" t="0"/>
          <a:stretch/>
        </p:blipFill>
        <p:spPr>
          <a:xfrm rot="-2921781">
            <a:off x="4939680" y="1739664"/>
            <a:ext cx="643080" cy="1026873"/>
          </a:xfrm>
          <a:prstGeom prst="rect">
            <a:avLst/>
          </a:prstGeom>
          <a:noFill/>
          <a:ln>
            <a:noFill/>
          </a:ln>
        </p:spPr>
      </p:pic>
      <p:pic>
        <p:nvPicPr>
          <p:cNvPr id="154" name="Google Shape;154;p26"/>
          <p:cNvPicPr preferRelativeResize="0"/>
          <p:nvPr/>
        </p:nvPicPr>
        <p:blipFill rotWithShape="1">
          <a:blip r:embed="rId5">
            <a:alphaModFix/>
          </a:blip>
          <a:srcRect b="0" l="0" r="0" t="0"/>
          <a:stretch/>
        </p:blipFill>
        <p:spPr>
          <a:xfrm rot="1934661">
            <a:off x="8252128" y="2516813"/>
            <a:ext cx="658643" cy="1051724"/>
          </a:xfrm>
          <a:prstGeom prst="rect">
            <a:avLst/>
          </a:prstGeom>
          <a:noFill/>
          <a:ln>
            <a:noFill/>
          </a:ln>
        </p:spPr>
      </p:pic>
      <p:pic>
        <p:nvPicPr>
          <p:cNvPr id="155" name="Google Shape;155;p26"/>
          <p:cNvPicPr preferRelativeResize="0"/>
          <p:nvPr/>
        </p:nvPicPr>
        <p:blipFill rotWithShape="1">
          <a:blip r:embed="rId6">
            <a:alphaModFix/>
          </a:blip>
          <a:srcRect b="0" l="0" r="0" t="0"/>
          <a:stretch/>
        </p:blipFill>
        <p:spPr>
          <a:xfrm rot="-1331317">
            <a:off x="1105796" y="2429515"/>
            <a:ext cx="3126473" cy="2837275"/>
          </a:xfrm>
          <a:prstGeom prst="rect">
            <a:avLst/>
          </a:prstGeom>
          <a:noFill/>
          <a:ln>
            <a:noFill/>
          </a:ln>
        </p:spPr>
      </p:pic>
      <p:pic>
        <p:nvPicPr>
          <p:cNvPr id="156" name="Google Shape;156;p26"/>
          <p:cNvPicPr preferRelativeResize="0"/>
          <p:nvPr/>
        </p:nvPicPr>
        <p:blipFill rotWithShape="1">
          <a:blip r:embed="rId7">
            <a:alphaModFix/>
          </a:blip>
          <a:srcRect b="0" l="0" r="0" t="0"/>
          <a:stretch/>
        </p:blipFill>
        <p:spPr>
          <a:xfrm>
            <a:off x="8570615" y="685800"/>
            <a:ext cx="3621387" cy="2743200"/>
          </a:xfrm>
          <a:prstGeom prst="rect">
            <a:avLst/>
          </a:prstGeom>
          <a:noFill/>
          <a:ln>
            <a:noFill/>
          </a:ln>
        </p:spPr>
      </p:pic>
      <p:sp>
        <p:nvSpPr>
          <p:cNvPr id="157" name="Google Shape;157;p26"/>
          <p:cNvSpPr txBox="1"/>
          <p:nvPr/>
        </p:nvSpPr>
        <p:spPr>
          <a:xfrm>
            <a:off x="9991824" y="1621858"/>
            <a:ext cx="779200" cy="545727"/>
          </a:xfrm>
          <a:prstGeom prst="rect">
            <a:avLst/>
          </a:prstGeom>
          <a:noFill/>
          <a:ln>
            <a:noFill/>
          </a:ln>
        </p:spPr>
        <p:txBody>
          <a:bodyPr anchorCtr="0" anchor="t" bIns="0" lIns="0" spcFirstLastPara="1" rIns="0" wrap="square" tIns="0">
            <a:spAutoFit/>
          </a:bodyPr>
          <a:lstStyle/>
          <a:p>
            <a:pPr indent="0" lvl="0" marL="0" marR="0" rtl="0" algn="ctr">
              <a:lnSpc>
                <a:spcPct val="140000"/>
              </a:lnSpc>
              <a:spcBef>
                <a:spcPts val="0"/>
              </a:spcBef>
              <a:spcAft>
                <a:spcPts val="0"/>
              </a:spcAft>
              <a:buNone/>
            </a:pPr>
            <a:r>
              <a:rPr b="1" i="0" lang="en" sz="2533" u="none" cap="none" strike="noStrike">
                <a:solidFill>
                  <a:srgbClr val="000000"/>
                </a:solidFill>
                <a:latin typeface="Playfair Display"/>
                <a:ea typeface="Playfair Display"/>
                <a:cs typeface="Playfair Display"/>
                <a:sym typeface="Playfair Display"/>
              </a:rPr>
              <a:t>YES! </a:t>
            </a:r>
            <a:endParaRPr b="0" i="0" sz="933" u="none" cap="none" strike="noStrike">
              <a:solidFill>
                <a:srgbClr val="000000"/>
              </a:solidFill>
              <a:latin typeface="Arial"/>
              <a:ea typeface="Arial"/>
              <a:cs typeface="Arial"/>
              <a:sym typeface="Arial"/>
            </a:endParaRPr>
          </a:p>
        </p:txBody>
      </p:sp>
      <p:sp>
        <p:nvSpPr>
          <p:cNvPr id="158" name="Google Shape;158;p26"/>
          <p:cNvSpPr txBox="1"/>
          <p:nvPr/>
        </p:nvSpPr>
        <p:spPr>
          <a:xfrm>
            <a:off x="1303695" y="3460393"/>
            <a:ext cx="2432400" cy="976806"/>
          </a:xfrm>
          <a:prstGeom prst="rect">
            <a:avLst/>
          </a:prstGeom>
          <a:noFill/>
          <a:ln>
            <a:noFill/>
          </a:ln>
        </p:spPr>
        <p:txBody>
          <a:bodyPr anchorCtr="0" anchor="t" bIns="0" lIns="0" spcFirstLastPara="1" rIns="0" wrap="square" tIns="0">
            <a:spAutoFit/>
          </a:bodyPr>
          <a:lstStyle/>
          <a:p>
            <a:pPr indent="0" lvl="0" marL="0" marR="0" rtl="0" algn="ctr">
              <a:lnSpc>
                <a:spcPct val="140024"/>
              </a:lnSpc>
              <a:spcBef>
                <a:spcPts val="0"/>
              </a:spcBef>
              <a:spcAft>
                <a:spcPts val="0"/>
              </a:spcAft>
              <a:buNone/>
            </a:pPr>
            <a:r>
              <a:rPr b="1" i="0" lang="en" sz="2267" u="none" cap="none" strike="noStrike">
                <a:solidFill>
                  <a:srgbClr val="000000"/>
                </a:solidFill>
                <a:latin typeface="Playfair Display"/>
                <a:ea typeface="Playfair Display"/>
                <a:cs typeface="Playfair Display"/>
                <a:sym typeface="Playfair Display"/>
              </a:rPr>
              <a:t>Computer Science </a:t>
            </a:r>
            <a:endParaRPr b="0" i="0" sz="933" u="none" cap="none" strike="noStrike">
              <a:solidFill>
                <a:srgbClr val="000000"/>
              </a:solidFill>
              <a:latin typeface="Arial"/>
              <a:ea typeface="Arial"/>
              <a:cs typeface="Arial"/>
              <a:sym typeface="Arial"/>
            </a:endParaRPr>
          </a:p>
          <a:p>
            <a:pPr indent="0" lvl="0" marL="0" marR="0" rtl="0" algn="ctr">
              <a:lnSpc>
                <a:spcPct val="140024"/>
              </a:lnSpc>
              <a:spcBef>
                <a:spcPts val="0"/>
              </a:spcBef>
              <a:spcAft>
                <a:spcPts val="0"/>
              </a:spcAft>
              <a:buNone/>
            </a:pPr>
            <a:r>
              <a:rPr b="1" i="0" lang="en" sz="2267" u="none" cap="none" strike="noStrike">
                <a:solidFill>
                  <a:srgbClr val="000000"/>
                </a:solidFill>
                <a:latin typeface="Playfair Display"/>
                <a:ea typeface="Playfair Display"/>
                <a:cs typeface="Playfair Display"/>
                <a:sym typeface="Playfair Display"/>
              </a:rPr>
              <a:t>is Easy</a:t>
            </a:r>
            <a:endParaRPr b="0" i="0" sz="933" u="none" cap="none" strike="noStrike">
              <a:solidFill>
                <a:srgbClr val="000000"/>
              </a:solidFill>
              <a:latin typeface="Arial"/>
              <a:ea typeface="Arial"/>
              <a:cs typeface="Arial"/>
              <a:sym typeface="Arial"/>
            </a:endParaRPr>
          </a:p>
        </p:txBody>
      </p:sp>
      <p:pic>
        <p:nvPicPr>
          <p:cNvPr id="159" name="Google Shape;159;p26"/>
          <p:cNvPicPr preferRelativeResize="0"/>
          <p:nvPr/>
        </p:nvPicPr>
        <p:blipFill rotWithShape="1">
          <a:blip r:embed="rId5">
            <a:alphaModFix/>
          </a:blip>
          <a:srcRect b="0" l="0" r="0" t="0"/>
          <a:stretch/>
        </p:blipFill>
        <p:spPr>
          <a:xfrm rot="7662939">
            <a:off x="8310479" y="4821175"/>
            <a:ext cx="658643" cy="1051724"/>
          </a:xfrm>
          <a:prstGeom prst="rect">
            <a:avLst/>
          </a:prstGeom>
          <a:noFill/>
          <a:ln>
            <a:noFill/>
          </a:ln>
        </p:spPr>
      </p:pic>
      <p:pic>
        <p:nvPicPr>
          <p:cNvPr id="160" name="Google Shape;160;p26"/>
          <p:cNvPicPr preferRelativeResize="0"/>
          <p:nvPr/>
        </p:nvPicPr>
        <p:blipFill rotWithShape="1">
          <a:blip r:embed="rId5">
            <a:alphaModFix/>
          </a:blip>
          <a:srcRect b="0" l="0" r="0" t="0"/>
          <a:stretch/>
        </p:blipFill>
        <p:spPr>
          <a:xfrm rot="7662939">
            <a:off x="8066193" y="5473774"/>
            <a:ext cx="658643" cy="1051724"/>
          </a:xfrm>
          <a:prstGeom prst="rect">
            <a:avLst/>
          </a:prstGeom>
          <a:noFill/>
          <a:ln>
            <a:noFill/>
          </a:ln>
        </p:spPr>
      </p:pic>
      <p:pic>
        <p:nvPicPr>
          <p:cNvPr id="161" name="Google Shape;161;p26"/>
          <p:cNvPicPr preferRelativeResize="0"/>
          <p:nvPr/>
        </p:nvPicPr>
        <p:blipFill rotWithShape="1">
          <a:blip r:embed="rId5">
            <a:alphaModFix/>
          </a:blip>
          <a:srcRect b="0" l="0" r="0" t="0"/>
          <a:stretch/>
        </p:blipFill>
        <p:spPr>
          <a:xfrm rot="7662939">
            <a:off x="8683640" y="4081635"/>
            <a:ext cx="658643" cy="1051724"/>
          </a:xfrm>
          <a:prstGeom prst="rect">
            <a:avLst/>
          </a:prstGeom>
          <a:noFill/>
          <a:ln>
            <a:noFill/>
          </a:ln>
        </p:spPr>
      </p:pic>
      <p:pic>
        <p:nvPicPr>
          <p:cNvPr id="162" name="Google Shape;162;p26"/>
          <p:cNvPicPr preferRelativeResize="0"/>
          <p:nvPr/>
        </p:nvPicPr>
        <p:blipFill rotWithShape="1">
          <a:blip r:embed="rId5">
            <a:alphaModFix/>
          </a:blip>
          <a:srcRect b="0" l="0" r="0" t="0"/>
          <a:stretch/>
        </p:blipFill>
        <p:spPr>
          <a:xfrm rot="5400000">
            <a:off x="8592057" y="3322289"/>
            <a:ext cx="658641" cy="1051723"/>
          </a:xfrm>
          <a:prstGeom prst="rect">
            <a:avLst/>
          </a:prstGeom>
          <a:noFill/>
          <a:ln>
            <a:noFill/>
          </a:ln>
        </p:spPr>
      </p:pic>
      <p:sp>
        <p:nvSpPr>
          <p:cNvPr id="163" name="Google Shape;163;p26"/>
          <p:cNvSpPr txBox="1"/>
          <p:nvPr/>
        </p:nvSpPr>
        <p:spPr>
          <a:xfrm>
            <a:off x="125761" y="97386"/>
            <a:ext cx="10255600" cy="574581"/>
          </a:xfrm>
          <a:prstGeom prst="rect">
            <a:avLst/>
          </a:prstGeom>
          <a:noFill/>
          <a:ln>
            <a:noFill/>
          </a:ln>
        </p:spPr>
        <p:txBody>
          <a:bodyPr anchorCtr="0" anchor="t" bIns="0" lIns="0" spcFirstLastPara="1" rIns="0" wrap="square" tIns="0">
            <a:spAutoFit/>
          </a:bodyPr>
          <a:lstStyle/>
          <a:p>
            <a:pPr indent="0" lvl="0" marL="0" marR="0" rtl="0" algn="l">
              <a:lnSpc>
                <a:spcPct val="140030"/>
              </a:lnSpc>
              <a:spcBef>
                <a:spcPts val="0"/>
              </a:spcBef>
              <a:spcAft>
                <a:spcPts val="0"/>
              </a:spcAft>
              <a:buNone/>
            </a:pPr>
            <a:r>
              <a:rPr b="1" i="0" lang="en" sz="2667" u="none" cap="none" strike="noStrike">
                <a:solidFill>
                  <a:srgbClr val="000000"/>
                </a:solidFill>
                <a:latin typeface="Playfair Display"/>
                <a:ea typeface="Playfair Display"/>
                <a:cs typeface="Playfair Display"/>
                <a:sym typeface="Playfair Display"/>
              </a:rPr>
              <a:t>HOW IS DATA (TEXT, IMAGE, AND SOUND) TRANSMITTED? </a:t>
            </a:r>
            <a:endParaRPr b="0" i="0" sz="933"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8"/>
                                        </p:tgtEl>
                                        <p:attrNameLst>
                                          <p:attrName>style.visibility</p:attrName>
                                        </p:attrNameLst>
                                      </p:cBhvr>
                                      <p:to>
                                        <p:strVal val="visible"/>
                                      </p:to>
                                    </p:set>
                                    <p:animEffect filter="fade" transition="in">
                                      <p:cBhvr>
                                        <p:cTn dur="1000"/>
                                        <p:tgtEl>
                                          <p:spTgt spid="15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7"/>
                                        </p:tgtEl>
                                        <p:attrNameLst>
                                          <p:attrName>style.visibility</p:attrName>
                                        </p:attrNameLst>
                                      </p:cBhvr>
                                      <p:to>
                                        <p:strVal val="visible"/>
                                      </p:to>
                                    </p:set>
                                    <p:animEffect filter="fade" transition="in">
                                      <p:cBhvr>
                                        <p:cTn dur="1000"/>
                                        <p:tgtEl>
                                          <p:spTgt spid="15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628474"/>
        </a:solidFill>
      </p:bgPr>
    </p:bg>
    <p:spTree>
      <p:nvGrpSpPr>
        <p:cNvPr id="167" name="Shape 167"/>
        <p:cNvGrpSpPr/>
        <p:nvPr/>
      </p:nvGrpSpPr>
      <p:grpSpPr>
        <a:xfrm>
          <a:off x="0" y="0"/>
          <a:ext cx="0" cy="0"/>
          <a:chOff x="0" y="0"/>
          <a:chExt cx="0" cy="0"/>
        </a:xfrm>
      </p:grpSpPr>
      <p:pic>
        <p:nvPicPr>
          <p:cNvPr id="168" name="Google Shape;168;p27"/>
          <p:cNvPicPr preferRelativeResize="0"/>
          <p:nvPr/>
        </p:nvPicPr>
        <p:blipFill rotWithShape="1">
          <a:blip r:embed="rId3">
            <a:alphaModFix/>
          </a:blip>
          <a:srcRect b="0" l="0" r="0" t="0"/>
          <a:stretch/>
        </p:blipFill>
        <p:spPr>
          <a:xfrm>
            <a:off x="472653" y="1838924"/>
            <a:ext cx="3180152" cy="3180152"/>
          </a:xfrm>
          <a:prstGeom prst="rect">
            <a:avLst/>
          </a:prstGeom>
          <a:noFill/>
          <a:ln>
            <a:noFill/>
          </a:ln>
        </p:spPr>
      </p:pic>
      <p:pic>
        <p:nvPicPr>
          <p:cNvPr id="169" name="Google Shape;169;p27"/>
          <p:cNvPicPr preferRelativeResize="0"/>
          <p:nvPr/>
        </p:nvPicPr>
        <p:blipFill rotWithShape="1">
          <a:blip r:embed="rId3">
            <a:alphaModFix/>
          </a:blip>
          <a:srcRect b="0" l="0" r="0" t="0"/>
          <a:stretch/>
        </p:blipFill>
        <p:spPr>
          <a:xfrm>
            <a:off x="4441981" y="1838924"/>
            <a:ext cx="3180152" cy="3180152"/>
          </a:xfrm>
          <a:prstGeom prst="rect">
            <a:avLst/>
          </a:prstGeom>
          <a:noFill/>
          <a:ln>
            <a:noFill/>
          </a:ln>
        </p:spPr>
      </p:pic>
      <p:pic>
        <p:nvPicPr>
          <p:cNvPr id="170" name="Google Shape;170;p27"/>
          <p:cNvPicPr preferRelativeResize="0"/>
          <p:nvPr/>
        </p:nvPicPr>
        <p:blipFill rotWithShape="1">
          <a:blip r:embed="rId3">
            <a:alphaModFix/>
          </a:blip>
          <a:srcRect b="0" l="0" r="0" t="0"/>
          <a:stretch/>
        </p:blipFill>
        <p:spPr>
          <a:xfrm>
            <a:off x="8399940" y="1838924"/>
            <a:ext cx="3180152" cy="3180152"/>
          </a:xfrm>
          <a:prstGeom prst="rect">
            <a:avLst/>
          </a:prstGeom>
          <a:noFill/>
          <a:ln>
            <a:noFill/>
          </a:ln>
        </p:spPr>
      </p:pic>
      <p:sp>
        <p:nvSpPr>
          <p:cNvPr id="171" name="Google Shape;171;p27"/>
          <p:cNvSpPr txBox="1"/>
          <p:nvPr/>
        </p:nvSpPr>
        <p:spPr>
          <a:xfrm>
            <a:off x="173375" y="28865"/>
            <a:ext cx="4482000" cy="775597"/>
          </a:xfrm>
          <a:prstGeom prst="rect">
            <a:avLst/>
          </a:prstGeom>
          <a:noFill/>
          <a:ln>
            <a:noFill/>
          </a:ln>
        </p:spPr>
        <p:txBody>
          <a:bodyPr anchorCtr="0" anchor="t" bIns="0" lIns="0" spcFirstLastPara="1" rIns="0" wrap="square" tIns="0">
            <a:spAutoFit/>
          </a:bodyPr>
          <a:lstStyle/>
          <a:p>
            <a:pPr indent="0" lvl="0" marL="0" marR="0" rtl="0" algn="ctr">
              <a:lnSpc>
                <a:spcPct val="140011"/>
              </a:lnSpc>
              <a:spcBef>
                <a:spcPts val="0"/>
              </a:spcBef>
              <a:spcAft>
                <a:spcPts val="0"/>
              </a:spcAft>
              <a:buNone/>
            </a:pPr>
            <a:r>
              <a:rPr b="1" i="0" lang="en" sz="3600" u="none" cap="none" strike="noStrike">
                <a:solidFill>
                  <a:srgbClr val="FFFFFF"/>
                </a:solidFill>
                <a:latin typeface="Playfair Display"/>
                <a:ea typeface="Playfair Display"/>
                <a:cs typeface="Playfair Display"/>
                <a:sym typeface="Playfair Display"/>
              </a:rPr>
              <a:t>LESSON OBJECTIVE</a:t>
            </a:r>
            <a:endParaRPr b="0" i="0" sz="933" u="none" cap="none" strike="noStrike">
              <a:solidFill>
                <a:srgbClr val="000000"/>
              </a:solidFill>
              <a:latin typeface="Arial"/>
              <a:ea typeface="Arial"/>
              <a:cs typeface="Arial"/>
              <a:sym typeface="Arial"/>
            </a:endParaRPr>
          </a:p>
        </p:txBody>
      </p:sp>
      <p:sp>
        <p:nvSpPr>
          <p:cNvPr id="172" name="Google Shape;172;p27"/>
          <p:cNvSpPr txBox="1"/>
          <p:nvPr/>
        </p:nvSpPr>
        <p:spPr>
          <a:xfrm>
            <a:off x="811577" y="2582191"/>
            <a:ext cx="2502400" cy="1953227"/>
          </a:xfrm>
          <a:prstGeom prst="rect">
            <a:avLst/>
          </a:prstGeom>
          <a:noFill/>
          <a:ln>
            <a:noFill/>
          </a:ln>
        </p:spPr>
        <p:txBody>
          <a:bodyPr anchorCtr="0" anchor="t" bIns="0" lIns="0" spcFirstLastPara="1" rIns="0" wrap="square" tIns="0">
            <a:spAutoFit/>
          </a:bodyPr>
          <a:lstStyle/>
          <a:p>
            <a:pPr indent="0" lvl="0" marL="0" marR="0" rtl="0" algn="ctr">
              <a:lnSpc>
                <a:spcPct val="140014"/>
              </a:lnSpc>
              <a:spcBef>
                <a:spcPts val="0"/>
              </a:spcBef>
              <a:spcAft>
                <a:spcPts val="0"/>
              </a:spcAft>
              <a:buNone/>
            </a:pPr>
            <a:r>
              <a:rPr b="0" i="0" lang="en" sz="4533" u="none" cap="none" strike="noStrike">
                <a:solidFill>
                  <a:srgbClr val="FFFFFF"/>
                </a:solidFill>
                <a:latin typeface="Playfair Display"/>
                <a:ea typeface="Playfair Display"/>
                <a:cs typeface="Playfair Display"/>
                <a:sym typeface="Playfair Display"/>
              </a:rPr>
              <a:t>Packet</a:t>
            </a:r>
            <a:endParaRPr b="0" i="0" sz="933" u="none" cap="none" strike="noStrike">
              <a:solidFill>
                <a:srgbClr val="000000"/>
              </a:solidFill>
              <a:latin typeface="Arial"/>
              <a:ea typeface="Arial"/>
              <a:cs typeface="Arial"/>
              <a:sym typeface="Arial"/>
            </a:endParaRPr>
          </a:p>
          <a:p>
            <a:pPr indent="0" lvl="0" marL="0" marR="0" rtl="0" algn="ctr">
              <a:lnSpc>
                <a:spcPct val="140014"/>
              </a:lnSpc>
              <a:spcBef>
                <a:spcPts val="0"/>
              </a:spcBef>
              <a:spcAft>
                <a:spcPts val="0"/>
              </a:spcAft>
              <a:buNone/>
            </a:pPr>
            <a:r>
              <a:rPr b="0" i="0" lang="en" sz="4533" u="none" cap="none" strike="noStrike">
                <a:solidFill>
                  <a:srgbClr val="FFFFFF"/>
                </a:solidFill>
                <a:latin typeface="Playfair Display"/>
                <a:ea typeface="Playfair Display"/>
                <a:cs typeface="Playfair Display"/>
                <a:sym typeface="Playfair Display"/>
              </a:rPr>
              <a:t>Structure</a:t>
            </a:r>
            <a:endParaRPr b="0" i="0" sz="933" u="none" cap="none" strike="noStrike">
              <a:solidFill>
                <a:srgbClr val="000000"/>
              </a:solidFill>
              <a:latin typeface="Arial"/>
              <a:ea typeface="Arial"/>
              <a:cs typeface="Arial"/>
              <a:sym typeface="Arial"/>
            </a:endParaRPr>
          </a:p>
        </p:txBody>
      </p:sp>
      <p:sp>
        <p:nvSpPr>
          <p:cNvPr id="173" name="Google Shape;173;p27"/>
          <p:cNvSpPr txBox="1"/>
          <p:nvPr/>
        </p:nvSpPr>
        <p:spPr>
          <a:xfrm>
            <a:off x="4735129" y="2582191"/>
            <a:ext cx="2594000" cy="1953227"/>
          </a:xfrm>
          <a:prstGeom prst="rect">
            <a:avLst/>
          </a:prstGeom>
          <a:noFill/>
          <a:ln>
            <a:noFill/>
          </a:ln>
        </p:spPr>
        <p:txBody>
          <a:bodyPr anchorCtr="0" anchor="t" bIns="0" lIns="0" spcFirstLastPara="1" rIns="0" wrap="square" tIns="0">
            <a:spAutoFit/>
          </a:bodyPr>
          <a:lstStyle/>
          <a:p>
            <a:pPr indent="0" lvl="0" marL="0" marR="0" rtl="0" algn="ctr">
              <a:lnSpc>
                <a:spcPct val="140014"/>
              </a:lnSpc>
              <a:spcBef>
                <a:spcPts val="0"/>
              </a:spcBef>
              <a:spcAft>
                <a:spcPts val="0"/>
              </a:spcAft>
              <a:buNone/>
            </a:pPr>
            <a:r>
              <a:rPr b="0" i="0" lang="en" sz="4533" u="none" cap="none" strike="noStrike">
                <a:solidFill>
                  <a:srgbClr val="FFFFFF"/>
                </a:solidFill>
                <a:latin typeface="Playfair Display"/>
                <a:ea typeface="Playfair Display"/>
                <a:cs typeface="Playfair Display"/>
                <a:sym typeface="Playfair Display"/>
              </a:rPr>
              <a:t>Packet</a:t>
            </a:r>
            <a:endParaRPr b="0" i="0" sz="933" u="none" cap="none" strike="noStrike">
              <a:solidFill>
                <a:srgbClr val="000000"/>
              </a:solidFill>
              <a:latin typeface="Arial"/>
              <a:ea typeface="Arial"/>
              <a:cs typeface="Arial"/>
              <a:sym typeface="Arial"/>
            </a:endParaRPr>
          </a:p>
          <a:p>
            <a:pPr indent="0" lvl="0" marL="0" marR="0" rtl="0" algn="ctr">
              <a:lnSpc>
                <a:spcPct val="140014"/>
              </a:lnSpc>
              <a:spcBef>
                <a:spcPts val="0"/>
              </a:spcBef>
              <a:spcAft>
                <a:spcPts val="0"/>
              </a:spcAft>
              <a:buNone/>
            </a:pPr>
            <a:r>
              <a:rPr b="0" i="0" lang="en" sz="4533" u="none" cap="none" strike="noStrike">
                <a:solidFill>
                  <a:srgbClr val="FFFFFF"/>
                </a:solidFill>
                <a:latin typeface="Playfair Display"/>
                <a:ea typeface="Playfair Display"/>
                <a:cs typeface="Playfair Display"/>
                <a:sym typeface="Playfair Display"/>
              </a:rPr>
              <a:t>Switching</a:t>
            </a:r>
            <a:endParaRPr b="0" i="0" sz="933" u="none" cap="none" strike="noStrike">
              <a:solidFill>
                <a:srgbClr val="000000"/>
              </a:solidFill>
              <a:latin typeface="Arial"/>
              <a:ea typeface="Arial"/>
              <a:cs typeface="Arial"/>
              <a:sym typeface="Arial"/>
            </a:endParaRPr>
          </a:p>
        </p:txBody>
      </p:sp>
      <p:sp>
        <p:nvSpPr>
          <p:cNvPr id="174" name="Google Shape;174;p27"/>
          <p:cNvSpPr txBox="1"/>
          <p:nvPr/>
        </p:nvSpPr>
        <p:spPr>
          <a:xfrm>
            <a:off x="8001177" y="2613940"/>
            <a:ext cx="3977600" cy="1493870"/>
          </a:xfrm>
          <a:prstGeom prst="rect">
            <a:avLst/>
          </a:prstGeom>
          <a:noFill/>
          <a:ln>
            <a:noFill/>
          </a:ln>
        </p:spPr>
        <p:txBody>
          <a:bodyPr anchorCtr="0" anchor="t" bIns="0" lIns="0" spcFirstLastPara="1" rIns="0" wrap="square" tIns="0">
            <a:spAutoFit/>
          </a:bodyPr>
          <a:lstStyle/>
          <a:p>
            <a:pPr indent="0" lvl="0" marL="0" marR="0" rtl="0" algn="ctr">
              <a:lnSpc>
                <a:spcPct val="140019"/>
              </a:lnSpc>
              <a:spcBef>
                <a:spcPts val="0"/>
              </a:spcBef>
              <a:spcAft>
                <a:spcPts val="0"/>
              </a:spcAft>
              <a:buNone/>
            </a:pPr>
            <a:r>
              <a:rPr b="0" i="0" lang="en" sz="3467" u="none" cap="none" strike="noStrike">
                <a:solidFill>
                  <a:srgbClr val="FFFFFF"/>
                </a:solidFill>
                <a:latin typeface="Playfair Display"/>
                <a:ea typeface="Playfair Display"/>
                <a:cs typeface="Playfair Display"/>
                <a:sym typeface="Playfair Display"/>
              </a:rPr>
              <a:t>Types of Data Transmission</a:t>
            </a:r>
            <a:endParaRPr b="0" i="0" sz="933"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72"/>
                                        </p:tgtEl>
                                        <p:attrNameLst>
                                          <p:attrName>style.visibility</p:attrName>
                                        </p:attrNameLst>
                                      </p:cBhvr>
                                      <p:to>
                                        <p:strVal val="visible"/>
                                      </p:to>
                                    </p:set>
                                    <p:animEffect filter="fade" transition="in">
                                      <p:cBhvr>
                                        <p:cTn dur="1000"/>
                                        <p:tgtEl>
                                          <p:spTgt spid="17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73"/>
                                        </p:tgtEl>
                                        <p:attrNameLst>
                                          <p:attrName>style.visibility</p:attrName>
                                        </p:attrNameLst>
                                      </p:cBhvr>
                                      <p:to>
                                        <p:strVal val="visible"/>
                                      </p:to>
                                    </p:set>
                                    <p:animEffect filter="fade" transition="in">
                                      <p:cBhvr>
                                        <p:cTn dur="1000"/>
                                        <p:tgtEl>
                                          <p:spTgt spid="17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74"/>
                                        </p:tgtEl>
                                        <p:attrNameLst>
                                          <p:attrName>style.visibility</p:attrName>
                                        </p:attrNameLst>
                                      </p:cBhvr>
                                      <p:to>
                                        <p:strVal val="visible"/>
                                      </p:to>
                                    </p:set>
                                    <p:animEffect filter="fade" transition="in">
                                      <p:cBhvr>
                                        <p:cTn dur="1000"/>
                                        <p:tgtEl>
                                          <p:spTgt spid="17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3"/>
        </a:solidFill>
      </p:bgPr>
    </p:bg>
    <p:spTree>
      <p:nvGrpSpPr>
        <p:cNvPr id="178" name="Shape 178"/>
        <p:cNvGrpSpPr/>
        <p:nvPr/>
      </p:nvGrpSpPr>
      <p:grpSpPr>
        <a:xfrm>
          <a:off x="0" y="0"/>
          <a:ext cx="0" cy="0"/>
          <a:chOff x="0" y="0"/>
          <a:chExt cx="0" cy="0"/>
        </a:xfrm>
      </p:grpSpPr>
      <p:sp>
        <p:nvSpPr>
          <p:cNvPr id="179" name="Google Shape;179;p28"/>
          <p:cNvSpPr txBox="1"/>
          <p:nvPr/>
        </p:nvSpPr>
        <p:spPr>
          <a:xfrm>
            <a:off x="515851" y="1153302"/>
            <a:ext cx="10990400" cy="5228547"/>
          </a:xfrm>
          <a:prstGeom prst="rect">
            <a:avLst/>
          </a:prstGeom>
          <a:noFill/>
          <a:ln>
            <a:noFill/>
          </a:ln>
        </p:spPr>
        <p:txBody>
          <a:bodyPr anchorCtr="0" anchor="t" bIns="0" lIns="0" spcFirstLastPara="1" rIns="0" wrap="square" tIns="0">
            <a:spAutoFit/>
          </a:bodyPr>
          <a:lstStyle/>
          <a:p>
            <a:pPr indent="-372524" lvl="1" marL="761981" marR="0" rtl="0" algn="l">
              <a:lnSpc>
                <a:spcPct val="139992"/>
              </a:lnSpc>
              <a:spcBef>
                <a:spcPts val="0"/>
              </a:spcBef>
              <a:spcAft>
                <a:spcPts val="0"/>
              </a:spcAft>
              <a:buClr>
                <a:srgbClr val="000000"/>
              </a:buClr>
              <a:buSzPts val="2600"/>
              <a:buFont typeface="Arial"/>
              <a:buChar char="•"/>
            </a:pPr>
            <a:r>
              <a:rPr b="0" i="0" lang="en" sz="3467" u="none" cap="none" strike="noStrike">
                <a:solidFill>
                  <a:srgbClr val="000000"/>
                </a:solidFill>
                <a:latin typeface="Abhaya Libre"/>
                <a:ea typeface="Abhaya Libre"/>
                <a:cs typeface="Abhaya Libre"/>
                <a:sym typeface="Abhaya Libre"/>
              </a:rPr>
              <a:t>Data sent over long distances is usually broken up into data packets (datagrams).</a:t>
            </a:r>
            <a:endParaRPr b="0" i="0" sz="933" u="none" cap="none" strike="noStrike">
              <a:solidFill>
                <a:srgbClr val="000000"/>
              </a:solidFill>
              <a:latin typeface="Arial"/>
              <a:ea typeface="Arial"/>
              <a:cs typeface="Arial"/>
              <a:sym typeface="Arial"/>
            </a:endParaRPr>
          </a:p>
          <a:p>
            <a:pPr indent="-372524" lvl="1" marL="761981" marR="0" rtl="0" algn="l">
              <a:lnSpc>
                <a:spcPct val="139992"/>
              </a:lnSpc>
              <a:spcBef>
                <a:spcPts val="0"/>
              </a:spcBef>
              <a:spcAft>
                <a:spcPts val="0"/>
              </a:spcAft>
              <a:buClr>
                <a:srgbClr val="000000"/>
              </a:buClr>
              <a:buSzPts val="2600"/>
              <a:buFont typeface="Arial"/>
              <a:buChar char="•"/>
            </a:pPr>
            <a:r>
              <a:rPr b="0" i="0" lang="en" sz="3467" u="none" cap="none" strike="noStrike">
                <a:solidFill>
                  <a:srgbClr val="000000"/>
                </a:solidFill>
                <a:latin typeface="Abhaya Libre"/>
                <a:ea typeface="Abhaya Libre"/>
                <a:cs typeface="Abhaya Libre"/>
                <a:sym typeface="Abhaya Libre"/>
              </a:rPr>
              <a:t>Packet size is roughly 64KiB.</a:t>
            </a:r>
            <a:endParaRPr b="0" i="0" sz="933" u="none" cap="none" strike="noStrike">
              <a:solidFill>
                <a:srgbClr val="000000"/>
              </a:solidFill>
              <a:latin typeface="Arial"/>
              <a:ea typeface="Arial"/>
              <a:cs typeface="Arial"/>
              <a:sym typeface="Arial"/>
            </a:endParaRPr>
          </a:p>
          <a:p>
            <a:pPr indent="-372524" lvl="1" marL="761981" marR="0" rtl="0" algn="l">
              <a:lnSpc>
                <a:spcPct val="139992"/>
              </a:lnSpc>
              <a:spcBef>
                <a:spcPts val="0"/>
              </a:spcBef>
              <a:spcAft>
                <a:spcPts val="0"/>
              </a:spcAft>
              <a:buClr>
                <a:srgbClr val="000000"/>
              </a:buClr>
              <a:buSzPts val="2600"/>
              <a:buFont typeface="Arial"/>
              <a:buChar char="•"/>
            </a:pPr>
            <a:r>
              <a:rPr b="0" i="0" lang="en" sz="3467" u="none" cap="none" strike="noStrike">
                <a:solidFill>
                  <a:srgbClr val="000000"/>
                </a:solidFill>
                <a:latin typeface="Abhaya Libre"/>
                <a:ea typeface="Abhaya Libre"/>
                <a:cs typeface="Abhaya Libre"/>
                <a:sym typeface="Abhaya Libre"/>
              </a:rPr>
              <a:t>This makes it easier to control than a long continuous stream of data.</a:t>
            </a:r>
            <a:endParaRPr b="0" i="0" sz="933" u="none" cap="none" strike="noStrike">
              <a:solidFill>
                <a:srgbClr val="000000"/>
              </a:solidFill>
              <a:latin typeface="Arial"/>
              <a:ea typeface="Arial"/>
              <a:cs typeface="Arial"/>
              <a:sym typeface="Arial"/>
            </a:endParaRPr>
          </a:p>
          <a:p>
            <a:pPr indent="-372524" lvl="1" marL="761981" marR="0" rtl="0" algn="l">
              <a:lnSpc>
                <a:spcPct val="139992"/>
              </a:lnSpc>
              <a:spcBef>
                <a:spcPts val="0"/>
              </a:spcBef>
              <a:spcAft>
                <a:spcPts val="0"/>
              </a:spcAft>
              <a:buClr>
                <a:srgbClr val="000000"/>
              </a:buClr>
              <a:buSzPts val="2600"/>
              <a:buFont typeface="Arial"/>
              <a:buChar char="•"/>
            </a:pPr>
            <a:r>
              <a:rPr b="0" i="0" lang="en" sz="3467" u="none" cap="none" strike="noStrike">
                <a:solidFill>
                  <a:srgbClr val="000000"/>
                </a:solidFill>
                <a:latin typeface="Abhaya Libre"/>
                <a:ea typeface="Abhaya Libre"/>
                <a:cs typeface="Abhaya Libre"/>
                <a:sym typeface="Abhaya Libre"/>
              </a:rPr>
              <a:t>Each Packet can be sent along a different route to its destination. </a:t>
            </a:r>
            <a:endParaRPr b="0" i="0" sz="933" u="none" cap="none" strike="noStrike">
              <a:solidFill>
                <a:srgbClr val="000000"/>
              </a:solidFill>
              <a:latin typeface="Arial"/>
              <a:ea typeface="Arial"/>
              <a:cs typeface="Arial"/>
              <a:sym typeface="Arial"/>
            </a:endParaRPr>
          </a:p>
        </p:txBody>
      </p:sp>
      <p:sp>
        <p:nvSpPr>
          <p:cNvPr id="180" name="Google Shape;180;p28"/>
          <p:cNvSpPr txBox="1"/>
          <p:nvPr/>
        </p:nvSpPr>
        <p:spPr>
          <a:xfrm>
            <a:off x="515871" y="139700"/>
            <a:ext cx="3559200" cy="919291"/>
          </a:xfrm>
          <a:prstGeom prst="rect">
            <a:avLst/>
          </a:prstGeom>
          <a:noFill/>
          <a:ln>
            <a:noFill/>
          </a:ln>
        </p:spPr>
        <p:txBody>
          <a:bodyPr anchorCtr="0" anchor="t" bIns="0" lIns="0" spcFirstLastPara="1" rIns="0" wrap="square" tIns="0">
            <a:spAutoFit/>
          </a:bodyPr>
          <a:lstStyle/>
          <a:p>
            <a:pPr indent="0" lvl="0" marL="0" marR="0" rtl="0" algn="ctr">
              <a:lnSpc>
                <a:spcPct val="139993"/>
              </a:lnSpc>
              <a:spcBef>
                <a:spcPts val="0"/>
              </a:spcBef>
              <a:spcAft>
                <a:spcPts val="0"/>
              </a:spcAft>
              <a:buNone/>
            </a:pPr>
            <a:r>
              <a:rPr b="0" i="0" lang="en" sz="4267" u="none" cap="none" strike="noStrike">
                <a:solidFill>
                  <a:srgbClr val="000000"/>
                </a:solidFill>
                <a:latin typeface="Abhaya Libre"/>
                <a:ea typeface="Abhaya Libre"/>
                <a:cs typeface="Abhaya Libre"/>
                <a:sym typeface="Abhaya Libre"/>
              </a:rPr>
              <a:t>Data Packets</a:t>
            </a:r>
            <a:endParaRPr b="0" i="0" sz="933" u="none" cap="none" strike="noStrike">
              <a:solidFill>
                <a:srgbClr val="000000"/>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3"/>
        </a:solidFill>
      </p:bgPr>
    </p:bg>
    <p:spTree>
      <p:nvGrpSpPr>
        <p:cNvPr id="184" name="Shape 184"/>
        <p:cNvGrpSpPr/>
        <p:nvPr/>
      </p:nvGrpSpPr>
      <p:grpSpPr>
        <a:xfrm>
          <a:off x="0" y="0"/>
          <a:ext cx="0" cy="0"/>
          <a:chOff x="0" y="0"/>
          <a:chExt cx="0" cy="0"/>
        </a:xfrm>
      </p:grpSpPr>
      <p:pic>
        <p:nvPicPr>
          <p:cNvPr id="185" name="Google Shape;185;p29"/>
          <p:cNvPicPr preferRelativeResize="0"/>
          <p:nvPr/>
        </p:nvPicPr>
        <p:blipFill rotWithShape="1">
          <a:blip r:embed="rId3">
            <a:alphaModFix/>
          </a:blip>
          <a:srcRect b="0" l="0" r="0" t="0"/>
          <a:stretch/>
        </p:blipFill>
        <p:spPr>
          <a:xfrm>
            <a:off x="238192" y="2909987"/>
            <a:ext cx="1784040" cy="1784040"/>
          </a:xfrm>
          <a:prstGeom prst="rect">
            <a:avLst/>
          </a:prstGeom>
          <a:noFill/>
          <a:ln>
            <a:noFill/>
          </a:ln>
        </p:spPr>
      </p:pic>
      <p:pic>
        <p:nvPicPr>
          <p:cNvPr id="186" name="Google Shape;186;p29"/>
          <p:cNvPicPr preferRelativeResize="0"/>
          <p:nvPr/>
        </p:nvPicPr>
        <p:blipFill rotWithShape="1">
          <a:blip r:embed="rId3">
            <a:alphaModFix/>
          </a:blip>
          <a:srcRect b="0" l="0" r="0" t="0"/>
          <a:stretch/>
        </p:blipFill>
        <p:spPr>
          <a:xfrm>
            <a:off x="3183475" y="1343005"/>
            <a:ext cx="1432347" cy="1432347"/>
          </a:xfrm>
          <a:prstGeom prst="rect">
            <a:avLst/>
          </a:prstGeom>
          <a:noFill/>
          <a:ln>
            <a:noFill/>
          </a:ln>
        </p:spPr>
      </p:pic>
      <p:pic>
        <p:nvPicPr>
          <p:cNvPr id="187" name="Google Shape;187;p29"/>
          <p:cNvPicPr preferRelativeResize="0"/>
          <p:nvPr/>
        </p:nvPicPr>
        <p:blipFill rotWithShape="1">
          <a:blip r:embed="rId3">
            <a:alphaModFix/>
          </a:blip>
          <a:srcRect b="0" l="0" r="0" t="0"/>
          <a:stretch/>
        </p:blipFill>
        <p:spPr>
          <a:xfrm>
            <a:off x="3183475" y="3085833"/>
            <a:ext cx="1432347" cy="1432347"/>
          </a:xfrm>
          <a:prstGeom prst="rect">
            <a:avLst/>
          </a:prstGeom>
          <a:noFill/>
          <a:ln>
            <a:noFill/>
          </a:ln>
        </p:spPr>
      </p:pic>
      <p:pic>
        <p:nvPicPr>
          <p:cNvPr id="188" name="Google Shape;188;p29"/>
          <p:cNvPicPr preferRelativeResize="0"/>
          <p:nvPr/>
        </p:nvPicPr>
        <p:blipFill rotWithShape="1">
          <a:blip r:embed="rId3">
            <a:alphaModFix/>
          </a:blip>
          <a:srcRect b="0" l="0" r="0" t="0"/>
          <a:stretch/>
        </p:blipFill>
        <p:spPr>
          <a:xfrm>
            <a:off x="3183475" y="4986929"/>
            <a:ext cx="1432347" cy="1432347"/>
          </a:xfrm>
          <a:prstGeom prst="rect">
            <a:avLst/>
          </a:prstGeom>
          <a:noFill/>
          <a:ln>
            <a:noFill/>
          </a:ln>
        </p:spPr>
      </p:pic>
      <p:pic>
        <p:nvPicPr>
          <p:cNvPr id="189" name="Google Shape;189;p29"/>
          <p:cNvPicPr preferRelativeResize="0"/>
          <p:nvPr/>
        </p:nvPicPr>
        <p:blipFill rotWithShape="1">
          <a:blip r:embed="rId4">
            <a:alphaModFix/>
          </a:blip>
          <a:srcRect b="0" l="0" r="0" t="0"/>
          <a:stretch/>
        </p:blipFill>
        <p:spPr>
          <a:xfrm rot="-1812480">
            <a:off x="1809657" y="2166706"/>
            <a:ext cx="1357561" cy="431025"/>
          </a:xfrm>
          <a:prstGeom prst="rect">
            <a:avLst/>
          </a:prstGeom>
          <a:noFill/>
          <a:ln>
            <a:noFill/>
          </a:ln>
        </p:spPr>
      </p:pic>
      <p:sp>
        <p:nvSpPr>
          <p:cNvPr id="190" name="Google Shape;190;p29"/>
          <p:cNvSpPr txBox="1"/>
          <p:nvPr/>
        </p:nvSpPr>
        <p:spPr>
          <a:xfrm>
            <a:off x="685800" y="273187"/>
            <a:ext cx="7340667" cy="919291"/>
          </a:xfrm>
          <a:prstGeom prst="rect">
            <a:avLst/>
          </a:prstGeom>
          <a:noFill/>
          <a:ln>
            <a:noFill/>
          </a:ln>
        </p:spPr>
        <p:txBody>
          <a:bodyPr anchorCtr="0" anchor="t" bIns="0" lIns="0" spcFirstLastPara="1" rIns="0" wrap="square" tIns="0">
            <a:spAutoFit/>
          </a:bodyPr>
          <a:lstStyle/>
          <a:p>
            <a:pPr indent="0" lvl="0" marL="0" marR="0" rtl="0" algn="l">
              <a:lnSpc>
                <a:spcPct val="139993"/>
              </a:lnSpc>
              <a:spcBef>
                <a:spcPts val="0"/>
              </a:spcBef>
              <a:spcAft>
                <a:spcPts val="0"/>
              </a:spcAft>
              <a:buNone/>
            </a:pPr>
            <a:r>
              <a:rPr b="0" i="0" lang="en" sz="4267" u="none" cap="none" strike="noStrike">
                <a:solidFill>
                  <a:srgbClr val="000000"/>
                </a:solidFill>
                <a:latin typeface="Abhaya Libre"/>
                <a:ea typeface="Abhaya Libre"/>
                <a:cs typeface="Abhaya Libre"/>
                <a:sym typeface="Abhaya Libre"/>
              </a:rPr>
              <a:t>Data is broken down into packets</a:t>
            </a:r>
            <a:endParaRPr b="0" i="0" sz="933" u="none" cap="none" strike="noStrike">
              <a:solidFill>
                <a:srgbClr val="000000"/>
              </a:solidFill>
              <a:latin typeface="Arial"/>
              <a:ea typeface="Arial"/>
              <a:cs typeface="Arial"/>
              <a:sym typeface="Arial"/>
            </a:endParaRPr>
          </a:p>
        </p:txBody>
      </p:sp>
      <p:sp>
        <p:nvSpPr>
          <p:cNvPr id="191" name="Google Shape;191;p29"/>
          <p:cNvSpPr txBox="1"/>
          <p:nvPr/>
        </p:nvSpPr>
        <p:spPr>
          <a:xfrm>
            <a:off x="481100" y="3299967"/>
            <a:ext cx="1229200" cy="919098"/>
          </a:xfrm>
          <a:prstGeom prst="rect">
            <a:avLst/>
          </a:prstGeom>
          <a:noFill/>
          <a:ln>
            <a:noFill/>
          </a:ln>
        </p:spPr>
        <p:txBody>
          <a:bodyPr anchorCtr="0" anchor="t" bIns="0" lIns="0" spcFirstLastPara="1" rIns="0" wrap="square" tIns="0">
            <a:spAutoFit/>
          </a:bodyPr>
          <a:lstStyle/>
          <a:p>
            <a:pPr indent="0" lvl="0" marL="0" marR="0" rtl="0" algn="ctr">
              <a:lnSpc>
                <a:spcPct val="139981"/>
              </a:lnSpc>
              <a:spcBef>
                <a:spcPts val="0"/>
              </a:spcBef>
              <a:spcAft>
                <a:spcPts val="0"/>
              </a:spcAft>
              <a:buNone/>
            </a:pPr>
            <a:r>
              <a:rPr b="0" i="0" lang="en" sz="2133" u="none" cap="none" strike="noStrike">
                <a:solidFill>
                  <a:srgbClr val="000000"/>
                </a:solidFill>
                <a:latin typeface="Montserrat"/>
                <a:ea typeface="Montserrat"/>
                <a:cs typeface="Montserrat"/>
                <a:sym typeface="Montserrat"/>
              </a:rPr>
              <a:t>Secret </a:t>
            </a:r>
            <a:endParaRPr b="0" i="0" sz="933" u="none" cap="none" strike="noStrike">
              <a:solidFill>
                <a:srgbClr val="000000"/>
              </a:solidFill>
              <a:latin typeface="Arial"/>
              <a:ea typeface="Arial"/>
              <a:cs typeface="Arial"/>
              <a:sym typeface="Arial"/>
            </a:endParaRPr>
          </a:p>
          <a:p>
            <a:pPr indent="0" lvl="0" marL="0" marR="0" rtl="0" algn="ctr">
              <a:lnSpc>
                <a:spcPct val="139981"/>
              </a:lnSpc>
              <a:spcBef>
                <a:spcPts val="0"/>
              </a:spcBef>
              <a:spcAft>
                <a:spcPts val="0"/>
              </a:spcAft>
              <a:buNone/>
            </a:pPr>
            <a:r>
              <a:rPr b="0" i="0" lang="en" sz="2133" u="none" cap="none" strike="noStrike">
                <a:solidFill>
                  <a:srgbClr val="000000"/>
                </a:solidFill>
                <a:latin typeface="Montserrat"/>
                <a:ea typeface="Montserrat"/>
                <a:cs typeface="Montserrat"/>
                <a:sym typeface="Montserrat"/>
              </a:rPr>
              <a:t>Message</a:t>
            </a:r>
            <a:endParaRPr b="0" i="0" sz="933" u="none" cap="none" strike="noStrike">
              <a:solidFill>
                <a:srgbClr val="000000"/>
              </a:solidFill>
              <a:latin typeface="Arial"/>
              <a:ea typeface="Arial"/>
              <a:cs typeface="Arial"/>
              <a:sym typeface="Arial"/>
            </a:endParaRPr>
          </a:p>
        </p:txBody>
      </p:sp>
      <p:sp>
        <p:nvSpPr>
          <p:cNvPr id="192" name="Google Shape;192;p29"/>
          <p:cNvSpPr txBox="1"/>
          <p:nvPr/>
        </p:nvSpPr>
        <p:spPr>
          <a:xfrm>
            <a:off x="3533136" y="1682168"/>
            <a:ext cx="632400" cy="861774"/>
          </a:xfrm>
          <a:prstGeom prst="rect">
            <a:avLst/>
          </a:prstGeom>
          <a:noFill/>
          <a:ln>
            <a:noFill/>
          </a:ln>
        </p:spPr>
        <p:txBody>
          <a:bodyPr anchorCtr="0" anchor="t" bIns="0" lIns="0" spcFirstLastPara="1" rIns="0" wrap="square" tIns="0">
            <a:spAutoFit/>
          </a:bodyPr>
          <a:lstStyle/>
          <a:p>
            <a:pPr indent="0" lvl="0" marL="0" marR="0" rtl="0" algn="ctr">
              <a:lnSpc>
                <a:spcPct val="140010"/>
              </a:lnSpc>
              <a:spcBef>
                <a:spcPts val="0"/>
              </a:spcBef>
              <a:spcAft>
                <a:spcPts val="0"/>
              </a:spcAft>
              <a:buNone/>
            </a:pPr>
            <a:r>
              <a:rPr b="0" i="0" lang="en" sz="4000" u="none" cap="none" strike="noStrike">
                <a:solidFill>
                  <a:srgbClr val="000000"/>
                </a:solidFill>
                <a:latin typeface="Montserrat"/>
                <a:ea typeface="Montserrat"/>
                <a:cs typeface="Montserrat"/>
                <a:sym typeface="Montserrat"/>
              </a:rPr>
              <a:t>P1</a:t>
            </a:r>
            <a:endParaRPr b="0" i="0" sz="933" u="none" cap="none" strike="noStrike">
              <a:solidFill>
                <a:srgbClr val="000000"/>
              </a:solidFill>
              <a:latin typeface="Arial"/>
              <a:ea typeface="Arial"/>
              <a:cs typeface="Arial"/>
              <a:sym typeface="Arial"/>
            </a:endParaRPr>
          </a:p>
        </p:txBody>
      </p:sp>
      <p:sp>
        <p:nvSpPr>
          <p:cNvPr id="193" name="Google Shape;193;p29"/>
          <p:cNvSpPr txBox="1"/>
          <p:nvPr/>
        </p:nvSpPr>
        <p:spPr>
          <a:xfrm>
            <a:off x="3533135" y="3425001"/>
            <a:ext cx="682800" cy="861774"/>
          </a:xfrm>
          <a:prstGeom prst="rect">
            <a:avLst/>
          </a:prstGeom>
          <a:noFill/>
          <a:ln>
            <a:noFill/>
          </a:ln>
        </p:spPr>
        <p:txBody>
          <a:bodyPr anchorCtr="0" anchor="t" bIns="0" lIns="0" spcFirstLastPara="1" rIns="0" wrap="square" tIns="0">
            <a:spAutoFit/>
          </a:bodyPr>
          <a:lstStyle/>
          <a:p>
            <a:pPr indent="0" lvl="0" marL="0" marR="0" rtl="0" algn="ctr">
              <a:lnSpc>
                <a:spcPct val="140010"/>
              </a:lnSpc>
              <a:spcBef>
                <a:spcPts val="0"/>
              </a:spcBef>
              <a:spcAft>
                <a:spcPts val="0"/>
              </a:spcAft>
              <a:buNone/>
            </a:pPr>
            <a:r>
              <a:rPr b="0" i="0" lang="en" sz="4000" u="none" cap="none" strike="noStrike">
                <a:solidFill>
                  <a:srgbClr val="000000"/>
                </a:solidFill>
                <a:latin typeface="Montserrat"/>
                <a:ea typeface="Montserrat"/>
                <a:cs typeface="Montserrat"/>
                <a:sym typeface="Montserrat"/>
              </a:rPr>
              <a:t>P2</a:t>
            </a:r>
            <a:endParaRPr b="0" i="0" sz="933" u="none" cap="none" strike="noStrike">
              <a:solidFill>
                <a:srgbClr val="000000"/>
              </a:solidFill>
              <a:latin typeface="Arial"/>
              <a:ea typeface="Arial"/>
              <a:cs typeface="Arial"/>
              <a:sym typeface="Arial"/>
            </a:endParaRPr>
          </a:p>
        </p:txBody>
      </p:sp>
      <p:sp>
        <p:nvSpPr>
          <p:cNvPr id="194" name="Google Shape;194;p29"/>
          <p:cNvSpPr txBox="1"/>
          <p:nvPr/>
        </p:nvSpPr>
        <p:spPr>
          <a:xfrm>
            <a:off x="3452568" y="5326101"/>
            <a:ext cx="751200" cy="861774"/>
          </a:xfrm>
          <a:prstGeom prst="rect">
            <a:avLst/>
          </a:prstGeom>
          <a:noFill/>
          <a:ln>
            <a:noFill/>
          </a:ln>
        </p:spPr>
        <p:txBody>
          <a:bodyPr anchorCtr="0" anchor="t" bIns="0" lIns="0" spcFirstLastPara="1" rIns="0" wrap="square" tIns="0">
            <a:spAutoFit/>
          </a:bodyPr>
          <a:lstStyle/>
          <a:p>
            <a:pPr indent="0" lvl="0" marL="0" marR="0" rtl="0" algn="ctr">
              <a:lnSpc>
                <a:spcPct val="140010"/>
              </a:lnSpc>
              <a:spcBef>
                <a:spcPts val="0"/>
              </a:spcBef>
              <a:spcAft>
                <a:spcPts val="0"/>
              </a:spcAft>
              <a:buNone/>
            </a:pPr>
            <a:r>
              <a:rPr b="0" i="0" lang="en" sz="4000" u="none" cap="none" strike="noStrike">
                <a:solidFill>
                  <a:srgbClr val="000000"/>
                </a:solidFill>
                <a:latin typeface="Montserrat"/>
                <a:ea typeface="Montserrat"/>
                <a:cs typeface="Montserrat"/>
                <a:sym typeface="Montserrat"/>
              </a:rPr>
              <a:t>P3</a:t>
            </a:r>
            <a:endParaRPr b="0" i="0" sz="933" u="none" cap="none" strike="noStrike">
              <a:solidFill>
                <a:srgbClr val="000000"/>
              </a:solidFill>
              <a:latin typeface="Arial"/>
              <a:ea typeface="Arial"/>
              <a:cs typeface="Arial"/>
              <a:sym typeface="Arial"/>
            </a:endParaRPr>
          </a:p>
        </p:txBody>
      </p:sp>
      <p:pic>
        <p:nvPicPr>
          <p:cNvPr id="195" name="Google Shape;195;p29"/>
          <p:cNvPicPr preferRelativeResize="0"/>
          <p:nvPr/>
        </p:nvPicPr>
        <p:blipFill rotWithShape="1">
          <a:blip r:embed="rId4">
            <a:alphaModFix/>
          </a:blip>
          <a:srcRect b="0" l="0" r="0" t="0"/>
          <a:stretch/>
        </p:blipFill>
        <p:spPr>
          <a:xfrm>
            <a:off x="2197735" y="3645521"/>
            <a:ext cx="985740" cy="312972"/>
          </a:xfrm>
          <a:prstGeom prst="rect">
            <a:avLst/>
          </a:prstGeom>
          <a:noFill/>
          <a:ln>
            <a:noFill/>
          </a:ln>
        </p:spPr>
      </p:pic>
      <p:pic>
        <p:nvPicPr>
          <p:cNvPr id="196" name="Google Shape;196;p29"/>
          <p:cNvPicPr preferRelativeResize="0"/>
          <p:nvPr/>
        </p:nvPicPr>
        <p:blipFill rotWithShape="1">
          <a:blip r:embed="rId4">
            <a:alphaModFix/>
          </a:blip>
          <a:srcRect b="0" l="0" r="0" t="0"/>
          <a:stretch/>
        </p:blipFill>
        <p:spPr>
          <a:xfrm rot="2615086">
            <a:off x="1941932" y="5228771"/>
            <a:ext cx="1093008" cy="347031"/>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89"/>
                                        </p:tgtEl>
                                        <p:attrNameLst>
                                          <p:attrName>style.visibility</p:attrName>
                                        </p:attrNameLst>
                                      </p:cBhvr>
                                      <p:to>
                                        <p:strVal val="visible"/>
                                      </p:to>
                                    </p:set>
                                    <p:animEffect filter="fade" transition="in">
                                      <p:cBhvr>
                                        <p:cTn dur="1000"/>
                                        <p:tgtEl>
                                          <p:spTgt spid="189"/>
                                        </p:tgtEl>
                                      </p:cBhvr>
                                    </p:animEffect>
                                  </p:childTnLst>
                                </p:cTn>
                              </p:par>
                              <p:par>
                                <p:cTn fill="hold" nodeType="withEffect" presetClass="entr" presetID="10" presetSubtype="0">
                                  <p:stCondLst>
                                    <p:cond delay="0"/>
                                  </p:stCondLst>
                                  <p:childTnLst>
                                    <p:set>
                                      <p:cBhvr>
                                        <p:cTn dur="1" fill="hold">
                                          <p:stCondLst>
                                            <p:cond delay="0"/>
                                          </p:stCondLst>
                                        </p:cTn>
                                        <p:tgtEl>
                                          <p:spTgt spid="192"/>
                                        </p:tgtEl>
                                        <p:attrNameLst>
                                          <p:attrName>style.visibility</p:attrName>
                                        </p:attrNameLst>
                                      </p:cBhvr>
                                      <p:to>
                                        <p:strVal val="visible"/>
                                      </p:to>
                                    </p:set>
                                    <p:animEffect filter="fade" transition="in">
                                      <p:cBhvr>
                                        <p:cTn dur="1000"/>
                                        <p:tgtEl>
                                          <p:spTgt spid="192"/>
                                        </p:tgtEl>
                                      </p:cBhvr>
                                    </p:animEffect>
                                  </p:childTnLst>
                                </p:cTn>
                              </p:par>
                              <p:par>
                                <p:cTn fill="hold" nodeType="withEffect" presetClass="entr" presetID="10" presetSubtype="0">
                                  <p:stCondLst>
                                    <p:cond delay="0"/>
                                  </p:stCondLst>
                                  <p:childTnLst>
                                    <p:set>
                                      <p:cBhvr>
                                        <p:cTn dur="1" fill="hold">
                                          <p:stCondLst>
                                            <p:cond delay="0"/>
                                          </p:stCondLst>
                                        </p:cTn>
                                        <p:tgtEl>
                                          <p:spTgt spid="186"/>
                                        </p:tgtEl>
                                        <p:attrNameLst>
                                          <p:attrName>style.visibility</p:attrName>
                                        </p:attrNameLst>
                                      </p:cBhvr>
                                      <p:to>
                                        <p:strVal val="visible"/>
                                      </p:to>
                                    </p:set>
                                    <p:animEffect filter="fade" transition="in">
                                      <p:cBhvr>
                                        <p:cTn dur="1000"/>
                                        <p:tgtEl>
                                          <p:spTgt spid="18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3"/>
                                        </p:tgtEl>
                                        <p:attrNameLst>
                                          <p:attrName>style.visibility</p:attrName>
                                        </p:attrNameLst>
                                      </p:cBhvr>
                                      <p:to>
                                        <p:strVal val="visible"/>
                                      </p:to>
                                    </p:set>
                                    <p:animEffect filter="fade" transition="in">
                                      <p:cBhvr>
                                        <p:cTn dur="1000"/>
                                        <p:tgtEl>
                                          <p:spTgt spid="193"/>
                                        </p:tgtEl>
                                      </p:cBhvr>
                                    </p:animEffect>
                                  </p:childTnLst>
                                </p:cTn>
                              </p:par>
                              <p:par>
                                <p:cTn fill="hold" nodeType="withEffect" presetClass="entr" presetID="10" presetSubtype="0">
                                  <p:stCondLst>
                                    <p:cond delay="0"/>
                                  </p:stCondLst>
                                  <p:childTnLst>
                                    <p:set>
                                      <p:cBhvr>
                                        <p:cTn dur="1" fill="hold">
                                          <p:stCondLst>
                                            <p:cond delay="0"/>
                                          </p:stCondLst>
                                        </p:cTn>
                                        <p:tgtEl>
                                          <p:spTgt spid="195"/>
                                        </p:tgtEl>
                                        <p:attrNameLst>
                                          <p:attrName>style.visibility</p:attrName>
                                        </p:attrNameLst>
                                      </p:cBhvr>
                                      <p:to>
                                        <p:strVal val="visible"/>
                                      </p:to>
                                    </p:set>
                                    <p:animEffect filter="fade" transition="in">
                                      <p:cBhvr>
                                        <p:cTn dur="1000"/>
                                        <p:tgtEl>
                                          <p:spTgt spid="195"/>
                                        </p:tgtEl>
                                      </p:cBhvr>
                                    </p:animEffect>
                                  </p:childTnLst>
                                </p:cTn>
                              </p:par>
                              <p:par>
                                <p:cTn fill="hold" nodeType="withEffect" presetClass="entr" presetID="10" presetSubtype="0">
                                  <p:stCondLst>
                                    <p:cond delay="0"/>
                                  </p:stCondLst>
                                  <p:childTnLst>
                                    <p:set>
                                      <p:cBhvr>
                                        <p:cTn dur="1" fill="hold">
                                          <p:stCondLst>
                                            <p:cond delay="0"/>
                                          </p:stCondLst>
                                        </p:cTn>
                                        <p:tgtEl>
                                          <p:spTgt spid="187"/>
                                        </p:tgtEl>
                                        <p:attrNameLst>
                                          <p:attrName>style.visibility</p:attrName>
                                        </p:attrNameLst>
                                      </p:cBhvr>
                                      <p:to>
                                        <p:strVal val="visible"/>
                                      </p:to>
                                    </p:set>
                                    <p:animEffect filter="fade" transition="in">
                                      <p:cBhvr>
                                        <p:cTn dur="1000"/>
                                        <p:tgtEl>
                                          <p:spTgt spid="18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4"/>
                                        </p:tgtEl>
                                        <p:attrNameLst>
                                          <p:attrName>style.visibility</p:attrName>
                                        </p:attrNameLst>
                                      </p:cBhvr>
                                      <p:to>
                                        <p:strVal val="visible"/>
                                      </p:to>
                                    </p:set>
                                    <p:animEffect filter="fade" transition="in">
                                      <p:cBhvr>
                                        <p:cTn dur="1000"/>
                                        <p:tgtEl>
                                          <p:spTgt spid="194"/>
                                        </p:tgtEl>
                                      </p:cBhvr>
                                    </p:animEffect>
                                  </p:childTnLst>
                                </p:cTn>
                              </p:par>
                              <p:par>
                                <p:cTn fill="hold" nodeType="withEffect" presetClass="entr" presetID="10" presetSubtype="0">
                                  <p:stCondLst>
                                    <p:cond delay="0"/>
                                  </p:stCondLst>
                                  <p:childTnLst>
                                    <p:set>
                                      <p:cBhvr>
                                        <p:cTn dur="1" fill="hold">
                                          <p:stCondLst>
                                            <p:cond delay="0"/>
                                          </p:stCondLst>
                                        </p:cTn>
                                        <p:tgtEl>
                                          <p:spTgt spid="196"/>
                                        </p:tgtEl>
                                        <p:attrNameLst>
                                          <p:attrName>style.visibility</p:attrName>
                                        </p:attrNameLst>
                                      </p:cBhvr>
                                      <p:to>
                                        <p:strVal val="visible"/>
                                      </p:to>
                                    </p:set>
                                    <p:animEffect filter="fade" transition="in">
                                      <p:cBhvr>
                                        <p:cTn dur="1000"/>
                                        <p:tgtEl>
                                          <p:spTgt spid="196"/>
                                        </p:tgtEl>
                                      </p:cBhvr>
                                    </p:animEffect>
                                  </p:childTnLst>
                                </p:cTn>
                              </p:par>
                              <p:par>
                                <p:cTn fill="hold" nodeType="withEffect" presetClass="entr" presetID="10" presetSubtype="0">
                                  <p:stCondLst>
                                    <p:cond delay="0"/>
                                  </p:stCondLst>
                                  <p:childTnLst>
                                    <p:set>
                                      <p:cBhvr>
                                        <p:cTn dur="1" fill="hold">
                                          <p:stCondLst>
                                            <p:cond delay="0"/>
                                          </p:stCondLst>
                                        </p:cTn>
                                        <p:tgtEl>
                                          <p:spTgt spid="188"/>
                                        </p:tgtEl>
                                        <p:attrNameLst>
                                          <p:attrName>style.visibility</p:attrName>
                                        </p:attrNameLst>
                                      </p:cBhvr>
                                      <p:to>
                                        <p:strVal val="visible"/>
                                      </p:to>
                                    </p:set>
                                    <p:animEffect filter="fade" transition="in">
                                      <p:cBhvr>
                                        <p:cTn dur="1000"/>
                                        <p:tgtEl>
                                          <p:spTgt spid="18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3"/>
        </a:solidFill>
      </p:bgPr>
    </p:bg>
    <p:spTree>
      <p:nvGrpSpPr>
        <p:cNvPr id="200" name="Shape 200"/>
        <p:cNvGrpSpPr/>
        <p:nvPr/>
      </p:nvGrpSpPr>
      <p:grpSpPr>
        <a:xfrm>
          <a:off x="0" y="0"/>
          <a:ext cx="0" cy="0"/>
          <a:chOff x="0" y="0"/>
          <a:chExt cx="0" cy="0"/>
        </a:xfrm>
      </p:grpSpPr>
      <p:pic>
        <p:nvPicPr>
          <p:cNvPr id="201" name="Google Shape;201;p30"/>
          <p:cNvPicPr preferRelativeResize="0"/>
          <p:nvPr/>
        </p:nvPicPr>
        <p:blipFill rotWithShape="1">
          <a:blip r:embed="rId3">
            <a:alphaModFix/>
          </a:blip>
          <a:srcRect b="0" l="0" r="0" t="0"/>
          <a:stretch/>
        </p:blipFill>
        <p:spPr>
          <a:xfrm>
            <a:off x="238192" y="2909987"/>
            <a:ext cx="1784040" cy="1784040"/>
          </a:xfrm>
          <a:prstGeom prst="rect">
            <a:avLst/>
          </a:prstGeom>
          <a:noFill/>
          <a:ln>
            <a:noFill/>
          </a:ln>
        </p:spPr>
      </p:pic>
      <p:pic>
        <p:nvPicPr>
          <p:cNvPr id="202" name="Google Shape;202;p30"/>
          <p:cNvPicPr preferRelativeResize="0"/>
          <p:nvPr/>
        </p:nvPicPr>
        <p:blipFill rotWithShape="1">
          <a:blip r:embed="rId3">
            <a:alphaModFix/>
          </a:blip>
          <a:srcRect b="0" l="0" r="0" t="0"/>
          <a:stretch/>
        </p:blipFill>
        <p:spPr>
          <a:xfrm>
            <a:off x="3183475" y="1343005"/>
            <a:ext cx="1432347" cy="1432347"/>
          </a:xfrm>
          <a:prstGeom prst="rect">
            <a:avLst/>
          </a:prstGeom>
          <a:noFill/>
          <a:ln>
            <a:noFill/>
          </a:ln>
        </p:spPr>
      </p:pic>
      <p:pic>
        <p:nvPicPr>
          <p:cNvPr id="203" name="Google Shape;203;p30"/>
          <p:cNvPicPr preferRelativeResize="0"/>
          <p:nvPr/>
        </p:nvPicPr>
        <p:blipFill rotWithShape="1">
          <a:blip r:embed="rId3">
            <a:alphaModFix/>
          </a:blip>
          <a:srcRect b="0" l="0" r="0" t="0"/>
          <a:stretch/>
        </p:blipFill>
        <p:spPr>
          <a:xfrm>
            <a:off x="3183475" y="3085833"/>
            <a:ext cx="1432347" cy="1432347"/>
          </a:xfrm>
          <a:prstGeom prst="rect">
            <a:avLst/>
          </a:prstGeom>
          <a:noFill/>
          <a:ln>
            <a:noFill/>
          </a:ln>
        </p:spPr>
      </p:pic>
      <p:pic>
        <p:nvPicPr>
          <p:cNvPr id="204" name="Google Shape;204;p30"/>
          <p:cNvPicPr preferRelativeResize="0"/>
          <p:nvPr/>
        </p:nvPicPr>
        <p:blipFill rotWithShape="1">
          <a:blip r:embed="rId3">
            <a:alphaModFix/>
          </a:blip>
          <a:srcRect b="0" l="0" r="0" t="0"/>
          <a:stretch/>
        </p:blipFill>
        <p:spPr>
          <a:xfrm>
            <a:off x="3183475" y="4986929"/>
            <a:ext cx="1432347" cy="1432347"/>
          </a:xfrm>
          <a:prstGeom prst="rect">
            <a:avLst/>
          </a:prstGeom>
          <a:noFill/>
          <a:ln>
            <a:noFill/>
          </a:ln>
        </p:spPr>
      </p:pic>
      <p:pic>
        <p:nvPicPr>
          <p:cNvPr id="205" name="Google Shape;205;p30"/>
          <p:cNvPicPr preferRelativeResize="0"/>
          <p:nvPr/>
        </p:nvPicPr>
        <p:blipFill rotWithShape="1">
          <a:blip r:embed="rId4">
            <a:alphaModFix/>
          </a:blip>
          <a:srcRect b="0" l="0" r="0" t="0"/>
          <a:stretch/>
        </p:blipFill>
        <p:spPr>
          <a:xfrm rot="-1812480">
            <a:off x="1809657" y="2166706"/>
            <a:ext cx="1357561" cy="431025"/>
          </a:xfrm>
          <a:prstGeom prst="rect">
            <a:avLst/>
          </a:prstGeom>
          <a:noFill/>
          <a:ln>
            <a:noFill/>
          </a:ln>
        </p:spPr>
      </p:pic>
      <p:sp>
        <p:nvSpPr>
          <p:cNvPr id="206" name="Google Shape;206;p30"/>
          <p:cNvSpPr txBox="1"/>
          <p:nvPr/>
        </p:nvSpPr>
        <p:spPr>
          <a:xfrm>
            <a:off x="685800" y="285888"/>
            <a:ext cx="10326800" cy="833113"/>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 sz="3867" u="none" cap="none" strike="noStrike">
                <a:solidFill>
                  <a:srgbClr val="000000"/>
                </a:solidFill>
                <a:latin typeface="Abhaya Libre"/>
                <a:ea typeface="Abhaya Libre"/>
                <a:cs typeface="Abhaya Libre"/>
                <a:sym typeface="Abhaya Libre"/>
              </a:rPr>
              <a:t>Each packet can be sent along a different route</a:t>
            </a:r>
            <a:endParaRPr b="0" i="0" sz="933" u="none" cap="none" strike="noStrike">
              <a:solidFill>
                <a:srgbClr val="000000"/>
              </a:solidFill>
              <a:latin typeface="Arial"/>
              <a:ea typeface="Arial"/>
              <a:cs typeface="Arial"/>
              <a:sym typeface="Arial"/>
            </a:endParaRPr>
          </a:p>
        </p:txBody>
      </p:sp>
      <p:sp>
        <p:nvSpPr>
          <p:cNvPr id="207" name="Google Shape;207;p30"/>
          <p:cNvSpPr txBox="1"/>
          <p:nvPr/>
        </p:nvSpPr>
        <p:spPr>
          <a:xfrm>
            <a:off x="452800" y="3299967"/>
            <a:ext cx="1257200" cy="919098"/>
          </a:xfrm>
          <a:prstGeom prst="rect">
            <a:avLst/>
          </a:prstGeom>
          <a:noFill/>
          <a:ln>
            <a:noFill/>
          </a:ln>
        </p:spPr>
        <p:txBody>
          <a:bodyPr anchorCtr="0" anchor="t" bIns="0" lIns="0" spcFirstLastPara="1" rIns="0" wrap="square" tIns="0">
            <a:spAutoFit/>
          </a:bodyPr>
          <a:lstStyle/>
          <a:p>
            <a:pPr indent="0" lvl="0" marL="0" marR="0" rtl="0" algn="ctr">
              <a:lnSpc>
                <a:spcPct val="139981"/>
              </a:lnSpc>
              <a:spcBef>
                <a:spcPts val="0"/>
              </a:spcBef>
              <a:spcAft>
                <a:spcPts val="0"/>
              </a:spcAft>
              <a:buNone/>
            </a:pPr>
            <a:r>
              <a:rPr b="0" i="0" lang="en" sz="2133" u="none" cap="none" strike="noStrike">
                <a:solidFill>
                  <a:srgbClr val="000000"/>
                </a:solidFill>
                <a:latin typeface="Montserrat"/>
                <a:ea typeface="Montserrat"/>
                <a:cs typeface="Montserrat"/>
                <a:sym typeface="Montserrat"/>
              </a:rPr>
              <a:t>Secret </a:t>
            </a:r>
            <a:endParaRPr b="0" i="0" sz="933" u="none" cap="none" strike="noStrike">
              <a:solidFill>
                <a:srgbClr val="000000"/>
              </a:solidFill>
              <a:latin typeface="Arial"/>
              <a:ea typeface="Arial"/>
              <a:cs typeface="Arial"/>
              <a:sym typeface="Arial"/>
            </a:endParaRPr>
          </a:p>
          <a:p>
            <a:pPr indent="0" lvl="0" marL="0" marR="0" rtl="0" algn="ctr">
              <a:lnSpc>
                <a:spcPct val="139981"/>
              </a:lnSpc>
              <a:spcBef>
                <a:spcPts val="0"/>
              </a:spcBef>
              <a:spcAft>
                <a:spcPts val="0"/>
              </a:spcAft>
              <a:buNone/>
            </a:pPr>
            <a:r>
              <a:rPr b="0" i="0" lang="en" sz="2133" u="none" cap="none" strike="noStrike">
                <a:solidFill>
                  <a:srgbClr val="000000"/>
                </a:solidFill>
                <a:latin typeface="Montserrat"/>
                <a:ea typeface="Montserrat"/>
                <a:cs typeface="Montserrat"/>
                <a:sym typeface="Montserrat"/>
              </a:rPr>
              <a:t>Message</a:t>
            </a:r>
            <a:endParaRPr b="0" i="0" sz="933" u="none" cap="none" strike="noStrike">
              <a:solidFill>
                <a:srgbClr val="000000"/>
              </a:solidFill>
              <a:latin typeface="Arial"/>
              <a:ea typeface="Arial"/>
              <a:cs typeface="Arial"/>
              <a:sym typeface="Arial"/>
            </a:endParaRPr>
          </a:p>
        </p:txBody>
      </p:sp>
      <p:sp>
        <p:nvSpPr>
          <p:cNvPr id="208" name="Google Shape;208;p30"/>
          <p:cNvSpPr txBox="1"/>
          <p:nvPr/>
        </p:nvSpPr>
        <p:spPr>
          <a:xfrm>
            <a:off x="3557535" y="1682168"/>
            <a:ext cx="608000" cy="861774"/>
          </a:xfrm>
          <a:prstGeom prst="rect">
            <a:avLst/>
          </a:prstGeom>
          <a:noFill/>
          <a:ln>
            <a:noFill/>
          </a:ln>
        </p:spPr>
        <p:txBody>
          <a:bodyPr anchorCtr="0" anchor="t" bIns="0" lIns="0" spcFirstLastPara="1" rIns="0" wrap="square" tIns="0">
            <a:spAutoFit/>
          </a:bodyPr>
          <a:lstStyle/>
          <a:p>
            <a:pPr indent="0" lvl="0" marL="0" marR="0" rtl="0" algn="ctr">
              <a:lnSpc>
                <a:spcPct val="140010"/>
              </a:lnSpc>
              <a:spcBef>
                <a:spcPts val="0"/>
              </a:spcBef>
              <a:spcAft>
                <a:spcPts val="0"/>
              </a:spcAft>
              <a:buNone/>
            </a:pPr>
            <a:r>
              <a:rPr b="0" i="0" lang="en" sz="4000" u="none" cap="none" strike="noStrike">
                <a:solidFill>
                  <a:srgbClr val="000000"/>
                </a:solidFill>
                <a:latin typeface="Montserrat"/>
                <a:ea typeface="Montserrat"/>
                <a:cs typeface="Montserrat"/>
                <a:sym typeface="Montserrat"/>
              </a:rPr>
              <a:t>P1</a:t>
            </a:r>
            <a:endParaRPr b="0" i="0" sz="933" u="none" cap="none" strike="noStrike">
              <a:solidFill>
                <a:srgbClr val="000000"/>
              </a:solidFill>
              <a:latin typeface="Arial"/>
              <a:ea typeface="Arial"/>
              <a:cs typeface="Arial"/>
              <a:sym typeface="Arial"/>
            </a:endParaRPr>
          </a:p>
        </p:txBody>
      </p:sp>
      <p:sp>
        <p:nvSpPr>
          <p:cNvPr id="209" name="Google Shape;209;p30"/>
          <p:cNvSpPr txBox="1"/>
          <p:nvPr/>
        </p:nvSpPr>
        <p:spPr>
          <a:xfrm>
            <a:off x="3509168" y="3425001"/>
            <a:ext cx="706800" cy="861774"/>
          </a:xfrm>
          <a:prstGeom prst="rect">
            <a:avLst/>
          </a:prstGeom>
          <a:noFill/>
          <a:ln>
            <a:noFill/>
          </a:ln>
        </p:spPr>
        <p:txBody>
          <a:bodyPr anchorCtr="0" anchor="t" bIns="0" lIns="0" spcFirstLastPara="1" rIns="0" wrap="square" tIns="0">
            <a:spAutoFit/>
          </a:bodyPr>
          <a:lstStyle/>
          <a:p>
            <a:pPr indent="0" lvl="0" marL="0" marR="0" rtl="0" algn="ctr">
              <a:lnSpc>
                <a:spcPct val="140010"/>
              </a:lnSpc>
              <a:spcBef>
                <a:spcPts val="0"/>
              </a:spcBef>
              <a:spcAft>
                <a:spcPts val="0"/>
              </a:spcAft>
              <a:buNone/>
            </a:pPr>
            <a:r>
              <a:rPr b="0" i="0" lang="en" sz="4000" u="none" cap="none" strike="noStrike">
                <a:solidFill>
                  <a:srgbClr val="000000"/>
                </a:solidFill>
                <a:latin typeface="Montserrat"/>
                <a:ea typeface="Montserrat"/>
                <a:cs typeface="Montserrat"/>
                <a:sym typeface="Montserrat"/>
              </a:rPr>
              <a:t>P2</a:t>
            </a:r>
            <a:endParaRPr b="0" i="0" sz="933" u="none" cap="none" strike="noStrike">
              <a:solidFill>
                <a:srgbClr val="000000"/>
              </a:solidFill>
              <a:latin typeface="Arial"/>
              <a:ea typeface="Arial"/>
              <a:cs typeface="Arial"/>
              <a:sym typeface="Arial"/>
            </a:endParaRPr>
          </a:p>
        </p:txBody>
      </p:sp>
      <p:sp>
        <p:nvSpPr>
          <p:cNvPr id="210" name="Google Shape;210;p30"/>
          <p:cNvSpPr txBox="1"/>
          <p:nvPr/>
        </p:nvSpPr>
        <p:spPr>
          <a:xfrm>
            <a:off x="3557533" y="5326101"/>
            <a:ext cx="810383" cy="861774"/>
          </a:xfrm>
          <a:prstGeom prst="rect">
            <a:avLst/>
          </a:prstGeom>
          <a:noFill/>
          <a:ln>
            <a:noFill/>
          </a:ln>
        </p:spPr>
        <p:txBody>
          <a:bodyPr anchorCtr="0" anchor="t" bIns="0" lIns="0" spcFirstLastPara="1" rIns="0" wrap="square" tIns="0">
            <a:spAutoFit/>
          </a:bodyPr>
          <a:lstStyle/>
          <a:p>
            <a:pPr indent="0" lvl="0" marL="0" marR="0" rtl="0" algn="ctr">
              <a:lnSpc>
                <a:spcPct val="140010"/>
              </a:lnSpc>
              <a:spcBef>
                <a:spcPts val="0"/>
              </a:spcBef>
              <a:spcAft>
                <a:spcPts val="0"/>
              </a:spcAft>
              <a:buNone/>
            </a:pPr>
            <a:r>
              <a:rPr b="0" i="0" lang="en" sz="4000" u="none" cap="none" strike="noStrike">
                <a:solidFill>
                  <a:srgbClr val="000000"/>
                </a:solidFill>
                <a:latin typeface="Montserrat"/>
                <a:ea typeface="Montserrat"/>
                <a:cs typeface="Montserrat"/>
                <a:sym typeface="Montserrat"/>
              </a:rPr>
              <a:t>P3</a:t>
            </a:r>
            <a:endParaRPr b="0" i="0" sz="933" u="none" cap="none" strike="noStrike">
              <a:solidFill>
                <a:srgbClr val="000000"/>
              </a:solidFill>
              <a:latin typeface="Arial"/>
              <a:ea typeface="Arial"/>
              <a:cs typeface="Arial"/>
              <a:sym typeface="Arial"/>
            </a:endParaRPr>
          </a:p>
        </p:txBody>
      </p:sp>
      <p:pic>
        <p:nvPicPr>
          <p:cNvPr id="211" name="Google Shape;211;p30"/>
          <p:cNvPicPr preferRelativeResize="0"/>
          <p:nvPr/>
        </p:nvPicPr>
        <p:blipFill rotWithShape="1">
          <a:blip r:embed="rId4">
            <a:alphaModFix/>
          </a:blip>
          <a:srcRect b="0" l="0" r="0" t="0"/>
          <a:stretch/>
        </p:blipFill>
        <p:spPr>
          <a:xfrm>
            <a:off x="2197735" y="3645521"/>
            <a:ext cx="985740" cy="312972"/>
          </a:xfrm>
          <a:prstGeom prst="rect">
            <a:avLst/>
          </a:prstGeom>
          <a:noFill/>
          <a:ln>
            <a:noFill/>
          </a:ln>
        </p:spPr>
      </p:pic>
      <p:pic>
        <p:nvPicPr>
          <p:cNvPr id="212" name="Google Shape;212;p30"/>
          <p:cNvPicPr preferRelativeResize="0"/>
          <p:nvPr/>
        </p:nvPicPr>
        <p:blipFill rotWithShape="1">
          <a:blip r:embed="rId4">
            <a:alphaModFix/>
          </a:blip>
          <a:srcRect b="0" l="0" r="0" t="0"/>
          <a:stretch/>
        </p:blipFill>
        <p:spPr>
          <a:xfrm rot="2615086">
            <a:off x="1941932" y="5228771"/>
            <a:ext cx="1093008" cy="347031"/>
          </a:xfrm>
          <a:prstGeom prst="rect">
            <a:avLst/>
          </a:prstGeom>
          <a:noFill/>
          <a:ln>
            <a:noFill/>
          </a:ln>
        </p:spPr>
      </p:pic>
      <p:pic>
        <p:nvPicPr>
          <p:cNvPr id="213" name="Google Shape;213;p30"/>
          <p:cNvPicPr preferRelativeResize="0"/>
          <p:nvPr/>
        </p:nvPicPr>
        <p:blipFill rotWithShape="1">
          <a:blip r:embed="rId3">
            <a:alphaModFix/>
          </a:blip>
          <a:srcRect b="0" l="0" r="0" t="0"/>
          <a:stretch/>
        </p:blipFill>
        <p:spPr>
          <a:xfrm>
            <a:off x="9423933" y="2909987"/>
            <a:ext cx="1890612" cy="1890612"/>
          </a:xfrm>
          <a:prstGeom prst="rect">
            <a:avLst/>
          </a:prstGeom>
          <a:noFill/>
          <a:ln>
            <a:noFill/>
          </a:ln>
        </p:spPr>
      </p:pic>
      <p:sp>
        <p:nvSpPr>
          <p:cNvPr id="214" name="Google Shape;214;p30"/>
          <p:cNvSpPr txBox="1"/>
          <p:nvPr/>
        </p:nvSpPr>
        <p:spPr>
          <a:xfrm>
            <a:off x="9587835" y="3594800"/>
            <a:ext cx="1726800" cy="459549"/>
          </a:xfrm>
          <a:prstGeom prst="rect">
            <a:avLst/>
          </a:prstGeom>
          <a:noFill/>
          <a:ln>
            <a:noFill/>
          </a:ln>
        </p:spPr>
        <p:txBody>
          <a:bodyPr anchorCtr="0" anchor="t" bIns="0" lIns="0" spcFirstLastPara="1" rIns="0" wrap="square" tIns="0">
            <a:spAutoFit/>
          </a:bodyPr>
          <a:lstStyle/>
          <a:p>
            <a:pPr indent="0" lvl="0" marL="0" marR="0" rtl="0" algn="ctr">
              <a:lnSpc>
                <a:spcPct val="139981"/>
              </a:lnSpc>
              <a:spcBef>
                <a:spcPts val="0"/>
              </a:spcBef>
              <a:spcAft>
                <a:spcPts val="0"/>
              </a:spcAft>
              <a:buNone/>
            </a:pPr>
            <a:r>
              <a:rPr b="0" i="0" lang="en" sz="2133" u="none" cap="none" strike="noStrike">
                <a:solidFill>
                  <a:srgbClr val="000000"/>
                </a:solidFill>
                <a:latin typeface="Montserrat"/>
                <a:ea typeface="Montserrat"/>
                <a:cs typeface="Montserrat"/>
                <a:sym typeface="Montserrat"/>
              </a:rPr>
              <a:t>Destination</a:t>
            </a:r>
            <a:endParaRPr b="0" i="0" sz="933" u="none" cap="none" strike="noStrike">
              <a:solidFill>
                <a:srgbClr val="000000"/>
              </a:solidFill>
              <a:latin typeface="Arial"/>
              <a:ea typeface="Arial"/>
              <a:cs typeface="Arial"/>
              <a:sym typeface="Arial"/>
            </a:endParaRPr>
          </a:p>
        </p:txBody>
      </p:sp>
      <p:pic>
        <p:nvPicPr>
          <p:cNvPr id="215" name="Google Shape;215;p30"/>
          <p:cNvPicPr preferRelativeResize="0"/>
          <p:nvPr/>
        </p:nvPicPr>
        <p:blipFill rotWithShape="1">
          <a:blip r:embed="rId3">
            <a:alphaModFix/>
          </a:blip>
          <a:srcRect b="0" l="0" r="0" t="0"/>
          <a:stretch/>
        </p:blipFill>
        <p:spPr>
          <a:xfrm>
            <a:off x="5470416" y="2059181"/>
            <a:ext cx="3457593" cy="3457593"/>
          </a:xfrm>
          <a:prstGeom prst="rect">
            <a:avLst/>
          </a:prstGeom>
          <a:noFill/>
          <a:ln>
            <a:noFill/>
          </a:ln>
        </p:spPr>
      </p:pic>
      <p:sp>
        <p:nvSpPr>
          <p:cNvPr id="216" name="Google Shape;216;p30"/>
          <p:cNvSpPr txBox="1"/>
          <p:nvPr/>
        </p:nvSpPr>
        <p:spPr>
          <a:xfrm>
            <a:off x="6184655" y="1610850"/>
            <a:ext cx="1994211" cy="459549"/>
          </a:xfrm>
          <a:prstGeom prst="rect">
            <a:avLst/>
          </a:prstGeom>
          <a:noFill/>
          <a:ln>
            <a:noFill/>
          </a:ln>
        </p:spPr>
        <p:txBody>
          <a:bodyPr anchorCtr="0" anchor="t" bIns="0" lIns="0" spcFirstLastPara="1" rIns="0" wrap="square" tIns="0">
            <a:spAutoFit/>
          </a:bodyPr>
          <a:lstStyle/>
          <a:p>
            <a:pPr indent="0" lvl="0" marL="0" marR="0" rtl="0" algn="ctr">
              <a:lnSpc>
                <a:spcPct val="139981"/>
              </a:lnSpc>
              <a:spcBef>
                <a:spcPts val="0"/>
              </a:spcBef>
              <a:spcAft>
                <a:spcPts val="0"/>
              </a:spcAft>
              <a:buNone/>
            </a:pPr>
            <a:r>
              <a:rPr b="0" i="0" lang="en" sz="2133" u="none" cap="none" strike="noStrike">
                <a:solidFill>
                  <a:srgbClr val="000000"/>
                </a:solidFill>
                <a:latin typeface="Montserrat"/>
                <a:ea typeface="Montserrat"/>
                <a:cs typeface="Montserrat"/>
                <a:sym typeface="Montserrat"/>
              </a:rPr>
              <a:t>Any Route</a:t>
            </a:r>
            <a:endParaRPr b="0" i="0" sz="933" u="none" cap="none" strike="noStrike">
              <a:solidFill>
                <a:srgbClr val="000000"/>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3"/>
        </a:solidFill>
      </p:bgPr>
    </p:bg>
    <p:spTree>
      <p:nvGrpSpPr>
        <p:cNvPr id="220" name="Shape 220"/>
        <p:cNvGrpSpPr/>
        <p:nvPr/>
      </p:nvGrpSpPr>
      <p:grpSpPr>
        <a:xfrm>
          <a:off x="0" y="0"/>
          <a:ext cx="0" cy="0"/>
          <a:chOff x="0" y="0"/>
          <a:chExt cx="0" cy="0"/>
        </a:xfrm>
      </p:grpSpPr>
      <p:pic>
        <p:nvPicPr>
          <p:cNvPr id="221" name="Google Shape;221;p31"/>
          <p:cNvPicPr preferRelativeResize="0"/>
          <p:nvPr/>
        </p:nvPicPr>
        <p:blipFill rotWithShape="1">
          <a:blip r:embed="rId3">
            <a:alphaModFix/>
          </a:blip>
          <a:srcRect b="0" l="0" r="0" t="0"/>
          <a:stretch/>
        </p:blipFill>
        <p:spPr>
          <a:xfrm>
            <a:off x="2394831" y="1843622"/>
            <a:ext cx="1287165" cy="1287165"/>
          </a:xfrm>
          <a:prstGeom prst="rect">
            <a:avLst/>
          </a:prstGeom>
          <a:noFill/>
          <a:ln>
            <a:noFill/>
          </a:ln>
        </p:spPr>
      </p:pic>
      <p:pic>
        <p:nvPicPr>
          <p:cNvPr id="222" name="Google Shape;222;p31"/>
          <p:cNvPicPr preferRelativeResize="0"/>
          <p:nvPr/>
        </p:nvPicPr>
        <p:blipFill rotWithShape="1">
          <a:blip r:embed="rId3">
            <a:alphaModFix/>
          </a:blip>
          <a:srcRect b="0" l="0" r="0" t="0"/>
          <a:stretch/>
        </p:blipFill>
        <p:spPr>
          <a:xfrm>
            <a:off x="2394831" y="3409796"/>
            <a:ext cx="1287165" cy="1287165"/>
          </a:xfrm>
          <a:prstGeom prst="rect">
            <a:avLst/>
          </a:prstGeom>
          <a:noFill/>
          <a:ln>
            <a:noFill/>
          </a:ln>
        </p:spPr>
      </p:pic>
      <p:pic>
        <p:nvPicPr>
          <p:cNvPr id="223" name="Google Shape;223;p31"/>
          <p:cNvPicPr preferRelativeResize="0"/>
          <p:nvPr/>
        </p:nvPicPr>
        <p:blipFill rotWithShape="1">
          <a:blip r:embed="rId3">
            <a:alphaModFix/>
          </a:blip>
          <a:srcRect b="0" l="0" r="0" t="0"/>
          <a:stretch/>
        </p:blipFill>
        <p:spPr>
          <a:xfrm>
            <a:off x="2394831" y="5118198"/>
            <a:ext cx="1287165" cy="1287165"/>
          </a:xfrm>
          <a:prstGeom prst="rect">
            <a:avLst/>
          </a:prstGeom>
          <a:noFill/>
          <a:ln>
            <a:noFill/>
          </a:ln>
        </p:spPr>
      </p:pic>
      <p:pic>
        <p:nvPicPr>
          <p:cNvPr id="224" name="Google Shape;224;p31"/>
          <p:cNvPicPr preferRelativeResize="0"/>
          <p:nvPr/>
        </p:nvPicPr>
        <p:blipFill rotWithShape="1">
          <a:blip r:embed="rId4">
            <a:alphaModFix/>
          </a:blip>
          <a:srcRect b="0" l="0" r="0" t="0"/>
          <a:stretch/>
        </p:blipFill>
        <p:spPr>
          <a:xfrm rot="-1812480">
            <a:off x="3965190" y="5288825"/>
            <a:ext cx="1357561" cy="431025"/>
          </a:xfrm>
          <a:prstGeom prst="rect">
            <a:avLst/>
          </a:prstGeom>
          <a:noFill/>
          <a:ln>
            <a:noFill/>
          </a:ln>
        </p:spPr>
      </p:pic>
      <p:sp>
        <p:nvSpPr>
          <p:cNvPr id="225" name="Google Shape;225;p31"/>
          <p:cNvSpPr txBox="1"/>
          <p:nvPr/>
        </p:nvSpPr>
        <p:spPr>
          <a:xfrm>
            <a:off x="550533" y="192012"/>
            <a:ext cx="10326800" cy="1263808"/>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 sz="2933" u="none" cap="none" strike="noStrike">
                <a:solidFill>
                  <a:srgbClr val="000000"/>
                </a:solidFill>
                <a:latin typeface="Abhaya Libre"/>
                <a:ea typeface="Abhaya Libre"/>
                <a:cs typeface="Abhaya Libre"/>
                <a:sym typeface="Abhaya Libre"/>
              </a:rPr>
              <a:t>One disadvantage : Data needs to be </a:t>
            </a:r>
            <a:r>
              <a:rPr b="1" i="0" lang="en" sz="2933" u="none" cap="none" strike="noStrike">
                <a:solidFill>
                  <a:srgbClr val="FF0000"/>
                </a:solidFill>
                <a:latin typeface="Abhaya Libre"/>
                <a:ea typeface="Abhaya Libre"/>
                <a:cs typeface="Abhaya Libre"/>
                <a:sym typeface="Abhaya Libre"/>
              </a:rPr>
              <a:t>reassembled</a:t>
            </a:r>
            <a:r>
              <a:rPr b="0" i="0" lang="en" sz="2933" u="none" cap="none" strike="noStrike">
                <a:solidFill>
                  <a:srgbClr val="000000"/>
                </a:solidFill>
                <a:latin typeface="Abhaya Libre"/>
                <a:ea typeface="Abhaya Libre"/>
                <a:cs typeface="Abhaya Libre"/>
                <a:sym typeface="Abhaya Libre"/>
              </a:rPr>
              <a:t> when it reaches the destination.</a:t>
            </a:r>
            <a:endParaRPr b="0" i="0" sz="933" u="none" cap="none" strike="noStrike">
              <a:solidFill>
                <a:srgbClr val="000000"/>
              </a:solidFill>
              <a:latin typeface="Arial"/>
              <a:ea typeface="Arial"/>
              <a:cs typeface="Arial"/>
              <a:sym typeface="Arial"/>
            </a:endParaRPr>
          </a:p>
        </p:txBody>
      </p:sp>
      <p:sp>
        <p:nvSpPr>
          <p:cNvPr id="226" name="Google Shape;226;p31"/>
          <p:cNvSpPr txBox="1"/>
          <p:nvPr/>
        </p:nvSpPr>
        <p:spPr>
          <a:xfrm>
            <a:off x="2730836" y="2147033"/>
            <a:ext cx="546400" cy="775597"/>
          </a:xfrm>
          <a:prstGeom prst="rect">
            <a:avLst/>
          </a:prstGeom>
          <a:noFill/>
          <a:ln>
            <a:noFill/>
          </a:ln>
        </p:spPr>
        <p:txBody>
          <a:bodyPr anchorCtr="0" anchor="t" bIns="0" lIns="0" spcFirstLastPara="1" rIns="0" wrap="square" tIns="0">
            <a:spAutoFit/>
          </a:bodyPr>
          <a:lstStyle/>
          <a:p>
            <a:pPr indent="0" lvl="0" marL="0" marR="0" rtl="0" algn="ctr">
              <a:lnSpc>
                <a:spcPct val="139992"/>
              </a:lnSpc>
              <a:spcBef>
                <a:spcPts val="0"/>
              </a:spcBef>
              <a:spcAft>
                <a:spcPts val="0"/>
              </a:spcAft>
              <a:buNone/>
            </a:pPr>
            <a:r>
              <a:rPr b="0" i="0" lang="en" sz="3600" u="none" cap="none" strike="noStrike">
                <a:solidFill>
                  <a:srgbClr val="000000"/>
                </a:solidFill>
                <a:latin typeface="Montserrat"/>
                <a:ea typeface="Montserrat"/>
                <a:cs typeface="Montserrat"/>
                <a:sym typeface="Montserrat"/>
              </a:rPr>
              <a:t>P1</a:t>
            </a:r>
            <a:endParaRPr b="0" i="0" sz="933" u="none" cap="none" strike="noStrike">
              <a:solidFill>
                <a:srgbClr val="000000"/>
              </a:solidFill>
              <a:latin typeface="Arial"/>
              <a:ea typeface="Arial"/>
              <a:cs typeface="Arial"/>
              <a:sym typeface="Arial"/>
            </a:endParaRPr>
          </a:p>
        </p:txBody>
      </p:sp>
      <p:sp>
        <p:nvSpPr>
          <p:cNvPr id="227" name="Google Shape;227;p31"/>
          <p:cNvSpPr txBox="1"/>
          <p:nvPr/>
        </p:nvSpPr>
        <p:spPr>
          <a:xfrm>
            <a:off x="2679067" y="3713200"/>
            <a:ext cx="643600" cy="775597"/>
          </a:xfrm>
          <a:prstGeom prst="rect">
            <a:avLst/>
          </a:prstGeom>
          <a:noFill/>
          <a:ln>
            <a:noFill/>
          </a:ln>
        </p:spPr>
        <p:txBody>
          <a:bodyPr anchorCtr="0" anchor="t" bIns="0" lIns="0" spcFirstLastPara="1" rIns="0" wrap="square" tIns="0">
            <a:spAutoFit/>
          </a:bodyPr>
          <a:lstStyle/>
          <a:p>
            <a:pPr indent="0" lvl="0" marL="0" marR="0" rtl="0" algn="ctr">
              <a:lnSpc>
                <a:spcPct val="139992"/>
              </a:lnSpc>
              <a:spcBef>
                <a:spcPts val="0"/>
              </a:spcBef>
              <a:spcAft>
                <a:spcPts val="0"/>
              </a:spcAft>
              <a:buNone/>
            </a:pPr>
            <a:r>
              <a:rPr b="0" i="0" lang="en" sz="3600" u="none" cap="none" strike="noStrike">
                <a:solidFill>
                  <a:srgbClr val="000000"/>
                </a:solidFill>
                <a:latin typeface="Montserrat"/>
                <a:ea typeface="Montserrat"/>
                <a:cs typeface="Montserrat"/>
                <a:sym typeface="Montserrat"/>
              </a:rPr>
              <a:t>P2</a:t>
            </a:r>
            <a:endParaRPr b="0" i="0" sz="933" u="none" cap="none" strike="noStrike">
              <a:solidFill>
                <a:srgbClr val="000000"/>
              </a:solidFill>
              <a:latin typeface="Arial"/>
              <a:ea typeface="Arial"/>
              <a:cs typeface="Arial"/>
              <a:sym typeface="Arial"/>
            </a:endParaRPr>
          </a:p>
        </p:txBody>
      </p:sp>
      <p:sp>
        <p:nvSpPr>
          <p:cNvPr id="228" name="Google Shape;228;p31"/>
          <p:cNvSpPr txBox="1"/>
          <p:nvPr/>
        </p:nvSpPr>
        <p:spPr>
          <a:xfrm>
            <a:off x="2730834" y="5421600"/>
            <a:ext cx="704129" cy="775597"/>
          </a:xfrm>
          <a:prstGeom prst="rect">
            <a:avLst/>
          </a:prstGeom>
          <a:noFill/>
          <a:ln>
            <a:noFill/>
          </a:ln>
        </p:spPr>
        <p:txBody>
          <a:bodyPr anchorCtr="0" anchor="t" bIns="0" lIns="0" spcFirstLastPara="1" rIns="0" wrap="square" tIns="0">
            <a:spAutoFit/>
          </a:bodyPr>
          <a:lstStyle/>
          <a:p>
            <a:pPr indent="0" lvl="0" marL="0" marR="0" rtl="0" algn="ctr">
              <a:lnSpc>
                <a:spcPct val="139992"/>
              </a:lnSpc>
              <a:spcBef>
                <a:spcPts val="0"/>
              </a:spcBef>
              <a:spcAft>
                <a:spcPts val="0"/>
              </a:spcAft>
              <a:buNone/>
            </a:pPr>
            <a:r>
              <a:rPr b="0" i="0" lang="en" sz="3600" u="none" cap="none" strike="noStrike">
                <a:solidFill>
                  <a:srgbClr val="000000"/>
                </a:solidFill>
                <a:latin typeface="Montserrat"/>
                <a:ea typeface="Montserrat"/>
                <a:cs typeface="Montserrat"/>
                <a:sym typeface="Montserrat"/>
              </a:rPr>
              <a:t>P3</a:t>
            </a:r>
            <a:endParaRPr b="0" i="0" sz="933" u="none" cap="none" strike="noStrike">
              <a:solidFill>
                <a:srgbClr val="000000"/>
              </a:solidFill>
              <a:latin typeface="Arial"/>
              <a:ea typeface="Arial"/>
              <a:cs typeface="Arial"/>
              <a:sym typeface="Arial"/>
            </a:endParaRPr>
          </a:p>
        </p:txBody>
      </p:sp>
      <p:pic>
        <p:nvPicPr>
          <p:cNvPr id="229" name="Google Shape;229;p31"/>
          <p:cNvPicPr preferRelativeResize="0"/>
          <p:nvPr/>
        </p:nvPicPr>
        <p:blipFill rotWithShape="1">
          <a:blip r:embed="rId4">
            <a:alphaModFix/>
          </a:blip>
          <a:srcRect b="0" l="0" r="0" t="0"/>
          <a:stretch/>
        </p:blipFill>
        <p:spPr>
          <a:xfrm>
            <a:off x="4151099" y="3880957"/>
            <a:ext cx="985740" cy="312972"/>
          </a:xfrm>
          <a:prstGeom prst="rect">
            <a:avLst/>
          </a:prstGeom>
          <a:noFill/>
          <a:ln>
            <a:noFill/>
          </a:ln>
        </p:spPr>
      </p:pic>
      <p:pic>
        <p:nvPicPr>
          <p:cNvPr id="230" name="Google Shape;230;p31"/>
          <p:cNvPicPr preferRelativeResize="0"/>
          <p:nvPr/>
        </p:nvPicPr>
        <p:blipFill rotWithShape="1">
          <a:blip r:embed="rId4">
            <a:alphaModFix/>
          </a:blip>
          <a:srcRect b="0" l="0" r="0" t="0"/>
          <a:stretch/>
        </p:blipFill>
        <p:spPr>
          <a:xfrm rot="2615086">
            <a:off x="4074847" y="2584015"/>
            <a:ext cx="1093008" cy="347031"/>
          </a:xfrm>
          <a:prstGeom prst="rect">
            <a:avLst/>
          </a:prstGeom>
          <a:noFill/>
          <a:ln>
            <a:noFill/>
          </a:ln>
        </p:spPr>
      </p:pic>
      <p:pic>
        <p:nvPicPr>
          <p:cNvPr id="231" name="Google Shape;231;p31"/>
          <p:cNvPicPr preferRelativeResize="0"/>
          <p:nvPr/>
        </p:nvPicPr>
        <p:blipFill rotWithShape="1">
          <a:blip r:embed="rId3">
            <a:alphaModFix/>
          </a:blip>
          <a:srcRect b="0" l="0" r="0" t="0"/>
          <a:stretch/>
        </p:blipFill>
        <p:spPr>
          <a:xfrm>
            <a:off x="8474306" y="3038947"/>
            <a:ext cx="1890612" cy="1890612"/>
          </a:xfrm>
          <a:prstGeom prst="rect">
            <a:avLst/>
          </a:prstGeom>
          <a:noFill/>
          <a:ln>
            <a:noFill/>
          </a:ln>
        </p:spPr>
      </p:pic>
      <p:sp>
        <p:nvSpPr>
          <p:cNvPr id="232" name="Google Shape;232;p31"/>
          <p:cNvSpPr txBox="1"/>
          <p:nvPr/>
        </p:nvSpPr>
        <p:spPr>
          <a:xfrm>
            <a:off x="8628667" y="3680067"/>
            <a:ext cx="1637600" cy="459549"/>
          </a:xfrm>
          <a:prstGeom prst="rect">
            <a:avLst/>
          </a:prstGeom>
          <a:noFill/>
          <a:ln>
            <a:noFill/>
          </a:ln>
        </p:spPr>
        <p:txBody>
          <a:bodyPr anchorCtr="0" anchor="t" bIns="0" lIns="0" spcFirstLastPara="1" rIns="0" wrap="square" tIns="0">
            <a:spAutoFit/>
          </a:bodyPr>
          <a:lstStyle/>
          <a:p>
            <a:pPr indent="0" lvl="0" marL="0" marR="0" rtl="0" algn="ctr">
              <a:lnSpc>
                <a:spcPct val="139981"/>
              </a:lnSpc>
              <a:spcBef>
                <a:spcPts val="0"/>
              </a:spcBef>
              <a:spcAft>
                <a:spcPts val="0"/>
              </a:spcAft>
              <a:buNone/>
            </a:pPr>
            <a:r>
              <a:rPr b="0" i="0" lang="en" sz="2133" u="none" cap="none" strike="noStrike">
                <a:solidFill>
                  <a:srgbClr val="000000"/>
                </a:solidFill>
                <a:latin typeface="Montserrat"/>
                <a:ea typeface="Montserrat"/>
                <a:cs typeface="Montserrat"/>
                <a:sym typeface="Montserrat"/>
              </a:rPr>
              <a:t>Destination</a:t>
            </a:r>
            <a:endParaRPr b="0" i="0" sz="933" u="none" cap="none" strike="noStrike">
              <a:solidFill>
                <a:srgbClr val="000000"/>
              </a:solidFill>
              <a:latin typeface="Arial"/>
              <a:ea typeface="Arial"/>
              <a:cs typeface="Arial"/>
              <a:sym typeface="Arial"/>
            </a:endParaRPr>
          </a:p>
        </p:txBody>
      </p:sp>
      <p:pic>
        <p:nvPicPr>
          <p:cNvPr id="233" name="Google Shape;233;p31"/>
          <p:cNvPicPr preferRelativeResize="0"/>
          <p:nvPr/>
        </p:nvPicPr>
        <p:blipFill rotWithShape="1">
          <a:blip r:embed="rId3">
            <a:alphaModFix/>
          </a:blip>
          <a:srcRect b="0" l="0" r="0" t="0"/>
          <a:stretch/>
        </p:blipFill>
        <p:spPr>
          <a:xfrm>
            <a:off x="5379595" y="2935743"/>
            <a:ext cx="1784040" cy="1784040"/>
          </a:xfrm>
          <a:prstGeom prst="rect">
            <a:avLst/>
          </a:prstGeom>
          <a:noFill/>
          <a:ln>
            <a:noFill/>
          </a:ln>
        </p:spPr>
      </p:pic>
      <p:sp>
        <p:nvSpPr>
          <p:cNvPr id="234" name="Google Shape;234;p31"/>
          <p:cNvSpPr txBox="1"/>
          <p:nvPr/>
        </p:nvSpPr>
        <p:spPr>
          <a:xfrm>
            <a:off x="5691933" y="3325701"/>
            <a:ext cx="1287200" cy="919098"/>
          </a:xfrm>
          <a:prstGeom prst="rect">
            <a:avLst/>
          </a:prstGeom>
          <a:noFill/>
          <a:ln>
            <a:noFill/>
          </a:ln>
        </p:spPr>
        <p:txBody>
          <a:bodyPr anchorCtr="0" anchor="t" bIns="0" lIns="0" spcFirstLastPara="1" rIns="0" wrap="square" tIns="0">
            <a:spAutoFit/>
          </a:bodyPr>
          <a:lstStyle/>
          <a:p>
            <a:pPr indent="0" lvl="0" marL="0" marR="0" rtl="0" algn="ctr">
              <a:lnSpc>
                <a:spcPct val="139981"/>
              </a:lnSpc>
              <a:spcBef>
                <a:spcPts val="0"/>
              </a:spcBef>
              <a:spcAft>
                <a:spcPts val="0"/>
              </a:spcAft>
              <a:buNone/>
            </a:pPr>
            <a:r>
              <a:rPr b="0" i="0" lang="en" sz="2133" u="none" cap="none" strike="noStrike">
                <a:solidFill>
                  <a:srgbClr val="000000"/>
                </a:solidFill>
                <a:latin typeface="Montserrat"/>
                <a:ea typeface="Montserrat"/>
                <a:cs typeface="Montserrat"/>
                <a:sym typeface="Montserrat"/>
              </a:rPr>
              <a:t>Secret </a:t>
            </a:r>
            <a:endParaRPr b="0" i="0" sz="933" u="none" cap="none" strike="noStrike">
              <a:solidFill>
                <a:srgbClr val="000000"/>
              </a:solidFill>
              <a:latin typeface="Arial"/>
              <a:ea typeface="Arial"/>
              <a:cs typeface="Arial"/>
              <a:sym typeface="Arial"/>
            </a:endParaRPr>
          </a:p>
          <a:p>
            <a:pPr indent="0" lvl="0" marL="0" marR="0" rtl="0" algn="ctr">
              <a:lnSpc>
                <a:spcPct val="139981"/>
              </a:lnSpc>
              <a:spcBef>
                <a:spcPts val="0"/>
              </a:spcBef>
              <a:spcAft>
                <a:spcPts val="0"/>
              </a:spcAft>
              <a:buNone/>
            </a:pPr>
            <a:r>
              <a:rPr b="0" i="0" lang="en" sz="2133" u="none" cap="none" strike="noStrike">
                <a:solidFill>
                  <a:srgbClr val="000000"/>
                </a:solidFill>
                <a:latin typeface="Montserrat"/>
                <a:ea typeface="Montserrat"/>
                <a:cs typeface="Montserrat"/>
                <a:sym typeface="Montserrat"/>
              </a:rPr>
              <a:t>Message</a:t>
            </a:r>
            <a:endParaRPr b="0" i="0" sz="933" u="none" cap="none" strike="noStrike">
              <a:solidFill>
                <a:srgbClr val="000000"/>
              </a:solidFill>
              <a:latin typeface="Arial"/>
              <a:ea typeface="Arial"/>
              <a:cs typeface="Arial"/>
              <a:sym typeface="Arial"/>
            </a:endParaRPr>
          </a:p>
        </p:txBody>
      </p:sp>
      <p:pic>
        <p:nvPicPr>
          <p:cNvPr id="235" name="Google Shape;235;p31"/>
          <p:cNvPicPr preferRelativeResize="0"/>
          <p:nvPr/>
        </p:nvPicPr>
        <p:blipFill rotWithShape="1">
          <a:blip r:embed="rId4">
            <a:alphaModFix/>
          </a:blip>
          <a:srcRect b="0" l="0" r="0" t="0"/>
          <a:stretch/>
        </p:blipFill>
        <p:spPr>
          <a:xfrm>
            <a:off x="7326101" y="3827762"/>
            <a:ext cx="985740" cy="312972"/>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3"/>
        </a:solidFill>
      </p:bgPr>
    </p:bg>
    <p:spTree>
      <p:nvGrpSpPr>
        <p:cNvPr id="239" name="Shape 239"/>
        <p:cNvGrpSpPr/>
        <p:nvPr/>
      </p:nvGrpSpPr>
      <p:grpSpPr>
        <a:xfrm>
          <a:off x="0" y="0"/>
          <a:ext cx="0" cy="0"/>
          <a:chOff x="0" y="0"/>
          <a:chExt cx="0" cy="0"/>
        </a:xfrm>
      </p:grpSpPr>
      <p:pic>
        <p:nvPicPr>
          <p:cNvPr id="240" name="Google Shape;240;p32"/>
          <p:cNvPicPr preferRelativeResize="0"/>
          <p:nvPr/>
        </p:nvPicPr>
        <p:blipFill rotWithShape="1">
          <a:blip r:embed="rId3">
            <a:alphaModFix/>
          </a:blip>
          <a:srcRect b="0" l="0" r="0" t="0"/>
          <a:stretch/>
        </p:blipFill>
        <p:spPr>
          <a:xfrm>
            <a:off x="347734" y="1570972"/>
            <a:ext cx="1287165" cy="1287165"/>
          </a:xfrm>
          <a:prstGeom prst="rect">
            <a:avLst/>
          </a:prstGeom>
          <a:noFill/>
          <a:ln>
            <a:noFill/>
          </a:ln>
        </p:spPr>
      </p:pic>
      <p:pic>
        <p:nvPicPr>
          <p:cNvPr id="241" name="Google Shape;241;p32"/>
          <p:cNvPicPr preferRelativeResize="0"/>
          <p:nvPr/>
        </p:nvPicPr>
        <p:blipFill rotWithShape="1">
          <a:blip r:embed="rId4">
            <a:alphaModFix/>
          </a:blip>
          <a:srcRect b="0" l="0" r="0" t="0"/>
          <a:stretch/>
        </p:blipFill>
        <p:spPr>
          <a:xfrm>
            <a:off x="536597" y="2214553"/>
            <a:ext cx="1553208" cy="1553208"/>
          </a:xfrm>
          <a:prstGeom prst="rect">
            <a:avLst/>
          </a:prstGeom>
          <a:noFill/>
          <a:ln>
            <a:noFill/>
          </a:ln>
        </p:spPr>
      </p:pic>
      <p:pic>
        <p:nvPicPr>
          <p:cNvPr id="242" name="Google Shape;242;p32"/>
          <p:cNvPicPr preferRelativeResize="0"/>
          <p:nvPr/>
        </p:nvPicPr>
        <p:blipFill rotWithShape="1">
          <a:blip r:embed="rId5">
            <a:alphaModFix/>
          </a:blip>
          <a:srcRect b="0" l="0" r="0" t="0"/>
          <a:stretch/>
        </p:blipFill>
        <p:spPr>
          <a:xfrm>
            <a:off x="2686503" y="4347449"/>
            <a:ext cx="2919604" cy="1824753"/>
          </a:xfrm>
          <a:prstGeom prst="rect">
            <a:avLst/>
          </a:prstGeom>
          <a:noFill/>
          <a:ln>
            <a:noFill/>
          </a:ln>
        </p:spPr>
      </p:pic>
      <p:sp>
        <p:nvSpPr>
          <p:cNvPr id="243" name="Google Shape;243;p32"/>
          <p:cNvSpPr txBox="1"/>
          <p:nvPr/>
        </p:nvSpPr>
        <p:spPr>
          <a:xfrm>
            <a:off x="536600" y="273200"/>
            <a:ext cx="3840400" cy="919291"/>
          </a:xfrm>
          <a:prstGeom prst="rect">
            <a:avLst/>
          </a:prstGeom>
          <a:noFill/>
          <a:ln>
            <a:noFill/>
          </a:ln>
        </p:spPr>
        <p:txBody>
          <a:bodyPr anchorCtr="0" anchor="t" bIns="0" lIns="0" spcFirstLastPara="1" rIns="0" wrap="square" tIns="0">
            <a:spAutoFit/>
          </a:bodyPr>
          <a:lstStyle/>
          <a:p>
            <a:pPr indent="0" lvl="0" marL="0" marR="0" rtl="0" algn="ctr">
              <a:lnSpc>
                <a:spcPct val="139993"/>
              </a:lnSpc>
              <a:spcBef>
                <a:spcPts val="0"/>
              </a:spcBef>
              <a:spcAft>
                <a:spcPts val="0"/>
              </a:spcAft>
              <a:buNone/>
            </a:pPr>
            <a:r>
              <a:rPr b="0" i="0" lang="en" sz="4267" u="none" cap="none" strike="noStrike">
                <a:solidFill>
                  <a:srgbClr val="000000"/>
                </a:solidFill>
                <a:latin typeface="Abhaya Libre"/>
                <a:ea typeface="Abhaya Libre"/>
                <a:cs typeface="Abhaya Libre"/>
                <a:sym typeface="Abhaya Libre"/>
              </a:rPr>
              <a:t>Packet Structure</a:t>
            </a:r>
            <a:endParaRPr b="0" i="0" sz="933" u="none" cap="none" strike="noStrike">
              <a:solidFill>
                <a:srgbClr val="000000"/>
              </a:solidFill>
              <a:latin typeface="Arial"/>
              <a:ea typeface="Arial"/>
              <a:cs typeface="Arial"/>
              <a:sym typeface="Arial"/>
            </a:endParaRPr>
          </a:p>
        </p:txBody>
      </p:sp>
      <p:sp>
        <p:nvSpPr>
          <p:cNvPr id="244" name="Google Shape;244;p32"/>
          <p:cNvSpPr txBox="1"/>
          <p:nvPr/>
        </p:nvSpPr>
        <p:spPr>
          <a:xfrm>
            <a:off x="752536" y="1874367"/>
            <a:ext cx="606000" cy="775597"/>
          </a:xfrm>
          <a:prstGeom prst="rect">
            <a:avLst/>
          </a:prstGeom>
          <a:noFill/>
          <a:ln>
            <a:noFill/>
          </a:ln>
        </p:spPr>
        <p:txBody>
          <a:bodyPr anchorCtr="0" anchor="t" bIns="0" lIns="0" spcFirstLastPara="1" rIns="0" wrap="square" tIns="0">
            <a:spAutoFit/>
          </a:bodyPr>
          <a:lstStyle/>
          <a:p>
            <a:pPr indent="0" lvl="0" marL="0" marR="0" rtl="0" algn="ctr">
              <a:lnSpc>
                <a:spcPct val="139992"/>
              </a:lnSpc>
              <a:spcBef>
                <a:spcPts val="0"/>
              </a:spcBef>
              <a:spcAft>
                <a:spcPts val="0"/>
              </a:spcAft>
              <a:buNone/>
            </a:pPr>
            <a:r>
              <a:rPr b="0" i="0" lang="en" sz="3600" u="none" cap="none" strike="noStrike">
                <a:solidFill>
                  <a:srgbClr val="000000"/>
                </a:solidFill>
                <a:latin typeface="Montserrat"/>
                <a:ea typeface="Montserrat"/>
                <a:cs typeface="Montserrat"/>
                <a:sym typeface="Montserrat"/>
              </a:rPr>
              <a:t>P1</a:t>
            </a:r>
            <a:endParaRPr b="0" i="0" sz="933" u="none" cap="none" strike="noStrike">
              <a:solidFill>
                <a:srgbClr val="000000"/>
              </a:solidFill>
              <a:latin typeface="Arial"/>
              <a:ea typeface="Arial"/>
              <a:cs typeface="Arial"/>
              <a:sym typeface="Arial"/>
            </a:endParaRPr>
          </a:p>
        </p:txBody>
      </p:sp>
      <p:pic>
        <p:nvPicPr>
          <p:cNvPr id="245" name="Google Shape;245;p32"/>
          <p:cNvPicPr preferRelativeResize="0"/>
          <p:nvPr/>
        </p:nvPicPr>
        <p:blipFill rotWithShape="1">
          <a:blip r:embed="rId6">
            <a:alphaModFix/>
          </a:blip>
          <a:srcRect b="0" l="0" r="0" t="0"/>
          <a:stretch/>
        </p:blipFill>
        <p:spPr>
          <a:xfrm>
            <a:off x="5606107" y="4347449"/>
            <a:ext cx="2919604" cy="1824753"/>
          </a:xfrm>
          <a:prstGeom prst="rect">
            <a:avLst/>
          </a:prstGeom>
          <a:noFill/>
          <a:ln>
            <a:noFill/>
          </a:ln>
        </p:spPr>
      </p:pic>
      <p:pic>
        <p:nvPicPr>
          <p:cNvPr id="246" name="Google Shape;246;p32"/>
          <p:cNvPicPr preferRelativeResize="0"/>
          <p:nvPr/>
        </p:nvPicPr>
        <p:blipFill rotWithShape="1">
          <a:blip r:embed="rId7">
            <a:alphaModFix/>
          </a:blip>
          <a:srcRect b="0" l="0" r="0" t="0"/>
          <a:stretch/>
        </p:blipFill>
        <p:spPr>
          <a:xfrm>
            <a:off x="8525713" y="4347449"/>
            <a:ext cx="2919604" cy="1824753"/>
          </a:xfrm>
          <a:prstGeom prst="rect">
            <a:avLst/>
          </a:prstGeom>
          <a:noFill/>
          <a:ln>
            <a:noFill/>
          </a:ln>
        </p:spPr>
      </p:pic>
      <p:sp>
        <p:nvSpPr>
          <p:cNvPr id="247" name="Google Shape;247;p32"/>
          <p:cNvSpPr txBox="1"/>
          <p:nvPr/>
        </p:nvSpPr>
        <p:spPr>
          <a:xfrm>
            <a:off x="3391001" y="4999767"/>
            <a:ext cx="1389200" cy="603242"/>
          </a:xfrm>
          <a:prstGeom prst="rect">
            <a:avLst/>
          </a:prstGeom>
          <a:noFill/>
          <a:ln>
            <a:noFill/>
          </a:ln>
        </p:spPr>
        <p:txBody>
          <a:bodyPr anchorCtr="0" anchor="t" bIns="0" lIns="0" spcFirstLastPara="1" rIns="0" wrap="square" tIns="0">
            <a:spAutoFit/>
          </a:bodyPr>
          <a:lstStyle/>
          <a:p>
            <a:pPr indent="0" lvl="0" marL="0" marR="0" rtl="0" algn="ctr">
              <a:lnSpc>
                <a:spcPct val="140000"/>
              </a:lnSpc>
              <a:spcBef>
                <a:spcPts val="0"/>
              </a:spcBef>
              <a:spcAft>
                <a:spcPts val="0"/>
              </a:spcAft>
              <a:buNone/>
            </a:pPr>
            <a:r>
              <a:rPr b="0" i="0" lang="en" sz="2800" u="none" cap="none" strike="noStrike">
                <a:solidFill>
                  <a:srgbClr val="000000"/>
                </a:solidFill>
                <a:latin typeface="Montserrat"/>
                <a:ea typeface="Montserrat"/>
                <a:cs typeface="Montserrat"/>
                <a:sym typeface="Montserrat"/>
              </a:rPr>
              <a:t>Header</a:t>
            </a:r>
            <a:endParaRPr b="0" i="0" sz="933" u="none" cap="none" strike="noStrike">
              <a:solidFill>
                <a:srgbClr val="000000"/>
              </a:solidFill>
              <a:latin typeface="Arial"/>
              <a:ea typeface="Arial"/>
              <a:cs typeface="Arial"/>
              <a:sym typeface="Arial"/>
            </a:endParaRPr>
          </a:p>
        </p:txBody>
      </p:sp>
      <p:sp>
        <p:nvSpPr>
          <p:cNvPr id="248" name="Google Shape;248;p32"/>
          <p:cNvSpPr txBox="1"/>
          <p:nvPr/>
        </p:nvSpPr>
        <p:spPr>
          <a:xfrm>
            <a:off x="6207265" y="4999767"/>
            <a:ext cx="1553200" cy="603242"/>
          </a:xfrm>
          <a:prstGeom prst="rect">
            <a:avLst/>
          </a:prstGeom>
          <a:noFill/>
          <a:ln>
            <a:noFill/>
          </a:ln>
        </p:spPr>
        <p:txBody>
          <a:bodyPr anchorCtr="0" anchor="t" bIns="0" lIns="0" spcFirstLastPara="1" rIns="0" wrap="square" tIns="0">
            <a:spAutoFit/>
          </a:bodyPr>
          <a:lstStyle/>
          <a:p>
            <a:pPr indent="0" lvl="0" marL="0" marR="0" rtl="0" algn="ctr">
              <a:lnSpc>
                <a:spcPct val="140000"/>
              </a:lnSpc>
              <a:spcBef>
                <a:spcPts val="0"/>
              </a:spcBef>
              <a:spcAft>
                <a:spcPts val="0"/>
              </a:spcAft>
              <a:buNone/>
            </a:pPr>
            <a:r>
              <a:rPr b="0" i="0" lang="en" sz="2800" u="none" cap="none" strike="noStrike">
                <a:solidFill>
                  <a:srgbClr val="000000"/>
                </a:solidFill>
                <a:latin typeface="Montserrat"/>
                <a:ea typeface="Montserrat"/>
                <a:cs typeface="Montserrat"/>
                <a:sym typeface="Montserrat"/>
              </a:rPr>
              <a:t>Payload</a:t>
            </a:r>
            <a:endParaRPr b="0" i="0" sz="933" u="none" cap="none" strike="noStrike">
              <a:solidFill>
                <a:srgbClr val="000000"/>
              </a:solidFill>
              <a:latin typeface="Arial"/>
              <a:ea typeface="Arial"/>
              <a:cs typeface="Arial"/>
              <a:sym typeface="Arial"/>
            </a:endParaRPr>
          </a:p>
        </p:txBody>
      </p:sp>
      <p:sp>
        <p:nvSpPr>
          <p:cNvPr id="249" name="Google Shape;249;p32"/>
          <p:cNvSpPr txBox="1"/>
          <p:nvPr/>
        </p:nvSpPr>
        <p:spPr>
          <a:xfrm>
            <a:off x="9243131" y="4999767"/>
            <a:ext cx="1287200" cy="603242"/>
          </a:xfrm>
          <a:prstGeom prst="rect">
            <a:avLst/>
          </a:prstGeom>
          <a:noFill/>
          <a:ln>
            <a:noFill/>
          </a:ln>
        </p:spPr>
        <p:txBody>
          <a:bodyPr anchorCtr="0" anchor="t" bIns="0" lIns="0" spcFirstLastPara="1" rIns="0" wrap="square" tIns="0">
            <a:spAutoFit/>
          </a:bodyPr>
          <a:lstStyle/>
          <a:p>
            <a:pPr indent="0" lvl="0" marL="0" marR="0" rtl="0" algn="ctr">
              <a:lnSpc>
                <a:spcPct val="140000"/>
              </a:lnSpc>
              <a:spcBef>
                <a:spcPts val="0"/>
              </a:spcBef>
              <a:spcAft>
                <a:spcPts val="0"/>
              </a:spcAft>
              <a:buNone/>
            </a:pPr>
            <a:r>
              <a:rPr b="0" i="0" lang="en" sz="2800" u="none" cap="none" strike="noStrike">
                <a:solidFill>
                  <a:srgbClr val="000000"/>
                </a:solidFill>
                <a:latin typeface="Montserrat"/>
                <a:ea typeface="Montserrat"/>
                <a:cs typeface="Montserrat"/>
                <a:sym typeface="Montserrat"/>
              </a:rPr>
              <a:t>Trailer</a:t>
            </a:r>
            <a:endParaRPr b="0" i="0" sz="933" u="none" cap="none" strike="noStrike">
              <a:solidFill>
                <a:srgbClr val="000000"/>
              </a:solidFill>
              <a:latin typeface="Arial"/>
              <a:ea typeface="Arial"/>
              <a:cs typeface="Arial"/>
              <a:sym typeface="Arial"/>
            </a:endParaRPr>
          </a:p>
        </p:txBody>
      </p:sp>
      <p:sp>
        <p:nvSpPr>
          <p:cNvPr id="250" name="Google Shape;250;p32"/>
          <p:cNvSpPr txBox="1"/>
          <p:nvPr/>
        </p:nvSpPr>
        <p:spPr>
          <a:xfrm>
            <a:off x="2686503" y="3380929"/>
            <a:ext cx="6533600" cy="861774"/>
          </a:xfrm>
          <a:prstGeom prst="rect">
            <a:avLst/>
          </a:prstGeom>
          <a:noFill/>
          <a:ln>
            <a:noFill/>
          </a:ln>
        </p:spPr>
        <p:txBody>
          <a:bodyPr anchorCtr="0" anchor="t" bIns="0" lIns="0" spcFirstLastPara="1" rIns="0" wrap="square" tIns="0">
            <a:spAutoFit/>
          </a:bodyPr>
          <a:lstStyle/>
          <a:p>
            <a:pPr indent="0" lvl="0" marL="0" marR="0" rtl="0" algn="ctr">
              <a:lnSpc>
                <a:spcPct val="140003"/>
              </a:lnSpc>
              <a:spcBef>
                <a:spcPts val="0"/>
              </a:spcBef>
              <a:spcAft>
                <a:spcPts val="0"/>
              </a:spcAft>
              <a:buNone/>
            </a:pPr>
            <a:r>
              <a:rPr b="0" i="0" lang="en" sz="4000" u="none" cap="none" strike="noStrike">
                <a:solidFill>
                  <a:srgbClr val="000000"/>
                </a:solidFill>
                <a:latin typeface="Abhaya Libre"/>
                <a:ea typeface="Abhaya Libre"/>
                <a:cs typeface="Abhaya Libre"/>
                <a:sym typeface="Abhaya Libre"/>
              </a:rPr>
              <a:t>A typical packet is split up into: </a:t>
            </a:r>
            <a:endParaRPr b="0" i="0" sz="933"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47"/>
                                        </p:tgtEl>
                                        <p:attrNameLst>
                                          <p:attrName>style.visibility</p:attrName>
                                        </p:attrNameLst>
                                      </p:cBhvr>
                                      <p:to>
                                        <p:strVal val="visible"/>
                                      </p:to>
                                    </p:set>
                                    <p:animEffect filter="fade" transition="in">
                                      <p:cBhvr>
                                        <p:cTn dur="1000"/>
                                        <p:tgtEl>
                                          <p:spTgt spid="24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48"/>
                                        </p:tgtEl>
                                        <p:attrNameLst>
                                          <p:attrName>style.visibility</p:attrName>
                                        </p:attrNameLst>
                                      </p:cBhvr>
                                      <p:to>
                                        <p:strVal val="visible"/>
                                      </p:to>
                                    </p:set>
                                    <p:animEffect filter="fade" transition="in">
                                      <p:cBhvr>
                                        <p:cTn dur="1000"/>
                                        <p:tgtEl>
                                          <p:spTgt spid="24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49"/>
                                        </p:tgtEl>
                                        <p:attrNameLst>
                                          <p:attrName>style.visibility</p:attrName>
                                        </p:attrNameLst>
                                      </p:cBhvr>
                                      <p:to>
                                        <p:strVal val="visible"/>
                                      </p:to>
                                    </p:set>
                                    <p:animEffect filter="fade" transition="in">
                                      <p:cBhvr>
                                        <p:cTn dur="1000"/>
                                        <p:tgtEl>
                                          <p:spTgt spid="249"/>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3"/>
        </a:solidFill>
      </p:bgPr>
    </p:bg>
    <p:spTree>
      <p:nvGrpSpPr>
        <p:cNvPr id="254" name="Shape 254"/>
        <p:cNvGrpSpPr/>
        <p:nvPr/>
      </p:nvGrpSpPr>
      <p:grpSpPr>
        <a:xfrm>
          <a:off x="0" y="0"/>
          <a:ext cx="0" cy="0"/>
          <a:chOff x="0" y="0"/>
          <a:chExt cx="0" cy="0"/>
        </a:xfrm>
      </p:grpSpPr>
      <p:pic>
        <p:nvPicPr>
          <p:cNvPr id="255" name="Google Shape;255;p33"/>
          <p:cNvPicPr preferRelativeResize="0"/>
          <p:nvPr/>
        </p:nvPicPr>
        <p:blipFill rotWithShape="1">
          <a:blip r:embed="rId3">
            <a:alphaModFix/>
          </a:blip>
          <a:srcRect b="0" l="0" r="0" t="0"/>
          <a:stretch/>
        </p:blipFill>
        <p:spPr>
          <a:xfrm>
            <a:off x="1644341" y="1983984"/>
            <a:ext cx="1553208" cy="1553208"/>
          </a:xfrm>
          <a:prstGeom prst="rect">
            <a:avLst/>
          </a:prstGeom>
          <a:noFill/>
          <a:ln>
            <a:noFill/>
          </a:ln>
        </p:spPr>
      </p:pic>
      <p:pic>
        <p:nvPicPr>
          <p:cNvPr id="256" name="Google Shape;256;p33"/>
          <p:cNvPicPr preferRelativeResize="0"/>
          <p:nvPr/>
        </p:nvPicPr>
        <p:blipFill rotWithShape="1">
          <a:blip r:embed="rId4">
            <a:alphaModFix/>
          </a:blip>
          <a:srcRect b="0" l="0" r="0" t="0"/>
          <a:stretch/>
        </p:blipFill>
        <p:spPr>
          <a:xfrm>
            <a:off x="277943" y="1280864"/>
            <a:ext cx="2919604" cy="1824753"/>
          </a:xfrm>
          <a:prstGeom prst="rect">
            <a:avLst/>
          </a:prstGeom>
          <a:noFill/>
          <a:ln>
            <a:noFill/>
          </a:ln>
        </p:spPr>
      </p:pic>
      <p:sp>
        <p:nvSpPr>
          <p:cNvPr id="257" name="Google Shape;257;p33"/>
          <p:cNvSpPr txBox="1"/>
          <p:nvPr/>
        </p:nvSpPr>
        <p:spPr>
          <a:xfrm>
            <a:off x="536597" y="273187"/>
            <a:ext cx="6090400" cy="919291"/>
          </a:xfrm>
          <a:prstGeom prst="rect">
            <a:avLst/>
          </a:prstGeom>
          <a:noFill/>
          <a:ln>
            <a:noFill/>
          </a:ln>
        </p:spPr>
        <p:txBody>
          <a:bodyPr anchorCtr="0" anchor="t" bIns="0" lIns="0" spcFirstLastPara="1" rIns="0" wrap="square" tIns="0">
            <a:spAutoFit/>
          </a:bodyPr>
          <a:lstStyle/>
          <a:p>
            <a:pPr indent="0" lvl="0" marL="0" marR="0" rtl="0" algn="ctr">
              <a:lnSpc>
                <a:spcPct val="139993"/>
              </a:lnSpc>
              <a:spcBef>
                <a:spcPts val="0"/>
              </a:spcBef>
              <a:spcAft>
                <a:spcPts val="0"/>
              </a:spcAft>
              <a:buNone/>
            </a:pPr>
            <a:r>
              <a:rPr b="0" i="0" lang="en" sz="4267" u="none" cap="none" strike="noStrike">
                <a:solidFill>
                  <a:srgbClr val="000000"/>
                </a:solidFill>
                <a:latin typeface="Abhaya Libre"/>
                <a:ea typeface="Abhaya Libre"/>
                <a:cs typeface="Abhaya Libre"/>
                <a:sym typeface="Abhaya Libre"/>
              </a:rPr>
              <a:t>Packet Structure (Header)</a:t>
            </a:r>
            <a:endParaRPr b="0" i="0" sz="933" u="none" cap="none" strike="noStrike">
              <a:solidFill>
                <a:srgbClr val="000000"/>
              </a:solidFill>
              <a:latin typeface="Arial"/>
              <a:ea typeface="Arial"/>
              <a:cs typeface="Arial"/>
              <a:sym typeface="Arial"/>
            </a:endParaRPr>
          </a:p>
        </p:txBody>
      </p:sp>
      <p:sp>
        <p:nvSpPr>
          <p:cNvPr id="258" name="Google Shape;258;p33"/>
          <p:cNvSpPr txBox="1"/>
          <p:nvPr/>
        </p:nvSpPr>
        <p:spPr>
          <a:xfrm>
            <a:off x="1009367" y="1933200"/>
            <a:ext cx="1362400" cy="603242"/>
          </a:xfrm>
          <a:prstGeom prst="rect">
            <a:avLst/>
          </a:prstGeom>
          <a:noFill/>
          <a:ln>
            <a:noFill/>
          </a:ln>
        </p:spPr>
        <p:txBody>
          <a:bodyPr anchorCtr="0" anchor="t" bIns="0" lIns="0" spcFirstLastPara="1" rIns="0" wrap="square" tIns="0">
            <a:spAutoFit/>
          </a:bodyPr>
          <a:lstStyle/>
          <a:p>
            <a:pPr indent="0" lvl="0" marL="0" marR="0" rtl="0" algn="ctr">
              <a:lnSpc>
                <a:spcPct val="140000"/>
              </a:lnSpc>
              <a:spcBef>
                <a:spcPts val="0"/>
              </a:spcBef>
              <a:spcAft>
                <a:spcPts val="0"/>
              </a:spcAft>
              <a:buNone/>
            </a:pPr>
            <a:r>
              <a:rPr b="0" i="0" lang="en" sz="2800" u="none" cap="none" strike="noStrike">
                <a:solidFill>
                  <a:srgbClr val="000000"/>
                </a:solidFill>
                <a:latin typeface="Montserrat"/>
                <a:ea typeface="Montserrat"/>
                <a:cs typeface="Montserrat"/>
                <a:sym typeface="Montserrat"/>
              </a:rPr>
              <a:t>Header</a:t>
            </a:r>
            <a:endParaRPr b="0" i="0" sz="933" u="none" cap="none" strike="noStrike">
              <a:solidFill>
                <a:srgbClr val="000000"/>
              </a:solidFill>
              <a:latin typeface="Arial"/>
              <a:ea typeface="Arial"/>
              <a:cs typeface="Arial"/>
              <a:sym typeface="Arial"/>
            </a:endParaRPr>
          </a:p>
        </p:txBody>
      </p:sp>
      <p:sp>
        <p:nvSpPr>
          <p:cNvPr id="259" name="Google Shape;259;p33"/>
          <p:cNvSpPr txBox="1"/>
          <p:nvPr/>
        </p:nvSpPr>
        <p:spPr>
          <a:xfrm>
            <a:off x="3997521" y="1575858"/>
            <a:ext cx="7700800" cy="4653582"/>
          </a:xfrm>
          <a:prstGeom prst="rect">
            <a:avLst/>
          </a:prstGeom>
          <a:noFill/>
          <a:ln>
            <a:noFill/>
          </a:ln>
        </p:spPr>
        <p:txBody>
          <a:bodyPr anchorCtr="0" anchor="t" bIns="0" lIns="0" spcFirstLastPara="1" rIns="0" wrap="square" tIns="0">
            <a:spAutoFit/>
          </a:bodyPr>
          <a:lstStyle/>
          <a:p>
            <a:pPr indent="-253994" lvl="1" marL="524920" marR="0" rtl="0" algn="l">
              <a:lnSpc>
                <a:spcPct val="140032"/>
              </a:lnSpc>
              <a:spcBef>
                <a:spcPts val="0"/>
              </a:spcBef>
              <a:spcAft>
                <a:spcPts val="0"/>
              </a:spcAft>
              <a:buClr>
                <a:srgbClr val="000000"/>
              </a:buClr>
              <a:buSzPts val="1800"/>
              <a:buFont typeface="Arial"/>
              <a:buChar char="•"/>
            </a:pPr>
            <a:r>
              <a:rPr b="0" i="0" lang="en" sz="2400" u="none" cap="none" strike="noStrike">
                <a:solidFill>
                  <a:srgbClr val="000000"/>
                </a:solidFill>
                <a:latin typeface="Montserrat"/>
                <a:ea typeface="Montserrat"/>
                <a:cs typeface="Montserrat"/>
                <a:sym typeface="Montserrat"/>
              </a:rPr>
              <a:t>Sender IP Address</a:t>
            </a:r>
            <a:endParaRPr b="0" i="0" sz="933" u="none" cap="none" strike="noStrike">
              <a:solidFill>
                <a:srgbClr val="000000"/>
              </a:solidFill>
              <a:latin typeface="Arial"/>
              <a:ea typeface="Arial"/>
              <a:cs typeface="Arial"/>
              <a:sym typeface="Arial"/>
            </a:endParaRPr>
          </a:p>
          <a:p>
            <a:pPr indent="-253994" lvl="1" marL="524920" marR="0" rtl="0" algn="l">
              <a:lnSpc>
                <a:spcPct val="140032"/>
              </a:lnSpc>
              <a:spcBef>
                <a:spcPts val="0"/>
              </a:spcBef>
              <a:spcAft>
                <a:spcPts val="0"/>
              </a:spcAft>
              <a:buClr>
                <a:srgbClr val="000000"/>
              </a:buClr>
              <a:buSzPts val="1800"/>
              <a:buFont typeface="Arial"/>
              <a:buChar char="•"/>
            </a:pPr>
            <a:r>
              <a:rPr b="0" i="0" lang="en" sz="2400" u="none" cap="none" strike="noStrike">
                <a:solidFill>
                  <a:srgbClr val="000000"/>
                </a:solidFill>
                <a:latin typeface="Montserrat"/>
                <a:ea typeface="Montserrat"/>
                <a:cs typeface="Montserrat"/>
                <a:sym typeface="Montserrat"/>
              </a:rPr>
              <a:t>Receiver IP Address</a:t>
            </a:r>
            <a:endParaRPr b="0" i="0" sz="933" u="none" cap="none" strike="noStrike">
              <a:solidFill>
                <a:srgbClr val="000000"/>
              </a:solidFill>
              <a:latin typeface="Arial"/>
              <a:ea typeface="Arial"/>
              <a:cs typeface="Arial"/>
              <a:sym typeface="Arial"/>
            </a:endParaRPr>
          </a:p>
          <a:p>
            <a:pPr indent="-253994" lvl="1" marL="524920" marR="0" rtl="0" algn="l">
              <a:lnSpc>
                <a:spcPct val="140032"/>
              </a:lnSpc>
              <a:spcBef>
                <a:spcPts val="0"/>
              </a:spcBef>
              <a:spcAft>
                <a:spcPts val="0"/>
              </a:spcAft>
              <a:buClr>
                <a:srgbClr val="000000"/>
              </a:buClr>
              <a:buSzPts val="1800"/>
              <a:buFont typeface="Arial"/>
              <a:buChar char="•"/>
            </a:pPr>
            <a:r>
              <a:rPr b="0" i="0" lang="en" sz="2400" u="none" cap="none" strike="noStrike">
                <a:solidFill>
                  <a:srgbClr val="000000"/>
                </a:solidFill>
                <a:latin typeface="Montserrat"/>
                <a:ea typeface="Montserrat"/>
                <a:cs typeface="Montserrat"/>
                <a:sym typeface="Montserrat"/>
              </a:rPr>
              <a:t>Sequence number of the packet. </a:t>
            </a:r>
            <a:endParaRPr b="0" i="0" sz="933" u="none" cap="none" strike="noStrike">
              <a:solidFill>
                <a:srgbClr val="000000"/>
              </a:solidFill>
              <a:latin typeface="Arial"/>
              <a:ea typeface="Arial"/>
              <a:cs typeface="Arial"/>
              <a:sym typeface="Arial"/>
            </a:endParaRPr>
          </a:p>
          <a:p>
            <a:pPr indent="-338658" lvl="2" marL="1049840" marR="0" rtl="0" algn="l">
              <a:lnSpc>
                <a:spcPct val="140032"/>
              </a:lnSpc>
              <a:spcBef>
                <a:spcPts val="0"/>
              </a:spcBef>
              <a:spcAft>
                <a:spcPts val="0"/>
              </a:spcAft>
              <a:buClr>
                <a:srgbClr val="000000"/>
              </a:buClr>
              <a:buSzPts val="1800"/>
              <a:buFont typeface="Arial"/>
              <a:buChar char="•"/>
            </a:pPr>
            <a:r>
              <a:rPr b="0" i="0" lang="en" sz="2400" u="none" cap="none" strike="noStrike">
                <a:solidFill>
                  <a:srgbClr val="000000"/>
                </a:solidFill>
                <a:latin typeface="Montserrat"/>
                <a:ea typeface="Montserrat"/>
                <a:cs typeface="Montserrat"/>
                <a:sym typeface="Montserrat"/>
              </a:rPr>
              <a:t>This is to ensure that all the packets can be reassembled correctly once they reach the destination.</a:t>
            </a:r>
            <a:endParaRPr b="0" i="0" sz="933" u="none" cap="none" strike="noStrike">
              <a:solidFill>
                <a:srgbClr val="000000"/>
              </a:solidFill>
              <a:latin typeface="Arial"/>
              <a:ea typeface="Arial"/>
              <a:cs typeface="Arial"/>
              <a:sym typeface="Arial"/>
            </a:endParaRPr>
          </a:p>
          <a:p>
            <a:pPr indent="-253994" lvl="1" marL="524920" marR="0" rtl="0" algn="l">
              <a:lnSpc>
                <a:spcPct val="140032"/>
              </a:lnSpc>
              <a:spcBef>
                <a:spcPts val="0"/>
              </a:spcBef>
              <a:spcAft>
                <a:spcPts val="0"/>
              </a:spcAft>
              <a:buClr>
                <a:srgbClr val="000000"/>
              </a:buClr>
              <a:buSzPts val="1800"/>
              <a:buFont typeface="Arial"/>
              <a:buChar char="•"/>
            </a:pPr>
            <a:r>
              <a:rPr b="0" i="0" lang="en" sz="2400" u="none" cap="none" strike="noStrike">
                <a:solidFill>
                  <a:srgbClr val="000000"/>
                </a:solidFill>
                <a:latin typeface="Montserrat"/>
                <a:ea typeface="Montserrat"/>
                <a:cs typeface="Montserrat"/>
                <a:sym typeface="Montserrat"/>
              </a:rPr>
              <a:t>Size of the packet</a:t>
            </a:r>
            <a:endParaRPr b="0" i="0" sz="933" u="none" cap="none" strike="noStrike">
              <a:solidFill>
                <a:srgbClr val="000000"/>
              </a:solidFill>
              <a:latin typeface="Arial"/>
              <a:ea typeface="Arial"/>
              <a:cs typeface="Arial"/>
              <a:sym typeface="Arial"/>
            </a:endParaRPr>
          </a:p>
          <a:p>
            <a:pPr indent="-338658" lvl="2" marL="1049840" marR="0" rtl="0" algn="l">
              <a:lnSpc>
                <a:spcPct val="140032"/>
              </a:lnSpc>
              <a:spcBef>
                <a:spcPts val="0"/>
              </a:spcBef>
              <a:spcAft>
                <a:spcPts val="0"/>
              </a:spcAft>
              <a:buClr>
                <a:srgbClr val="000000"/>
              </a:buClr>
              <a:buSzPts val="1800"/>
              <a:buFont typeface="Arial"/>
              <a:buChar char="•"/>
            </a:pPr>
            <a:r>
              <a:rPr b="0" i="0" lang="en" sz="2400" u="none" cap="none" strike="noStrike">
                <a:solidFill>
                  <a:srgbClr val="000000"/>
                </a:solidFill>
                <a:latin typeface="Montserrat"/>
                <a:ea typeface="Montserrat"/>
                <a:cs typeface="Montserrat"/>
                <a:sym typeface="Montserrat"/>
              </a:rPr>
              <a:t>This is to ensure that the receiving station can check if all of the packets have arrived. </a:t>
            </a:r>
            <a:endParaRPr b="0" i="0" sz="933" u="none" cap="none" strike="noStrike">
              <a:solidFill>
                <a:srgbClr val="000000"/>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3"/>
        </a:solidFill>
      </p:bgPr>
    </p:bg>
    <p:spTree>
      <p:nvGrpSpPr>
        <p:cNvPr id="263" name="Shape 263"/>
        <p:cNvGrpSpPr/>
        <p:nvPr/>
      </p:nvGrpSpPr>
      <p:grpSpPr>
        <a:xfrm>
          <a:off x="0" y="0"/>
          <a:ext cx="0" cy="0"/>
          <a:chOff x="0" y="0"/>
          <a:chExt cx="0" cy="0"/>
        </a:xfrm>
      </p:grpSpPr>
      <p:pic>
        <p:nvPicPr>
          <p:cNvPr id="264" name="Google Shape;264;p34"/>
          <p:cNvPicPr preferRelativeResize="0"/>
          <p:nvPr/>
        </p:nvPicPr>
        <p:blipFill rotWithShape="1">
          <a:blip r:embed="rId3">
            <a:alphaModFix/>
          </a:blip>
          <a:srcRect b="0" l="0" r="0" t="0"/>
          <a:stretch/>
        </p:blipFill>
        <p:spPr>
          <a:xfrm>
            <a:off x="1644341" y="1983984"/>
            <a:ext cx="1553208" cy="1553208"/>
          </a:xfrm>
          <a:prstGeom prst="rect">
            <a:avLst/>
          </a:prstGeom>
          <a:noFill/>
          <a:ln>
            <a:noFill/>
          </a:ln>
        </p:spPr>
      </p:pic>
      <p:pic>
        <p:nvPicPr>
          <p:cNvPr id="265" name="Google Shape;265;p34"/>
          <p:cNvPicPr preferRelativeResize="0"/>
          <p:nvPr/>
        </p:nvPicPr>
        <p:blipFill rotWithShape="1">
          <a:blip r:embed="rId4">
            <a:alphaModFix/>
          </a:blip>
          <a:srcRect b="0" l="0" r="0" t="0"/>
          <a:stretch/>
        </p:blipFill>
        <p:spPr>
          <a:xfrm>
            <a:off x="277943" y="1280864"/>
            <a:ext cx="2919604" cy="1824753"/>
          </a:xfrm>
          <a:prstGeom prst="rect">
            <a:avLst/>
          </a:prstGeom>
          <a:noFill/>
          <a:ln>
            <a:noFill/>
          </a:ln>
        </p:spPr>
      </p:pic>
      <p:sp>
        <p:nvSpPr>
          <p:cNvPr id="266" name="Google Shape;266;p34"/>
          <p:cNvSpPr txBox="1"/>
          <p:nvPr/>
        </p:nvSpPr>
        <p:spPr>
          <a:xfrm>
            <a:off x="536597" y="273187"/>
            <a:ext cx="6090400" cy="919291"/>
          </a:xfrm>
          <a:prstGeom prst="rect">
            <a:avLst/>
          </a:prstGeom>
          <a:noFill/>
          <a:ln>
            <a:noFill/>
          </a:ln>
        </p:spPr>
        <p:txBody>
          <a:bodyPr anchorCtr="0" anchor="t" bIns="0" lIns="0" spcFirstLastPara="1" rIns="0" wrap="square" tIns="0">
            <a:spAutoFit/>
          </a:bodyPr>
          <a:lstStyle/>
          <a:p>
            <a:pPr indent="0" lvl="0" marL="0" marR="0" rtl="0" algn="ctr">
              <a:lnSpc>
                <a:spcPct val="139993"/>
              </a:lnSpc>
              <a:spcBef>
                <a:spcPts val="0"/>
              </a:spcBef>
              <a:spcAft>
                <a:spcPts val="0"/>
              </a:spcAft>
              <a:buNone/>
            </a:pPr>
            <a:r>
              <a:rPr b="0" i="0" lang="en" sz="4267" u="none" cap="none" strike="noStrike">
                <a:solidFill>
                  <a:srgbClr val="000000"/>
                </a:solidFill>
                <a:latin typeface="Abhaya Libre"/>
                <a:ea typeface="Abhaya Libre"/>
                <a:cs typeface="Abhaya Libre"/>
                <a:sym typeface="Abhaya Libre"/>
              </a:rPr>
              <a:t>Packet Structure (Header)</a:t>
            </a:r>
            <a:endParaRPr b="0" i="0" sz="933" u="none" cap="none" strike="noStrike">
              <a:solidFill>
                <a:srgbClr val="000000"/>
              </a:solidFill>
              <a:latin typeface="Arial"/>
              <a:ea typeface="Arial"/>
              <a:cs typeface="Arial"/>
              <a:sym typeface="Arial"/>
            </a:endParaRPr>
          </a:p>
        </p:txBody>
      </p:sp>
      <p:sp>
        <p:nvSpPr>
          <p:cNvPr id="267" name="Google Shape;267;p34"/>
          <p:cNvSpPr txBox="1"/>
          <p:nvPr/>
        </p:nvSpPr>
        <p:spPr>
          <a:xfrm>
            <a:off x="1009367" y="1933200"/>
            <a:ext cx="1362400" cy="603242"/>
          </a:xfrm>
          <a:prstGeom prst="rect">
            <a:avLst/>
          </a:prstGeom>
          <a:noFill/>
          <a:ln>
            <a:noFill/>
          </a:ln>
        </p:spPr>
        <p:txBody>
          <a:bodyPr anchorCtr="0" anchor="t" bIns="0" lIns="0" spcFirstLastPara="1" rIns="0" wrap="square" tIns="0">
            <a:spAutoFit/>
          </a:bodyPr>
          <a:lstStyle/>
          <a:p>
            <a:pPr indent="0" lvl="0" marL="0" marR="0" rtl="0" algn="ctr">
              <a:lnSpc>
                <a:spcPct val="140000"/>
              </a:lnSpc>
              <a:spcBef>
                <a:spcPts val="0"/>
              </a:spcBef>
              <a:spcAft>
                <a:spcPts val="0"/>
              </a:spcAft>
              <a:buNone/>
            </a:pPr>
            <a:r>
              <a:rPr b="0" i="0" lang="en" sz="2800" u="none" cap="none" strike="noStrike">
                <a:solidFill>
                  <a:srgbClr val="000000"/>
                </a:solidFill>
                <a:latin typeface="Montserrat"/>
                <a:ea typeface="Montserrat"/>
                <a:cs typeface="Montserrat"/>
                <a:sym typeface="Montserrat"/>
              </a:rPr>
              <a:t>Header</a:t>
            </a:r>
            <a:endParaRPr b="0" i="0" sz="933" u="none" cap="none" strike="noStrike">
              <a:solidFill>
                <a:srgbClr val="000000"/>
              </a:solidFill>
              <a:latin typeface="Arial"/>
              <a:ea typeface="Arial"/>
              <a:cs typeface="Arial"/>
              <a:sym typeface="Arial"/>
            </a:endParaRPr>
          </a:p>
        </p:txBody>
      </p:sp>
      <p:sp>
        <p:nvSpPr>
          <p:cNvPr id="268" name="Google Shape;268;p34"/>
          <p:cNvSpPr txBox="1"/>
          <p:nvPr/>
        </p:nvSpPr>
        <p:spPr>
          <a:xfrm>
            <a:off x="3997521" y="1575858"/>
            <a:ext cx="7700800" cy="4653582"/>
          </a:xfrm>
          <a:prstGeom prst="rect">
            <a:avLst/>
          </a:prstGeom>
          <a:noFill/>
          <a:ln>
            <a:noFill/>
          </a:ln>
        </p:spPr>
        <p:txBody>
          <a:bodyPr anchorCtr="0" anchor="t" bIns="0" lIns="0" spcFirstLastPara="1" rIns="0" wrap="square" tIns="0">
            <a:spAutoFit/>
          </a:bodyPr>
          <a:lstStyle/>
          <a:p>
            <a:pPr indent="-253994" lvl="1" marL="524920" marR="0" rtl="0" algn="l">
              <a:lnSpc>
                <a:spcPct val="140032"/>
              </a:lnSpc>
              <a:spcBef>
                <a:spcPts val="0"/>
              </a:spcBef>
              <a:spcAft>
                <a:spcPts val="0"/>
              </a:spcAft>
              <a:buClr>
                <a:srgbClr val="000000"/>
              </a:buClr>
              <a:buSzPts val="1800"/>
              <a:buFont typeface="Arial"/>
              <a:buChar char="•"/>
            </a:pPr>
            <a:r>
              <a:rPr b="0" i="0" lang="en" sz="2400" u="none" cap="none" strike="noStrike">
                <a:solidFill>
                  <a:srgbClr val="4285F4"/>
                </a:solidFill>
                <a:latin typeface="Montserrat"/>
                <a:ea typeface="Montserrat"/>
                <a:cs typeface="Montserrat"/>
                <a:sym typeface="Montserrat"/>
              </a:rPr>
              <a:t>S</a:t>
            </a:r>
            <a:r>
              <a:rPr b="0" i="0" lang="en" sz="2400" u="none" cap="none" strike="noStrike">
                <a:solidFill>
                  <a:srgbClr val="000000"/>
                </a:solidFill>
                <a:latin typeface="Montserrat"/>
                <a:ea typeface="Montserrat"/>
                <a:cs typeface="Montserrat"/>
                <a:sym typeface="Montserrat"/>
              </a:rPr>
              <a:t>ender IP Address</a:t>
            </a:r>
            <a:endParaRPr b="0" i="0" sz="933" u="none" cap="none" strike="noStrike">
              <a:solidFill>
                <a:srgbClr val="000000"/>
              </a:solidFill>
              <a:latin typeface="Arial"/>
              <a:ea typeface="Arial"/>
              <a:cs typeface="Arial"/>
              <a:sym typeface="Arial"/>
            </a:endParaRPr>
          </a:p>
          <a:p>
            <a:pPr indent="-253994" lvl="1" marL="524920" marR="0" rtl="0" algn="l">
              <a:lnSpc>
                <a:spcPct val="140032"/>
              </a:lnSpc>
              <a:spcBef>
                <a:spcPts val="0"/>
              </a:spcBef>
              <a:spcAft>
                <a:spcPts val="0"/>
              </a:spcAft>
              <a:buClr>
                <a:srgbClr val="000000"/>
              </a:buClr>
              <a:buSzPts val="1800"/>
              <a:buFont typeface="Arial"/>
              <a:buChar char="•"/>
            </a:pPr>
            <a:r>
              <a:rPr b="0" i="0" lang="en" sz="2400" u="none" cap="none" strike="noStrike">
                <a:solidFill>
                  <a:srgbClr val="4285F4"/>
                </a:solidFill>
                <a:latin typeface="Montserrat"/>
                <a:ea typeface="Montserrat"/>
                <a:cs typeface="Montserrat"/>
                <a:sym typeface="Montserrat"/>
              </a:rPr>
              <a:t>R</a:t>
            </a:r>
            <a:r>
              <a:rPr b="0" i="0" lang="en" sz="2400" u="none" cap="none" strike="noStrike">
                <a:solidFill>
                  <a:srgbClr val="000000"/>
                </a:solidFill>
                <a:latin typeface="Montserrat"/>
                <a:ea typeface="Montserrat"/>
                <a:cs typeface="Montserrat"/>
                <a:sym typeface="Montserrat"/>
              </a:rPr>
              <a:t>eceiver IP Address</a:t>
            </a:r>
            <a:endParaRPr b="0" i="0" sz="933" u="none" cap="none" strike="noStrike">
              <a:solidFill>
                <a:srgbClr val="000000"/>
              </a:solidFill>
              <a:latin typeface="Arial"/>
              <a:ea typeface="Arial"/>
              <a:cs typeface="Arial"/>
              <a:sym typeface="Arial"/>
            </a:endParaRPr>
          </a:p>
          <a:p>
            <a:pPr indent="-253994" lvl="1" marL="524920" marR="0" rtl="0" algn="l">
              <a:lnSpc>
                <a:spcPct val="140032"/>
              </a:lnSpc>
              <a:spcBef>
                <a:spcPts val="0"/>
              </a:spcBef>
              <a:spcAft>
                <a:spcPts val="0"/>
              </a:spcAft>
              <a:buClr>
                <a:srgbClr val="000000"/>
              </a:buClr>
              <a:buSzPts val="1800"/>
              <a:buFont typeface="Arial"/>
              <a:buChar char="•"/>
            </a:pPr>
            <a:r>
              <a:rPr b="0" i="0" lang="en" sz="2400" u="none" cap="none" strike="noStrike">
                <a:solidFill>
                  <a:srgbClr val="4285F4"/>
                </a:solidFill>
                <a:latin typeface="Montserrat"/>
                <a:ea typeface="Montserrat"/>
                <a:cs typeface="Montserrat"/>
                <a:sym typeface="Montserrat"/>
              </a:rPr>
              <a:t>S</a:t>
            </a:r>
            <a:r>
              <a:rPr b="0" i="0" lang="en" sz="2400" u="none" cap="none" strike="noStrike">
                <a:solidFill>
                  <a:srgbClr val="000000"/>
                </a:solidFill>
                <a:latin typeface="Montserrat"/>
                <a:ea typeface="Montserrat"/>
                <a:cs typeface="Montserrat"/>
                <a:sym typeface="Montserrat"/>
              </a:rPr>
              <a:t>equence number of the packet. </a:t>
            </a:r>
            <a:endParaRPr b="0" i="0" sz="933" u="none" cap="none" strike="noStrike">
              <a:solidFill>
                <a:srgbClr val="000000"/>
              </a:solidFill>
              <a:latin typeface="Arial"/>
              <a:ea typeface="Arial"/>
              <a:cs typeface="Arial"/>
              <a:sym typeface="Arial"/>
            </a:endParaRPr>
          </a:p>
          <a:p>
            <a:pPr indent="-338658" lvl="2" marL="1049840" marR="0" rtl="0" algn="l">
              <a:lnSpc>
                <a:spcPct val="140032"/>
              </a:lnSpc>
              <a:spcBef>
                <a:spcPts val="0"/>
              </a:spcBef>
              <a:spcAft>
                <a:spcPts val="0"/>
              </a:spcAft>
              <a:buClr>
                <a:srgbClr val="000000"/>
              </a:buClr>
              <a:buSzPts val="1800"/>
              <a:buFont typeface="Arial"/>
              <a:buChar char="•"/>
            </a:pPr>
            <a:r>
              <a:rPr b="0" i="0" lang="en" sz="2400" u="none" cap="none" strike="noStrike">
                <a:solidFill>
                  <a:srgbClr val="000000"/>
                </a:solidFill>
                <a:latin typeface="Montserrat"/>
                <a:ea typeface="Montserrat"/>
                <a:cs typeface="Montserrat"/>
                <a:sym typeface="Montserrat"/>
              </a:rPr>
              <a:t>This is to ensure that all the packets can be reassembled correctly once they reach the destination.</a:t>
            </a:r>
            <a:endParaRPr b="0" i="0" sz="933" u="none" cap="none" strike="noStrike">
              <a:solidFill>
                <a:srgbClr val="000000"/>
              </a:solidFill>
              <a:latin typeface="Arial"/>
              <a:ea typeface="Arial"/>
              <a:cs typeface="Arial"/>
              <a:sym typeface="Arial"/>
            </a:endParaRPr>
          </a:p>
          <a:p>
            <a:pPr indent="-253994" lvl="1" marL="524920" marR="0" rtl="0" algn="l">
              <a:lnSpc>
                <a:spcPct val="140032"/>
              </a:lnSpc>
              <a:spcBef>
                <a:spcPts val="0"/>
              </a:spcBef>
              <a:spcAft>
                <a:spcPts val="0"/>
              </a:spcAft>
              <a:buClr>
                <a:srgbClr val="000000"/>
              </a:buClr>
              <a:buSzPts val="1800"/>
              <a:buFont typeface="Arial"/>
              <a:buChar char="•"/>
            </a:pPr>
            <a:r>
              <a:rPr b="0" i="0" lang="en" sz="2400" u="none" cap="none" strike="noStrike">
                <a:solidFill>
                  <a:srgbClr val="4285F4"/>
                </a:solidFill>
                <a:latin typeface="Montserrat"/>
                <a:ea typeface="Montserrat"/>
                <a:cs typeface="Montserrat"/>
                <a:sym typeface="Montserrat"/>
              </a:rPr>
              <a:t>S</a:t>
            </a:r>
            <a:r>
              <a:rPr b="0" i="0" lang="en" sz="2400" u="none" cap="none" strike="noStrike">
                <a:solidFill>
                  <a:srgbClr val="000000"/>
                </a:solidFill>
                <a:latin typeface="Montserrat"/>
                <a:ea typeface="Montserrat"/>
                <a:cs typeface="Montserrat"/>
                <a:sym typeface="Montserrat"/>
              </a:rPr>
              <a:t>ize of the packet</a:t>
            </a:r>
            <a:endParaRPr b="0" i="0" sz="933" u="none" cap="none" strike="noStrike">
              <a:solidFill>
                <a:srgbClr val="000000"/>
              </a:solidFill>
              <a:latin typeface="Arial"/>
              <a:ea typeface="Arial"/>
              <a:cs typeface="Arial"/>
              <a:sym typeface="Arial"/>
            </a:endParaRPr>
          </a:p>
          <a:p>
            <a:pPr indent="-338658" lvl="2" marL="1049840" marR="0" rtl="0" algn="l">
              <a:lnSpc>
                <a:spcPct val="140032"/>
              </a:lnSpc>
              <a:spcBef>
                <a:spcPts val="0"/>
              </a:spcBef>
              <a:spcAft>
                <a:spcPts val="0"/>
              </a:spcAft>
              <a:buClr>
                <a:srgbClr val="000000"/>
              </a:buClr>
              <a:buSzPts val="1800"/>
              <a:buFont typeface="Arial"/>
              <a:buChar char="•"/>
            </a:pPr>
            <a:r>
              <a:rPr b="0" i="0" lang="en" sz="2400" u="none" cap="none" strike="noStrike">
                <a:solidFill>
                  <a:srgbClr val="000000"/>
                </a:solidFill>
                <a:latin typeface="Montserrat"/>
                <a:ea typeface="Montserrat"/>
                <a:cs typeface="Montserrat"/>
                <a:sym typeface="Montserrat"/>
              </a:rPr>
              <a:t>This is to ensure that the receiving station can check if all of the packets have arrived. </a:t>
            </a:r>
            <a:endParaRPr b="0" i="0" sz="933" u="none" cap="none" strike="noStrike">
              <a:solidFill>
                <a:srgbClr val="000000"/>
              </a:solidFill>
              <a:latin typeface="Arial"/>
              <a:ea typeface="Arial"/>
              <a:cs typeface="Arial"/>
              <a:sym typeface="Arial"/>
            </a:endParaRPr>
          </a:p>
        </p:txBody>
      </p:sp>
      <p:sp>
        <p:nvSpPr>
          <p:cNvPr id="269" name="Google Shape;269;p34"/>
          <p:cNvSpPr txBox="1"/>
          <p:nvPr/>
        </p:nvSpPr>
        <p:spPr>
          <a:xfrm>
            <a:off x="277943" y="5091594"/>
            <a:ext cx="4043600" cy="1953227"/>
          </a:xfrm>
          <a:prstGeom prst="rect">
            <a:avLst/>
          </a:prstGeom>
          <a:noFill/>
          <a:ln>
            <a:noFill/>
          </a:ln>
        </p:spPr>
        <p:txBody>
          <a:bodyPr anchorCtr="0" anchor="t" bIns="0" lIns="0" spcFirstLastPara="1" rIns="0" wrap="square" tIns="0">
            <a:spAutoFit/>
          </a:bodyPr>
          <a:lstStyle/>
          <a:p>
            <a:pPr indent="0" lvl="0" marL="0" marR="0" rtl="0" algn="l">
              <a:lnSpc>
                <a:spcPct val="140005"/>
              </a:lnSpc>
              <a:spcBef>
                <a:spcPts val="0"/>
              </a:spcBef>
              <a:spcAft>
                <a:spcPts val="0"/>
              </a:spcAft>
              <a:buNone/>
            </a:pPr>
            <a:r>
              <a:rPr b="0" i="0" lang="en" sz="4533" u="none" cap="none" strike="noStrike">
                <a:solidFill>
                  <a:srgbClr val="000000"/>
                </a:solidFill>
                <a:latin typeface="Montserrat"/>
                <a:ea typeface="Montserrat"/>
                <a:cs typeface="Montserrat"/>
                <a:sym typeface="Montserrat"/>
              </a:rPr>
              <a:t>Remember SSSR</a:t>
            </a:r>
            <a:endParaRPr b="0" i="0" sz="933" u="none" cap="none" strike="noStrike">
              <a:solidFill>
                <a:srgbClr val="000000"/>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3"/>
        </a:solidFill>
      </p:bgPr>
    </p:bg>
    <p:spTree>
      <p:nvGrpSpPr>
        <p:cNvPr id="273" name="Shape 273"/>
        <p:cNvGrpSpPr/>
        <p:nvPr/>
      </p:nvGrpSpPr>
      <p:grpSpPr>
        <a:xfrm>
          <a:off x="0" y="0"/>
          <a:ext cx="0" cy="0"/>
          <a:chOff x="0" y="0"/>
          <a:chExt cx="0" cy="0"/>
        </a:xfrm>
      </p:grpSpPr>
      <p:pic>
        <p:nvPicPr>
          <p:cNvPr id="274" name="Google Shape;274;p35"/>
          <p:cNvPicPr preferRelativeResize="0"/>
          <p:nvPr/>
        </p:nvPicPr>
        <p:blipFill rotWithShape="1">
          <a:blip r:embed="rId3">
            <a:alphaModFix/>
          </a:blip>
          <a:srcRect b="0" l="0" r="0" t="0"/>
          <a:stretch/>
        </p:blipFill>
        <p:spPr>
          <a:xfrm>
            <a:off x="1644341" y="1983984"/>
            <a:ext cx="1553208" cy="1553208"/>
          </a:xfrm>
          <a:prstGeom prst="rect">
            <a:avLst/>
          </a:prstGeom>
          <a:noFill/>
          <a:ln>
            <a:noFill/>
          </a:ln>
        </p:spPr>
      </p:pic>
      <p:sp>
        <p:nvSpPr>
          <p:cNvPr id="275" name="Google Shape;275;p35"/>
          <p:cNvSpPr txBox="1"/>
          <p:nvPr/>
        </p:nvSpPr>
        <p:spPr>
          <a:xfrm>
            <a:off x="536597" y="273187"/>
            <a:ext cx="6090400" cy="919291"/>
          </a:xfrm>
          <a:prstGeom prst="rect">
            <a:avLst/>
          </a:prstGeom>
          <a:noFill/>
          <a:ln>
            <a:noFill/>
          </a:ln>
        </p:spPr>
        <p:txBody>
          <a:bodyPr anchorCtr="0" anchor="t" bIns="0" lIns="0" spcFirstLastPara="1" rIns="0" wrap="square" tIns="0">
            <a:spAutoFit/>
          </a:bodyPr>
          <a:lstStyle/>
          <a:p>
            <a:pPr indent="0" lvl="0" marL="0" marR="0" rtl="0" algn="ctr">
              <a:lnSpc>
                <a:spcPct val="139993"/>
              </a:lnSpc>
              <a:spcBef>
                <a:spcPts val="0"/>
              </a:spcBef>
              <a:spcAft>
                <a:spcPts val="0"/>
              </a:spcAft>
              <a:buNone/>
            </a:pPr>
            <a:r>
              <a:rPr b="0" i="0" lang="en" sz="4267" u="none" cap="none" strike="noStrike">
                <a:solidFill>
                  <a:srgbClr val="000000"/>
                </a:solidFill>
                <a:latin typeface="Abhaya Libre"/>
                <a:ea typeface="Abhaya Libre"/>
                <a:cs typeface="Abhaya Libre"/>
                <a:sym typeface="Abhaya Libre"/>
              </a:rPr>
              <a:t>Packet Structure (Payload)</a:t>
            </a:r>
            <a:endParaRPr b="0" i="0" sz="933" u="none" cap="none" strike="noStrike">
              <a:solidFill>
                <a:srgbClr val="000000"/>
              </a:solidFill>
              <a:latin typeface="Arial"/>
              <a:ea typeface="Arial"/>
              <a:cs typeface="Arial"/>
              <a:sym typeface="Arial"/>
            </a:endParaRPr>
          </a:p>
        </p:txBody>
      </p:sp>
      <p:sp>
        <p:nvSpPr>
          <p:cNvPr id="276" name="Google Shape;276;p35"/>
          <p:cNvSpPr txBox="1"/>
          <p:nvPr/>
        </p:nvSpPr>
        <p:spPr>
          <a:xfrm>
            <a:off x="4321565" y="1730920"/>
            <a:ext cx="5848800" cy="660758"/>
          </a:xfrm>
          <a:prstGeom prst="rect">
            <a:avLst/>
          </a:prstGeom>
          <a:noFill/>
          <a:ln>
            <a:noFill/>
          </a:ln>
        </p:spPr>
        <p:txBody>
          <a:bodyPr anchorCtr="0" anchor="t" bIns="0" lIns="0" spcFirstLastPara="1" rIns="0" wrap="square" tIns="0">
            <a:spAutoFit/>
          </a:bodyPr>
          <a:lstStyle/>
          <a:p>
            <a:pPr indent="0" lvl="0" marL="0" marR="0" rtl="0" algn="l">
              <a:lnSpc>
                <a:spcPct val="140021"/>
              </a:lnSpc>
              <a:spcBef>
                <a:spcPts val="0"/>
              </a:spcBef>
              <a:spcAft>
                <a:spcPts val="0"/>
              </a:spcAft>
              <a:buNone/>
            </a:pPr>
            <a:r>
              <a:rPr b="0" i="0" lang="en" sz="3067" u="none" cap="none" strike="noStrike">
                <a:solidFill>
                  <a:srgbClr val="000000"/>
                </a:solidFill>
                <a:latin typeface="Montserrat"/>
                <a:ea typeface="Montserrat"/>
                <a:cs typeface="Montserrat"/>
                <a:sym typeface="Montserrat"/>
              </a:rPr>
              <a:t>The actual data in the packet.</a:t>
            </a:r>
            <a:endParaRPr b="0" i="0" sz="933" u="none" cap="none" strike="noStrike">
              <a:solidFill>
                <a:srgbClr val="000000"/>
              </a:solidFill>
              <a:latin typeface="Arial"/>
              <a:ea typeface="Arial"/>
              <a:cs typeface="Arial"/>
              <a:sym typeface="Arial"/>
            </a:endParaRPr>
          </a:p>
        </p:txBody>
      </p:sp>
      <p:pic>
        <p:nvPicPr>
          <p:cNvPr id="277" name="Google Shape;277;p35"/>
          <p:cNvPicPr preferRelativeResize="0"/>
          <p:nvPr/>
        </p:nvPicPr>
        <p:blipFill rotWithShape="1">
          <a:blip r:embed="rId4">
            <a:alphaModFix/>
          </a:blip>
          <a:srcRect b="0" l="0" r="0" t="0"/>
          <a:stretch/>
        </p:blipFill>
        <p:spPr>
          <a:xfrm>
            <a:off x="277943" y="1320762"/>
            <a:ext cx="2919604" cy="1824753"/>
          </a:xfrm>
          <a:prstGeom prst="rect">
            <a:avLst/>
          </a:prstGeom>
          <a:noFill/>
          <a:ln>
            <a:noFill/>
          </a:ln>
        </p:spPr>
      </p:pic>
      <p:sp>
        <p:nvSpPr>
          <p:cNvPr id="278" name="Google Shape;278;p35"/>
          <p:cNvSpPr txBox="1"/>
          <p:nvPr/>
        </p:nvSpPr>
        <p:spPr>
          <a:xfrm>
            <a:off x="879099" y="1973100"/>
            <a:ext cx="1553200" cy="603242"/>
          </a:xfrm>
          <a:prstGeom prst="rect">
            <a:avLst/>
          </a:prstGeom>
          <a:noFill/>
          <a:ln>
            <a:noFill/>
          </a:ln>
        </p:spPr>
        <p:txBody>
          <a:bodyPr anchorCtr="0" anchor="t" bIns="0" lIns="0" spcFirstLastPara="1" rIns="0" wrap="square" tIns="0">
            <a:spAutoFit/>
          </a:bodyPr>
          <a:lstStyle/>
          <a:p>
            <a:pPr indent="0" lvl="0" marL="0" marR="0" rtl="0" algn="ctr">
              <a:lnSpc>
                <a:spcPct val="140000"/>
              </a:lnSpc>
              <a:spcBef>
                <a:spcPts val="0"/>
              </a:spcBef>
              <a:spcAft>
                <a:spcPts val="0"/>
              </a:spcAft>
              <a:buNone/>
            </a:pPr>
            <a:r>
              <a:rPr b="0" i="0" lang="en" sz="2800" u="none" cap="none" strike="noStrike">
                <a:solidFill>
                  <a:srgbClr val="000000"/>
                </a:solidFill>
                <a:latin typeface="Montserrat"/>
                <a:ea typeface="Montserrat"/>
                <a:cs typeface="Montserrat"/>
                <a:sym typeface="Montserrat"/>
              </a:rPr>
              <a:t>Payload</a:t>
            </a:r>
            <a:endParaRPr b="0" i="0" sz="933" u="none" cap="none" strike="noStrike">
              <a:solidFill>
                <a:srgbClr val="000000"/>
              </a:solidFill>
              <a:latin typeface="Arial"/>
              <a:ea typeface="Arial"/>
              <a:cs typeface="Arial"/>
              <a:sym typeface="Arial"/>
            </a:endParaRPr>
          </a:p>
        </p:txBody>
      </p:sp>
      <p:pic>
        <p:nvPicPr>
          <p:cNvPr id="279" name="Google Shape;279;p35"/>
          <p:cNvPicPr preferRelativeResize="0"/>
          <p:nvPr/>
        </p:nvPicPr>
        <p:blipFill rotWithShape="1">
          <a:blip r:embed="rId5">
            <a:alphaModFix/>
          </a:blip>
          <a:srcRect b="0" l="0" r="0" t="0"/>
          <a:stretch/>
        </p:blipFill>
        <p:spPr>
          <a:xfrm>
            <a:off x="5927593" y="2945157"/>
            <a:ext cx="3621387" cy="2743200"/>
          </a:xfrm>
          <a:prstGeom prst="rect">
            <a:avLst/>
          </a:prstGeom>
          <a:noFill/>
          <a:ln>
            <a:noFill/>
          </a:ln>
        </p:spPr>
      </p:pic>
      <p:sp>
        <p:nvSpPr>
          <p:cNvPr id="280" name="Google Shape;280;p35"/>
          <p:cNvSpPr txBox="1"/>
          <p:nvPr/>
        </p:nvSpPr>
        <p:spPr>
          <a:xfrm>
            <a:off x="5752493" y="3881215"/>
            <a:ext cx="3971600" cy="1091453"/>
          </a:xfrm>
          <a:prstGeom prst="rect">
            <a:avLst/>
          </a:prstGeom>
          <a:noFill/>
          <a:ln>
            <a:noFill/>
          </a:ln>
        </p:spPr>
        <p:txBody>
          <a:bodyPr anchorCtr="0" anchor="t" bIns="0" lIns="0" spcFirstLastPara="1" rIns="0" wrap="square" tIns="0">
            <a:spAutoFit/>
          </a:bodyPr>
          <a:lstStyle/>
          <a:p>
            <a:pPr indent="0" lvl="0" marL="0" marR="0" rtl="0" algn="ctr">
              <a:lnSpc>
                <a:spcPct val="140000"/>
              </a:lnSpc>
              <a:spcBef>
                <a:spcPts val="0"/>
              </a:spcBef>
              <a:spcAft>
                <a:spcPts val="0"/>
              </a:spcAft>
              <a:buNone/>
            </a:pPr>
            <a:r>
              <a:rPr b="1" i="0" lang="en" sz="2533" u="none" cap="none" strike="noStrike">
                <a:solidFill>
                  <a:srgbClr val="000000"/>
                </a:solidFill>
                <a:latin typeface="Playfair Display"/>
                <a:ea typeface="Playfair Display"/>
                <a:cs typeface="Playfair Display"/>
                <a:sym typeface="Playfair Display"/>
              </a:rPr>
              <a:t>“Have you done your homework”</a:t>
            </a:r>
            <a:endParaRPr b="0" i="0" sz="933" u="none" cap="none" strike="noStrike">
              <a:solidFill>
                <a:srgbClr val="000000"/>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3"/>
        </a:solidFill>
      </p:bgPr>
    </p:bg>
    <p:spTree>
      <p:nvGrpSpPr>
        <p:cNvPr id="284" name="Shape 284"/>
        <p:cNvGrpSpPr/>
        <p:nvPr/>
      </p:nvGrpSpPr>
      <p:grpSpPr>
        <a:xfrm>
          <a:off x="0" y="0"/>
          <a:ext cx="0" cy="0"/>
          <a:chOff x="0" y="0"/>
          <a:chExt cx="0" cy="0"/>
        </a:xfrm>
      </p:grpSpPr>
      <p:pic>
        <p:nvPicPr>
          <p:cNvPr id="285" name="Google Shape;285;p36"/>
          <p:cNvPicPr preferRelativeResize="0"/>
          <p:nvPr/>
        </p:nvPicPr>
        <p:blipFill rotWithShape="1">
          <a:blip r:embed="rId3">
            <a:alphaModFix/>
          </a:blip>
          <a:srcRect b="0" l="0" r="0" t="0"/>
          <a:stretch/>
        </p:blipFill>
        <p:spPr>
          <a:xfrm>
            <a:off x="1644341" y="1983984"/>
            <a:ext cx="1553208" cy="1553208"/>
          </a:xfrm>
          <a:prstGeom prst="rect">
            <a:avLst/>
          </a:prstGeom>
          <a:noFill/>
          <a:ln>
            <a:noFill/>
          </a:ln>
        </p:spPr>
      </p:pic>
      <p:sp>
        <p:nvSpPr>
          <p:cNvPr id="286" name="Google Shape;286;p36"/>
          <p:cNvSpPr txBox="1"/>
          <p:nvPr/>
        </p:nvSpPr>
        <p:spPr>
          <a:xfrm>
            <a:off x="536597" y="273187"/>
            <a:ext cx="6090400" cy="919291"/>
          </a:xfrm>
          <a:prstGeom prst="rect">
            <a:avLst/>
          </a:prstGeom>
          <a:noFill/>
          <a:ln>
            <a:noFill/>
          </a:ln>
        </p:spPr>
        <p:txBody>
          <a:bodyPr anchorCtr="0" anchor="t" bIns="0" lIns="0" spcFirstLastPara="1" rIns="0" wrap="square" tIns="0">
            <a:spAutoFit/>
          </a:bodyPr>
          <a:lstStyle/>
          <a:p>
            <a:pPr indent="0" lvl="0" marL="0" marR="0" rtl="0" algn="ctr">
              <a:lnSpc>
                <a:spcPct val="139993"/>
              </a:lnSpc>
              <a:spcBef>
                <a:spcPts val="0"/>
              </a:spcBef>
              <a:spcAft>
                <a:spcPts val="0"/>
              </a:spcAft>
              <a:buNone/>
            </a:pPr>
            <a:r>
              <a:rPr b="0" i="0" lang="en" sz="4267" u="none" cap="none" strike="noStrike">
                <a:solidFill>
                  <a:srgbClr val="000000"/>
                </a:solidFill>
                <a:latin typeface="Abhaya Libre"/>
                <a:ea typeface="Abhaya Libre"/>
                <a:cs typeface="Abhaya Libre"/>
                <a:sym typeface="Abhaya Libre"/>
              </a:rPr>
              <a:t>Packet Structure (Trailer)</a:t>
            </a:r>
            <a:endParaRPr b="0" i="0" sz="933" u="none" cap="none" strike="noStrike">
              <a:solidFill>
                <a:srgbClr val="000000"/>
              </a:solidFill>
              <a:latin typeface="Arial"/>
              <a:ea typeface="Arial"/>
              <a:cs typeface="Arial"/>
              <a:sym typeface="Arial"/>
            </a:endParaRPr>
          </a:p>
        </p:txBody>
      </p:sp>
      <p:sp>
        <p:nvSpPr>
          <p:cNvPr id="287" name="Google Shape;287;p36"/>
          <p:cNvSpPr txBox="1"/>
          <p:nvPr/>
        </p:nvSpPr>
        <p:spPr>
          <a:xfrm>
            <a:off x="4406824" y="1584615"/>
            <a:ext cx="7785200" cy="2872902"/>
          </a:xfrm>
          <a:prstGeom prst="rect">
            <a:avLst/>
          </a:prstGeom>
          <a:noFill/>
          <a:ln>
            <a:noFill/>
          </a:ln>
        </p:spPr>
        <p:txBody>
          <a:bodyPr anchorCtr="0" anchor="t" bIns="0" lIns="0" spcFirstLastPara="1" rIns="0" wrap="square" tIns="0">
            <a:spAutoFit/>
          </a:bodyPr>
          <a:lstStyle/>
          <a:p>
            <a:pPr indent="-287859" lvl="1" marL="575719" marR="0" rtl="0" algn="l">
              <a:lnSpc>
                <a:spcPct val="140000"/>
              </a:lnSpc>
              <a:spcBef>
                <a:spcPts val="0"/>
              </a:spcBef>
              <a:spcAft>
                <a:spcPts val="0"/>
              </a:spcAft>
              <a:buClr>
                <a:srgbClr val="000000"/>
              </a:buClr>
              <a:buSzPts val="2000"/>
              <a:buFont typeface="Arial"/>
              <a:buChar char="•"/>
            </a:pPr>
            <a:r>
              <a:rPr b="0" i="0" lang="en" sz="2667" u="none" cap="none" strike="noStrike">
                <a:solidFill>
                  <a:srgbClr val="000000"/>
                </a:solidFill>
                <a:latin typeface="Montserrat"/>
                <a:ea typeface="Montserrat"/>
                <a:cs typeface="Montserrat"/>
                <a:sym typeface="Montserrat"/>
              </a:rPr>
              <a:t>Some ways to identify the end of the packet. This is essential to allow each packet to be separated from each other as they travel from the sending to receiving station. </a:t>
            </a:r>
            <a:endParaRPr b="0" i="0" sz="933" u="none" cap="none" strike="noStrike">
              <a:solidFill>
                <a:srgbClr val="000000"/>
              </a:solidFill>
              <a:latin typeface="Arial"/>
              <a:ea typeface="Arial"/>
              <a:cs typeface="Arial"/>
              <a:sym typeface="Arial"/>
            </a:endParaRPr>
          </a:p>
        </p:txBody>
      </p:sp>
      <p:pic>
        <p:nvPicPr>
          <p:cNvPr id="288" name="Google Shape;288;p36"/>
          <p:cNvPicPr preferRelativeResize="0"/>
          <p:nvPr/>
        </p:nvPicPr>
        <p:blipFill rotWithShape="1">
          <a:blip r:embed="rId4">
            <a:alphaModFix/>
          </a:blip>
          <a:srcRect b="0" l="0" r="0" t="0"/>
          <a:stretch/>
        </p:blipFill>
        <p:spPr>
          <a:xfrm>
            <a:off x="277943" y="1347324"/>
            <a:ext cx="2919604" cy="1824753"/>
          </a:xfrm>
          <a:prstGeom prst="rect">
            <a:avLst/>
          </a:prstGeom>
          <a:noFill/>
          <a:ln>
            <a:noFill/>
          </a:ln>
        </p:spPr>
      </p:pic>
      <p:sp>
        <p:nvSpPr>
          <p:cNvPr id="289" name="Google Shape;289;p36"/>
          <p:cNvSpPr txBox="1"/>
          <p:nvPr/>
        </p:nvSpPr>
        <p:spPr>
          <a:xfrm>
            <a:off x="1084832" y="1999634"/>
            <a:ext cx="1197600" cy="603242"/>
          </a:xfrm>
          <a:prstGeom prst="rect">
            <a:avLst/>
          </a:prstGeom>
          <a:noFill/>
          <a:ln>
            <a:noFill/>
          </a:ln>
        </p:spPr>
        <p:txBody>
          <a:bodyPr anchorCtr="0" anchor="t" bIns="0" lIns="0" spcFirstLastPara="1" rIns="0" wrap="square" tIns="0">
            <a:spAutoFit/>
          </a:bodyPr>
          <a:lstStyle/>
          <a:p>
            <a:pPr indent="0" lvl="0" marL="0" marR="0" rtl="0" algn="ctr">
              <a:lnSpc>
                <a:spcPct val="140000"/>
              </a:lnSpc>
              <a:spcBef>
                <a:spcPts val="0"/>
              </a:spcBef>
              <a:spcAft>
                <a:spcPts val="0"/>
              </a:spcAft>
              <a:buNone/>
            </a:pPr>
            <a:r>
              <a:rPr b="0" i="0" lang="en" sz="2800" u="none" cap="none" strike="noStrike">
                <a:solidFill>
                  <a:srgbClr val="000000"/>
                </a:solidFill>
                <a:latin typeface="Montserrat"/>
                <a:ea typeface="Montserrat"/>
                <a:cs typeface="Montserrat"/>
                <a:sym typeface="Montserrat"/>
              </a:rPr>
              <a:t>Trailer</a:t>
            </a:r>
            <a:endParaRPr b="0" i="0" sz="933" u="none" cap="none" strike="noStrike">
              <a:solidFill>
                <a:srgbClr val="000000"/>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3"/>
        </a:solidFill>
      </p:bgPr>
    </p:bg>
    <p:spTree>
      <p:nvGrpSpPr>
        <p:cNvPr id="293" name="Shape 293"/>
        <p:cNvGrpSpPr/>
        <p:nvPr/>
      </p:nvGrpSpPr>
      <p:grpSpPr>
        <a:xfrm>
          <a:off x="0" y="0"/>
          <a:ext cx="0" cy="0"/>
          <a:chOff x="0" y="0"/>
          <a:chExt cx="0" cy="0"/>
        </a:xfrm>
      </p:grpSpPr>
      <p:pic>
        <p:nvPicPr>
          <p:cNvPr id="294" name="Google Shape;294;p37"/>
          <p:cNvPicPr preferRelativeResize="0"/>
          <p:nvPr/>
        </p:nvPicPr>
        <p:blipFill rotWithShape="1">
          <a:blip r:embed="rId3">
            <a:alphaModFix/>
          </a:blip>
          <a:srcRect b="0" l="0" r="0" t="0"/>
          <a:stretch/>
        </p:blipFill>
        <p:spPr>
          <a:xfrm>
            <a:off x="1644341" y="1983984"/>
            <a:ext cx="1553208" cy="1553208"/>
          </a:xfrm>
          <a:prstGeom prst="rect">
            <a:avLst/>
          </a:prstGeom>
          <a:noFill/>
          <a:ln>
            <a:noFill/>
          </a:ln>
        </p:spPr>
      </p:pic>
      <p:sp>
        <p:nvSpPr>
          <p:cNvPr id="295" name="Google Shape;295;p37"/>
          <p:cNvSpPr txBox="1"/>
          <p:nvPr/>
        </p:nvSpPr>
        <p:spPr>
          <a:xfrm>
            <a:off x="536597" y="273187"/>
            <a:ext cx="6090400" cy="919291"/>
          </a:xfrm>
          <a:prstGeom prst="rect">
            <a:avLst/>
          </a:prstGeom>
          <a:noFill/>
          <a:ln>
            <a:noFill/>
          </a:ln>
        </p:spPr>
        <p:txBody>
          <a:bodyPr anchorCtr="0" anchor="t" bIns="0" lIns="0" spcFirstLastPara="1" rIns="0" wrap="square" tIns="0">
            <a:spAutoFit/>
          </a:bodyPr>
          <a:lstStyle/>
          <a:p>
            <a:pPr indent="0" lvl="0" marL="0" marR="0" rtl="0" algn="ctr">
              <a:lnSpc>
                <a:spcPct val="139993"/>
              </a:lnSpc>
              <a:spcBef>
                <a:spcPts val="0"/>
              </a:spcBef>
              <a:spcAft>
                <a:spcPts val="0"/>
              </a:spcAft>
              <a:buNone/>
            </a:pPr>
            <a:r>
              <a:rPr b="0" i="0" lang="en" sz="4267" u="none" cap="none" strike="noStrike">
                <a:solidFill>
                  <a:srgbClr val="000000"/>
                </a:solidFill>
                <a:latin typeface="Abhaya Libre"/>
                <a:ea typeface="Abhaya Libre"/>
                <a:cs typeface="Abhaya Libre"/>
                <a:sym typeface="Abhaya Libre"/>
              </a:rPr>
              <a:t>Packet Structure (Trailer)</a:t>
            </a:r>
            <a:endParaRPr b="0" i="0" sz="933" u="none" cap="none" strike="noStrike">
              <a:solidFill>
                <a:srgbClr val="000000"/>
              </a:solidFill>
              <a:latin typeface="Arial"/>
              <a:ea typeface="Arial"/>
              <a:cs typeface="Arial"/>
              <a:sym typeface="Arial"/>
            </a:endParaRPr>
          </a:p>
        </p:txBody>
      </p:sp>
      <p:sp>
        <p:nvSpPr>
          <p:cNvPr id="296" name="Google Shape;296;p37"/>
          <p:cNvSpPr txBox="1"/>
          <p:nvPr/>
        </p:nvSpPr>
        <p:spPr>
          <a:xfrm>
            <a:off x="4193677" y="1342338"/>
            <a:ext cx="7785200" cy="1149161"/>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 sz="2667" u="none" cap="none" strike="noStrike">
                <a:solidFill>
                  <a:srgbClr val="000000"/>
                </a:solidFill>
                <a:latin typeface="Montserrat"/>
                <a:ea typeface="Montserrat"/>
                <a:cs typeface="Montserrat"/>
                <a:sym typeface="Montserrat"/>
              </a:rPr>
              <a:t>2. Some form of error checking to ensure packet arrives error free.</a:t>
            </a:r>
            <a:endParaRPr b="0" i="0" sz="933" u="none" cap="none" strike="noStrike">
              <a:solidFill>
                <a:srgbClr val="000000"/>
              </a:solidFill>
              <a:latin typeface="Arial"/>
              <a:ea typeface="Arial"/>
              <a:cs typeface="Arial"/>
              <a:sym typeface="Arial"/>
            </a:endParaRPr>
          </a:p>
        </p:txBody>
      </p:sp>
      <p:pic>
        <p:nvPicPr>
          <p:cNvPr id="297" name="Google Shape;297;p37"/>
          <p:cNvPicPr preferRelativeResize="0"/>
          <p:nvPr/>
        </p:nvPicPr>
        <p:blipFill rotWithShape="1">
          <a:blip r:embed="rId4">
            <a:alphaModFix/>
          </a:blip>
          <a:srcRect b="0" l="0" r="0" t="0"/>
          <a:stretch/>
        </p:blipFill>
        <p:spPr>
          <a:xfrm>
            <a:off x="277943" y="1347324"/>
            <a:ext cx="2919604" cy="1824753"/>
          </a:xfrm>
          <a:prstGeom prst="rect">
            <a:avLst/>
          </a:prstGeom>
          <a:noFill/>
          <a:ln>
            <a:noFill/>
          </a:ln>
        </p:spPr>
      </p:pic>
      <p:sp>
        <p:nvSpPr>
          <p:cNvPr id="298" name="Google Shape;298;p37"/>
          <p:cNvSpPr txBox="1"/>
          <p:nvPr/>
        </p:nvSpPr>
        <p:spPr>
          <a:xfrm>
            <a:off x="1084832" y="1999634"/>
            <a:ext cx="1197600" cy="603242"/>
          </a:xfrm>
          <a:prstGeom prst="rect">
            <a:avLst/>
          </a:prstGeom>
          <a:noFill/>
          <a:ln>
            <a:noFill/>
          </a:ln>
        </p:spPr>
        <p:txBody>
          <a:bodyPr anchorCtr="0" anchor="t" bIns="0" lIns="0" spcFirstLastPara="1" rIns="0" wrap="square" tIns="0">
            <a:spAutoFit/>
          </a:bodyPr>
          <a:lstStyle/>
          <a:p>
            <a:pPr indent="0" lvl="0" marL="0" marR="0" rtl="0" algn="ctr">
              <a:lnSpc>
                <a:spcPct val="140000"/>
              </a:lnSpc>
              <a:spcBef>
                <a:spcPts val="0"/>
              </a:spcBef>
              <a:spcAft>
                <a:spcPts val="0"/>
              </a:spcAft>
              <a:buNone/>
            </a:pPr>
            <a:r>
              <a:rPr b="0" i="0" lang="en" sz="2800" u="none" cap="none" strike="noStrike">
                <a:solidFill>
                  <a:srgbClr val="000000"/>
                </a:solidFill>
                <a:latin typeface="Montserrat"/>
                <a:ea typeface="Montserrat"/>
                <a:cs typeface="Montserrat"/>
                <a:sym typeface="Montserrat"/>
              </a:rPr>
              <a:t>Trailer</a:t>
            </a:r>
            <a:endParaRPr b="0" i="0" sz="933" u="none" cap="none" strike="noStrike">
              <a:solidFill>
                <a:srgbClr val="000000"/>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3"/>
        </a:solidFill>
      </p:bgPr>
    </p:bg>
    <p:spTree>
      <p:nvGrpSpPr>
        <p:cNvPr id="302" name="Shape 302"/>
        <p:cNvGrpSpPr/>
        <p:nvPr/>
      </p:nvGrpSpPr>
      <p:grpSpPr>
        <a:xfrm>
          <a:off x="0" y="0"/>
          <a:ext cx="0" cy="0"/>
          <a:chOff x="0" y="0"/>
          <a:chExt cx="0" cy="0"/>
        </a:xfrm>
      </p:grpSpPr>
      <p:pic>
        <p:nvPicPr>
          <p:cNvPr id="303" name="Google Shape;303;p38"/>
          <p:cNvPicPr preferRelativeResize="0"/>
          <p:nvPr/>
        </p:nvPicPr>
        <p:blipFill rotWithShape="1">
          <a:blip r:embed="rId3">
            <a:alphaModFix/>
          </a:blip>
          <a:srcRect b="0" l="0" r="0" t="0"/>
          <a:stretch/>
        </p:blipFill>
        <p:spPr>
          <a:xfrm>
            <a:off x="1644341" y="1983984"/>
            <a:ext cx="1553208" cy="1553208"/>
          </a:xfrm>
          <a:prstGeom prst="rect">
            <a:avLst/>
          </a:prstGeom>
          <a:noFill/>
          <a:ln>
            <a:noFill/>
          </a:ln>
        </p:spPr>
      </p:pic>
      <p:pic>
        <p:nvPicPr>
          <p:cNvPr id="304" name="Google Shape;304;p38"/>
          <p:cNvPicPr preferRelativeResize="0"/>
          <p:nvPr/>
        </p:nvPicPr>
        <p:blipFill rotWithShape="1">
          <a:blip r:embed="rId4">
            <a:alphaModFix/>
          </a:blip>
          <a:srcRect b="0" l="0" r="0" t="0"/>
          <a:stretch/>
        </p:blipFill>
        <p:spPr>
          <a:xfrm>
            <a:off x="277943" y="1347324"/>
            <a:ext cx="2919604" cy="1824753"/>
          </a:xfrm>
          <a:prstGeom prst="rect">
            <a:avLst/>
          </a:prstGeom>
          <a:noFill/>
          <a:ln>
            <a:noFill/>
          </a:ln>
        </p:spPr>
      </p:pic>
      <p:pic>
        <p:nvPicPr>
          <p:cNvPr id="305" name="Google Shape;305;p38"/>
          <p:cNvPicPr preferRelativeResize="0"/>
          <p:nvPr/>
        </p:nvPicPr>
        <p:blipFill rotWithShape="1">
          <a:blip r:embed="rId5">
            <a:alphaModFix/>
          </a:blip>
          <a:srcRect b="0" l="0" r="0" t="0"/>
          <a:stretch/>
        </p:blipFill>
        <p:spPr>
          <a:xfrm>
            <a:off x="536697" y="4967613"/>
            <a:ext cx="2153192" cy="1345745"/>
          </a:xfrm>
          <a:prstGeom prst="rect">
            <a:avLst/>
          </a:prstGeom>
          <a:noFill/>
          <a:ln>
            <a:noFill/>
          </a:ln>
        </p:spPr>
      </p:pic>
      <p:pic>
        <p:nvPicPr>
          <p:cNvPr id="306" name="Google Shape;306;p38"/>
          <p:cNvPicPr preferRelativeResize="0"/>
          <p:nvPr/>
        </p:nvPicPr>
        <p:blipFill rotWithShape="1">
          <a:blip r:embed="rId6">
            <a:alphaModFix/>
          </a:blip>
          <a:srcRect b="0" l="0" r="0" t="0"/>
          <a:stretch/>
        </p:blipFill>
        <p:spPr>
          <a:xfrm>
            <a:off x="2970087" y="5507394"/>
            <a:ext cx="726979" cy="230815"/>
          </a:xfrm>
          <a:prstGeom prst="rect">
            <a:avLst/>
          </a:prstGeom>
          <a:noFill/>
          <a:ln>
            <a:noFill/>
          </a:ln>
        </p:spPr>
      </p:pic>
      <p:sp>
        <p:nvSpPr>
          <p:cNvPr id="307" name="Google Shape;307;p38"/>
          <p:cNvSpPr txBox="1"/>
          <p:nvPr/>
        </p:nvSpPr>
        <p:spPr>
          <a:xfrm>
            <a:off x="536597" y="273187"/>
            <a:ext cx="6090400" cy="919291"/>
          </a:xfrm>
          <a:prstGeom prst="rect">
            <a:avLst/>
          </a:prstGeom>
          <a:noFill/>
          <a:ln>
            <a:noFill/>
          </a:ln>
        </p:spPr>
        <p:txBody>
          <a:bodyPr anchorCtr="0" anchor="t" bIns="0" lIns="0" spcFirstLastPara="1" rIns="0" wrap="square" tIns="0">
            <a:spAutoFit/>
          </a:bodyPr>
          <a:lstStyle/>
          <a:p>
            <a:pPr indent="0" lvl="0" marL="0" marR="0" rtl="0" algn="ctr">
              <a:lnSpc>
                <a:spcPct val="139993"/>
              </a:lnSpc>
              <a:spcBef>
                <a:spcPts val="0"/>
              </a:spcBef>
              <a:spcAft>
                <a:spcPts val="0"/>
              </a:spcAft>
              <a:buNone/>
            </a:pPr>
            <a:r>
              <a:rPr b="0" i="0" lang="en" sz="4267" u="none" cap="none" strike="noStrike">
                <a:solidFill>
                  <a:srgbClr val="FF5757"/>
                </a:solidFill>
                <a:latin typeface="Abhaya Libre"/>
                <a:ea typeface="Abhaya Libre"/>
                <a:cs typeface="Abhaya Libre"/>
                <a:sym typeface="Abhaya Libre"/>
              </a:rPr>
              <a:t>Cyclic Redundancy Checks</a:t>
            </a:r>
            <a:endParaRPr b="0" i="0" sz="933" u="none" cap="none" strike="noStrike">
              <a:solidFill>
                <a:srgbClr val="000000"/>
              </a:solidFill>
              <a:latin typeface="Arial"/>
              <a:ea typeface="Arial"/>
              <a:cs typeface="Arial"/>
              <a:sym typeface="Arial"/>
            </a:endParaRPr>
          </a:p>
        </p:txBody>
      </p:sp>
      <p:sp>
        <p:nvSpPr>
          <p:cNvPr id="308" name="Google Shape;308;p38"/>
          <p:cNvSpPr txBox="1"/>
          <p:nvPr/>
        </p:nvSpPr>
        <p:spPr>
          <a:xfrm>
            <a:off x="3581831" y="1264973"/>
            <a:ext cx="8446000" cy="1723742"/>
          </a:xfrm>
          <a:prstGeom prst="rect">
            <a:avLst/>
          </a:prstGeom>
          <a:noFill/>
          <a:ln>
            <a:noFill/>
          </a:ln>
        </p:spPr>
        <p:txBody>
          <a:bodyPr anchorCtr="0" anchor="t" bIns="0" lIns="0" spcFirstLastPara="1" rIns="0" wrap="square" tIns="0">
            <a:spAutoFit/>
          </a:bodyPr>
          <a:lstStyle/>
          <a:p>
            <a:pPr indent="-287859" lvl="1" marL="575719" marR="0" rtl="0" algn="l">
              <a:lnSpc>
                <a:spcPct val="140000"/>
              </a:lnSpc>
              <a:spcBef>
                <a:spcPts val="0"/>
              </a:spcBef>
              <a:spcAft>
                <a:spcPts val="0"/>
              </a:spcAft>
              <a:buClr>
                <a:srgbClr val="000000"/>
              </a:buClr>
              <a:buSzPts val="2000"/>
              <a:buFont typeface="Arial"/>
              <a:buChar char="•"/>
            </a:pPr>
            <a:r>
              <a:rPr b="0" i="0" lang="en" sz="2667" u="none" cap="none" strike="noStrike">
                <a:solidFill>
                  <a:srgbClr val="000000"/>
                </a:solidFill>
                <a:latin typeface="Montserrat"/>
                <a:ea typeface="Montserrat"/>
                <a:cs typeface="Montserrat"/>
                <a:sym typeface="Montserrat"/>
              </a:rPr>
              <a:t>The sending computer will add up all the 1-bits in the payload and store it as a hex value in the trailer before it is sent.</a:t>
            </a:r>
            <a:endParaRPr b="0" i="0" sz="933" u="none" cap="none" strike="noStrike">
              <a:solidFill>
                <a:srgbClr val="000000"/>
              </a:solidFill>
              <a:latin typeface="Arial"/>
              <a:ea typeface="Arial"/>
              <a:cs typeface="Arial"/>
              <a:sym typeface="Arial"/>
            </a:endParaRPr>
          </a:p>
        </p:txBody>
      </p:sp>
      <p:sp>
        <p:nvSpPr>
          <p:cNvPr id="309" name="Google Shape;309;p38"/>
          <p:cNvSpPr txBox="1"/>
          <p:nvPr/>
        </p:nvSpPr>
        <p:spPr>
          <a:xfrm>
            <a:off x="1084832" y="1999634"/>
            <a:ext cx="1197600" cy="603242"/>
          </a:xfrm>
          <a:prstGeom prst="rect">
            <a:avLst/>
          </a:prstGeom>
          <a:noFill/>
          <a:ln>
            <a:noFill/>
          </a:ln>
        </p:spPr>
        <p:txBody>
          <a:bodyPr anchorCtr="0" anchor="t" bIns="0" lIns="0" spcFirstLastPara="1" rIns="0" wrap="square" tIns="0">
            <a:spAutoFit/>
          </a:bodyPr>
          <a:lstStyle/>
          <a:p>
            <a:pPr indent="0" lvl="0" marL="0" marR="0" rtl="0" algn="ctr">
              <a:lnSpc>
                <a:spcPct val="140000"/>
              </a:lnSpc>
              <a:spcBef>
                <a:spcPts val="0"/>
              </a:spcBef>
              <a:spcAft>
                <a:spcPts val="0"/>
              </a:spcAft>
              <a:buNone/>
            </a:pPr>
            <a:r>
              <a:rPr b="0" i="0" lang="en" sz="2800" u="none" cap="none" strike="noStrike">
                <a:solidFill>
                  <a:srgbClr val="000000"/>
                </a:solidFill>
                <a:latin typeface="Montserrat"/>
                <a:ea typeface="Montserrat"/>
                <a:cs typeface="Montserrat"/>
                <a:sym typeface="Montserrat"/>
              </a:rPr>
              <a:t>Trailer</a:t>
            </a:r>
            <a:endParaRPr b="0" i="0" sz="933" u="none" cap="none" strike="noStrike">
              <a:solidFill>
                <a:srgbClr val="000000"/>
              </a:solidFill>
              <a:latin typeface="Arial"/>
              <a:ea typeface="Arial"/>
              <a:cs typeface="Arial"/>
              <a:sym typeface="Arial"/>
            </a:endParaRPr>
          </a:p>
        </p:txBody>
      </p:sp>
      <p:sp>
        <p:nvSpPr>
          <p:cNvPr id="310" name="Google Shape;310;p38"/>
          <p:cNvSpPr txBox="1"/>
          <p:nvPr/>
        </p:nvSpPr>
        <p:spPr>
          <a:xfrm>
            <a:off x="541567" y="4423767"/>
            <a:ext cx="1701600" cy="517065"/>
          </a:xfrm>
          <a:prstGeom prst="rect">
            <a:avLst/>
          </a:prstGeom>
          <a:noFill/>
          <a:ln>
            <a:noFill/>
          </a:ln>
        </p:spPr>
        <p:txBody>
          <a:bodyPr anchorCtr="0" anchor="t" bIns="0" lIns="0" spcFirstLastPara="1" rIns="0" wrap="square" tIns="0">
            <a:spAutoFit/>
          </a:bodyPr>
          <a:lstStyle/>
          <a:p>
            <a:pPr indent="0" lvl="0" marL="0" marR="0" rtl="0" algn="ctr">
              <a:lnSpc>
                <a:spcPct val="139982"/>
              </a:lnSpc>
              <a:spcBef>
                <a:spcPts val="0"/>
              </a:spcBef>
              <a:spcAft>
                <a:spcPts val="0"/>
              </a:spcAft>
              <a:buNone/>
            </a:pPr>
            <a:r>
              <a:rPr b="0" i="0" lang="en" sz="2400" u="none" cap="none" strike="noStrike">
                <a:solidFill>
                  <a:srgbClr val="000000"/>
                </a:solidFill>
                <a:latin typeface="Playfair Display"/>
                <a:ea typeface="Playfair Display"/>
                <a:cs typeface="Playfair Display"/>
                <a:sym typeface="Playfair Display"/>
              </a:rPr>
              <a:t>Eg. Payload</a:t>
            </a:r>
            <a:endParaRPr b="0" i="0" sz="933" u="none" cap="none" strike="noStrike">
              <a:solidFill>
                <a:srgbClr val="000000"/>
              </a:solidFill>
              <a:latin typeface="Arial"/>
              <a:ea typeface="Arial"/>
              <a:cs typeface="Arial"/>
              <a:sym typeface="Arial"/>
            </a:endParaRPr>
          </a:p>
        </p:txBody>
      </p:sp>
      <p:sp>
        <p:nvSpPr>
          <p:cNvPr id="311" name="Google Shape;311;p38"/>
          <p:cNvSpPr txBox="1"/>
          <p:nvPr/>
        </p:nvSpPr>
        <p:spPr>
          <a:xfrm>
            <a:off x="807513" y="5279507"/>
            <a:ext cx="1611600" cy="804451"/>
          </a:xfrm>
          <a:prstGeom prst="rect">
            <a:avLst/>
          </a:prstGeom>
          <a:noFill/>
          <a:ln>
            <a:noFill/>
          </a:ln>
        </p:spPr>
        <p:txBody>
          <a:bodyPr anchorCtr="0" anchor="t" bIns="0" lIns="0" spcFirstLastPara="1" rIns="0" wrap="square" tIns="0">
            <a:spAutoFit/>
          </a:bodyPr>
          <a:lstStyle/>
          <a:p>
            <a:pPr indent="0" lvl="0" marL="0" marR="0" rtl="0" algn="ctr">
              <a:lnSpc>
                <a:spcPct val="140021"/>
              </a:lnSpc>
              <a:spcBef>
                <a:spcPts val="0"/>
              </a:spcBef>
              <a:spcAft>
                <a:spcPts val="0"/>
              </a:spcAft>
              <a:buNone/>
            </a:pPr>
            <a:r>
              <a:rPr b="0" i="0" lang="en" sz="1867" u="none" cap="none" strike="noStrike">
                <a:solidFill>
                  <a:srgbClr val="000000"/>
                </a:solidFill>
                <a:latin typeface="Montserrat"/>
                <a:ea typeface="Montserrat"/>
                <a:cs typeface="Montserrat"/>
                <a:sym typeface="Montserrat"/>
              </a:rPr>
              <a:t>1110100110100</a:t>
            </a:r>
            <a:endParaRPr b="0" i="0" sz="933" u="none" cap="none" strike="noStrike">
              <a:solidFill>
                <a:srgbClr val="000000"/>
              </a:solidFill>
              <a:latin typeface="Arial"/>
              <a:ea typeface="Arial"/>
              <a:cs typeface="Arial"/>
              <a:sym typeface="Arial"/>
            </a:endParaRPr>
          </a:p>
          <a:p>
            <a:pPr indent="0" lvl="0" marL="0" marR="0" rtl="0" algn="ctr">
              <a:lnSpc>
                <a:spcPct val="140021"/>
              </a:lnSpc>
              <a:spcBef>
                <a:spcPts val="0"/>
              </a:spcBef>
              <a:spcAft>
                <a:spcPts val="0"/>
              </a:spcAft>
              <a:buNone/>
            </a:pPr>
            <a:r>
              <a:rPr b="0" i="0" lang="en" sz="1867" u="none" cap="none" strike="noStrike">
                <a:solidFill>
                  <a:srgbClr val="000000"/>
                </a:solidFill>
                <a:latin typeface="Montserrat"/>
                <a:ea typeface="Montserrat"/>
                <a:cs typeface="Montserrat"/>
                <a:sym typeface="Montserrat"/>
              </a:rPr>
              <a:t>1111010010101</a:t>
            </a:r>
            <a:endParaRPr b="0" i="0" sz="933" u="none" cap="none" strike="noStrike">
              <a:solidFill>
                <a:srgbClr val="000000"/>
              </a:solidFill>
              <a:latin typeface="Arial"/>
              <a:ea typeface="Arial"/>
              <a:cs typeface="Arial"/>
              <a:sym typeface="Arial"/>
            </a:endParaRPr>
          </a:p>
        </p:txBody>
      </p:sp>
      <p:sp>
        <p:nvSpPr>
          <p:cNvPr id="312" name="Google Shape;312;p38"/>
          <p:cNvSpPr txBox="1"/>
          <p:nvPr/>
        </p:nvSpPr>
        <p:spPr>
          <a:xfrm>
            <a:off x="3373700" y="4423767"/>
            <a:ext cx="2097600" cy="1034129"/>
          </a:xfrm>
          <a:prstGeom prst="rect">
            <a:avLst/>
          </a:prstGeom>
          <a:noFill/>
          <a:ln>
            <a:noFill/>
          </a:ln>
        </p:spPr>
        <p:txBody>
          <a:bodyPr anchorCtr="0" anchor="t" bIns="0" lIns="0" spcFirstLastPara="1" rIns="0" wrap="square" tIns="0">
            <a:spAutoFit/>
          </a:bodyPr>
          <a:lstStyle/>
          <a:p>
            <a:pPr indent="0" lvl="0" marL="0" marR="0" rtl="0" algn="ctr">
              <a:lnSpc>
                <a:spcPct val="139982"/>
              </a:lnSpc>
              <a:spcBef>
                <a:spcPts val="0"/>
              </a:spcBef>
              <a:spcAft>
                <a:spcPts val="0"/>
              </a:spcAft>
              <a:buNone/>
            </a:pPr>
            <a:r>
              <a:rPr b="0" i="0" lang="en" sz="2400" u="none" cap="none" strike="noStrike">
                <a:solidFill>
                  <a:srgbClr val="000000"/>
                </a:solidFill>
                <a:latin typeface="Playfair Display"/>
                <a:ea typeface="Playfair Display"/>
                <a:cs typeface="Playfair Display"/>
                <a:sym typeface="Playfair Display"/>
              </a:rPr>
              <a:t>Number of 1 bit</a:t>
            </a:r>
            <a:endParaRPr b="0" i="0" sz="933" u="none" cap="none" strike="noStrike">
              <a:solidFill>
                <a:srgbClr val="000000"/>
              </a:solidFill>
              <a:latin typeface="Arial"/>
              <a:ea typeface="Arial"/>
              <a:cs typeface="Arial"/>
              <a:sym typeface="Arial"/>
            </a:endParaRPr>
          </a:p>
        </p:txBody>
      </p:sp>
      <p:sp>
        <p:nvSpPr>
          <p:cNvPr id="313" name="Google Shape;313;p38"/>
          <p:cNvSpPr txBox="1"/>
          <p:nvPr/>
        </p:nvSpPr>
        <p:spPr>
          <a:xfrm>
            <a:off x="4298724" y="5235057"/>
            <a:ext cx="491200" cy="861774"/>
          </a:xfrm>
          <a:prstGeom prst="rect">
            <a:avLst/>
          </a:prstGeom>
          <a:noFill/>
          <a:ln>
            <a:noFill/>
          </a:ln>
        </p:spPr>
        <p:txBody>
          <a:bodyPr anchorCtr="0" anchor="t" bIns="0" lIns="0" spcFirstLastPara="1" rIns="0" wrap="square" tIns="0">
            <a:spAutoFit/>
          </a:bodyPr>
          <a:lstStyle/>
          <a:p>
            <a:pPr indent="0" lvl="0" marL="0" marR="0" rtl="0" algn="ctr">
              <a:lnSpc>
                <a:spcPct val="139993"/>
              </a:lnSpc>
              <a:spcBef>
                <a:spcPts val="0"/>
              </a:spcBef>
              <a:spcAft>
                <a:spcPts val="0"/>
              </a:spcAft>
              <a:buNone/>
            </a:pPr>
            <a:r>
              <a:rPr b="0" i="0" lang="en" sz="4000" u="none" cap="none" strike="noStrike">
                <a:solidFill>
                  <a:srgbClr val="000000"/>
                </a:solidFill>
                <a:latin typeface="Montserrat"/>
                <a:ea typeface="Montserrat"/>
                <a:cs typeface="Montserrat"/>
                <a:sym typeface="Montserrat"/>
              </a:rPr>
              <a:t>15</a:t>
            </a:r>
            <a:endParaRPr b="0" i="0" sz="933" u="none" cap="none" strike="noStrike">
              <a:solidFill>
                <a:srgbClr val="000000"/>
              </a:solidFill>
              <a:latin typeface="Arial"/>
              <a:ea typeface="Arial"/>
              <a:cs typeface="Arial"/>
              <a:sym typeface="Arial"/>
            </a:endParaRPr>
          </a:p>
        </p:txBody>
      </p:sp>
      <p:pic>
        <p:nvPicPr>
          <p:cNvPr id="314" name="Google Shape;314;p38"/>
          <p:cNvPicPr preferRelativeResize="0"/>
          <p:nvPr/>
        </p:nvPicPr>
        <p:blipFill rotWithShape="1">
          <a:blip r:embed="rId6">
            <a:alphaModFix/>
          </a:blip>
          <a:srcRect b="0" l="0" r="0" t="0"/>
          <a:stretch/>
        </p:blipFill>
        <p:spPr>
          <a:xfrm>
            <a:off x="5531705" y="5507394"/>
            <a:ext cx="726979" cy="230815"/>
          </a:xfrm>
          <a:prstGeom prst="rect">
            <a:avLst/>
          </a:prstGeom>
          <a:noFill/>
          <a:ln>
            <a:noFill/>
          </a:ln>
        </p:spPr>
      </p:pic>
      <p:sp>
        <p:nvSpPr>
          <p:cNvPr id="315" name="Google Shape;315;p38"/>
          <p:cNvSpPr txBox="1"/>
          <p:nvPr/>
        </p:nvSpPr>
        <p:spPr>
          <a:xfrm>
            <a:off x="6638532" y="4423767"/>
            <a:ext cx="1964800" cy="517065"/>
          </a:xfrm>
          <a:prstGeom prst="rect">
            <a:avLst/>
          </a:prstGeom>
          <a:noFill/>
          <a:ln>
            <a:noFill/>
          </a:ln>
        </p:spPr>
        <p:txBody>
          <a:bodyPr anchorCtr="0" anchor="t" bIns="0" lIns="0" spcFirstLastPara="1" rIns="0" wrap="square" tIns="0">
            <a:spAutoFit/>
          </a:bodyPr>
          <a:lstStyle/>
          <a:p>
            <a:pPr indent="0" lvl="0" marL="0" marR="0" rtl="0" algn="ctr">
              <a:lnSpc>
                <a:spcPct val="139982"/>
              </a:lnSpc>
              <a:spcBef>
                <a:spcPts val="0"/>
              </a:spcBef>
              <a:spcAft>
                <a:spcPts val="0"/>
              </a:spcAft>
              <a:buNone/>
            </a:pPr>
            <a:r>
              <a:rPr b="0" i="0" lang="en" sz="2400" u="none" cap="none" strike="noStrike">
                <a:solidFill>
                  <a:srgbClr val="000000"/>
                </a:solidFill>
                <a:latin typeface="Playfair Display"/>
                <a:ea typeface="Playfair Display"/>
                <a:cs typeface="Playfair Display"/>
                <a:sym typeface="Playfair Display"/>
              </a:rPr>
              <a:t>Hexadecimal</a:t>
            </a:r>
            <a:endParaRPr b="0" i="0" sz="933" u="none" cap="none" strike="noStrike">
              <a:solidFill>
                <a:srgbClr val="000000"/>
              </a:solidFill>
              <a:latin typeface="Arial"/>
              <a:ea typeface="Arial"/>
              <a:cs typeface="Arial"/>
              <a:sym typeface="Arial"/>
            </a:endParaRPr>
          </a:p>
        </p:txBody>
      </p:sp>
      <p:sp>
        <p:nvSpPr>
          <p:cNvPr id="316" name="Google Shape;316;p38"/>
          <p:cNvSpPr txBox="1"/>
          <p:nvPr/>
        </p:nvSpPr>
        <p:spPr>
          <a:xfrm>
            <a:off x="7356333" y="5235056"/>
            <a:ext cx="293200" cy="861774"/>
          </a:xfrm>
          <a:prstGeom prst="rect">
            <a:avLst/>
          </a:prstGeom>
          <a:noFill/>
          <a:ln>
            <a:noFill/>
          </a:ln>
        </p:spPr>
        <p:txBody>
          <a:bodyPr anchorCtr="0" anchor="t" bIns="0" lIns="0" spcFirstLastPara="1" rIns="0" wrap="square" tIns="0">
            <a:spAutoFit/>
          </a:bodyPr>
          <a:lstStyle/>
          <a:p>
            <a:pPr indent="0" lvl="0" marL="0" marR="0" rtl="0" algn="ctr">
              <a:lnSpc>
                <a:spcPct val="139993"/>
              </a:lnSpc>
              <a:spcBef>
                <a:spcPts val="0"/>
              </a:spcBef>
              <a:spcAft>
                <a:spcPts val="0"/>
              </a:spcAft>
              <a:buNone/>
            </a:pPr>
            <a:r>
              <a:rPr b="0" i="0" lang="en" sz="4000" u="none" cap="none" strike="noStrike">
                <a:solidFill>
                  <a:srgbClr val="000000"/>
                </a:solidFill>
                <a:latin typeface="Montserrat"/>
                <a:ea typeface="Montserrat"/>
                <a:cs typeface="Montserrat"/>
                <a:sym typeface="Montserrat"/>
              </a:rPr>
              <a:t>F</a:t>
            </a:r>
            <a:endParaRPr b="0" i="0" sz="933" u="none" cap="none" strike="noStrike">
              <a:solidFill>
                <a:srgbClr val="000000"/>
              </a:solidFill>
              <a:latin typeface="Arial"/>
              <a:ea typeface="Arial"/>
              <a:cs typeface="Arial"/>
              <a:sym typeface="Arial"/>
            </a:endParaRPr>
          </a:p>
        </p:txBody>
      </p:sp>
      <p:pic>
        <p:nvPicPr>
          <p:cNvPr id="317" name="Google Shape;317;p38"/>
          <p:cNvPicPr preferRelativeResize="0"/>
          <p:nvPr/>
        </p:nvPicPr>
        <p:blipFill rotWithShape="1">
          <a:blip r:embed="rId6">
            <a:alphaModFix/>
          </a:blip>
          <a:srcRect b="0" l="0" r="0" t="0"/>
          <a:stretch/>
        </p:blipFill>
        <p:spPr>
          <a:xfrm>
            <a:off x="8706705" y="5507394"/>
            <a:ext cx="726979" cy="230815"/>
          </a:xfrm>
          <a:prstGeom prst="rect">
            <a:avLst/>
          </a:prstGeom>
          <a:noFill/>
          <a:ln>
            <a:noFill/>
          </a:ln>
        </p:spPr>
      </p:pic>
      <p:pic>
        <p:nvPicPr>
          <p:cNvPr id="318" name="Google Shape;318;p38"/>
          <p:cNvPicPr preferRelativeResize="0"/>
          <p:nvPr/>
        </p:nvPicPr>
        <p:blipFill rotWithShape="1">
          <a:blip r:embed="rId4">
            <a:alphaModFix/>
          </a:blip>
          <a:srcRect b="0" l="0" r="0" t="0"/>
          <a:stretch/>
        </p:blipFill>
        <p:spPr>
          <a:xfrm>
            <a:off x="9953923" y="5108776"/>
            <a:ext cx="1701480" cy="1063425"/>
          </a:xfrm>
          <a:prstGeom prst="rect">
            <a:avLst/>
          </a:prstGeom>
          <a:noFill/>
          <a:ln>
            <a:noFill/>
          </a:ln>
        </p:spPr>
      </p:pic>
      <p:sp>
        <p:nvSpPr>
          <p:cNvPr id="319" name="Google Shape;319;p38"/>
          <p:cNvSpPr txBox="1"/>
          <p:nvPr/>
        </p:nvSpPr>
        <p:spPr>
          <a:xfrm>
            <a:off x="10658169" y="5235056"/>
            <a:ext cx="293200" cy="861774"/>
          </a:xfrm>
          <a:prstGeom prst="rect">
            <a:avLst/>
          </a:prstGeom>
          <a:noFill/>
          <a:ln>
            <a:noFill/>
          </a:ln>
        </p:spPr>
        <p:txBody>
          <a:bodyPr anchorCtr="0" anchor="t" bIns="0" lIns="0" spcFirstLastPara="1" rIns="0" wrap="square" tIns="0">
            <a:spAutoFit/>
          </a:bodyPr>
          <a:lstStyle/>
          <a:p>
            <a:pPr indent="0" lvl="0" marL="0" marR="0" rtl="0" algn="ctr">
              <a:lnSpc>
                <a:spcPct val="139993"/>
              </a:lnSpc>
              <a:spcBef>
                <a:spcPts val="0"/>
              </a:spcBef>
              <a:spcAft>
                <a:spcPts val="0"/>
              </a:spcAft>
              <a:buNone/>
            </a:pPr>
            <a:r>
              <a:rPr b="0" i="0" lang="en" sz="4000" u="none" cap="none" strike="noStrike">
                <a:solidFill>
                  <a:srgbClr val="000000"/>
                </a:solidFill>
                <a:latin typeface="Montserrat"/>
                <a:ea typeface="Montserrat"/>
                <a:cs typeface="Montserrat"/>
                <a:sym typeface="Montserrat"/>
              </a:rPr>
              <a:t>F</a:t>
            </a:r>
            <a:endParaRPr b="0" i="0" sz="933" u="none" cap="none" strike="noStrike">
              <a:solidFill>
                <a:srgbClr val="000000"/>
              </a:solidFill>
              <a:latin typeface="Arial"/>
              <a:ea typeface="Arial"/>
              <a:cs typeface="Arial"/>
              <a:sym typeface="Arial"/>
            </a:endParaRPr>
          </a:p>
        </p:txBody>
      </p:sp>
      <p:sp>
        <p:nvSpPr>
          <p:cNvPr id="320" name="Google Shape;320;p38"/>
          <p:cNvSpPr txBox="1"/>
          <p:nvPr/>
        </p:nvSpPr>
        <p:spPr>
          <a:xfrm>
            <a:off x="10182265" y="4423767"/>
            <a:ext cx="1015200" cy="517065"/>
          </a:xfrm>
          <a:prstGeom prst="rect">
            <a:avLst/>
          </a:prstGeom>
          <a:noFill/>
          <a:ln>
            <a:noFill/>
          </a:ln>
        </p:spPr>
        <p:txBody>
          <a:bodyPr anchorCtr="0" anchor="t" bIns="0" lIns="0" spcFirstLastPara="1" rIns="0" wrap="square" tIns="0">
            <a:spAutoFit/>
          </a:bodyPr>
          <a:lstStyle/>
          <a:p>
            <a:pPr indent="0" lvl="0" marL="0" marR="0" rtl="0" algn="ctr">
              <a:lnSpc>
                <a:spcPct val="139982"/>
              </a:lnSpc>
              <a:spcBef>
                <a:spcPts val="0"/>
              </a:spcBef>
              <a:spcAft>
                <a:spcPts val="0"/>
              </a:spcAft>
              <a:buNone/>
            </a:pPr>
            <a:r>
              <a:rPr b="0" i="0" lang="en" sz="2400" u="none" cap="none" strike="noStrike">
                <a:solidFill>
                  <a:srgbClr val="000000"/>
                </a:solidFill>
                <a:latin typeface="Playfair Display"/>
                <a:ea typeface="Playfair Display"/>
                <a:cs typeface="Playfair Display"/>
                <a:sym typeface="Playfair Display"/>
              </a:rPr>
              <a:t>Trailer</a:t>
            </a:r>
            <a:endParaRPr b="0" i="0" sz="933"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12"/>
                                        </p:tgtEl>
                                        <p:attrNameLst>
                                          <p:attrName>style.visibility</p:attrName>
                                        </p:attrNameLst>
                                      </p:cBhvr>
                                      <p:to>
                                        <p:strVal val="visible"/>
                                      </p:to>
                                    </p:set>
                                    <p:animEffect filter="fade" transition="in">
                                      <p:cBhvr>
                                        <p:cTn dur="1000"/>
                                        <p:tgtEl>
                                          <p:spTgt spid="312"/>
                                        </p:tgtEl>
                                      </p:cBhvr>
                                    </p:animEffect>
                                  </p:childTnLst>
                                </p:cTn>
                              </p:par>
                              <p:par>
                                <p:cTn fill="hold" nodeType="withEffect" presetClass="entr" presetID="10" presetSubtype="0">
                                  <p:stCondLst>
                                    <p:cond delay="0"/>
                                  </p:stCondLst>
                                  <p:childTnLst>
                                    <p:set>
                                      <p:cBhvr>
                                        <p:cTn dur="1" fill="hold">
                                          <p:stCondLst>
                                            <p:cond delay="0"/>
                                          </p:stCondLst>
                                        </p:cTn>
                                        <p:tgtEl>
                                          <p:spTgt spid="313"/>
                                        </p:tgtEl>
                                        <p:attrNameLst>
                                          <p:attrName>style.visibility</p:attrName>
                                        </p:attrNameLst>
                                      </p:cBhvr>
                                      <p:to>
                                        <p:strVal val="visible"/>
                                      </p:to>
                                    </p:set>
                                    <p:animEffect filter="fade" transition="in">
                                      <p:cBhvr>
                                        <p:cTn dur="1000"/>
                                        <p:tgtEl>
                                          <p:spTgt spid="313"/>
                                        </p:tgtEl>
                                      </p:cBhvr>
                                    </p:animEffect>
                                  </p:childTnLst>
                                </p:cTn>
                              </p:par>
                              <p:par>
                                <p:cTn fill="hold" nodeType="withEffect" presetClass="entr" presetID="10" presetSubtype="0">
                                  <p:stCondLst>
                                    <p:cond delay="0"/>
                                  </p:stCondLst>
                                  <p:childTnLst>
                                    <p:set>
                                      <p:cBhvr>
                                        <p:cTn dur="1" fill="hold">
                                          <p:stCondLst>
                                            <p:cond delay="0"/>
                                          </p:stCondLst>
                                        </p:cTn>
                                        <p:tgtEl>
                                          <p:spTgt spid="306"/>
                                        </p:tgtEl>
                                        <p:attrNameLst>
                                          <p:attrName>style.visibility</p:attrName>
                                        </p:attrNameLst>
                                      </p:cBhvr>
                                      <p:to>
                                        <p:strVal val="visible"/>
                                      </p:to>
                                    </p:set>
                                    <p:animEffect filter="fade" transition="in">
                                      <p:cBhvr>
                                        <p:cTn dur="1000"/>
                                        <p:tgtEl>
                                          <p:spTgt spid="30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14"/>
                                        </p:tgtEl>
                                        <p:attrNameLst>
                                          <p:attrName>style.visibility</p:attrName>
                                        </p:attrNameLst>
                                      </p:cBhvr>
                                      <p:to>
                                        <p:strVal val="visible"/>
                                      </p:to>
                                    </p:set>
                                    <p:animEffect filter="fade" transition="in">
                                      <p:cBhvr>
                                        <p:cTn dur="1000"/>
                                        <p:tgtEl>
                                          <p:spTgt spid="314"/>
                                        </p:tgtEl>
                                      </p:cBhvr>
                                    </p:animEffect>
                                  </p:childTnLst>
                                </p:cTn>
                              </p:par>
                              <p:par>
                                <p:cTn fill="hold" nodeType="withEffect" presetClass="entr" presetID="10" presetSubtype="0">
                                  <p:stCondLst>
                                    <p:cond delay="0"/>
                                  </p:stCondLst>
                                  <p:childTnLst>
                                    <p:set>
                                      <p:cBhvr>
                                        <p:cTn dur="1" fill="hold">
                                          <p:stCondLst>
                                            <p:cond delay="0"/>
                                          </p:stCondLst>
                                        </p:cTn>
                                        <p:tgtEl>
                                          <p:spTgt spid="316"/>
                                        </p:tgtEl>
                                        <p:attrNameLst>
                                          <p:attrName>style.visibility</p:attrName>
                                        </p:attrNameLst>
                                      </p:cBhvr>
                                      <p:to>
                                        <p:strVal val="visible"/>
                                      </p:to>
                                    </p:set>
                                    <p:animEffect filter="fade" transition="in">
                                      <p:cBhvr>
                                        <p:cTn dur="1000"/>
                                        <p:tgtEl>
                                          <p:spTgt spid="316"/>
                                        </p:tgtEl>
                                      </p:cBhvr>
                                    </p:animEffect>
                                  </p:childTnLst>
                                </p:cTn>
                              </p:par>
                              <p:par>
                                <p:cTn fill="hold" nodeType="withEffect" presetClass="entr" presetID="10" presetSubtype="0">
                                  <p:stCondLst>
                                    <p:cond delay="0"/>
                                  </p:stCondLst>
                                  <p:childTnLst>
                                    <p:set>
                                      <p:cBhvr>
                                        <p:cTn dur="1" fill="hold">
                                          <p:stCondLst>
                                            <p:cond delay="0"/>
                                          </p:stCondLst>
                                        </p:cTn>
                                        <p:tgtEl>
                                          <p:spTgt spid="315"/>
                                        </p:tgtEl>
                                        <p:attrNameLst>
                                          <p:attrName>style.visibility</p:attrName>
                                        </p:attrNameLst>
                                      </p:cBhvr>
                                      <p:to>
                                        <p:strVal val="visible"/>
                                      </p:to>
                                    </p:set>
                                    <p:animEffect filter="fade" transition="in">
                                      <p:cBhvr>
                                        <p:cTn dur="1000"/>
                                        <p:tgtEl>
                                          <p:spTgt spid="31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17"/>
                                        </p:tgtEl>
                                        <p:attrNameLst>
                                          <p:attrName>style.visibility</p:attrName>
                                        </p:attrNameLst>
                                      </p:cBhvr>
                                      <p:to>
                                        <p:strVal val="visible"/>
                                      </p:to>
                                    </p:set>
                                    <p:animEffect filter="fade" transition="in">
                                      <p:cBhvr>
                                        <p:cTn dur="1000"/>
                                        <p:tgtEl>
                                          <p:spTgt spid="317"/>
                                        </p:tgtEl>
                                      </p:cBhvr>
                                    </p:animEffect>
                                  </p:childTnLst>
                                </p:cTn>
                              </p:par>
                              <p:par>
                                <p:cTn fill="hold" nodeType="withEffect" presetClass="entr" presetID="10" presetSubtype="0">
                                  <p:stCondLst>
                                    <p:cond delay="0"/>
                                  </p:stCondLst>
                                  <p:childTnLst>
                                    <p:set>
                                      <p:cBhvr>
                                        <p:cTn dur="1" fill="hold">
                                          <p:stCondLst>
                                            <p:cond delay="0"/>
                                          </p:stCondLst>
                                        </p:cTn>
                                        <p:tgtEl>
                                          <p:spTgt spid="318"/>
                                        </p:tgtEl>
                                        <p:attrNameLst>
                                          <p:attrName>style.visibility</p:attrName>
                                        </p:attrNameLst>
                                      </p:cBhvr>
                                      <p:to>
                                        <p:strVal val="visible"/>
                                      </p:to>
                                    </p:set>
                                    <p:animEffect filter="fade" transition="in">
                                      <p:cBhvr>
                                        <p:cTn dur="1000"/>
                                        <p:tgtEl>
                                          <p:spTgt spid="318"/>
                                        </p:tgtEl>
                                      </p:cBhvr>
                                    </p:animEffect>
                                  </p:childTnLst>
                                </p:cTn>
                              </p:par>
                              <p:par>
                                <p:cTn fill="hold" nodeType="withEffect" presetClass="entr" presetID="10" presetSubtype="0">
                                  <p:stCondLst>
                                    <p:cond delay="0"/>
                                  </p:stCondLst>
                                  <p:childTnLst>
                                    <p:set>
                                      <p:cBhvr>
                                        <p:cTn dur="1" fill="hold">
                                          <p:stCondLst>
                                            <p:cond delay="0"/>
                                          </p:stCondLst>
                                        </p:cTn>
                                        <p:tgtEl>
                                          <p:spTgt spid="319"/>
                                        </p:tgtEl>
                                        <p:attrNameLst>
                                          <p:attrName>style.visibility</p:attrName>
                                        </p:attrNameLst>
                                      </p:cBhvr>
                                      <p:to>
                                        <p:strVal val="visible"/>
                                      </p:to>
                                    </p:set>
                                    <p:animEffect filter="fade" transition="in">
                                      <p:cBhvr>
                                        <p:cTn dur="1000"/>
                                        <p:tgtEl>
                                          <p:spTgt spid="319"/>
                                        </p:tgtEl>
                                      </p:cBhvr>
                                    </p:animEffect>
                                  </p:childTnLst>
                                </p:cTn>
                              </p:par>
                              <p:par>
                                <p:cTn fill="hold" nodeType="withEffect" presetClass="entr" presetID="10" presetSubtype="0">
                                  <p:stCondLst>
                                    <p:cond delay="0"/>
                                  </p:stCondLst>
                                  <p:childTnLst>
                                    <p:set>
                                      <p:cBhvr>
                                        <p:cTn dur="1" fill="hold">
                                          <p:stCondLst>
                                            <p:cond delay="0"/>
                                          </p:stCondLst>
                                        </p:cTn>
                                        <p:tgtEl>
                                          <p:spTgt spid="320"/>
                                        </p:tgtEl>
                                        <p:attrNameLst>
                                          <p:attrName>style.visibility</p:attrName>
                                        </p:attrNameLst>
                                      </p:cBhvr>
                                      <p:to>
                                        <p:strVal val="visible"/>
                                      </p:to>
                                    </p:set>
                                    <p:animEffect filter="fade" transition="in">
                                      <p:cBhvr>
                                        <p:cTn dur="1000"/>
                                        <p:tgtEl>
                                          <p:spTgt spid="320"/>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3"/>
        </a:solidFill>
      </p:bgPr>
    </p:bg>
    <p:spTree>
      <p:nvGrpSpPr>
        <p:cNvPr id="324" name="Shape 324"/>
        <p:cNvGrpSpPr/>
        <p:nvPr/>
      </p:nvGrpSpPr>
      <p:grpSpPr>
        <a:xfrm>
          <a:off x="0" y="0"/>
          <a:ext cx="0" cy="0"/>
          <a:chOff x="0" y="0"/>
          <a:chExt cx="0" cy="0"/>
        </a:xfrm>
      </p:grpSpPr>
      <p:pic>
        <p:nvPicPr>
          <p:cNvPr id="325" name="Google Shape;325;p39"/>
          <p:cNvPicPr preferRelativeResize="0"/>
          <p:nvPr/>
        </p:nvPicPr>
        <p:blipFill rotWithShape="1">
          <a:blip r:embed="rId3">
            <a:alphaModFix/>
          </a:blip>
          <a:srcRect b="0" l="0" r="0" t="0"/>
          <a:stretch/>
        </p:blipFill>
        <p:spPr>
          <a:xfrm>
            <a:off x="1644341" y="1983984"/>
            <a:ext cx="1553208" cy="1553208"/>
          </a:xfrm>
          <a:prstGeom prst="rect">
            <a:avLst/>
          </a:prstGeom>
          <a:noFill/>
          <a:ln>
            <a:noFill/>
          </a:ln>
        </p:spPr>
      </p:pic>
      <p:pic>
        <p:nvPicPr>
          <p:cNvPr id="326" name="Google Shape;326;p39"/>
          <p:cNvPicPr preferRelativeResize="0"/>
          <p:nvPr/>
        </p:nvPicPr>
        <p:blipFill rotWithShape="1">
          <a:blip r:embed="rId4">
            <a:alphaModFix/>
          </a:blip>
          <a:srcRect b="0" l="0" r="0" t="0"/>
          <a:stretch/>
        </p:blipFill>
        <p:spPr>
          <a:xfrm>
            <a:off x="277943" y="1347324"/>
            <a:ext cx="2919604" cy="1824753"/>
          </a:xfrm>
          <a:prstGeom prst="rect">
            <a:avLst/>
          </a:prstGeom>
          <a:noFill/>
          <a:ln>
            <a:noFill/>
          </a:ln>
        </p:spPr>
      </p:pic>
      <p:pic>
        <p:nvPicPr>
          <p:cNvPr id="327" name="Google Shape;327;p39"/>
          <p:cNvPicPr preferRelativeResize="0"/>
          <p:nvPr/>
        </p:nvPicPr>
        <p:blipFill rotWithShape="1">
          <a:blip r:embed="rId5">
            <a:alphaModFix/>
          </a:blip>
          <a:srcRect b="0" l="0" r="0" t="0"/>
          <a:stretch/>
        </p:blipFill>
        <p:spPr>
          <a:xfrm>
            <a:off x="536697" y="4869997"/>
            <a:ext cx="2153192" cy="1345745"/>
          </a:xfrm>
          <a:prstGeom prst="rect">
            <a:avLst/>
          </a:prstGeom>
          <a:noFill/>
          <a:ln>
            <a:noFill/>
          </a:ln>
        </p:spPr>
      </p:pic>
      <p:pic>
        <p:nvPicPr>
          <p:cNvPr id="328" name="Google Shape;328;p39"/>
          <p:cNvPicPr preferRelativeResize="0"/>
          <p:nvPr/>
        </p:nvPicPr>
        <p:blipFill rotWithShape="1">
          <a:blip r:embed="rId6">
            <a:alphaModFix/>
          </a:blip>
          <a:srcRect b="0" l="0" r="0" t="0"/>
          <a:stretch/>
        </p:blipFill>
        <p:spPr>
          <a:xfrm>
            <a:off x="2970087" y="5507394"/>
            <a:ext cx="726979" cy="230815"/>
          </a:xfrm>
          <a:prstGeom prst="rect">
            <a:avLst/>
          </a:prstGeom>
          <a:noFill/>
          <a:ln>
            <a:noFill/>
          </a:ln>
        </p:spPr>
      </p:pic>
      <p:sp>
        <p:nvSpPr>
          <p:cNvPr id="329" name="Google Shape;329;p39"/>
          <p:cNvSpPr txBox="1"/>
          <p:nvPr/>
        </p:nvSpPr>
        <p:spPr>
          <a:xfrm>
            <a:off x="536597" y="273187"/>
            <a:ext cx="6090400" cy="919291"/>
          </a:xfrm>
          <a:prstGeom prst="rect">
            <a:avLst/>
          </a:prstGeom>
          <a:noFill/>
          <a:ln>
            <a:noFill/>
          </a:ln>
        </p:spPr>
        <p:txBody>
          <a:bodyPr anchorCtr="0" anchor="t" bIns="0" lIns="0" spcFirstLastPara="1" rIns="0" wrap="square" tIns="0">
            <a:spAutoFit/>
          </a:bodyPr>
          <a:lstStyle/>
          <a:p>
            <a:pPr indent="0" lvl="0" marL="0" marR="0" rtl="0" algn="ctr">
              <a:lnSpc>
                <a:spcPct val="139993"/>
              </a:lnSpc>
              <a:spcBef>
                <a:spcPts val="0"/>
              </a:spcBef>
              <a:spcAft>
                <a:spcPts val="0"/>
              </a:spcAft>
              <a:buNone/>
            </a:pPr>
            <a:r>
              <a:rPr b="0" i="0" lang="en" sz="4267" u="none" cap="none" strike="noStrike">
                <a:solidFill>
                  <a:srgbClr val="FF5757"/>
                </a:solidFill>
                <a:latin typeface="Abhaya Libre"/>
                <a:ea typeface="Abhaya Libre"/>
                <a:cs typeface="Abhaya Libre"/>
                <a:sym typeface="Abhaya Libre"/>
              </a:rPr>
              <a:t>Cyclic Redundancy Checks</a:t>
            </a:r>
            <a:endParaRPr b="0" i="0" sz="933" u="none" cap="none" strike="noStrike">
              <a:solidFill>
                <a:srgbClr val="000000"/>
              </a:solidFill>
              <a:latin typeface="Arial"/>
              <a:ea typeface="Arial"/>
              <a:cs typeface="Arial"/>
              <a:sym typeface="Arial"/>
            </a:endParaRPr>
          </a:p>
        </p:txBody>
      </p:sp>
      <p:sp>
        <p:nvSpPr>
          <p:cNvPr id="330" name="Google Shape;330;p39"/>
          <p:cNvSpPr txBox="1"/>
          <p:nvPr/>
        </p:nvSpPr>
        <p:spPr>
          <a:xfrm>
            <a:off x="3781187" y="1379715"/>
            <a:ext cx="7736400" cy="1723742"/>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 sz="2667" u="none" cap="none" strike="noStrike">
                <a:solidFill>
                  <a:srgbClr val="000000"/>
                </a:solidFill>
                <a:latin typeface="Montserrat"/>
                <a:ea typeface="Montserrat"/>
                <a:cs typeface="Montserrat"/>
                <a:sym typeface="Montserrat"/>
              </a:rPr>
              <a:t>2. Once the packet arrives, the receiving computer recalculate the number of 1-bits in the payload. </a:t>
            </a:r>
            <a:endParaRPr b="0" i="0" sz="933" u="none" cap="none" strike="noStrike">
              <a:solidFill>
                <a:srgbClr val="000000"/>
              </a:solidFill>
              <a:latin typeface="Arial"/>
              <a:ea typeface="Arial"/>
              <a:cs typeface="Arial"/>
              <a:sym typeface="Arial"/>
            </a:endParaRPr>
          </a:p>
        </p:txBody>
      </p:sp>
      <p:sp>
        <p:nvSpPr>
          <p:cNvPr id="331" name="Google Shape;331;p39"/>
          <p:cNvSpPr txBox="1"/>
          <p:nvPr/>
        </p:nvSpPr>
        <p:spPr>
          <a:xfrm>
            <a:off x="943331" y="1999634"/>
            <a:ext cx="1339200" cy="603242"/>
          </a:xfrm>
          <a:prstGeom prst="rect">
            <a:avLst/>
          </a:prstGeom>
          <a:noFill/>
          <a:ln>
            <a:noFill/>
          </a:ln>
        </p:spPr>
        <p:txBody>
          <a:bodyPr anchorCtr="0" anchor="t" bIns="0" lIns="0" spcFirstLastPara="1" rIns="0" wrap="square" tIns="0">
            <a:spAutoFit/>
          </a:bodyPr>
          <a:lstStyle/>
          <a:p>
            <a:pPr indent="0" lvl="0" marL="0" marR="0" rtl="0" algn="ctr">
              <a:lnSpc>
                <a:spcPct val="140000"/>
              </a:lnSpc>
              <a:spcBef>
                <a:spcPts val="0"/>
              </a:spcBef>
              <a:spcAft>
                <a:spcPts val="0"/>
              </a:spcAft>
              <a:buNone/>
            </a:pPr>
            <a:r>
              <a:rPr b="0" i="0" lang="en" sz="2800" u="none" cap="none" strike="noStrike">
                <a:solidFill>
                  <a:srgbClr val="000000"/>
                </a:solidFill>
                <a:latin typeface="Montserrat"/>
                <a:ea typeface="Montserrat"/>
                <a:cs typeface="Montserrat"/>
                <a:sym typeface="Montserrat"/>
              </a:rPr>
              <a:t>Trailer</a:t>
            </a:r>
            <a:endParaRPr b="0" i="0" sz="933" u="none" cap="none" strike="noStrike">
              <a:solidFill>
                <a:srgbClr val="000000"/>
              </a:solidFill>
              <a:latin typeface="Arial"/>
              <a:ea typeface="Arial"/>
              <a:cs typeface="Arial"/>
              <a:sym typeface="Arial"/>
            </a:endParaRPr>
          </a:p>
        </p:txBody>
      </p:sp>
      <p:sp>
        <p:nvSpPr>
          <p:cNvPr id="332" name="Google Shape;332;p39"/>
          <p:cNvSpPr txBox="1"/>
          <p:nvPr/>
        </p:nvSpPr>
        <p:spPr>
          <a:xfrm>
            <a:off x="541567" y="4423762"/>
            <a:ext cx="1526800" cy="1034129"/>
          </a:xfrm>
          <a:prstGeom prst="rect">
            <a:avLst/>
          </a:prstGeom>
          <a:noFill/>
          <a:ln>
            <a:noFill/>
          </a:ln>
        </p:spPr>
        <p:txBody>
          <a:bodyPr anchorCtr="0" anchor="t" bIns="0" lIns="0" spcFirstLastPara="1" rIns="0" wrap="square" tIns="0">
            <a:spAutoFit/>
          </a:bodyPr>
          <a:lstStyle/>
          <a:p>
            <a:pPr indent="0" lvl="0" marL="0" marR="0" rtl="0" algn="ctr">
              <a:lnSpc>
                <a:spcPct val="139982"/>
              </a:lnSpc>
              <a:spcBef>
                <a:spcPts val="0"/>
              </a:spcBef>
              <a:spcAft>
                <a:spcPts val="0"/>
              </a:spcAft>
              <a:buNone/>
            </a:pPr>
            <a:r>
              <a:rPr b="0" i="0" lang="en" sz="2400" u="none" cap="none" strike="noStrike">
                <a:solidFill>
                  <a:srgbClr val="000000"/>
                </a:solidFill>
                <a:latin typeface="Playfair Display"/>
                <a:ea typeface="Playfair Display"/>
                <a:cs typeface="Playfair Display"/>
                <a:sym typeface="Playfair Display"/>
              </a:rPr>
              <a:t>Eg. Payload</a:t>
            </a:r>
            <a:endParaRPr b="0" i="0" sz="933" u="none" cap="none" strike="noStrike">
              <a:solidFill>
                <a:srgbClr val="000000"/>
              </a:solidFill>
              <a:latin typeface="Arial"/>
              <a:ea typeface="Arial"/>
              <a:cs typeface="Arial"/>
              <a:sym typeface="Arial"/>
            </a:endParaRPr>
          </a:p>
        </p:txBody>
      </p:sp>
      <p:sp>
        <p:nvSpPr>
          <p:cNvPr id="333" name="Google Shape;333;p39"/>
          <p:cNvSpPr txBox="1"/>
          <p:nvPr/>
        </p:nvSpPr>
        <p:spPr>
          <a:xfrm>
            <a:off x="807513" y="5279507"/>
            <a:ext cx="1611600" cy="804451"/>
          </a:xfrm>
          <a:prstGeom prst="rect">
            <a:avLst/>
          </a:prstGeom>
          <a:noFill/>
          <a:ln>
            <a:noFill/>
          </a:ln>
        </p:spPr>
        <p:txBody>
          <a:bodyPr anchorCtr="0" anchor="t" bIns="0" lIns="0" spcFirstLastPara="1" rIns="0" wrap="square" tIns="0">
            <a:spAutoFit/>
          </a:bodyPr>
          <a:lstStyle/>
          <a:p>
            <a:pPr indent="0" lvl="0" marL="0" marR="0" rtl="0" algn="ctr">
              <a:lnSpc>
                <a:spcPct val="140021"/>
              </a:lnSpc>
              <a:spcBef>
                <a:spcPts val="0"/>
              </a:spcBef>
              <a:spcAft>
                <a:spcPts val="0"/>
              </a:spcAft>
              <a:buNone/>
            </a:pPr>
            <a:r>
              <a:rPr b="0" i="0" lang="en" sz="1867" u="none" cap="none" strike="noStrike">
                <a:solidFill>
                  <a:srgbClr val="000000"/>
                </a:solidFill>
                <a:latin typeface="Montserrat"/>
                <a:ea typeface="Montserrat"/>
                <a:cs typeface="Montserrat"/>
                <a:sym typeface="Montserrat"/>
              </a:rPr>
              <a:t>1110100110100</a:t>
            </a:r>
            <a:endParaRPr b="0" i="0" sz="933" u="none" cap="none" strike="noStrike">
              <a:solidFill>
                <a:srgbClr val="000000"/>
              </a:solidFill>
              <a:latin typeface="Arial"/>
              <a:ea typeface="Arial"/>
              <a:cs typeface="Arial"/>
              <a:sym typeface="Arial"/>
            </a:endParaRPr>
          </a:p>
          <a:p>
            <a:pPr indent="0" lvl="0" marL="0" marR="0" rtl="0" algn="ctr">
              <a:lnSpc>
                <a:spcPct val="140021"/>
              </a:lnSpc>
              <a:spcBef>
                <a:spcPts val="0"/>
              </a:spcBef>
              <a:spcAft>
                <a:spcPts val="0"/>
              </a:spcAft>
              <a:buNone/>
            </a:pPr>
            <a:r>
              <a:rPr b="0" i="0" lang="en" sz="1867" u="none" cap="none" strike="noStrike">
                <a:solidFill>
                  <a:srgbClr val="000000"/>
                </a:solidFill>
                <a:latin typeface="Montserrat"/>
                <a:ea typeface="Montserrat"/>
                <a:cs typeface="Montserrat"/>
                <a:sym typeface="Montserrat"/>
              </a:rPr>
              <a:t>1111010010101</a:t>
            </a:r>
            <a:endParaRPr b="0" i="0" sz="933" u="none" cap="none" strike="noStrike">
              <a:solidFill>
                <a:srgbClr val="000000"/>
              </a:solidFill>
              <a:latin typeface="Arial"/>
              <a:ea typeface="Arial"/>
              <a:cs typeface="Arial"/>
              <a:sym typeface="Arial"/>
            </a:endParaRPr>
          </a:p>
        </p:txBody>
      </p:sp>
      <p:sp>
        <p:nvSpPr>
          <p:cNvPr id="334" name="Google Shape;334;p39"/>
          <p:cNvSpPr txBox="1"/>
          <p:nvPr/>
        </p:nvSpPr>
        <p:spPr>
          <a:xfrm>
            <a:off x="3373700" y="4423767"/>
            <a:ext cx="2153200" cy="517065"/>
          </a:xfrm>
          <a:prstGeom prst="rect">
            <a:avLst/>
          </a:prstGeom>
          <a:noFill/>
          <a:ln>
            <a:noFill/>
          </a:ln>
        </p:spPr>
        <p:txBody>
          <a:bodyPr anchorCtr="0" anchor="t" bIns="0" lIns="0" spcFirstLastPara="1" rIns="0" wrap="square" tIns="0">
            <a:spAutoFit/>
          </a:bodyPr>
          <a:lstStyle/>
          <a:p>
            <a:pPr indent="0" lvl="0" marL="0" marR="0" rtl="0" algn="ctr">
              <a:lnSpc>
                <a:spcPct val="139982"/>
              </a:lnSpc>
              <a:spcBef>
                <a:spcPts val="0"/>
              </a:spcBef>
              <a:spcAft>
                <a:spcPts val="0"/>
              </a:spcAft>
              <a:buNone/>
            </a:pPr>
            <a:r>
              <a:rPr b="0" i="0" lang="en" sz="2400" u="none" cap="none" strike="noStrike">
                <a:solidFill>
                  <a:srgbClr val="000000"/>
                </a:solidFill>
                <a:latin typeface="Playfair Display"/>
                <a:ea typeface="Playfair Display"/>
                <a:cs typeface="Playfair Display"/>
                <a:sym typeface="Playfair Display"/>
              </a:rPr>
              <a:t>Number of 1 bit</a:t>
            </a:r>
            <a:endParaRPr b="0" i="0" sz="933" u="none" cap="none" strike="noStrike">
              <a:solidFill>
                <a:srgbClr val="000000"/>
              </a:solidFill>
              <a:latin typeface="Arial"/>
              <a:ea typeface="Arial"/>
              <a:cs typeface="Arial"/>
              <a:sym typeface="Arial"/>
            </a:endParaRPr>
          </a:p>
        </p:txBody>
      </p:sp>
      <p:sp>
        <p:nvSpPr>
          <p:cNvPr id="335" name="Google Shape;335;p39"/>
          <p:cNvSpPr txBox="1"/>
          <p:nvPr/>
        </p:nvSpPr>
        <p:spPr>
          <a:xfrm>
            <a:off x="4298724" y="5235057"/>
            <a:ext cx="491200" cy="861774"/>
          </a:xfrm>
          <a:prstGeom prst="rect">
            <a:avLst/>
          </a:prstGeom>
          <a:noFill/>
          <a:ln>
            <a:noFill/>
          </a:ln>
        </p:spPr>
        <p:txBody>
          <a:bodyPr anchorCtr="0" anchor="t" bIns="0" lIns="0" spcFirstLastPara="1" rIns="0" wrap="square" tIns="0">
            <a:spAutoFit/>
          </a:bodyPr>
          <a:lstStyle/>
          <a:p>
            <a:pPr indent="0" lvl="0" marL="0" marR="0" rtl="0" algn="ctr">
              <a:lnSpc>
                <a:spcPct val="139993"/>
              </a:lnSpc>
              <a:spcBef>
                <a:spcPts val="0"/>
              </a:spcBef>
              <a:spcAft>
                <a:spcPts val="0"/>
              </a:spcAft>
              <a:buNone/>
            </a:pPr>
            <a:r>
              <a:rPr b="0" i="0" lang="en" sz="4000" u="none" cap="none" strike="noStrike">
                <a:solidFill>
                  <a:srgbClr val="000000"/>
                </a:solidFill>
                <a:latin typeface="Montserrat"/>
                <a:ea typeface="Montserrat"/>
                <a:cs typeface="Montserrat"/>
                <a:sym typeface="Montserrat"/>
              </a:rPr>
              <a:t>15</a:t>
            </a:r>
            <a:endParaRPr b="0" i="0" sz="933" u="none" cap="none" strike="noStrike">
              <a:solidFill>
                <a:srgbClr val="000000"/>
              </a:solidFill>
              <a:latin typeface="Arial"/>
              <a:ea typeface="Arial"/>
              <a:cs typeface="Arial"/>
              <a:sym typeface="Arial"/>
            </a:endParaRPr>
          </a:p>
        </p:txBody>
      </p:sp>
      <p:pic>
        <p:nvPicPr>
          <p:cNvPr id="336" name="Google Shape;336;p39"/>
          <p:cNvPicPr preferRelativeResize="0"/>
          <p:nvPr/>
        </p:nvPicPr>
        <p:blipFill rotWithShape="1">
          <a:blip r:embed="rId6">
            <a:alphaModFix/>
          </a:blip>
          <a:srcRect b="0" l="0" r="0" t="0"/>
          <a:stretch/>
        </p:blipFill>
        <p:spPr>
          <a:xfrm>
            <a:off x="5531705" y="5507394"/>
            <a:ext cx="726979" cy="230815"/>
          </a:xfrm>
          <a:prstGeom prst="rect">
            <a:avLst/>
          </a:prstGeom>
          <a:noFill/>
          <a:ln>
            <a:noFill/>
          </a:ln>
        </p:spPr>
      </p:pic>
      <p:sp>
        <p:nvSpPr>
          <p:cNvPr id="337" name="Google Shape;337;p39"/>
          <p:cNvSpPr txBox="1"/>
          <p:nvPr/>
        </p:nvSpPr>
        <p:spPr>
          <a:xfrm>
            <a:off x="6509333" y="4423767"/>
            <a:ext cx="1858000" cy="517065"/>
          </a:xfrm>
          <a:prstGeom prst="rect">
            <a:avLst/>
          </a:prstGeom>
          <a:noFill/>
          <a:ln>
            <a:noFill/>
          </a:ln>
        </p:spPr>
        <p:txBody>
          <a:bodyPr anchorCtr="0" anchor="t" bIns="0" lIns="0" spcFirstLastPara="1" rIns="0" wrap="square" tIns="0">
            <a:spAutoFit/>
          </a:bodyPr>
          <a:lstStyle/>
          <a:p>
            <a:pPr indent="0" lvl="0" marL="0" marR="0" rtl="0" algn="ctr">
              <a:lnSpc>
                <a:spcPct val="139982"/>
              </a:lnSpc>
              <a:spcBef>
                <a:spcPts val="0"/>
              </a:spcBef>
              <a:spcAft>
                <a:spcPts val="0"/>
              </a:spcAft>
              <a:buNone/>
            </a:pPr>
            <a:r>
              <a:rPr b="0" i="0" lang="en" sz="2400" u="none" cap="none" strike="noStrike">
                <a:solidFill>
                  <a:srgbClr val="000000"/>
                </a:solidFill>
                <a:latin typeface="Playfair Display"/>
                <a:ea typeface="Playfair Display"/>
                <a:cs typeface="Playfair Display"/>
                <a:sym typeface="Playfair Display"/>
              </a:rPr>
              <a:t>Hexadecimal</a:t>
            </a:r>
            <a:endParaRPr b="0" i="0" sz="933" u="none" cap="none" strike="noStrike">
              <a:solidFill>
                <a:srgbClr val="000000"/>
              </a:solidFill>
              <a:latin typeface="Arial"/>
              <a:ea typeface="Arial"/>
              <a:cs typeface="Arial"/>
              <a:sym typeface="Arial"/>
            </a:endParaRPr>
          </a:p>
        </p:txBody>
      </p:sp>
      <p:sp>
        <p:nvSpPr>
          <p:cNvPr id="338" name="Google Shape;338;p39"/>
          <p:cNvSpPr txBox="1"/>
          <p:nvPr/>
        </p:nvSpPr>
        <p:spPr>
          <a:xfrm>
            <a:off x="7356333" y="5235056"/>
            <a:ext cx="293200" cy="861774"/>
          </a:xfrm>
          <a:prstGeom prst="rect">
            <a:avLst/>
          </a:prstGeom>
          <a:noFill/>
          <a:ln>
            <a:noFill/>
          </a:ln>
        </p:spPr>
        <p:txBody>
          <a:bodyPr anchorCtr="0" anchor="t" bIns="0" lIns="0" spcFirstLastPara="1" rIns="0" wrap="square" tIns="0">
            <a:spAutoFit/>
          </a:bodyPr>
          <a:lstStyle/>
          <a:p>
            <a:pPr indent="0" lvl="0" marL="0" marR="0" rtl="0" algn="ctr">
              <a:lnSpc>
                <a:spcPct val="139993"/>
              </a:lnSpc>
              <a:spcBef>
                <a:spcPts val="0"/>
              </a:spcBef>
              <a:spcAft>
                <a:spcPts val="0"/>
              </a:spcAft>
              <a:buNone/>
            </a:pPr>
            <a:r>
              <a:rPr b="0" i="0" lang="en" sz="4000" u="none" cap="none" strike="noStrike">
                <a:solidFill>
                  <a:srgbClr val="000000"/>
                </a:solidFill>
                <a:latin typeface="Montserrat"/>
                <a:ea typeface="Montserrat"/>
                <a:cs typeface="Montserrat"/>
                <a:sym typeface="Montserrat"/>
              </a:rPr>
              <a:t>F</a:t>
            </a:r>
            <a:endParaRPr b="0" i="0" sz="933" u="none" cap="none" strike="noStrike">
              <a:solidFill>
                <a:srgbClr val="000000"/>
              </a:solidFill>
              <a:latin typeface="Arial"/>
              <a:ea typeface="Arial"/>
              <a:cs typeface="Arial"/>
              <a:sym typeface="Arial"/>
            </a:endParaRPr>
          </a:p>
        </p:txBody>
      </p:sp>
      <p:pic>
        <p:nvPicPr>
          <p:cNvPr id="339" name="Google Shape;339;p39"/>
          <p:cNvPicPr preferRelativeResize="0"/>
          <p:nvPr/>
        </p:nvPicPr>
        <p:blipFill rotWithShape="1">
          <a:blip r:embed="rId6">
            <a:alphaModFix/>
          </a:blip>
          <a:srcRect b="0" l="0" r="0" t="0"/>
          <a:stretch/>
        </p:blipFill>
        <p:spPr>
          <a:xfrm rot="-2213236">
            <a:off x="8834593" y="4359153"/>
            <a:ext cx="726979" cy="230816"/>
          </a:xfrm>
          <a:prstGeom prst="rect">
            <a:avLst/>
          </a:prstGeom>
          <a:noFill/>
          <a:ln>
            <a:noFill/>
          </a:ln>
        </p:spPr>
      </p:pic>
      <p:pic>
        <p:nvPicPr>
          <p:cNvPr id="340" name="Google Shape;340;p39"/>
          <p:cNvPicPr preferRelativeResize="0"/>
          <p:nvPr/>
        </p:nvPicPr>
        <p:blipFill rotWithShape="1">
          <a:blip r:embed="rId4">
            <a:alphaModFix/>
          </a:blip>
          <a:srcRect b="0" l="0" r="0" t="0"/>
          <a:stretch/>
        </p:blipFill>
        <p:spPr>
          <a:xfrm>
            <a:off x="9815973" y="3806289"/>
            <a:ext cx="1701480" cy="1063425"/>
          </a:xfrm>
          <a:prstGeom prst="rect">
            <a:avLst/>
          </a:prstGeom>
          <a:noFill/>
          <a:ln>
            <a:noFill/>
          </a:ln>
        </p:spPr>
      </p:pic>
      <p:sp>
        <p:nvSpPr>
          <p:cNvPr id="341" name="Google Shape;341;p39"/>
          <p:cNvSpPr txBox="1"/>
          <p:nvPr/>
        </p:nvSpPr>
        <p:spPr>
          <a:xfrm>
            <a:off x="10520220" y="3932569"/>
            <a:ext cx="293200" cy="861774"/>
          </a:xfrm>
          <a:prstGeom prst="rect">
            <a:avLst/>
          </a:prstGeom>
          <a:noFill/>
          <a:ln>
            <a:noFill/>
          </a:ln>
        </p:spPr>
        <p:txBody>
          <a:bodyPr anchorCtr="0" anchor="t" bIns="0" lIns="0" spcFirstLastPara="1" rIns="0" wrap="square" tIns="0">
            <a:spAutoFit/>
          </a:bodyPr>
          <a:lstStyle/>
          <a:p>
            <a:pPr indent="0" lvl="0" marL="0" marR="0" rtl="0" algn="ctr">
              <a:lnSpc>
                <a:spcPct val="139993"/>
              </a:lnSpc>
              <a:spcBef>
                <a:spcPts val="0"/>
              </a:spcBef>
              <a:spcAft>
                <a:spcPts val="0"/>
              </a:spcAft>
              <a:buNone/>
            </a:pPr>
            <a:r>
              <a:rPr b="0" i="0" lang="en" sz="4000" u="none" cap="none" strike="noStrike">
                <a:solidFill>
                  <a:srgbClr val="000000"/>
                </a:solidFill>
                <a:latin typeface="Montserrat"/>
                <a:ea typeface="Montserrat"/>
                <a:cs typeface="Montserrat"/>
                <a:sym typeface="Montserrat"/>
              </a:rPr>
              <a:t>F</a:t>
            </a:r>
            <a:endParaRPr b="0" i="0" sz="933" u="none" cap="none" strike="noStrike">
              <a:solidFill>
                <a:srgbClr val="000000"/>
              </a:solidFill>
              <a:latin typeface="Arial"/>
              <a:ea typeface="Arial"/>
              <a:cs typeface="Arial"/>
              <a:sym typeface="Arial"/>
            </a:endParaRPr>
          </a:p>
        </p:txBody>
      </p:sp>
      <p:sp>
        <p:nvSpPr>
          <p:cNvPr id="342" name="Google Shape;342;p39"/>
          <p:cNvSpPr txBox="1"/>
          <p:nvPr/>
        </p:nvSpPr>
        <p:spPr>
          <a:xfrm>
            <a:off x="10044335" y="3121267"/>
            <a:ext cx="1124800" cy="517065"/>
          </a:xfrm>
          <a:prstGeom prst="rect">
            <a:avLst/>
          </a:prstGeom>
          <a:noFill/>
          <a:ln>
            <a:noFill/>
          </a:ln>
        </p:spPr>
        <p:txBody>
          <a:bodyPr anchorCtr="0" anchor="t" bIns="0" lIns="0" spcFirstLastPara="1" rIns="0" wrap="square" tIns="0">
            <a:spAutoFit/>
          </a:bodyPr>
          <a:lstStyle/>
          <a:p>
            <a:pPr indent="0" lvl="0" marL="0" marR="0" rtl="0" algn="ctr">
              <a:lnSpc>
                <a:spcPct val="139982"/>
              </a:lnSpc>
              <a:spcBef>
                <a:spcPts val="0"/>
              </a:spcBef>
              <a:spcAft>
                <a:spcPts val="0"/>
              </a:spcAft>
              <a:buNone/>
            </a:pPr>
            <a:r>
              <a:rPr b="0" i="0" lang="en" sz="2400" u="none" cap="none" strike="noStrike">
                <a:solidFill>
                  <a:srgbClr val="000000"/>
                </a:solidFill>
                <a:latin typeface="Playfair Display"/>
                <a:ea typeface="Playfair Display"/>
                <a:cs typeface="Playfair Display"/>
                <a:sym typeface="Playfair Display"/>
              </a:rPr>
              <a:t>Trailer</a:t>
            </a:r>
            <a:endParaRPr b="0" i="0" sz="933" u="none" cap="none" strike="noStrike">
              <a:solidFill>
                <a:srgbClr val="000000"/>
              </a:solidFill>
              <a:latin typeface="Arial"/>
              <a:ea typeface="Arial"/>
              <a:cs typeface="Arial"/>
              <a:sym typeface="Arial"/>
            </a:endParaRPr>
          </a:p>
        </p:txBody>
      </p:sp>
      <p:sp>
        <p:nvSpPr>
          <p:cNvPr id="343" name="Google Shape;343;p39"/>
          <p:cNvSpPr txBox="1"/>
          <p:nvPr/>
        </p:nvSpPr>
        <p:spPr>
          <a:xfrm>
            <a:off x="8631467" y="4933168"/>
            <a:ext cx="1060400" cy="402226"/>
          </a:xfrm>
          <a:prstGeom prst="rect">
            <a:avLst/>
          </a:prstGeom>
          <a:noFill/>
          <a:ln>
            <a:noFill/>
          </a:ln>
        </p:spPr>
        <p:txBody>
          <a:bodyPr anchorCtr="0" anchor="t" bIns="0" lIns="0" spcFirstLastPara="1" rIns="0" wrap="square" tIns="0">
            <a:spAutoFit/>
          </a:bodyPr>
          <a:lstStyle/>
          <a:p>
            <a:pPr indent="0" lvl="0" marL="0" marR="0" rtl="0" algn="ctr">
              <a:lnSpc>
                <a:spcPct val="140029"/>
              </a:lnSpc>
              <a:spcBef>
                <a:spcPts val="0"/>
              </a:spcBef>
              <a:spcAft>
                <a:spcPts val="0"/>
              </a:spcAft>
              <a:buNone/>
            </a:pPr>
            <a:r>
              <a:rPr b="0" i="0" lang="en" sz="1867" u="none" cap="none" strike="noStrike">
                <a:solidFill>
                  <a:srgbClr val="000000"/>
                </a:solidFill>
                <a:latin typeface="Playfair Display"/>
                <a:ea typeface="Playfair Display"/>
                <a:cs typeface="Playfair Display"/>
                <a:sym typeface="Playfair Display"/>
              </a:rPr>
              <a:t>Compare</a:t>
            </a:r>
            <a:endParaRPr b="0" i="0" sz="933" u="none" cap="none" strike="noStrike">
              <a:solidFill>
                <a:srgbClr val="000000"/>
              </a:solidFill>
              <a:latin typeface="Arial"/>
              <a:ea typeface="Arial"/>
              <a:cs typeface="Arial"/>
              <a:sym typeface="Arial"/>
            </a:endParaRPr>
          </a:p>
        </p:txBody>
      </p:sp>
      <p:pic>
        <p:nvPicPr>
          <p:cNvPr id="344" name="Google Shape;344;p39"/>
          <p:cNvPicPr preferRelativeResize="0"/>
          <p:nvPr/>
        </p:nvPicPr>
        <p:blipFill rotWithShape="1">
          <a:blip r:embed="rId6">
            <a:alphaModFix/>
          </a:blip>
          <a:srcRect b="0" l="0" r="0" t="0"/>
          <a:stretch/>
        </p:blipFill>
        <p:spPr>
          <a:xfrm rot="5400000">
            <a:off x="10334312" y="5349121"/>
            <a:ext cx="726979" cy="230815"/>
          </a:xfrm>
          <a:prstGeom prst="rect">
            <a:avLst/>
          </a:prstGeom>
          <a:noFill/>
          <a:ln>
            <a:noFill/>
          </a:ln>
        </p:spPr>
      </p:pic>
      <p:sp>
        <p:nvSpPr>
          <p:cNvPr id="345" name="Google Shape;345;p39"/>
          <p:cNvSpPr txBox="1"/>
          <p:nvPr/>
        </p:nvSpPr>
        <p:spPr>
          <a:xfrm>
            <a:off x="9376753" y="5945057"/>
            <a:ext cx="2411200" cy="1034129"/>
          </a:xfrm>
          <a:prstGeom prst="rect">
            <a:avLst/>
          </a:prstGeom>
          <a:noFill/>
          <a:ln>
            <a:noFill/>
          </a:ln>
        </p:spPr>
        <p:txBody>
          <a:bodyPr anchorCtr="0" anchor="t" bIns="0" lIns="0" spcFirstLastPara="1" rIns="0" wrap="square" tIns="0">
            <a:spAutoFit/>
          </a:bodyPr>
          <a:lstStyle/>
          <a:p>
            <a:pPr indent="0" lvl="0" marL="0" marR="0" rtl="0" algn="ctr">
              <a:lnSpc>
                <a:spcPct val="139982"/>
              </a:lnSpc>
              <a:spcBef>
                <a:spcPts val="0"/>
              </a:spcBef>
              <a:spcAft>
                <a:spcPts val="0"/>
              </a:spcAft>
              <a:buNone/>
            </a:pPr>
            <a:r>
              <a:rPr b="0" i="0" lang="en" sz="2400" u="none" cap="none" strike="noStrike">
                <a:solidFill>
                  <a:srgbClr val="000000"/>
                </a:solidFill>
                <a:latin typeface="Playfair Display"/>
                <a:ea typeface="Playfair Display"/>
                <a:cs typeface="Playfair Display"/>
                <a:sym typeface="Playfair Display"/>
              </a:rPr>
              <a:t>Does error occur?</a:t>
            </a:r>
            <a:endParaRPr b="0" i="0" sz="933"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34"/>
                                        </p:tgtEl>
                                        <p:attrNameLst>
                                          <p:attrName>style.visibility</p:attrName>
                                        </p:attrNameLst>
                                      </p:cBhvr>
                                      <p:to>
                                        <p:strVal val="visible"/>
                                      </p:to>
                                    </p:set>
                                    <p:animEffect filter="fade" transition="in">
                                      <p:cBhvr>
                                        <p:cTn dur="1000"/>
                                        <p:tgtEl>
                                          <p:spTgt spid="334"/>
                                        </p:tgtEl>
                                      </p:cBhvr>
                                    </p:animEffect>
                                  </p:childTnLst>
                                </p:cTn>
                              </p:par>
                              <p:par>
                                <p:cTn fill="hold" nodeType="withEffect" presetClass="entr" presetID="10" presetSubtype="0">
                                  <p:stCondLst>
                                    <p:cond delay="0"/>
                                  </p:stCondLst>
                                  <p:childTnLst>
                                    <p:set>
                                      <p:cBhvr>
                                        <p:cTn dur="1" fill="hold">
                                          <p:stCondLst>
                                            <p:cond delay="0"/>
                                          </p:stCondLst>
                                        </p:cTn>
                                        <p:tgtEl>
                                          <p:spTgt spid="335"/>
                                        </p:tgtEl>
                                        <p:attrNameLst>
                                          <p:attrName>style.visibility</p:attrName>
                                        </p:attrNameLst>
                                      </p:cBhvr>
                                      <p:to>
                                        <p:strVal val="visible"/>
                                      </p:to>
                                    </p:set>
                                    <p:animEffect filter="fade" transition="in">
                                      <p:cBhvr>
                                        <p:cTn dur="1000"/>
                                        <p:tgtEl>
                                          <p:spTgt spid="335"/>
                                        </p:tgtEl>
                                      </p:cBhvr>
                                    </p:animEffect>
                                  </p:childTnLst>
                                </p:cTn>
                              </p:par>
                              <p:par>
                                <p:cTn fill="hold" nodeType="withEffect" presetClass="entr" presetID="10" presetSubtype="0">
                                  <p:stCondLst>
                                    <p:cond delay="0"/>
                                  </p:stCondLst>
                                  <p:childTnLst>
                                    <p:set>
                                      <p:cBhvr>
                                        <p:cTn dur="1" fill="hold">
                                          <p:stCondLst>
                                            <p:cond delay="0"/>
                                          </p:stCondLst>
                                        </p:cTn>
                                        <p:tgtEl>
                                          <p:spTgt spid="328"/>
                                        </p:tgtEl>
                                        <p:attrNameLst>
                                          <p:attrName>style.visibility</p:attrName>
                                        </p:attrNameLst>
                                      </p:cBhvr>
                                      <p:to>
                                        <p:strVal val="visible"/>
                                      </p:to>
                                    </p:set>
                                    <p:animEffect filter="fade" transition="in">
                                      <p:cBhvr>
                                        <p:cTn dur="1000"/>
                                        <p:tgtEl>
                                          <p:spTgt spid="32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36"/>
                                        </p:tgtEl>
                                        <p:attrNameLst>
                                          <p:attrName>style.visibility</p:attrName>
                                        </p:attrNameLst>
                                      </p:cBhvr>
                                      <p:to>
                                        <p:strVal val="visible"/>
                                      </p:to>
                                    </p:set>
                                    <p:animEffect filter="fade" transition="in">
                                      <p:cBhvr>
                                        <p:cTn dur="1000"/>
                                        <p:tgtEl>
                                          <p:spTgt spid="336"/>
                                        </p:tgtEl>
                                      </p:cBhvr>
                                    </p:animEffect>
                                  </p:childTnLst>
                                </p:cTn>
                              </p:par>
                              <p:par>
                                <p:cTn fill="hold" nodeType="withEffect" presetClass="entr" presetID="10" presetSubtype="0">
                                  <p:stCondLst>
                                    <p:cond delay="0"/>
                                  </p:stCondLst>
                                  <p:childTnLst>
                                    <p:set>
                                      <p:cBhvr>
                                        <p:cTn dur="1" fill="hold">
                                          <p:stCondLst>
                                            <p:cond delay="0"/>
                                          </p:stCondLst>
                                        </p:cTn>
                                        <p:tgtEl>
                                          <p:spTgt spid="337"/>
                                        </p:tgtEl>
                                        <p:attrNameLst>
                                          <p:attrName>style.visibility</p:attrName>
                                        </p:attrNameLst>
                                      </p:cBhvr>
                                      <p:to>
                                        <p:strVal val="visible"/>
                                      </p:to>
                                    </p:set>
                                    <p:animEffect filter="fade" transition="in">
                                      <p:cBhvr>
                                        <p:cTn dur="1000"/>
                                        <p:tgtEl>
                                          <p:spTgt spid="337"/>
                                        </p:tgtEl>
                                      </p:cBhvr>
                                    </p:animEffect>
                                  </p:childTnLst>
                                </p:cTn>
                              </p:par>
                              <p:par>
                                <p:cTn fill="hold" nodeType="withEffect" presetClass="entr" presetID="10" presetSubtype="0">
                                  <p:stCondLst>
                                    <p:cond delay="0"/>
                                  </p:stCondLst>
                                  <p:childTnLst>
                                    <p:set>
                                      <p:cBhvr>
                                        <p:cTn dur="1" fill="hold">
                                          <p:stCondLst>
                                            <p:cond delay="0"/>
                                          </p:stCondLst>
                                        </p:cTn>
                                        <p:tgtEl>
                                          <p:spTgt spid="338"/>
                                        </p:tgtEl>
                                        <p:attrNameLst>
                                          <p:attrName>style.visibility</p:attrName>
                                        </p:attrNameLst>
                                      </p:cBhvr>
                                      <p:to>
                                        <p:strVal val="visible"/>
                                      </p:to>
                                    </p:set>
                                    <p:animEffect filter="fade" transition="in">
                                      <p:cBhvr>
                                        <p:cTn dur="1000"/>
                                        <p:tgtEl>
                                          <p:spTgt spid="33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39"/>
                                        </p:tgtEl>
                                        <p:attrNameLst>
                                          <p:attrName>style.visibility</p:attrName>
                                        </p:attrNameLst>
                                      </p:cBhvr>
                                      <p:to>
                                        <p:strVal val="visible"/>
                                      </p:to>
                                    </p:set>
                                    <p:animEffect filter="fade" transition="in">
                                      <p:cBhvr>
                                        <p:cTn dur="1000"/>
                                        <p:tgtEl>
                                          <p:spTgt spid="339"/>
                                        </p:tgtEl>
                                      </p:cBhvr>
                                    </p:animEffect>
                                  </p:childTnLst>
                                </p:cTn>
                              </p:par>
                              <p:par>
                                <p:cTn fill="hold" nodeType="withEffect" presetClass="entr" presetID="10" presetSubtype="0">
                                  <p:stCondLst>
                                    <p:cond delay="0"/>
                                  </p:stCondLst>
                                  <p:childTnLst>
                                    <p:set>
                                      <p:cBhvr>
                                        <p:cTn dur="1" fill="hold">
                                          <p:stCondLst>
                                            <p:cond delay="0"/>
                                          </p:stCondLst>
                                        </p:cTn>
                                        <p:tgtEl>
                                          <p:spTgt spid="341"/>
                                        </p:tgtEl>
                                        <p:attrNameLst>
                                          <p:attrName>style.visibility</p:attrName>
                                        </p:attrNameLst>
                                      </p:cBhvr>
                                      <p:to>
                                        <p:strVal val="visible"/>
                                      </p:to>
                                    </p:set>
                                    <p:animEffect filter="fade" transition="in">
                                      <p:cBhvr>
                                        <p:cTn dur="1000"/>
                                        <p:tgtEl>
                                          <p:spTgt spid="341"/>
                                        </p:tgtEl>
                                      </p:cBhvr>
                                    </p:animEffect>
                                  </p:childTnLst>
                                </p:cTn>
                              </p:par>
                              <p:par>
                                <p:cTn fill="hold" nodeType="withEffect" presetClass="entr" presetID="10" presetSubtype="0">
                                  <p:stCondLst>
                                    <p:cond delay="0"/>
                                  </p:stCondLst>
                                  <p:childTnLst>
                                    <p:set>
                                      <p:cBhvr>
                                        <p:cTn dur="1" fill="hold">
                                          <p:stCondLst>
                                            <p:cond delay="0"/>
                                          </p:stCondLst>
                                        </p:cTn>
                                        <p:tgtEl>
                                          <p:spTgt spid="342"/>
                                        </p:tgtEl>
                                        <p:attrNameLst>
                                          <p:attrName>style.visibility</p:attrName>
                                        </p:attrNameLst>
                                      </p:cBhvr>
                                      <p:to>
                                        <p:strVal val="visible"/>
                                      </p:to>
                                    </p:set>
                                    <p:animEffect filter="fade" transition="in">
                                      <p:cBhvr>
                                        <p:cTn dur="1000"/>
                                        <p:tgtEl>
                                          <p:spTgt spid="342"/>
                                        </p:tgtEl>
                                      </p:cBhvr>
                                    </p:animEffect>
                                  </p:childTnLst>
                                </p:cTn>
                              </p:par>
                              <p:par>
                                <p:cTn fill="hold" nodeType="withEffect" presetClass="entr" presetID="10" presetSubtype="0">
                                  <p:stCondLst>
                                    <p:cond delay="0"/>
                                  </p:stCondLst>
                                  <p:childTnLst>
                                    <p:set>
                                      <p:cBhvr>
                                        <p:cTn dur="1" fill="hold">
                                          <p:stCondLst>
                                            <p:cond delay="0"/>
                                          </p:stCondLst>
                                        </p:cTn>
                                        <p:tgtEl>
                                          <p:spTgt spid="343"/>
                                        </p:tgtEl>
                                        <p:attrNameLst>
                                          <p:attrName>style.visibility</p:attrName>
                                        </p:attrNameLst>
                                      </p:cBhvr>
                                      <p:to>
                                        <p:strVal val="visible"/>
                                      </p:to>
                                    </p:set>
                                    <p:animEffect filter="fade" transition="in">
                                      <p:cBhvr>
                                        <p:cTn dur="1000"/>
                                        <p:tgtEl>
                                          <p:spTgt spid="343"/>
                                        </p:tgtEl>
                                      </p:cBhvr>
                                    </p:animEffect>
                                  </p:childTnLst>
                                </p:cTn>
                              </p:par>
                              <p:par>
                                <p:cTn fill="hold" nodeType="withEffect" presetClass="entr" presetID="10" presetSubtype="0">
                                  <p:stCondLst>
                                    <p:cond delay="0"/>
                                  </p:stCondLst>
                                  <p:childTnLst>
                                    <p:set>
                                      <p:cBhvr>
                                        <p:cTn dur="1" fill="hold">
                                          <p:stCondLst>
                                            <p:cond delay="0"/>
                                          </p:stCondLst>
                                        </p:cTn>
                                        <p:tgtEl>
                                          <p:spTgt spid="340"/>
                                        </p:tgtEl>
                                        <p:attrNameLst>
                                          <p:attrName>style.visibility</p:attrName>
                                        </p:attrNameLst>
                                      </p:cBhvr>
                                      <p:to>
                                        <p:strVal val="visible"/>
                                      </p:to>
                                    </p:set>
                                    <p:animEffect filter="fade" transition="in">
                                      <p:cBhvr>
                                        <p:cTn dur="1000"/>
                                        <p:tgtEl>
                                          <p:spTgt spid="34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44"/>
                                        </p:tgtEl>
                                        <p:attrNameLst>
                                          <p:attrName>style.visibility</p:attrName>
                                        </p:attrNameLst>
                                      </p:cBhvr>
                                      <p:to>
                                        <p:strVal val="visible"/>
                                      </p:to>
                                    </p:set>
                                    <p:animEffect filter="fade" transition="in">
                                      <p:cBhvr>
                                        <p:cTn dur="1000"/>
                                        <p:tgtEl>
                                          <p:spTgt spid="344"/>
                                        </p:tgtEl>
                                      </p:cBhvr>
                                    </p:animEffect>
                                  </p:childTnLst>
                                </p:cTn>
                              </p:par>
                              <p:par>
                                <p:cTn fill="hold" nodeType="withEffect" presetClass="entr" presetID="10" presetSubtype="0">
                                  <p:stCondLst>
                                    <p:cond delay="0"/>
                                  </p:stCondLst>
                                  <p:childTnLst>
                                    <p:set>
                                      <p:cBhvr>
                                        <p:cTn dur="1" fill="hold">
                                          <p:stCondLst>
                                            <p:cond delay="0"/>
                                          </p:stCondLst>
                                        </p:cTn>
                                        <p:tgtEl>
                                          <p:spTgt spid="345"/>
                                        </p:tgtEl>
                                        <p:attrNameLst>
                                          <p:attrName>style.visibility</p:attrName>
                                        </p:attrNameLst>
                                      </p:cBhvr>
                                      <p:to>
                                        <p:strVal val="visible"/>
                                      </p:to>
                                    </p:set>
                                    <p:animEffect filter="fade" transition="in">
                                      <p:cBhvr>
                                        <p:cTn dur="1000"/>
                                        <p:tgtEl>
                                          <p:spTgt spid="34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3"/>
        </a:solidFill>
      </p:bgPr>
    </p:bg>
    <p:spTree>
      <p:nvGrpSpPr>
        <p:cNvPr id="349" name="Shape 349"/>
        <p:cNvGrpSpPr/>
        <p:nvPr/>
      </p:nvGrpSpPr>
      <p:grpSpPr>
        <a:xfrm>
          <a:off x="0" y="0"/>
          <a:ext cx="0" cy="0"/>
          <a:chOff x="0" y="0"/>
          <a:chExt cx="0" cy="0"/>
        </a:xfrm>
      </p:grpSpPr>
      <p:pic>
        <p:nvPicPr>
          <p:cNvPr id="350" name="Google Shape;350;p40"/>
          <p:cNvPicPr preferRelativeResize="0"/>
          <p:nvPr/>
        </p:nvPicPr>
        <p:blipFill rotWithShape="1">
          <a:blip r:embed="rId3">
            <a:alphaModFix/>
          </a:blip>
          <a:srcRect b="0" l="0" r="0" t="0"/>
          <a:stretch/>
        </p:blipFill>
        <p:spPr>
          <a:xfrm>
            <a:off x="347734" y="1570972"/>
            <a:ext cx="1287165" cy="1287165"/>
          </a:xfrm>
          <a:prstGeom prst="rect">
            <a:avLst/>
          </a:prstGeom>
          <a:noFill/>
          <a:ln>
            <a:noFill/>
          </a:ln>
        </p:spPr>
      </p:pic>
      <p:pic>
        <p:nvPicPr>
          <p:cNvPr id="351" name="Google Shape;351;p40"/>
          <p:cNvPicPr preferRelativeResize="0"/>
          <p:nvPr/>
        </p:nvPicPr>
        <p:blipFill rotWithShape="1">
          <a:blip r:embed="rId4">
            <a:alphaModFix/>
          </a:blip>
          <a:srcRect b="0" l="0" r="0" t="0"/>
          <a:stretch/>
        </p:blipFill>
        <p:spPr>
          <a:xfrm>
            <a:off x="536597" y="2214553"/>
            <a:ext cx="1553208" cy="1553208"/>
          </a:xfrm>
          <a:prstGeom prst="rect">
            <a:avLst/>
          </a:prstGeom>
          <a:noFill/>
          <a:ln>
            <a:noFill/>
          </a:ln>
        </p:spPr>
      </p:pic>
      <p:pic>
        <p:nvPicPr>
          <p:cNvPr id="352" name="Google Shape;352;p40"/>
          <p:cNvPicPr preferRelativeResize="0"/>
          <p:nvPr/>
        </p:nvPicPr>
        <p:blipFill rotWithShape="1">
          <a:blip r:embed="rId5">
            <a:alphaModFix/>
          </a:blip>
          <a:srcRect b="0" l="0" r="0" t="0"/>
          <a:stretch/>
        </p:blipFill>
        <p:spPr>
          <a:xfrm>
            <a:off x="2686503" y="4347449"/>
            <a:ext cx="2919604" cy="1824753"/>
          </a:xfrm>
          <a:prstGeom prst="rect">
            <a:avLst/>
          </a:prstGeom>
          <a:noFill/>
          <a:ln>
            <a:noFill/>
          </a:ln>
        </p:spPr>
      </p:pic>
      <p:sp>
        <p:nvSpPr>
          <p:cNvPr id="353" name="Google Shape;353;p40"/>
          <p:cNvSpPr txBox="1"/>
          <p:nvPr/>
        </p:nvSpPr>
        <p:spPr>
          <a:xfrm>
            <a:off x="536600" y="273200"/>
            <a:ext cx="4123600" cy="919291"/>
          </a:xfrm>
          <a:prstGeom prst="rect">
            <a:avLst/>
          </a:prstGeom>
          <a:noFill/>
          <a:ln>
            <a:noFill/>
          </a:ln>
        </p:spPr>
        <p:txBody>
          <a:bodyPr anchorCtr="0" anchor="t" bIns="0" lIns="0" spcFirstLastPara="1" rIns="0" wrap="square" tIns="0">
            <a:spAutoFit/>
          </a:bodyPr>
          <a:lstStyle/>
          <a:p>
            <a:pPr indent="0" lvl="0" marL="0" marR="0" rtl="0" algn="ctr">
              <a:lnSpc>
                <a:spcPct val="139993"/>
              </a:lnSpc>
              <a:spcBef>
                <a:spcPts val="0"/>
              </a:spcBef>
              <a:spcAft>
                <a:spcPts val="0"/>
              </a:spcAft>
              <a:buNone/>
            </a:pPr>
            <a:r>
              <a:rPr b="0" i="0" lang="en" sz="4267" u="none" cap="none" strike="noStrike">
                <a:solidFill>
                  <a:srgbClr val="000000"/>
                </a:solidFill>
                <a:latin typeface="Abhaya Libre"/>
                <a:ea typeface="Abhaya Libre"/>
                <a:cs typeface="Abhaya Libre"/>
                <a:sym typeface="Abhaya Libre"/>
              </a:rPr>
              <a:t>Packet Structure</a:t>
            </a:r>
            <a:endParaRPr b="0" i="0" sz="933" u="none" cap="none" strike="noStrike">
              <a:solidFill>
                <a:srgbClr val="000000"/>
              </a:solidFill>
              <a:latin typeface="Arial"/>
              <a:ea typeface="Arial"/>
              <a:cs typeface="Arial"/>
              <a:sym typeface="Arial"/>
            </a:endParaRPr>
          </a:p>
        </p:txBody>
      </p:sp>
      <p:sp>
        <p:nvSpPr>
          <p:cNvPr id="354" name="Google Shape;354;p40"/>
          <p:cNvSpPr txBox="1"/>
          <p:nvPr/>
        </p:nvSpPr>
        <p:spPr>
          <a:xfrm>
            <a:off x="752535" y="1874367"/>
            <a:ext cx="530400" cy="775597"/>
          </a:xfrm>
          <a:prstGeom prst="rect">
            <a:avLst/>
          </a:prstGeom>
          <a:noFill/>
          <a:ln>
            <a:noFill/>
          </a:ln>
        </p:spPr>
        <p:txBody>
          <a:bodyPr anchorCtr="0" anchor="t" bIns="0" lIns="0" spcFirstLastPara="1" rIns="0" wrap="square" tIns="0">
            <a:spAutoFit/>
          </a:bodyPr>
          <a:lstStyle/>
          <a:p>
            <a:pPr indent="0" lvl="0" marL="0" marR="0" rtl="0" algn="ctr">
              <a:lnSpc>
                <a:spcPct val="139992"/>
              </a:lnSpc>
              <a:spcBef>
                <a:spcPts val="0"/>
              </a:spcBef>
              <a:spcAft>
                <a:spcPts val="0"/>
              </a:spcAft>
              <a:buNone/>
            </a:pPr>
            <a:r>
              <a:rPr b="0" i="0" lang="en" sz="3600" u="none" cap="none" strike="noStrike">
                <a:solidFill>
                  <a:srgbClr val="000000"/>
                </a:solidFill>
                <a:latin typeface="Montserrat"/>
                <a:ea typeface="Montserrat"/>
                <a:cs typeface="Montserrat"/>
                <a:sym typeface="Montserrat"/>
              </a:rPr>
              <a:t>P1</a:t>
            </a:r>
            <a:endParaRPr b="0" i="0" sz="933" u="none" cap="none" strike="noStrike">
              <a:solidFill>
                <a:srgbClr val="000000"/>
              </a:solidFill>
              <a:latin typeface="Arial"/>
              <a:ea typeface="Arial"/>
              <a:cs typeface="Arial"/>
              <a:sym typeface="Arial"/>
            </a:endParaRPr>
          </a:p>
        </p:txBody>
      </p:sp>
      <p:pic>
        <p:nvPicPr>
          <p:cNvPr id="355" name="Google Shape;355;p40"/>
          <p:cNvPicPr preferRelativeResize="0"/>
          <p:nvPr/>
        </p:nvPicPr>
        <p:blipFill rotWithShape="1">
          <a:blip r:embed="rId6">
            <a:alphaModFix/>
          </a:blip>
          <a:srcRect b="0" l="0" r="0" t="0"/>
          <a:stretch/>
        </p:blipFill>
        <p:spPr>
          <a:xfrm>
            <a:off x="5606107" y="4347449"/>
            <a:ext cx="2919604" cy="1824753"/>
          </a:xfrm>
          <a:prstGeom prst="rect">
            <a:avLst/>
          </a:prstGeom>
          <a:noFill/>
          <a:ln>
            <a:noFill/>
          </a:ln>
        </p:spPr>
      </p:pic>
      <p:pic>
        <p:nvPicPr>
          <p:cNvPr id="356" name="Google Shape;356;p40"/>
          <p:cNvPicPr preferRelativeResize="0"/>
          <p:nvPr/>
        </p:nvPicPr>
        <p:blipFill rotWithShape="1">
          <a:blip r:embed="rId7">
            <a:alphaModFix/>
          </a:blip>
          <a:srcRect b="0" l="0" r="0" t="0"/>
          <a:stretch/>
        </p:blipFill>
        <p:spPr>
          <a:xfrm>
            <a:off x="8525713" y="4347449"/>
            <a:ext cx="2919604" cy="1824753"/>
          </a:xfrm>
          <a:prstGeom prst="rect">
            <a:avLst/>
          </a:prstGeom>
          <a:noFill/>
          <a:ln>
            <a:noFill/>
          </a:ln>
        </p:spPr>
      </p:pic>
      <p:sp>
        <p:nvSpPr>
          <p:cNvPr id="357" name="Google Shape;357;p40"/>
          <p:cNvSpPr txBox="1"/>
          <p:nvPr/>
        </p:nvSpPr>
        <p:spPr>
          <a:xfrm>
            <a:off x="3512601" y="4999767"/>
            <a:ext cx="1487200" cy="603242"/>
          </a:xfrm>
          <a:prstGeom prst="rect">
            <a:avLst/>
          </a:prstGeom>
          <a:noFill/>
          <a:ln>
            <a:noFill/>
          </a:ln>
        </p:spPr>
        <p:txBody>
          <a:bodyPr anchorCtr="0" anchor="t" bIns="0" lIns="0" spcFirstLastPara="1" rIns="0" wrap="square" tIns="0">
            <a:spAutoFit/>
          </a:bodyPr>
          <a:lstStyle/>
          <a:p>
            <a:pPr indent="0" lvl="0" marL="0" marR="0" rtl="0" algn="ctr">
              <a:lnSpc>
                <a:spcPct val="140000"/>
              </a:lnSpc>
              <a:spcBef>
                <a:spcPts val="0"/>
              </a:spcBef>
              <a:spcAft>
                <a:spcPts val="0"/>
              </a:spcAft>
              <a:buNone/>
            </a:pPr>
            <a:r>
              <a:rPr b="0" i="0" lang="en" sz="2800" u="none" cap="none" strike="noStrike">
                <a:solidFill>
                  <a:srgbClr val="000000"/>
                </a:solidFill>
                <a:latin typeface="Montserrat"/>
                <a:ea typeface="Montserrat"/>
                <a:cs typeface="Montserrat"/>
                <a:sym typeface="Montserrat"/>
              </a:rPr>
              <a:t>Header</a:t>
            </a:r>
            <a:endParaRPr b="0" i="0" sz="933" u="none" cap="none" strike="noStrike">
              <a:solidFill>
                <a:srgbClr val="000000"/>
              </a:solidFill>
              <a:latin typeface="Arial"/>
              <a:ea typeface="Arial"/>
              <a:cs typeface="Arial"/>
              <a:sym typeface="Arial"/>
            </a:endParaRPr>
          </a:p>
        </p:txBody>
      </p:sp>
      <p:sp>
        <p:nvSpPr>
          <p:cNvPr id="358" name="Google Shape;358;p40"/>
          <p:cNvSpPr txBox="1"/>
          <p:nvPr/>
        </p:nvSpPr>
        <p:spPr>
          <a:xfrm>
            <a:off x="6371267" y="4999767"/>
            <a:ext cx="1548139" cy="603242"/>
          </a:xfrm>
          <a:prstGeom prst="rect">
            <a:avLst/>
          </a:prstGeom>
          <a:noFill/>
          <a:ln>
            <a:noFill/>
          </a:ln>
        </p:spPr>
        <p:txBody>
          <a:bodyPr anchorCtr="0" anchor="t" bIns="0" lIns="0" spcFirstLastPara="1" rIns="0" wrap="square" tIns="0">
            <a:spAutoFit/>
          </a:bodyPr>
          <a:lstStyle/>
          <a:p>
            <a:pPr indent="0" lvl="0" marL="0" marR="0" rtl="0" algn="ctr">
              <a:lnSpc>
                <a:spcPct val="140000"/>
              </a:lnSpc>
              <a:spcBef>
                <a:spcPts val="0"/>
              </a:spcBef>
              <a:spcAft>
                <a:spcPts val="0"/>
              </a:spcAft>
              <a:buNone/>
            </a:pPr>
            <a:r>
              <a:rPr b="0" i="0" lang="en" sz="2800" u="none" cap="none" strike="noStrike">
                <a:solidFill>
                  <a:srgbClr val="000000"/>
                </a:solidFill>
                <a:latin typeface="Montserrat"/>
                <a:ea typeface="Montserrat"/>
                <a:cs typeface="Montserrat"/>
                <a:sym typeface="Montserrat"/>
              </a:rPr>
              <a:t>Payload</a:t>
            </a:r>
            <a:endParaRPr b="0" i="0" sz="933" u="none" cap="none" strike="noStrike">
              <a:solidFill>
                <a:srgbClr val="000000"/>
              </a:solidFill>
              <a:latin typeface="Arial"/>
              <a:ea typeface="Arial"/>
              <a:cs typeface="Arial"/>
              <a:sym typeface="Arial"/>
            </a:endParaRPr>
          </a:p>
        </p:txBody>
      </p:sp>
      <p:sp>
        <p:nvSpPr>
          <p:cNvPr id="359" name="Google Shape;359;p40"/>
          <p:cNvSpPr txBox="1"/>
          <p:nvPr/>
        </p:nvSpPr>
        <p:spPr>
          <a:xfrm>
            <a:off x="9440699" y="4999767"/>
            <a:ext cx="1190800" cy="603242"/>
          </a:xfrm>
          <a:prstGeom prst="rect">
            <a:avLst/>
          </a:prstGeom>
          <a:noFill/>
          <a:ln>
            <a:noFill/>
          </a:ln>
        </p:spPr>
        <p:txBody>
          <a:bodyPr anchorCtr="0" anchor="t" bIns="0" lIns="0" spcFirstLastPara="1" rIns="0" wrap="square" tIns="0">
            <a:spAutoFit/>
          </a:bodyPr>
          <a:lstStyle/>
          <a:p>
            <a:pPr indent="0" lvl="0" marL="0" marR="0" rtl="0" algn="ctr">
              <a:lnSpc>
                <a:spcPct val="140000"/>
              </a:lnSpc>
              <a:spcBef>
                <a:spcPts val="0"/>
              </a:spcBef>
              <a:spcAft>
                <a:spcPts val="0"/>
              </a:spcAft>
              <a:buNone/>
            </a:pPr>
            <a:r>
              <a:rPr b="0" i="0" lang="en" sz="2800" u="none" cap="none" strike="noStrike">
                <a:solidFill>
                  <a:srgbClr val="000000"/>
                </a:solidFill>
                <a:latin typeface="Montserrat"/>
                <a:ea typeface="Montserrat"/>
                <a:cs typeface="Montserrat"/>
                <a:sym typeface="Montserrat"/>
              </a:rPr>
              <a:t>Trailer</a:t>
            </a:r>
            <a:endParaRPr b="0" i="0" sz="933" u="none" cap="none" strike="noStrike">
              <a:solidFill>
                <a:srgbClr val="000000"/>
              </a:solidFill>
              <a:latin typeface="Arial"/>
              <a:ea typeface="Arial"/>
              <a:cs typeface="Arial"/>
              <a:sym typeface="Arial"/>
            </a:endParaRPr>
          </a:p>
        </p:txBody>
      </p:sp>
      <p:sp>
        <p:nvSpPr>
          <p:cNvPr id="360" name="Google Shape;360;p40"/>
          <p:cNvSpPr txBox="1"/>
          <p:nvPr/>
        </p:nvSpPr>
        <p:spPr>
          <a:xfrm>
            <a:off x="2686503" y="3380929"/>
            <a:ext cx="6533600" cy="861774"/>
          </a:xfrm>
          <a:prstGeom prst="rect">
            <a:avLst/>
          </a:prstGeom>
          <a:noFill/>
          <a:ln>
            <a:noFill/>
          </a:ln>
        </p:spPr>
        <p:txBody>
          <a:bodyPr anchorCtr="0" anchor="t" bIns="0" lIns="0" spcFirstLastPara="1" rIns="0" wrap="square" tIns="0">
            <a:spAutoFit/>
          </a:bodyPr>
          <a:lstStyle/>
          <a:p>
            <a:pPr indent="0" lvl="0" marL="0" marR="0" rtl="0" algn="ctr">
              <a:lnSpc>
                <a:spcPct val="140003"/>
              </a:lnSpc>
              <a:spcBef>
                <a:spcPts val="0"/>
              </a:spcBef>
              <a:spcAft>
                <a:spcPts val="0"/>
              </a:spcAft>
              <a:buNone/>
            </a:pPr>
            <a:r>
              <a:rPr b="0" i="0" lang="en" sz="4000" u="none" cap="none" strike="noStrike">
                <a:solidFill>
                  <a:srgbClr val="000000"/>
                </a:solidFill>
                <a:latin typeface="Abhaya Libre"/>
                <a:ea typeface="Abhaya Libre"/>
                <a:cs typeface="Abhaya Libre"/>
                <a:sym typeface="Abhaya Libre"/>
              </a:rPr>
              <a:t>A typical packet is split up into: </a:t>
            </a:r>
            <a:endParaRPr b="0" i="0" sz="933" u="none" cap="none" strike="noStrike">
              <a:solidFill>
                <a:srgbClr val="000000"/>
              </a:solidFill>
              <a:latin typeface="Arial"/>
              <a:ea typeface="Arial"/>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3"/>
        </a:solidFill>
      </p:bgPr>
    </p:bg>
    <p:spTree>
      <p:nvGrpSpPr>
        <p:cNvPr id="364" name="Shape 364"/>
        <p:cNvGrpSpPr/>
        <p:nvPr/>
      </p:nvGrpSpPr>
      <p:grpSpPr>
        <a:xfrm>
          <a:off x="0" y="0"/>
          <a:ext cx="0" cy="0"/>
          <a:chOff x="0" y="0"/>
          <a:chExt cx="0" cy="0"/>
        </a:xfrm>
      </p:grpSpPr>
      <p:sp>
        <p:nvSpPr>
          <p:cNvPr id="365" name="Google Shape;365;p41"/>
          <p:cNvSpPr txBox="1"/>
          <p:nvPr/>
        </p:nvSpPr>
        <p:spPr>
          <a:xfrm>
            <a:off x="536597" y="273187"/>
            <a:ext cx="6090400" cy="919291"/>
          </a:xfrm>
          <a:prstGeom prst="rect">
            <a:avLst/>
          </a:prstGeom>
          <a:noFill/>
          <a:ln>
            <a:noFill/>
          </a:ln>
        </p:spPr>
        <p:txBody>
          <a:bodyPr anchorCtr="0" anchor="t" bIns="0" lIns="0" spcFirstLastPara="1" rIns="0" wrap="square" tIns="0">
            <a:spAutoFit/>
          </a:bodyPr>
          <a:lstStyle/>
          <a:p>
            <a:pPr indent="0" lvl="0" marL="0" marR="0" rtl="0" algn="ctr">
              <a:lnSpc>
                <a:spcPct val="139993"/>
              </a:lnSpc>
              <a:spcBef>
                <a:spcPts val="0"/>
              </a:spcBef>
              <a:spcAft>
                <a:spcPts val="0"/>
              </a:spcAft>
              <a:buNone/>
            </a:pPr>
            <a:r>
              <a:rPr b="0" i="0" lang="en" sz="4267" u="none" cap="none" strike="noStrike">
                <a:solidFill>
                  <a:srgbClr val="000000"/>
                </a:solidFill>
                <a:latin typeface="Abhaya Libre"/>
                <a:ea typeface="Abhaya Libre"/>
                <a:cs typeface="Abhaya Libre"/>
                <a:sym typeface="Abhaya Libre"/>
              </a:rPr>
              <a:t>Packet Switching (Payload)</a:t>
            </a:r>
            <a:endParaRPr b="0" i="0" sz="933" u="none" cap="none" strike="noStrike">
              <a:solidFill>
                <a:srgbClr val="000000"/>
              </a:solidFill>
              <a:latin typeface="Arial"/>
              <a:ea typeface="Arial"/>
              <a:cs typeface="Arial"/>
              <a:sym typeface="Arial"/>
            </a:endParaRPr>
          </a:p>
        </p:txBody>
      </p:sp>
      <p:sp>
        <p:nvSpPr>
          <p:cNvPr id="366" name="Google Shape;366;p41"/>
          <p:cNvSpPr txBox="1"/>
          <p:nvPr/>
        </p:nvSpPr>
        <p:spPr>
          <a:xfrm>
            <a:off x="536597" y="1083231"/>
            <a:ext cx="10820400" cy="5687711"/>
          </a:xfrm>
          <a:prstGeom prst="rect">
            <a:avLst/>
          </a:prstGeom>
          <a:noFill/>
          <a:ln>
            <a:noFill/>
          </a:ln>
        </p:spPr>
        <p:txBody>
          <a:bodyPr anchorCtr="0" anchor="t" bIns="0" lIns="0" spcFirstLastPara="1" rIns="0" wrap="square" tIns="0">
            <a:spAutoFit/>
          </a:bodyPr>
          <a:lstStyle/>
          <a:p>
            <a:pPr indent="-270927" lvl="1" marL="575719" marR="0" rtl="0" algn="l">
              <a:lnSpc>
                <a:spcPct val="140000"/>
              </a:lnSpc>
              <a:spcBef>
                <a:spcPts val="0"/>
              </a:spcBef>
              <a:spcAft>
                <a:spcPts val="0"/>
              </a:spcAft>
              <a:buClr>
                <a:srgbClr val="000000"/>
              </a:buClr>
              <a:buSzPts val="1800"/>
              <a:buFont typeface="Arial"/>
              <a:buChar char="•"/>
            </a:pPr>
            <a:r>
              <a:rPr b="0" i="0" lang="en" sz="2400" u="none" cap="none" strike="noStrike">
                <a:solidFill>
                  <a:srgbClr val="000000"/>
                </a:solidFill>
                <a:latin typeface="Montserrat"/>
                <a:ea typeface="Montserrat"/>
                <a:cs typeface="Montserrat"/>
                <a:sym typeface="Montserrat"/>
              </a:rPr>
              <a:t>Packet switching is a method of data transmission in which a message is broken up into a number of packets. </a:t>
            </a:r>
            <a:endParaRPr b="0" i="0" sz="667" u="none" cap="none" strike="noStrike">
              <a:solidFill>
                <a:srgbClr val="000000"/>
              </a:solidFill>
              <a:latin typeface="Arial"/>
              <a:ea typeface="Arial"/>
              <a:cs typeface="Arial"/>
              <a:sym typeface="Arial"/>
            </a:endParaRPr>
          </a:p>
          <a:p>
            <a:pPr indent="-270927" lvl="1" marL="575719" marR="0" rtl="0" algn="l">
              <a:lnSpc>
                <a:spcPct val="140000"/>
              </a:lnSpc>
              <a:spcBef>
                <a:spcPts val="0"/>
              </a:spcBef>
              <a:spcAft>
                <a:spcPts val="0"/>
              </a:spcAft>
              <a:buClr>
                <a:srgbClr val="000000"/>
              </a:buClr>
              <a:buSzPts val="1800"/>
              <a:buFont typeface="Arial"/>
              <a:buChar char="•"/>
            </a:pPr>
            <a:r>
              <a:rPr b="0" i="0" lang="en" sz="2400" u="none" cap="none" strike="noStrike">
                <a:solidFill>
                  <a:srgbClr val="000000"/>
                </a:solidFill>
                <a:latin typeface="Montserrat"/>
                <a:ea typeface="Montserrat"/>
                <a:cs typeface="Montserrat"/>
                <a:sym typeface="Montserrat"/>
              </a:rPr>
              <a:t>Each packet can be sent independently from start point to end point. </a:t>
            </a:r>
            <a:endParaRPr b="0" i="0" sz="667" u="none" cap="none" strike="noStrike">
              <a:solidFill>
                <a:srgbClr val="000000"/>
              </a:solidFill>
              <a:latin typeface="Arial"/>
              <a:ea typeface="Arial"/>
              <a:cs typeface="Arial"/>
              <a:sym typeface="Arial"/>
            </a:endParaRPr>
          </a:p>
          <a:p>
            <a:pPr indent="-270927" lvl="1" marL="575719" marR="0" rtl="0" algn="l">
              <a:lnSpc>
                <a:spcPct val="140000"/>
              </a:lnSpc>
              <a:spcBef>
                <a:spcPts val="0"/>
              </a:spcBef>
              <a:spcAft>
                <a:spcPts val="0"/>
              </a:spcAft>
              <a:buClr>
                <a:srgbClr val="000000"/>
              </a:buClr>
              <a:buSzPts val="1800"/>
              <a:buFont typeface="Arial"/>
              <a:buChar char="•"/>
            </a:pPr>
            <a:r>
              <a:rPr b="0" i="0" lang="en" sz="2400" u="none" cap="none" strike="noStrike">
                <a:solidFill>
                  <a:srgbClr val="000000"/>
                </a:solidFill>
                <a:latin typeface="Montserrat"/>
                <a:ea typeface="Montserrat"/>
                <a:cs typeface="Montserrat"/>
                <a:sym typeface="Montserrat"/>
              </a:rPr>
              <a:t>At the destination, the packets will need to be reassembled into their correct order. </a:t>
            </a:r>
            <a:endParaRPr b="0" i="0" sz="667" u="none" cap="none" strike="noStrike">
              <a:solidFill>
                <a:srgbClr val="000000"/>
              </a:solidFill>
              <a:latin typeface="Arial"/>
              <a:ea typeface="Arial"/>
              <a:cs typeface="Arial"/>
              <a:sym typeface="Arial"/>
            </a:endParaRPr>
          </a:p>
          <a:p>
            <a:pPr indent="-270927" lvl="1" marL="575719" marR="0" rtl="0" algn="l">
              <a:lnSpc>
                <a:spcPct val="140000"/>
              </a:lnSpc>
              <a:spcBef>
                <a:spcPts val="0"/>
              </a:spcBef>
              <a:spcAft>
                <a:spcPts val="0"/>
              </a:spcAft>
              <a:buClr>
                <a:srgbClr val="000000"/>
              </a:buClr>
              <a:buSzPts val="1800"/>
              <a:buFont typeface="Arial"/>
              <a:buChar char="•"/>
            </a:pPr>
            <a:r>
              <a:rPr b="0" i="0" lang="en" sz="2400" u="none" cap="none" strike="noStrike">
                <a:solidFill>
                  <a:srgbClr val="000000"/>
                </a:solidFill>
                <a:latin typeface="Montserrat"/>
                <a:ea typeface="Montserrat"/>
                <a:cs typeface="Montserrat"/>
                <a:sym typeface="Montserrat"/>
              </a:rPr>
              <a:t>At each stage in the transmission there are nodes that contain a router. </a:t>
            </a:r>
            <a:endParaRPr b="0" i="0" sz="667" u="none" cap="none" strike="noStrike">
              <a:solidFill>
                <a:srgbClr val="000000"/>
              </a:solidFill>
              <a:latin typeface="Arial"/>
              <a:ea typeface="Arial"/>
              <a:cs typeface="Arial"/>
              <a:sym typeface="Arial"/>
            </a:endParaRPr>
          </a:p>
          <a:p>
            <a:pPr indent="-270927" lvl="1" marL="575719" marR="0" rtl="0" algn="l">
              <a:lnSpc>
                <a:spcPct val="140000"/>
              </a:lnSpc>
              <a:spcBef>
                <a:spcPts val="0"/>
              </a:spcBef>
              <a:spcAft>
                <a:spcPts val="0"/>
              </a:spcAft>
              <a:buClr>
                <a:srgbClr val="000000"/>
              </a:buClr>
              <a:buSzPts val="1800"/>
              <a:buFont typeface="Arial"/>
              <a:buChar char="•"/>
            </a:pPr>
            <a:r>
              <a:rPr b="0" i="0" lang="en" sz="2400" u="none" cap="none" strike="noStrike">
                <a:solidFill>
                  <a:srgbClr val="000000"/>
                </a:solidFill>
                <a:latin typeface="Montserrat"/>
                <a:ea typeface="Montserrat"/>
                <a:cs typeface="Montserrat"/>
                <a:sym typeface="Montserrat"/>
              </a:rPr>
              <a:t>Each router will determine which route the packet needs to take, in order to reach its destination (The destination IP address is used in this part of the process). </a:t>
            </a:r>
            <a:endParaRPr b="0" i="0" sz="667" u="none" cap="none" strike="noStrike">
              <a:solidFill>
                <a:srgbClr val="000000"/>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3"/>
        </a:solidFill>
      </p:bgPr>
    </p:bg>
    <p:spTree>
      <p:nvGrpSpPr>
        <p:cNvPr id="370" name="Shape 370"/>
        <p:cNvGrpSpPr/>
        <p:nvPr/>
      </p:nvGrpSpPr>
      <p:grpSpPr>
        <a:xfrm>
          <a:off x="0" y="0"/>
          <a:ext cx="0" cy="0"/>
          <a:chOff x="0" y="0"/>
          <a:chExt cx="0" cy="0"/>
        </a:xfrm>
      </p:grpSpPr>
      <p:sp>
        <p:nvSpPr>
          <p:cNvPr id="371" name="Google Shape;371;p42"/>
          <p:cNvSpPr txBox="1"/>
          <p:nvPr/>
        </p:nvSpPr>
        <p:spPr>
          <a:xfrm>
            <a:off x="536597" y="273187"/>
            <a:ext cx="6090400" cy="919291"/>
          </a:xfrm>
          <a:prstGeom prst="rect">
            <a:avLst/>
          </a:prstGeom>
          <a:noFill/>
          <a:ln>
            <a:noFill/>
          </a:ln>
        </p:spPr>
        <p:txBody>
          <a:bodyPr anchorCtr="0" anchor="t" bIns="0" lIns="0" spcFirstLastPara="1" rIns="0" wrap="square" tIns="0">
            <a:spAutoFit/>
          </a:bodyPr>
          <a:lstStyle/>
          <a:p>
            <a:pPr indent="0" lvl="0" marL="0" marR="0" rtl="0" algn="ctr">
              <a:lnSpc>
                <a:spcPct val="139993"/>
              </a:lnSpc>
              <a:spcBef>
                <a:spcPts val="0"/>
              </a:spcBef>
              <a:spcAft>
                <a:spcPts val="0"/>
              </a:spcAft>
              <a:buNone/>
            </a:pPr>
            <a:r>
              <a:rPr b="0" i="0" lang="en" sz="4267" u="none" cap="none" strike="noStrike">
                <a:solidFill>
                  <a:srgbClr val="000000"/>
                </a:solidFill>
                <a:latin typeface="Abhaya Libre"/>
                <a:ea typeface="Abhaya Libre"/>
                <a:cs typeface="Abhaya Libre"/>
                <a:sym typeface="Abhaya Libre"/>
              </a:rPr>
              <a:t>Packet Switching (Payload)</a:t>
            </a:r>
            <a:endParaRPr b="0" i="0" sz="933" u="none" cap="none" strike="noStrike">
              <a:solidFill>
                <a:srgbClr val="000000"/>
              </a:solidFill>
              <a:latin typeface="Arial"/>
              <a:ea typeface="Arial"/>
              <a:cs typeface="Arial"/>
              <a:sym typeface="Arial"/>
            </a:endParaRPr>
          </a:p>
        </p:txBody>
      </p:sp>
      <p:sp>
        <p:nvSpPr>
          <p:cNvPr id="372" name="Google Shape;372;p42"/>
          <p:cNvSpPr txBox="1"/>
          <p:nvPr/>
        </p:nvSpPr>
        <p:spPr>
          <a:xfrm>
            <a:off x="536597" y="1083231"/>
            <a:ext cx="10820400" cy="5687711"/>
          </a:xfrm>
          <a:prstGeom prst="rect">
            <a:avLst/>
          </a:prstGeom>
          <a:noFill/>
          <a:ln>
            <a:noFill/>
          </a:ln>
        </p:spPr>
        <p:txBody>
          <a:bodyPr anchorCtr="0" anchor="t" bIns="0" lIns="0" spcFirstLastPara="1" rIns="0" wrap="square" tIns="0">
            <a:spAutoFit/>
          </a:bodyPr>
          <a:lstStyle/>
          <a:p>
            <a:pPr indent="-270927" lvl="1" marL="575719" marR="0" rtl="0" algn="l">
              <a:lnSpc>
                <a:spcPct val="140000"/>
              </a:lnSpc>
              <a:spcBef>
                <a:spcPts val="0"/>
              </a:spcBef>
              <a:spcAft>
                <a:spcPts val="0"/>
              </a:spcAft>
              <a:buClr>
                <a:srgbClr val="000000"/>
              </a:buClr>
              <a:buSzPts val="1800"/>
              <a:buFont typeface="Arial"/>
              <a:buChar char="•"/>
            </a:pPr>
            <a:r>
              <a:rPr b="0" i="0" lang="en" sz="2400" u="none" cap="none" strike="noStrike">
                <a:solidFill>
                  <a:srgbClr val="000000"/>
                </a:solidFill>
                <a:latin typeface="Montserrat"/>
                <a:ea typeface="Montserrat"/>
                <a:cs typeface="Montserrat"/>
                <a:sym typeface="Montserrat"/>
              </a:rPr>
              <a:t>Packet switching is a method of data transmission in which a message is broken up into a number of packets. </a:t>
            </a:r>
            <a:endParaRPr b="0" i="0" sz="667" u="none" cap="none" strike="noStrike">
              <a:solidFill>
                <a:srgbClr val="000000"/>
              </a:solidFill>
              <a:latin typeface="Arial"/>
              <a:ea typeface="Arial"/>
              <a:cs typeface="Arial"/>
              <a:sym typeface="Arial"/>
            </a:endParaRPr>
          </a:p>
          <a:p>
            <a:pPr indent="-270927" lvl="1" marL="575719" marR="0" rtl="0" algn="l">
              <a:lnSpc>
                <a:spcPct val="140000"/>
              </a:lnSpc>
              <a:spcBef>
                <a:spcPts val="0"/>
              </a:spcBef>
              <a:spcAft>
                <a:spcPts val="0"/>
              </a:spcAft>
              <a:buClr>
                <a:srgbClr val="000000"/>
              </a:buClr>
              <a:buSzPts val="1800"/>
              <a:buFont typeface="Arial"/>
              <a:buChar char="•"/>
            </a:pPr>
            <a:r>
              <a:rPr b="0" i="0" lang="en" sz="2400" u="none" cap="none" strike="noStrike">
                <a:solidFill>
                  <a:srgbClr val="000000"/>
                </a:solidFill>
                <a:latin typeface="Montserrat"/>
                <a:ea typeface="Montserrat"/>
                <a:cs typeface="Montserrat"/>
                <a:sym typeface="Montserrat"/>
              </a:rPr>
              <a:t>Each packet can be sent independently from start point to end point. </a:t>
            </a:r>
            <a:endParaRPr b="0" i="0" sz="667" u="none" cap="none" strike="noStrike">
              <a:solidFill>
                <a:srgbClr val="000000"/>
              </a:solidFill>
              <a:latin typeface="Arial"/>
              <a:ea typeface="Arial"/>
              <a:cs typeface="Arial"/>
              <a:sym typeface="Arial"/>
            </a:endParaRPr>
          </a:p>
          <a:p>
            <a:pPr indent="-270927" lvl="1" marL="575719" marR="0" rtl="0" algn="l">
              <a:lnSpc>
                <a:spcPct val="140000"/>
              </a:lnSpc>
              <a:spcBef>
                <a:spcPts val="0"/>
              </a:spcBef>
              <a:spcAft>
                <a:spcPts val="0"/>
              </a:spcAft>
              <a:buClr>
                <a:srgbClr val="000000"/>
              </a:buClr>
              <a:buSzPts val="1800"/>
              <a:buFont typeface="Arial"/>
              <a:buChar char="•"/>
            </a:pPr>
            <a:r>
              <a:rPr b="0" i="0" lang="en" sz="2400" u="none" cap="none" strike="noStrike">
                <a:solidFill>
                  <a:srgbClr val="000000"/>
                </a:solidFill>
                <a:latin typeface="Montserrat"/>
                <a:ea typeface="Montserrat"/>
                <a:cs typeface="Montserrat"/>
                <a:sym typeface="Montserrat"/>
              </a:rPr>
              <a:t>At the destination, the packets will need to be reassembled into their correct order. </a:t>
            </a:r>
            <a:endParaRPr b="0" i="0" sz="667" u="none" cap="none" strike="noStrike">
              <a:solidFill>
                <a:srgbClr val="000000"/>
              </a:solidFill>
              <a:latin typeface="Arial"/>
              <a:ea typeface="Arial"/>
              <a:cs typeface="Arial"/>
              <a:sym typeface="Arial"/>
            </a:endParaRPr>
          </a:p>
          <a:p>
            <a:pPr indent="-270927" lvl="1" marL="575719" marR="0" rtl="0" algn="l">
              <a:lnSpc>
                <a:spcPct val="140000"/>
              </a:lnSpc>
              <a:spcBef>
                <a:spcPts val="0"/>
              </a:spcBef>
              <a:spcAft>
                <a:spcPts val="0"/>
              </a:spcAft>
              <a:buClr>
                <a:srgbClr val="000000"/>
              </a:buClr>
              <a:buSzPts val="1800"/>
              <a:buFont typeface="Arial"/>
              <a:buChar char="•"/>
            </a:pPr>
            <a:r>
              <a:rPr b="0" i="0" lang="en" sz="2400" u="none" cap="none" strike="noStrike">
                <a:solidFill>
                  <a:srgbClr val="000000"/>
                </a:solidFill>
                <a:latin typeface="Montserrat"/>
                <a:ea typeface="Montserrat"/>
                <a:cs typeface="Montserrat"/>
                <a:sym typeface="Montserrat"/>
              </a:rPr>
              <a:t>At each stage in the transmission there are nodes that contain a router. </a:t>
            </a:r>
            <a:endParaRPr b="0" i="0" sz="667" u="none" cap="none" strike="noStrike">
              <a:solidFill>
                <a:srgbClr val="000000"/>
              </a:solidFill>
              <a:latin typeface="Arial"/>
              <a:ea typeface="Arial"/>
              <a:cs typeface="Arial"/>
              <a:sym typeface="Arial"/>
            </a:endParaRPr>
          </a:p>
          <a:p>
            <a:pPr indent="-270927" lvl="1" marL="575719" marR="0" rtl="0" algn="l">
              <a:lnSpc>
                <a:spcPct val="140000"/>
              </a:lnSpc>
              <a:spcBef>
                <a:spcPts val="0"/>
              </a:spcBef>
              <a:spcAft>
                <a:spcPts val="0"/>
              </a:spcAft>
              <a:buClr>
                <a:srgbClr val="000000"/>
              </a:buClr>
              <a:buSzPts val="1800"/>
              <a:buFont typeface="Arial"/>
              <a:buChar char="•"/>
            </a:pPr>
            <a:r>
              <a:rPr b="0" i="0" lang="en" sz="2400" u="none" cap="none" strike="noStrike">
                <a:solidFill>
                  <a:srgbClr val="000000"/>
                </a:solidFill>
                <a:latin typeface="Montserrat"/>
                <a:ea typeface="Montserrat"/>
                <a:cs typeface="Montserrat"/>
                <a:sym typeface="Montserrat"/>
              </a:rPr>
              <a:t>Each router will determine which route the packet needs to take, in order to reach its destination (The destination IP address is used in this part of the process). </a:t>
            </a:r>
            <a:endParaRPr b="0" i="0" sz="667" u="none" cap="none" strike="noStrike">
              <a:solidFill>
                <a:srgbClr val="000000"/>
              </a:solidFill>
              <a:latin typeface="Arial"/>
              <a:ea typeface="Arial"/>
              <a:cs typeface="Arial"/>
              <a:sym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3"/>
        </a:solidFill>
      </p:bgPr>
    </p:bg>
    <p:spTree>
      <p:nvGrpSpPr>
        <p:cNvPr id="376" name="Shape 376"/>
        <p:cNvGrpSpPr/>
        <p:nvPr/>
      </p:nvGrpSpPr>
      <p:grpSpPr>
        <a:xfrm>
          <a:off x="0" y="0"/>
          <a:ext cx="0" cy="0"/>
          <a:chOff x="0" y="0"/>
          <a:chExt cx="0" cy="0"/>
        </a:xfrm>
      </p:grpSpPr>
      <p:pic>
        <p:nvPicPr>
          <p:cNvPr id="377" name="Google Shape;377;p43"/>
          <p:cNvPicPr preferRelativeResize="0"/>
          <p:nvPr/>
        </p:nvPicPr>
        <p:blipFill rotWithShape="1">
          <a:blip r:embed="rId3">
            <a:alphaModFix/>
          </a:blip>
          <a:srcRect b="0" l="0" r="0" t="5713"/>
          <a:stretch/>
        </p:blipFill>
        <p:spPr>
          <a:xfrm>
            <a:off x="0" y="1"/>
            <a:ext cx="12192000" cy="4112900"/>
          </a:xfrm>
          <a:prstGeom prst="rect">
            <a:avLst/>
          </a:prstGeom>
          <a:noFill/>
          <a:ln>
            <a:noFill/>
          </a:ln>
        </p:spPr>
      </p:pic>
      <p:sp>
        <p:nvSpPr>
          <p:cNvPr id="378" name="Google Shape;378;p43"/>
          <p:cNvSpPr txBox="1"/>
          <p:nvPr/>
        </p:nvSpPr>
        <p:spPr>
          <a:xfrm>
            <a:off x="741905" y="4033617"/>
            <a:ext cx="10192800" cy="545727"/>
          </a:xfrm>
          <a:prstGeom prst="rect">
            <a:avLst/>
          </a:prstGeom>
          <a:noFill/>
          <a:ln>
            <a:noFill/>
          </a:ln>
        </p:spPr>
        <p:txBody>
          <a:bodyPr anchorCtr="0" anchor="t" bIns="0" lIns="0" spcFirstLastPara="1" rIns="0" wrap="square" tIns="0">
            <a:spAutoFit/>
          </a:bodyPr>
          <a:lstStyle/>
          <a:p>
            <a:pPr indent="-465655" lvl="0" marL="609585" marR="0" rtl="0" algn="l">
              <a:lnSpc>
                <a:spcPct val="140016"/>
              </a:lnSpc>
              <a:spcBef>
                <a:spcPts val="0"/>
              </a:spcBef>
              <a:spcAft>
                <a:spcPts val="0"/>
              </a:spcAft>
              <a:buClr>
                <a:srgbClr val="000000"/>
              </a:buClr>
              <a:buSzPts val="1900"/>
              <a:buFont typeface="Montserrat"/>
              <a:buAutoNum type="arabicPeriod"/>
            </a:pPr>
            <a:r>
              <a:rPr b="0" i="0" lang="en" sz="2533" u="none" cap="none" strike="noStrike">
                <a:solidFill>
                  <a:srgbClr val="000000"/>
                </a:solidFill>
                <a:latin typeface="Montserrat"/>
                <a:ea typeface="Montserrat"/>
                <a:cs typeface="Montserrat"/>
                <a:sym typeface="Montserrat"/>
              </a:rPr>
              <a:t>The router will determine the route of each packet.</a:t>
            </a:r>
            <a:endParaRPr b="0" i="0" sz="933" u="none" cap="none" strike="noStrike">
              <a:solidFill>
                <a:srgbClr val="000000"/>
              </a:solidFill>
              <a:latin typeface="Arial"/>
              <a:ea typeface="Arial"/>
              <a:cs typeface="Arial"/>
              <a:sym typeface="Arial"/>
            </a:endParaRPr>
          </a:p>
        </p:txBody>
      </p:sp>
      <p:sp>
        <p:nvSpPr>
          <p:cNvPr id="379" name="Google Shape;379;p43"/>
          <p:cNvSpPr txBox="1"/>
          <p:nvPr/>
        </p:nvSpPr>
        <p:spPr>
          <a:xfrm>
            <a:off x="799027" y="4482145"/>
            <a:ext cx="10752000" cy="1091453"/>
          </a:xfrm>
          <a:prstGeom prst="rect">
            <a:avLst/>
          </a:prstGeom>
          <a:noFill/>
          <a:ln>
            <a:noFill/>
          </a:ln>
        </p:spPr>
        <p:txBody>
          <a:bodyPr anchorCtr="0" anchor="t" bIns="0" lIns="0" spcFirstLastPara="1" rIns="0" wrap="square" tIns="0">
            <a:spAutoFit/>
          </a:bodyPr>
          <a:lstStyle/>
          <a:p>
            <a:pPr indent="0" lvl="0" marL="0" marR="0" rtl="0" algn="l">
              <a:lnSpc>
                <a:spcPct val="140016"/>
              </a:lnSpc>
              <a:spcBef>
                <a:spcPts val="0"/>
              </a:spcBef>
              <a:spcAft>
                <a:spcPts val="0"/>
              </a:spcAft>
              <a:buNone/>
            </a:pPr>
            <a:r>
              <a:rPr b="0" i="0" lang="en" sz="2533" u="none" cap="none" strike="noStrike">
                <a:solidFill>
                  <a:srgbClr val="000000"/>
                </a:solidFill>
                <a:latin typeface="Montserrat"/>
                <a:ea typeface="Montserrat"/>
                <a:cs typeface="Montserrat"/>
                <a:sym typeface="Montserrat"/>
              </a:rPr>
              <a:t>2. Routing Selection depends on the number of packets waiting to be processed at each node.</a:t>
            </a:r>
            <a:endParaRPr b="0" i="0" sz="933" u="none" cap="none" strike="noStrike">
              <a:solidFill>
                <a:srgbClr val="000000"/>
              </a:solidFill>
              <a:latin typeface="Arial"/>
              <a:ea typeface="Arial"/>
              <a:cs typeface="Arial"/>
              <a:sym typeface="Arial"/>
            </a:endParaRPr>
          </a:p>
        </p:txBody>
      </p:sp>
      <p:sp>
        <p:nvSpPr>
          <p:cNvPr id="380" name="Google Shape;380;p43"/>
          <p:cNvSpPr txBox="1"/>
          <p:nvPr/>
        </p:nvSpPr>
        <p:spPr>
          <a:xfrm>
            <a:off x="799017" y="5332725"/>
            <a:ext cx="10192800" cy="545727"/>
          </a:xfrm>
          <a:prstGeom prst="rect">
            <a:avLst/>
          </a:prstGeom>
          <a:noFill/>
          <a:ln>
            <a:noFill/>
          </a:ln>
        </p:spPr>
        <p:txBody>
          <a:bodyPr anchorCtr="0" anchor="t" bIns="0" lIns="0" spcFirstLastPara="1" rIns="0" wrap="square" tIns="0">
            <a:spAutoFit/>
          </a:bodyPr>
          <a:lstStyle/>
          <a:p>
            <a:pPr indent="0" lvl="0" marL="0" marR="0" rtl="0" algn="l">
              <a:lnSpc>
                <a:spcPct val="140016"/>
              </a:lnSpc>
              <a:spcBef>
                <a:spcPts val="0"/>
              </a:spcBef>
              <a:spcAft>
                <a:spcPts val="0"/>
              </a:spcAft>
              <a:buNone/>
            </a:pPr>
            <a:r>
              <a:rPr b="0" i="0" lang="en" sz="2533" u="none" cap="none" strike="noStrike">
                <a:solidFill>
                  <a:srgbClr val="000000"/>
                </a:solidFill>
                <a:latin typeface="Montserrat"/>
                <a:ea typeface="Montserrat"/>
                <a:cs typeface="Montserrat"/>
                <a:sym typeface="Montserrat"/>
              </a:rPr>
              <a:t>3. The shortest possible path available is always selected.</a:t>
            </a:r>
            <a:endParaRPr b="0" i="0" sz="933" u="none" cap="none" strike="noStrike">
              <a:solidFill>
                <a:srgbClr val="000000"/>
              </a:solidFill>
              <a:latin typeface="Arial"/>
              <a:ea typeface="Arial"/>
              <a:cs typeface="Arial"/>
              <a:sym typeface="Arial"/>
            </a:endParaRPr>
          </a:p>
        </p:txBody>
      </p:sp>
      <p:sp>
        <p:nvSpPr>
          <p:cNvPr id="381" name="Google Shape;381;p43"/>
          <p:cNvSpPr txBox="1"/>
          <p:nvPr/>
        </p:nvSpPr>
        <p:spPr>
          <a:xfrm>
            <a:off x="799017" y="5784171"/>
            <a:ext cx="10192800" cy="1091453"/>
          </a:xfrm>
          <a:prstGeom prst="rect">
            <a:avLst/>
          </a:prstGeom>
          <a:noFill/>
          <a:ln>
            <a:noFill/>
          </a:ln>
        </p:spPr>
        <p:txBody>
          <a:bodyPr anchorCtr="0" anchor="t" bIns="0" lIns="0" spcFirstLastPara="1" rIns="0" wrap="square" tIns="0">
            <a:spAutoFit/>
          </a:bodyPr>
          <a:lstStyle/>
          <a:p>
            <a:pPr indent="0" lvl="0" marL="0" marR="0" rtl="0" algn="l">
              <a:lnSpc>
                <a:spcPct val="140016"/>
              </a:lnSpc>
              <a:spcBef>
                <a:spcPts val="0"/>
              </a:spcBef>
              <a:spcAft>
                <a:spcPts val="0"/>
              </a:spcAft>
              <a:buNone/>
            </a:pPr>
            <a:r>
              <a:rPr b="0" i="0" lang="en" sz="2533" u="none" cap="none" strike="noStrike">
                <a:solidFill>
                  <a:srgbClr val="000000"/>
                </a:solidFill>
                <a:latin typeface="Montserrat"/>
                <a:ea typeface="Montserrat"/>
                <a:cs typeface="Montserrat"/>
                <a:sym typeface="Montserrat"/>
              </a:rPr>
              <a:t>4. Packets can arrive in a different order compared to the way they were sent.</a:t>
            </a:r>
            <a:endParaRPr b="0" i="0" sz="933"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79"/>
                                        </p:tgtEl>
                                        <p:attrNameLst>
                                          <p:attrName>style.visibility</p:attrName>
                                        </p:attrNameLst>
                                      </p:cBhvr>
                                      <p:to>
                                        <p:strVal val="visible"/>
                                      </p:to>
                                    </p:set>
                                    <p:animEffect filter="fade" transition="in">
                                      <p:cBhvr>
                                        <p:cTn dur="1000"/>
                                        <p:tgtEl>
                                          <p:spTgt spid="37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80"/>
                                        </p:tgtEl>
                                        <p:attrNameLst>
                                          <p:attrName>style.visibility</p:attrName>
                                        </p:attrNameLst>
                                      </p:cBhvr>
                                      <p:to>
                                        <p:strVal val="visible"/>
                                      </p:to>
                                    </p:set>
                                    <p:animEffect filter="fade" transition="in">
                                      <p:cBhvr>
                                        <p:cTn dur="1000"/>
                                        <p:tgtEl>
                                          <p:spTgt spid="38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81"/>
                                        </p:tgtEl>
                                        <p:attrNameLst>
                                          <p:attrName>style.visibility</p:attrName>
                                        </p:attrNameLst>
                                      </p:cBhvr>
                                      <p:to>
                                        <p:strVal val="visible"/>
                                      </p:to>
                                    </p:set>
                                    <p:animEffect filter="fade" transition="in">
                                      <p:cBhvr>
                                        <p:cTn dur="1000"/>
                                        <p:tgtEl>
                                          <p:spTgt spid="38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3"/>
        </a:solidFill>
      </p:bgPr>
    </p:bg>
    <p:spTree>
      <p:nvGrpSpPr>
        <p:cNvPr id="385" name="Shape 385"/>
        <p:cNvGrpSpPr/>
        <p:nvPr/>
      </p:nvGrpSpPr>
      <p:grpSpPr>
        <a:xfrm>
          <a:off x="0" y="0"/>
          <a:ext cx="0" cy="0"/>
          <a:chOff x="0" y="0"/>
          <a:chExt cx="0" cy="0"/>
        </a:xfrm>
      </p:grpSpPr>
      <p:sp>
        <p:nvSpPr>
          <p:cNvPr id="386" name="Google Shape;386;p44"/>
          <p:cNvSpPr txBox="1"/>
          <p:nvPr/>
        </p:nvSpPr>
        <p:spPr>
          <a:xfrm>
            <a:off x="333351" y="212457"/>
            <a:ext cx="11525200" cy="603242"/>
          </a:xfrm>
          <a:prstGeom prst="rect">
            <a:avLst/>
          </a:prstGeom>
          <a:noFill/>
          <a:ln>
            <a:noFill/>
          </a:ln>
        </p:spPr>
        <p:txBody>
          <a:bodyPr anchorCtr="0" anchor="t" bIns="0" lIns="0" spcFirstLastPara="1" rIns="0" wrap="square" tIns="0">
            <a:spAutoFit/>
          </a:bodyPr>
          <a:lstStyle/>
          <a:p>
            <a:pPr indent="0" lvl="0" marL="0" marR="0" rtl="0" algn="l">
              <a:lnSpc>
                <a:spcPct val="140004"/>
              </a:lnSpc>
              <a:spcBef>
                <a:spcPts val="0"/>
              </a:spcBef>
              <a:spcAft>
                <a:spcPts val="0"/>
              </a:spcAft>
              <a:buNone/>
            </a:pPr>
            <a:r>
              <a:rPr b="0" i="0" lang="en" sz="2800" u="none" cap="none" strike="noStrike">
                <a:solidFill>
                  <a:srgbClr val="000000"/>
                </a:solidFill>
                <a:latin typeface="Montserrat"/>
                <a:ea typeface="Montserrat"/>
                <a:cs typeface="Montserrat"/>
                <a:sym typeface="Montserrat"/>
              </a:rPr>
              <a:t>Benefits of packet switching</a:t>
            </a:r>
            <a:endParaRPr b="0" i="0" sz="933" u="none" cap="none" strike="noStrike">
              <a:solidFill>
                <a:srgbClr val="000000"/>
              </a:solidFill>
              <a:latin typeface="Arial"/>
              <a:ea typeface="Arial"/>
              <a:cs typeface="Arial"/>
              <a:sym typeface="Arial"/>
            </a:endParaRPr>
          </a:p>
        </p:txBody>
      </p:sp>
      <p:sp>
        <p:nvSpPr>
          <p:cNvPr id="387" name="Google Shape;387;p44"/>
          <p:cNvSpPr txBox="1"/>
          <p:nvPr/>
        </p:nvSpPr>
        <p:spPr>
          <a:xfrm>
            <a:off x="193253" y="983216"/>
            <a:ext cx="11805600" cy="1263808"/>
          </a:xfrm>
          <a:prstGeom prst="rect">
            <a:avLst/>
          </a:prstGeom>
          <a:noFill/>
          <a:ln>
            <a:noFill/>
          </a:ln>
        </p:spPr>
        <p:txBody>
          <a:bodyPr anchorCtr="0" anchor="t" bIns="0" lIns="0" spcFirstLastPara="1" rIns="0" wrap="square" tIns="0">
            <a:spAutoFit/>
          </a:bodyPr>
          <a:lstStyle/>
          <a:p>
            <a:pPr indent="-321725" lvl="1" marL="626518" marR="0" rtl="0" algn="l">
              <a:lnSpc>
                <a:spcPct val="140009"/>
              </a:lnSpc>
              <a:spcBef>
                <a:spcPts val="0"/>
              </a:spcBef>
              <a:spcAft>
                <a:spcPts val="0"/>
              </a:spcAft>
              <a:buClr>
                <a:srgbClr val="000000"/>
              </a:buClr>
              <a:buSzPts val="2200"/>
              <a:buFont typeface="Arial"/>
              <a:buChar char="•"/>
            </a:pPr>
            <a:r>
              <a:rPr b="0" i="0" lang="en" sz="2933" u="none" cap="none" strike="noStrike">
                <a:solidFill>
                  <a:srgbClr val="000000"/>
                </a:solidFill>
                <a:latin typeface="Montserrat"/>
                <a:ea typeface="Montserrat"/>
                <a:cs typeface="Montserrat"/>
                <a:sym typeface="Montserrat"/>
              </a:rPr>
              <a:t>There is no need to tie up a single communication line.</a:t>
            </a:r>
            <a:endParaRPr b="0" i="0" sz="933" u="none" cap="none" strike="noStrike">
              <a:solidFill>
                <a:srgbClr val="000000"/>
              </a:solidFill>
              <a:latin typeface="Arial"/>
              <a:ea typeface="Arial"/>
              <a:cs typeface="Arial"/>
              <a:sym typeface="Arial"/>
            </a:endParaRPr>
          </a:p>
          <a:p>
            <a:pPr indent="-321725" lvl="1" marL="626518" marR="0" rtl="0" algn="l">
              <a:lnSpc>
                <a:spcPct val="140009"/>
              </a:lnSpc>
              <a:spcBef>
                <a:spcPts val="0"/>
              </a:spcBef>
              <a:spcAft>
                <a:spcPts val="0"/>
              </a:spcAft>
              <a:buClr>
                <a:srgbClr val="000000"/>
              </a:buClr>
              <a:buSzPts val="2200"/>
              <a:buFont typeface="Arial"/>
              <a:buChar char="•"/>
            </a:pPr>
            <a:r>
              <a:rPr b="0" i="0" lang="en" sz="2933" u="none" cap="none" strike="noStrike">
                <a:solidFill>
                  <a:srgbClr val="000000"/>
                </a:solidFill>
                <a:latin typeface="Montserrat"/>
                <a:ea typeface="Montserrat"/>
                <a:cs typeface="Montserrat"/>
                <a:sym typeface="Montserrat"/>
              </a:rPr>
              <a:t>A high data transmission rate is possible</a:t>
            </a:r>
            <a:endParaRPr b="0" i="0" sz="933" u="none" cap="none" strike="noStrike">
              <a:solidFill>
                <a:srgbClr val="000000"/>
              </a:solidFill>
              <a:latin typeface="Arial"/>
              <a:ea typeface="Arial"/>
              <a:cs typeface="Arial"/>
              <a:sym typeface="Arial"/>
            </a:endParaRPr>
          </a:p>
        </p:txBody>
      </p:sp>
      <p:sp>
        <p:nvSpPr>
          <p:cNvPr id="388" name="Google Shape;388;p44"/>
          <p:cNvSpPr txBox="1"/>
          <p:nvPr/>
        </p:nvSpPr>
        <p:spPr>
          <a:xfrm>
            <a:off x="333351" y="3548717"/>
            <a:ext cx="11525200" cy="603242"/>
          </a:xfrm>
          <a:prstGeom prst="rect">
            <a:avLst/>
          </a:prstGeom>
          <a:noFill/>
          <a:ln>
            <a:noFill/>
          </a:ln>
        </p:spPr>
        <p:txBody>
          <a:bodyPr anchorCtr="0" anchor="t" bIns="0" lIns="0" spcFirstLastPara="1" rIns="0" wrap="square" tIns="0">
            <a:spAutoFit/>
          </a:bodyPr>
          <a:lstStyle/>
          <a:p>
            <a:pPr indent="0" lvl="0" marL="0" marR="0" rtl="0" algn="l">
              <a:lnSpc>
                <a:spcPct val="140004"/>
              </a:lnSpc>
              <a:spcBef>
                <a:spcPts val="0"/>
              </a:spcBef>
              <a:spcAft>
                <a:spcPts val="0"/>
              </a:spcAft>
              <a:buNone/>
            </a:pPr>
            <a:r>
              <a:rPr b="0" i="0" lang="en" sz="2800" u="none" cap="none" strike="noStrike">
                <a:solidFill>
                  <a:srgbClr val="000000"/>
                </a:solidFill>
                <a:latin typeface="Montserrat"/>
                <a:ea typeface="Montserrat"/>
                <a:cs typeface="Montserrat"/>
                <a:sym typeface="Montserrat"/>
              </a:rPr>
              <a:t>Drawbacks of packet switching</a:t>
            </a:r>
            <a:endParaRPr b="0" i="0" sz="933" u="none" cap="none" strike="noStrike">
              <a:solidFill>
                <a:srgbClr val="000000"/>
              </a:solidFill>
              <a:latin typeface="Arial"/>
              <a:ea typeface="Arial"/>
              <a:cs typeface="Arial"/>
              <a:sym typeface="Arial"/>
            </a:endParaRPr>
          </a:p>
        </p:txBody>
      </p:sp>
      <p:sp>
        <p:nvSpPr>
          <p:cNvPr id="389" name="Google Shape;389;p44"/>
          <p:cNvSpPr txBox="1"/>
          <p:nvPr/>
        </p:nvSpPr>
        <p:spPr>
          <a:xfrm>
            <a:off x="533400" y="4094272"/>
            <a:ext cx="11805600" cy="1895712"/>
          </a:xfrm>
          <a:prstGeom prst="rect">
            <a:avLst/>
          </a:prstGeom>
          <a:noFill/>
          <a:ln>
            <a:noFill/>
          </a:ln>
        </p:spPr>
        <p:txBody>
          <a:bodyPr anchorCtr="0" anchor="t" bIns="0" lIns="0" spcFirstLastPara="1" rIns="0" wrap="square" tIns="0">
            <a:spAutoFit/>
          </a:bodyPr>
          <a:lstStyle/>
          <a:p>
            <a:pPr indent="-321725" lvl="1" marL="626518" marR="0" rtl="0" algn="l">
              <a:lnSpc>
                <a:spcPct val="140009"/>
              </a:lnSpc>
              <a:spcBef>
                <a:spcPts val="0"/>
              </a:spcBef>
              <a:spcAft>
                <a:spcPts val="0"/>
              </a:spcAft>
              <a:buClr>
                <a:srgbClr val="000000"/>
              </a:buClr>
              <a:buSzPts val="2200"/>
              <a:buFont typeface="Arial"/>
              <a:buChar char="•"/>
            </a:pPr>
            <a:r>
              <a:rPr b="0" i="0" lang="en" sz="2933" u="none" cap="none" strike="noStrike">
                <a:solidFill>
                  <a:srgbClr val="000000"/>
                </a:solidFill>
                <a:latin typeface="Montserrat"/>
                <a:ea typeface="Montserrat"/>
                <a:cs typeface="Montserrat"/>
                <a:sym typeface="Montserrat"/>
              </a:rPr>
              <a:t>Data can be lost and need to be re-sent</a:t>
            </a:r>
            <a:endParaRPr b="0" i="0" sz="933" u="none" cap="none" strike="noStrike">
              <a:solidFill>
                <a:srgbClr val="000000"/>
              </a:solidFill>
              <a:latin typeface="Arial"/>
              <a:ea typeface="Arial"/>
              <a:cs typeface="Arial"/>
              <a:sym typeface="Arial"/>
            </a:endParaRPr>
          </a:p>
          <a:p>
            <a:pPr indent="-321725" lvl="1" marL="626518" marR="0" rtl="0" algn="l">
              <a:lnSpc>
                <a:spcPct val="140009"/>
              </a:lnSpc>
              <a:spcBef>
                <a:spcPts val="0"/>
              </a:spcBef>
              <a:spcAft>
                <a:spcPts val="0"/>
              </a:spcAft>
              <a:buClr>
                <a:srgbClr val="000000"/>
              </a:buClr>
              <a:buSzPts val="2200"/>
              <a:buFont typeface="Arial"/>
              <a:buChar char="•"/>
            </a:pPr>
            <a:r>
              <a:rPr b="0" i="0" lang="en" sz="2933" u="none" cap="none" strike="noStrike">
                <a:solidFill>
                  <a:srgbClr val="000000"/>
                </a:solidFill>
                <a:latin typeface="Montserrat"/>
                <a:ea typeface="Montserrat"/>
                <a:cs typeface="Montserrat"/>
                <a:sym typeface="Montserrat"/>
              </a:rPr>
              <a:t>Delay at the destination whilst the packets are being re-ordered)</a:t>
            </a:r>
            <a:endParaRPr b="0" i="0" sz="933" u="none" cap="none" strike="noStrike">
              <a:solidFill>
                <a:srgbClr val="000000"/>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