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obj">
  <p:cSld name="OBJECT">
    <p:spTree>
      <p:nvGrpSpPr>
        <p:cNvPr id="12" name="Shape 12"/>
        <p:cNvGrpSpPr/>
        <p:nvPr/>
      </p:nvGrpSpPr>
      <p:grpSpPr>
        <a:xfrm>
          <a:off x="0" y="0"/>
          <a:ext cx="0" cy="0"/>
          <a:chOff x="0" y="0"/>
          <a:chExt cx="0" cy="0"/>
        </a:xfrm>
      </p:grpSpPr>
      <p:sp>
        <p:nvSpPr>
          <p:cNvPr id="13" name="Google Shape;13;p2"/>
          <p:cNvSpPr txBox="1"/>
          <p:nvPr>
            <p:ph type="title"/>
          </p:nvPr>
        </p:nvSpPr>
        <p:spPr>
          <a:xfrm>
            <a:off x="316484" y="72009"/>
            <a:ext cx="11495912" cy="161589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400" u="sng">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1" type="ftr"/>
          </p:nvPr>
        </p:nvSpPr>
        <p:spPr>
          <a:xfrm>
            <a:off x="5402071" y="6464680"/>
            <a:ext cx="1386840" cy="1784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lvl1pPr indent="0" lvl="0" marL="193040">
              <a:lnSpc>
                <a:spcPct val="103333"/>
              </a:lnSpc>
              <a:spcBef>
                <a:spcPts val="0"/>
              </a:spcBef>
              <a:buNone/>
              <a:defRPr b="0" i="0" sz="1200">
                <a:solidFill>
                  <a:srgbClr val="888888"/>
                </a:solidFill>
                <a:latin typeface="Calibri"/>
                <a:ea typeface="Calibri"/>
                <a:cs typeface="Calibri"/>
                <a:sym typeface="Calibri"/>
              </a:defRPr>
            </a:lvl1pPr>
            <a:lvl2pPr indent="0" lvl="1" marL="193040">
              <a:lnSpc>
                <a:spcPct val="103333"/>
              </a:lnSpc>
              <a:spcBef>
                <a:spcPts val="0"/>
              </a:spcBef>
              <a:buNone/>
              <a:defRPr b="0" i="0" sz="1200">
                <a:solidFill>
                  <a:srgbClr val="888888"/>
                </a:solidFill>
                <a:latin typeface="Calibri"/>
                <a:ea typeface="Calibri"/>
                <a:cs typeface="Calibri"/>
                <a:sym typeface="Calibri"/>
              </a:defRPr>
            </a:lvl2pPr>
            <a:lvl3pPr indent="0" lvl="2" marL="193040">
              <a:lnSpc>
                <a:spcPct val="103333"/>
              </a:lnSpc>
              <a:spcBef>
                <a:spcPts val="0"/>
              </a:spcBef>
              <a:buNone/>
              <a:defRPr b="0" i="0" sz="1200">
                <a:solidFill>
                  <a:srgbClr val="888888"/>
                </a:solidFill>
                <a:latin typeface="Calibri"/>
                <a:ea typeface="Calibri"/>
                <a:cs typeface="Calibri"/>
                <a:sym typeface="Calibri"/>
              </a:defRPr>
            </a:lvl3pPr>
            <a:lvl4pPr indent="0" lvl="3" marL="193040">
              <a:lnSpc>
                <a:spcPct val="103333"/>
              </a:lnSpc>
              <a:spcBef>
                <a:spcPts val="0"/>
              </a:spcBef>
              <a:buNone/>
              <a:defRPr b="0" i="0" sz="1200">
                <a:solidFill>
                  <a:srgbClr val="888888"/>
                </a:solidFill>
                <a:latin typeface="Calibri"/>
                <a:ea typeface="Calibri"/>
                <a:cs typeface="Calibri"/>
                <a:sym typeface="Calibri"/>
              </a:defRPr>
            </a:lvl4pPr>
            <a:lvl5pPr indent="0" lvl="4" marL="193040">
              <a:lnSpc>
                <a:spcPct val="103333"/>
              </a:lnSpc>
              <a:spcBef>
                <a:spcPts val="0"/>
              </a:spcBef>
              <a:buNone/>
              <a:defRPr b="0" i="0" sz="1200">
                <a:solidFill>
                  <a:srgbClr val="888888"/>
                </a:solidFill>
                <a:latin typeface="Calibri"/>
                <a:ea typeface="Calibri"/>
                <a:cs typeface="Calibri"/>
                <a:sym typeface="Calibri"/>
              </a:defRPr>
            </a:lvl5pPr>
            <a:lvl6pPr indent="0" lvl="5" marL="193040">
              <a:lnSpc>
                <a:spcPct val="103333"/>
              </a:lnSpc>
              <a:spcBef>
                <a:spcPts val="0"/>
              </a:spcBef>
              <a:buNone/>
              <a:defRPr b="0" i="0" sz="1200">
                <a:solidFill>
                  <a:srgbClr val="888888"/>
                </a:solidFill>
                <a:latin typeface="Calibri"/>
                <a:ea typeface="Calibri"/>
                <a:cs typeface="Calibri"/>
                <a:sym typeface="Calibri"/>
              </a:defRPr>
            </a:lvl6pPr>
            <a:lvl7pPr indent="0" lvl="6" marL="193040">
              <a:lnSpc>
                <a:spcPct val="103333"/>
              </a:lnSpc>
              <a:spcBef>
                <a:spcPts val="0"/>
              </a:spcBef>
              <a:buNone/>
              <a:defRPr b="0" i="0" sz="1200">
                <a:solidFill>
                  <a:srgbClr val="888888"/>
                </a:solidFill>
                <a:latin typeface="Calibri"/>
                <a:ea typeface="Calibri"/>
                <a:cs typeface="Calibri"/>
                <a:sym typeface="Calibri"/>
              </a:defRPr>
            </a:lvl7pPr>
            <a:lvl8pPr indent="0" lvl="7" marL="193040">
              <a:lnSpc>
                <a:spcPct val="103333"/>
              </a:lnSpc>
              <a:spcBef>
                <a:spcPts val="0"/>
              </a:spcBef>
              <a:buNone/>
              <a:defRPr b="0" i="0" sz="1200">
                <a:solidFill>
                  <a:srgbClr val="888888"/>
                </a:solidFill>
                <a:latin typeface="Calibri"/>
                <a:ea typeface="Calibri"/>
                <a:cs typeface="Calibri"/>
                <a:sym typeface="Calibri"/>
              </a:defRPr>
            </a:lvl8pPr>
            <a:lvl9pPr indent="0" lvl="8" marL="193040">
              <a:lnSpc>
                <a:spcPct val="103333"/>
              </a:lnSpc>
              <a:spcBef>
                <a:spcPts val="0"/>
              </a:spcBef>
              <a:buNone/>
              <a:defRPr b="0" i="0" sz="1200">
                <a:solidFill>
                  <a:srgbClr val="888888"/>
                </a:solidFill>
                <a:latin typeface="Calibri"/>
                <a:ea typeface="Calibri"/>
                <a:cs typeface="Calibri"/>
                <a:sym typeface="Calibri"/>
              </a:defRPr>
            </a:lvl9pPr>
          </a:lstStyle>
          <a:p>
            <a:pPr indent="0" lvl="0" marL="19304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 name="Shape 17"/>
        <p:cNvGrpSpPr/>
        <p:nvPr/>
      </p:nvGrpSpPr>
      <p:grpSpPr>
        <a:xfrm>
          <a:off x="0" y="0"/>
          <a:ext cx="0" cy="0"/>
          <a:chOff x="0" y="0"/>
          <a:chExt cx="0" cy="0"/>
        </a:xfrm>
      </p:grpSpPr>
      <p:sp>
        <p:nvSpPr>
          <p:cNvPr id="18" name="Google Shape;18;p3"/>
          <p:cNvSpPr txBox="1"/>
          <p:nvPr>
            <p:ph type="ctrTitle"/>
          </p:nvPr>
        </p:nvSpPr>
        <p:spPr>
          <a:xfrm>
            <a:off x="493268" y="452450"/>
            <a:ext cx="9695815"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400" u="sng">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000" u="sng">
                <a:solidFill>
                  <a:srgbClr val="C00000"/>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1" type="ftr"/>
          </p:nvPr>
        </p:nvSpPr>
        <p:spPr>
          <a:xfrm>
            <a:off x="5402071" y="6464680"/>
            <a:ext cx="1386840" cy="1784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lvl1pPr indent="0" lvl="0" marL="193040">
              <a:lnSpc>
                <a:spcPct val="103333"/>
              </a:lnSpc>
              <a:spcBef>
                <a:spcPts val="0"/>
              </a:spcBef>
              <a:buNone/>
              <a:defRPr b="0" i="0" sz="1200">
                <a:solidFill>
                  <a:srgbClr val="888888"/>
                </a:solidFill>
                <a:latin typeface="Calibri"/>
                <a:ea typeface="Calibri"/>
                <a:cs typeface="Calibri"/>
                <a:sym typeface="Calibri"/>
              </a:defRPr>
            </a:lvl1pPr>
            <a:lvl2pPr indent="0" lvl="1" marL="193040">
              <a:lnSpc>
                <a:spcPct val="103333"/>
              </a:lnSpc>
              <a:spcBef>
                <a:spcPts val="0"/>
              </a:spcBef>
              <a:buNone/>
              <a:defRPr b="0" i="0" sz="1200">
                <a:solidFill>
                  <a:srgbClr val="888888"/>
                </a:solidFill>
                <a:latin typeface="Calibri"/>
                <a:ea typeface="Calibri"/>
                <a:cs typeface="Calibri"/>
                <a:sym typeface="Calibri"/>
              </a:defRPr>
            </a:lvl2pPr>
            <a:lvl3pPr indent="0" lvl="2" marL="193040">
              <a:lnSpc>
                <a:spcPct val="103333"/>
              </a:lnSpc>
              <a:spcBef>
                <a:spcPts val="0"/>
              </a:spcBef>
              <a:buNone/>
              <a:defRPr b="0" i="0" sz="1200">
                <a:solidFill>
                  <a:srgbClr val="888888"/>
                </a:solidFill>
                <a:latin typeface="Calibri"/>
                <a:ea typeface="Calibri"/>
                <a:cs typeface="Calibri"/>
                <a:sym typeface="Calibri"/>
              </a:defRPr>
            </a:lvl3pPr>
            <a:lvl4pPr indent="0" lvl="3" marL="193040">
              <a:lnSpc>
                <a:spcPct val="103333"/>
              </a:lnSpc>
              <a:spcBef>
                <a:spcPts val="0"/>
              </a:spcBef>
              <a:buNone/>
              <a:defRPr b="0" i="0" sz="1200">
                <a:solidFill>
                  <a:srgbClr val="888888"/>
                </a:solidFill>
                <a:latin typeface="Calibri"/>
                <a:ea typeface="Calibri"/>
                <a:cs typeface="Calibri"/>
                <a:sym typeface="Calibri"/>
              </a:defRPr>
            </a:lvl4pPr>
            <a:lvl5pPr indent="0" lvl="4" marL="193040">
              <a:lnSpc>
                <a:spcPct val="103333"/>
              </a:lnSpc>
              <a:spcBef>
                <a:spcPts val="0"/>
              </a:spcBef>
              <a:buNone/>
              <a:defRPr b="0" i="0" sz="1200">
                <a:solidFill>
                  <a:srgbClr val="888888"/>
                </a:solidFill>
                <a:latin typeface="Calibri"/>
                <a:ea typeface="Calibri"/>
                <a:cs typeface="Calibri"/>
                <a:sym typeface="Calibri"/>
              </a:defRPr>
            </a:lvl5pPr>
            <a:lvl6pPr indent="0" lvl="5" marL="193040">
              <a:lnSpc>
                <a:spcPct val="103333"/>
              </a:lnSpc>
              <a:spcBef>
                <a:spcPts val="0"/>
              </a:spcBef>
              <a:buNone/>
              <a:defRPr b="0" i="0" sz="1200">
                <a:solidFill>
                  <a:srgbClr val="888888"/>
                </a:solidFill>
                <a:latin typeface="Calibri"/>
                <a:ea typeface="Calibri"/>
                <a:cs typeface="Calibri"/>
                <a:sym typeface="Calibri"/>
              </a:defRPr>
            </a:lvl6pPr>
            <a:lvl7pPr indent="0" lvl="6" marL="193040">
              <a:lnSpc>
                <a:spcPct val="103333"/>
              </a:lnSpc>
              <a:spcBef>
                <a:spcPts val="0"/>
              </a:spcBef>
              <a:buNone/>
              <a:defRPr b="0" i="0" sz="1200">
                <a:solidFill>
                  <a:srgbClr val="888888"/>
                </a:solidFill>
                <a:latin typeface="Calibri"/>
                <a:ea typeface="Calibri"/>
                <a:cs typeface="Calibri"/>
                <a:sym typeface="Calibri"/>
              </a:defRPr>
            </a:lvl7pPr>
            <a:lvl8pPr indent="0" lvl="7" marL="193040">
              <a:lnSpc>
                <a:spcPct val="103333"/>
              </a:lnSpc>
              <a:spcBef>
                <a:spcPts val="0"/>
              </a:spcBef>
              <a:buNone/>
              <a:defRPr b="0" i="0" sz="1200">
                <a:solidFill>
                  <a:srgbClr val="888888"/>
                </a:solidFill>
                <a:latin typeface="Calibri"/>
                <a:ea typeface="Calibri"/>
                <a:cs typeface="Calibri"/>
                <a:sym typeface="Calibri"/>
              </a:defRPr>
            </a:lvl8pPr>
            <a:lvl9pPr indent="0" lvl="8" marL="193040">
              <a:lnSpc>
                <a:spcPct val="103333"/>
              </a:lnSpc>
              <a:spcBef>
                <a:spcPts val="0"/>
              </a:spcBef>
              <a:buNone/>
              <a:defRPr b="0" i="0" sz="1200">
                <a:solidFill>
                  <a:srgbClr val="888888"/>
                </a:solidFill>
                <a:latin typeface="Calibri"/>
                <a:ea typeface="Calibri"/>
                <a:cs typeface="Calibri"/>
                <a:sym typeface="Calibri"/>
              </a:defRPr>
            </a:lvl9pPr>
          </a:lstStyle>
          <a:p>
            <a:pPr indent="0" lvl="0" marL="19304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3" name="Shape 23"/>
        <p:cNvGrpSpPr/>
        <p:nvPr/>
      </p:nvGrpSpPr>
      <p:grpSpPr>
        <a:xfrm>
          <a:off x="0" y="0"/>
          <a:ext cx="0" cy="0"/>
          <a:chOff x="0" y="0"/>
          <a:chExt cx="0" cy="0"/>
        </a:xfrm>
      </p:grpSpPr>
      <p:sp>
        <p:nvSpPr>
          <p:cNvPr id="24" name="Google Shape;24;p4"/>
          <p:cNvSpPr txBox="1"/>
          <p:nvPr>
            <p:ph type="title"/>
          </p:nvPr>
        </p:nvSpPr>
        <p:spPr>
          <a:xfrm>
            <a:off x="316484" y="72009"/>
            <a:ext cx="11495912" cy="161589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400" u="sng">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356412" y="1044066"/>
            <a:ext cx="11365534" cy="4836541"/>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1" i="0" sz="2000" u="sng">
                <a:solidFill>
                  <a:srgbClr val="C00000"/>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 name="Google Shape;26;p4"/>
          <p:cNvSpPr txBox="1"/>
          <p:nvPr>
            <p:ph idx="11" type="ftr"/>
          </p:nvPr>
        </p:nvSpPr>
        <p:spPr>
          <a:xfrm>
            <a:off x="5402071" y="6464680"/>
            <a:ext cx="1386840" cy="1784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lvl1pPr indent="0" lvl="0" marL="193040">
              <a:lnSpc>
                <a:spcPct val="103333"/>
              </a:lnSpc>
              <a:spcBef>
                <a:spcPts val="0"/>
              </a:spcBef>
              <a:buNone/>
              <a:defRPr b="0" i="0" sz="1200">
                <a:solidFill>
                  <a:srgbClr val="888888"/>
                </a:solidFill>
                <a:latin typeface="Calibri"/>
                <a:ea typeface="Calibri"/>
                <a:cs typeface="Calibri"/>
                <a:sym typeface="Calibri"/>
              </a:defRPr>
            </a:lvl1pPr>
            <a:lvl2pPr indent="0" lvl="1" marL="193040">
              <a:lnSpc>
                <a:spcPct val="103333"/>
              </a:lnSpc>
              <a:spcBef>
                <a:spcPts val="0"/>
              </a:spcBef>
              <a:buNone/>
              <a:defRPr b="0" i="0" sz="1200">
                <a:solidFill>
                  <a:srgbClr val="888888"/>
                </a:solidFill>
                <a:latin typeface="Calibri"/>
                <a:ea typeface="Calibri"/>
                <a:cs typeface="Calibri"/>
                <a:sym typeface="Calibri"/>
              </a:defRPr>
            </a:lvl2pPr>
            <a:lvl3pPr indent="0" lvl="2" marL="193040">
              <a:lnSpc>
                <a:spcPct val="103333"/>
              </a:lnSpc>
              <a:spcBef>
                <a:spcPts val="0"/>
              </a:spcBef>
              <a:buNone/>
              <a:defRPr b="0" i="0" sz="1200">
                <a:solidFill>
                  <a:srgbClr val="888888"/>
                </a:solidFill>
                <a:latin typeface="Calibri"/>
                <a:ea typeface="Calibri"/>
                <a:cs typeface="Calibri"/>
                <a:sym typeface="Calibri"/>
              </a:defRPr>
            </a:lvl3pPr>
            <a:lvl4pPr indent="0" lvl="3" marL="193040">
              <a:lnSpc>
                <a:spcPct val="103333"/>
              </a:lnSpc>
              <a:spcBef>
                <a:spcPts val="0"/>
              </a:spcBef>
              <a:buNone/>
              <a:defRPr b="0" i="0" sz="1200">
                <a:solidFill>
                  <a:srgbClr val="888888"/>
                </a:solidFill>
                <a:latin typeface="Calibri"/>
                <a:ea typeface="Calibri"/>
                <a:cs typeface="Calibri"/>
                <a:sym typeface="Calibri"/>
              </a:defRPr>
            </a:lvl4pPr>
            <a:lvl5pPr indent="0" lvl="4" marL="193040">
              <a:lnSpc>
                <a:spcPct val="103333"/>
              </a:lnSpc>
              <a:spcBef>
                <a:spcPts val="0"/>
              </a:spcBef>
              <a:buNone/>
              <a:defRPr b="0" i="0" sz="1200">
                <a:solidFill>
                  <a:srgbClr val="888888"/>
                </a:solidFill>
                <a:latin typeface="Calibri"/>
                <a:ea typeface="Calibri"/>
                <a:cs typeface="Calibri"/>
                <a:sym typeface="Calibri"/>
              </a:defRPr>
            </a:lvl5pPr>
            <a:lvl6pPr indent="0" lvl="5" marL="193040">
              <a:lnSpc>
                <a:spcPct val="103333"/>
              </a:lnSpc>
              <a:spcBef>
                <a:spcPts val="0"/>
              </a:spcBef>
              <a:buNone/>
              <a:defRPr b="0" i="0" sz="1200">
                <a:solidFill>
                  <a:srgbClr val="888888"/>
                </a:solidFill>
                <a:latin typeface="Calibri"/>
                <a:ea typeface="Calibri"/>
                <a:cs typeface="Calibri"/>
                <a:sym typeface="Calibri"/>
              </a:defRPr>
            </a:lvl6pPr>
            <a:lvl7pPr indent="0" lvl="6" marL="193040">
              <a:lnSpc>
                <a:spcPct val="103333"/>
              </a:lnSpc>
              <a:spcBef>
                <a:spcPts val="0"/>
              </a:spcBef>
              <a:buNone/>
              <a:defRPr b="0" i="0" sz="1200">
                <a:solidFill>
                  <a:srgbClr val="888888"/>
                </a:solidFill>
                <a:latin typeface="Calibri"/>
                <a:ea typeface="Calibri"/>
                <a:cs typeface="Calibri"/>
                <a:sym typeface="Calibri"/>
              </a:defRPr>
            </a:lvl7pPr>
            <a:lvl8pPr indent="0" lvl="7" marL="193040">
              <a:lnSpc>
                <a:spcPct val="103333"/>
              </a:lnSpc>
              <a:spcBef>
                <a:spcPts val="0"/>
              </a:spcBef>
              <a:buNone/>
              <a:defRPr b="0" i="0" sz="1200">
                <a:solidFill>
                  <a:srgbClr val="888888"/>
                </a:solidFill>
                <a:latin typeface="Calibri"/>
                <a:ea typeface="Calibri"/>
                <a:cs typeface="Calibri"/>
                <a:sym typeface="Calibri"/>
              </a:defRPr>
            </a:lvl8pPr>
            <a:lvl9pPr indent="0" lvl="8" marL="193040">
              <a:lnSpc>
                <a:spcPct val="103333"/>
              </a:lnSpc>
              <a:spcBef>
                <a:spcPts val="0"/>
              </a:spcBef>
              <a:buNone/>
              <a:defRPr b="0" i="0" sz="1200">
                <a:solidFill>
                  <a:srgbClr val="888888"/>
                </a:solidFill>
                <a:latin typeface="Calibri"/>
                <a:ea typeface="Calibri"/>
                <a:cs typeface="Calibri"/>
                <a:sym typeface="Calibri"/>
              </a:defRPr>
            </a:lvl9pPr>
          </a:lstStyle>
          <a:p>
            <a:pPr indent="0" lvl="0" marL="19304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9" name="Shape 29"/>
        <p:cNvGrpSpPr/>
        <p:nvPr/>
      </p:nvGrpSpPr>
      <p:grpSpPr>
        <a:xfrm>
          <a:off x="0" y="0"/>
          <a:ext cx="0" cy="0"/>
          <a:chOff x="0" y="0"/>
          <a:chExt cx="0" cy="0"/>
        </a:xfrm>
      </p:grpSpPr>
      <p:sp>
        <p:nvSpPr>
          <p:cNvPr id="30" name="Google Shape;30;p5"/>
          <p:cNvSpPr txBox="1"/>
          <p:nvPr>
            <p:ph type="title"/>
          </p:nvPr>
        </p:nvSpPr>
        <p:spPr>
          <a:xfrm>
            <a:off x="316484" y="72009"/>
            <a:ext cx="11495912" cy="161589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400" u="sng">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5"/>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5"/>
          <p:cNvSpPr txBox="1"/>
          <p:nvPr>
            <p:ph idx="11" type="ftr"/>
          </p:nvPr>
        </p:nvSpPr>
        <p:spPr>
          <a:xfrm>
            <a:off x="5402071" y="6464680"/>
            <a:ext cx="1386840" cy="1784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lvl1pPr indent="0" lvl="0" marL="193040">
              <a:lnSpc>
                <a:spcPct val="103333"/>
              </a:lnSpc>
              <a:spcBef>
                <a:spcPts val="0"/>
              </a:spcBef>
              <a:buNone/>
              <a:defRPr b="0" i="0" sz="1200">
                <a:solidFill>
                  <a:srgbClr val="888888"/>
                </a:solidFill>
                <a:latin typeface="Calibri"/>
                <a:ea typeface="Calibri"/>
                <a:cs typeface="Calibri"/>
                <a:sym typeface="Calibri"/>
              </a:defRPr>
            </a:lvl1pPr>
            <a:lvl2pPr indent="0" lvl="1" marL="193040">
              <a:lnSpc>
                <a:spcPct val="103333"/>
              </a:lnSpc>
              <a:spcBef>
                <a:spcPts val="0"/>
              </a:spcBef>
              <a:buNone/>
              <a:defRPr b="0" i="0" sz="1200">
                <a:solidFill>
                  <a:srgbClr val="888888"/>
                </a:solidFill>
                <a:latin typeface="Calibri"/>
                <a:ea typeface="Calibri"/>
                <a:cs typeface="Calibri"/>
                <a:sym typeface="Calibri"/>
              </a:defRPr>
            </a:lvl2pPr>
            <a:lvl3pPr indent="0" lvl="2" marL="193040">
              <a:lnSpc>
                <a:spcPct val="103333"/>
              </a:lnSpc>
              <a:spcBef>
                <a:spcPts val="0"/>
              </a:spcBef>
              <a:buNone/>
              <a:defRPr b="0" i="0" sz="1200">
                <a:solidFill>
                  <a:srgbClr val="888888"/>
                </a:solidFill>
                <a:latin typeface="Calibri"/>
                <a:ea typeface="Calibri"/>
                <a:cs typeface="Calibri"/>
                <a:sym typeface="Calibri"/>
              </a:defRPr>
            </a:lvl3pPr>
            <a:lvl4pPr indent="0" lvl="3" marL="193040">
              <a:lnSpc>
                <a:spcPct val="103333"/>
              </a:lnSpc>
              <a:spcBef>
                <a:spcPts val="0"/>
              </a:spcBef>
              <a:buNone/>
              <a:defRPr b="0" i="0" sz="1200">
                <a:solidFill>
                  <a:srgbClr val="888888"/>
                </a:solidFill>
                <a:latin typeface="Calibri"/>
                <a:ea typeface="Calibri"/>
                <a:cs typeface="Calibri"/>
                <a:sym typeface="Calibri"/>
              </a:defRPr>
            </a:lvl4pPr>
            <a:lvl5pPr indent="0" lvl="4" marL="193040">
              <a:lnSpc>
                <a:spcPct val="103333"/>
              </a:lnSpc>
              <a:spcBef>
                <a:spcPts val="0"/>
              </a:spcBef>
              <a:buNone/>
              <a:defRPr b="0" i="0" sz="1200">
                <a:solidFill>
                  <a:srgbClr val="888888"/>
                </a:solidFill>
                <a:latin typeface="Calibri"/>
                <a:ea typeface="Calibri"/>
                <a:cs typeface="Calibri"/>
                <a:sym typeface="Calibri"/>
              </a:defRPr>
            </a:lvl5pPr>
            <a:lvl6pPr indent="0" lvl="5" marL="193040">
              <a:lnSpc>
                <a:spcPct val="103333"/>
              </a:lnSpc>
              <a:spcBef>
                <a:spcPts val="0"/>
              </a:spcBef>
              <a:buNone/>
              <a:defRPr b="0" i="0" sz="1200">
                <a:solidFill>
                  <a:srgbClr val="888888"/>
                </a:solidFill>
                <a:latin typeface="Calibri"/>
                <a:ea typeface="Calibri"/>
                <a:cs typeface="Calibri"/>
                <a:sym typeface="Calibri"/>
              </a:defRPr>
            </a:lvl6pPr>
            <a:lvl7pPr indent="0" lvl="6" marL="193040">
              <a:lnSpc>
                <a:spcPct val="103333"/>
              </a:lnSpc>
              <a:spcBef>
                <a:spcPts val="0"/>
              </a:spcBef>
              <a:buNone/>
              <a:defRPr b="0" i="0" sz="1200">
                <a:solidFill>
                  <a:srgbClr val="888888"/>
                </a:solidFill>
                <a:latin typeface="Calibri"/>
                <a:ea typeface="Calibri"/>
                <a:cs typeface="Calibri"/>
                <a:sym typeface="Calibri"/>
              </a:defRPr>
            </a:lvl7pPr>
            <a:lvl8pPr indent="0" lvl="7" marL="193040">
              <a:lnSpc>
                <a:spcPct val="103333"/>
              </a:lnSpc>
              <a:spcBef>
                <a:spcPts val="0"/>
              </a:spcBef>
              <a:buNone/>
              <a:defRPr b="0" i="0" sz="1200">
                <a:solidFill>
                  <a:srgbClr val="888888"/>
                </a:solidFill>
                <a:latin typeface="Calibri"/>
                <a:ea typeface="Calibri"/>
                <a:cs typeface="Calibri"/>
                <a:sym typeface="Calibri"/>
              </a:defRPr>
            </a:lvl8pPr>
            <a:lvl9pPr indent="0" lvl="8" marL="193040">
              <a:lnSpc>
                <a:spcPct val="103333"/>
              </a:lnSpc>
              <a:spcBef>
                <a:spcPts val="0"/>
              </a:spcBef>
              <a:buNone/>
              <a:defRPr b="0" i="0" sz="1200">
                <a:solidFill>
                  <a:srgbClr val="888888"/>
                </a:solidFill>
                <a:latin typeface="Calibri"/>
                <a:ea typeface="Calibri"/>
                <a:cs typeface="Calibri"/>
                <a:sym typeface="Calibri"/>
              </a:defRPr>
            </a:lvl9pPr>
          </a:lstStyle>
          <a:p>
            <a:pPr indent="0" lvl="0" marL="19304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6"/>
          <p:cNvSpPr txBox="1"/>
          <p:nvPr>
            <p:ph idx="11" type="ftr"/>
          </p:nvPr>
        </p:nvSpPr>
        <p:spPr>
          <a:xfrm>
            <a:off x="5402071" y="6464680"/>
            <a:ext cx="1386840" cy="1784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lvl1pPr indent="0" lvl="0" marL="193040">
              <a:lnSpc>
                <a:spcPct val="103333"/>
              </a:lnSpc>
              <a:spcBef>
                <a:spcPts val="0"/>
              </a:spcBef>
              <a:buNone/>
              <a:defRPr b="0" i="0" sz="1200">
                <a:solidFill>
                  <a:srgbClr val="888888"/>
                </a:solidFill>
                <a:latin typeface="Calibri"/>
                <a:ea typeface="Calibri"/>
                <a:cs typeface="Calibri"/>
                <a:sym typeface="Calibri"/>
              </a:defRPr>
            </a:lvl1pPr>
            <a:lvl2pPr indent="0" lvl="1" marL="193040">
              <a:lnSpc>
                <a:spcPct val="103333"/>
              </a:lnSpc>
              <a:spcBef>
                <a:spcPts val="0"/>
              </a:spcBef>
              <a:buNone/>
              <a:defRPr b="0" i="0" sz="1200">
                <a:solidFill>
                  <a:srgbClr val="888888"/>
                </a:solidFill>
                <a:latin typeface="Calibri"/>
                <a:ea typeface="Calibri"/>
                <a:cs typeface="Calibri"/>
                <a:sym typeface="Calibri"/>
              </a:defRPr>
            </a:lvl2pPr>
            <a:lvl3pPr indent="0" lvl="2" marL="193040">
              <a:lnSpc>
                <a:spcPct val="103333"/>
              </a:lnSpc>
              <a:spcBef>
                <a:spcPts val="0"/>
              </a:spcBef>
              <a:buNone/>
              <a:defRPr b="0" i="0" sz="1200">
                <a:solidFill>
                  <a:srgbClr val="888888"/>
                </a:solidFill>
                <a:latin typeface="Calibri"/>
                <a:ea typeface="Calibri"/>
                <a:cs typeface="Calibri"/>
                <a:sym typeface="Calibri"/>
              </a:defRPr>
            </a:lvl3pPr>
            <a:lvl4pPr indent="0" lvl="3" marL="193040">
              <a:lnSpc>
                <a:spcPct val="103333"/>
              </a:lnSpc>
              <a:spcBef>
                <a:spcPts val="0"/>
              </a:spcBef>
              <a:buNone/>
              <a:defRPr b="0" i="0" sz="1200">
                <a:solidFill>
                  <a:srgbClr val="888888"/>
                </a:solidFill>
                <a:latin typeface="Calibri"/>
                <a:ea typeface="Calibri"/>
                <a:cs typeface="Calibri"/>
                <a:sym typeface="Calibri"/>
              </a:defRPr>
            </a:lvl4pPr>
            <a:lvl5pPr indent="0" lvl="4" marL="193040">
              <a:lnSpc>
                <a:spcPct val="103333"/>
              </a:lnSpc>
              <a:spcBef>
                <a:spcPts val="0"/>
              </a:spcBef>
              <a:buNone/>
              <a:defRPr b="0" i="0" sz="1200">
                <a:solidFill>
                  <a:srgbClr val="888888"/>
                </a:solidFill>
                <a:latin typeface="Calibri"/>
                <a:ea typeface="Calibri"/>
                <a:cs typeface="Calibri"/>
                <a:sym typeface="Calibri"/>
              </a:defRPr>
            </a:lvl5pPr>
            <a:lvl6pPr indent="0" lvl="5" marL="193040">
              <a:lnSpc>
                <a:spcPct val="103333"/>
              </a:lnSpc>
              <a:spcBef>
                <a:spcPts val="0"/>
              </a:spcBef>
              <a:buNone/>
              <a:defRPr b="0" i="0" sz="1200">
                <a:solidFill>
                  <a:srgbClr val="888888"/>
                </a:solidFill>
                <a:latin typeface="Calibri"/>
                <a:ea typeface="Calibri"/>
                <a:cs typeface="Calibri"/>
                <a:sym typeface="Calibri"/>
              </a:defRPr>
            </a:lvl6pPr>
            <a:lvl7pPr indent="0" lvl="6" marL="193040">
              <a:lnSpc>
                <a:spcPct val="103333"/>
              </a:lnSpc>
              <a:spcBef>
                <a:spcPts val="0"/>
              </a:spcBef>
              <a:buNone/>
              <a:defRPr b="0" i="0" sz="1200">
                <a:solidFill>
                  <a:srgbClr val="888888"/>
                </a:solidFill>
                <a:latin typeface="Calibri"/>
                <a:ea typeface="Calibri"/>
                <a:cs typeface="Calibri"/>
                <a:sym typeface="Calibri"/>
              </a:defRPr>
            </a:lvl7pPr>
            <a:lvl8pPr indent="0" lvl="7" marL="193040">
              <a:lnSpc>
                <a:spcPct val="103333"/>
              </a:lnSpc>
              <a:spcBef>
                <a:spcPts val="0"/>
              </a:spcBef>
              <a:buNone/>
              <a:defRPr b="0" i="0" sz="1200">
                <a:solidFill>
                  <a:srgbClr val="888888"/>
                </a:solidFill>
                <a:latin typeface="Calibri"/>
                <a:ea typeface="Calibri"/>
                <a:cs typeface="Calibri"/>
                <a:sym typeface="Calibri"/>
              </a:defRPr>
            </a:lvl8pPr>
            <a:lvl9pPr indent="0" lvl="8" marL="193040">
              <a:lnSpc>
                <a:spcPct val="103333"/>
              </a:lnSpc>
              <a:spcBef>
                <a:spcPts val="0"/>
              </a:spcBef>
              <a:buNone/>
              <a:defRPr b="0" i="0" sz="1200">
                <a:solidFill>
                  <a:srgbClr val="888888"/>
                </a:solidFill>
                <a:latin typeface="Calibri"/>
                <a:ea typeface="Calibri"/>
                <a:cs typeface="Calibri"/>
                <a:sym typeface="Calibri"/>
              </a:defRPr>
            </a:lvl9pPr>
          </a:lstStyle>
          <a:p>
            <a:pPr indent="0" lvl="0" marL="19304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296418" y="211074"/>
            <a:ext cx="11661775" cy="6445250"/>
          </a:xfrm>
          <a:custGeom>
            <a:rect b="b" l="l" r="r" t="t"/>
            <a:pathLst>
              <a:path extrusionOk="0" h="6445250" w="11661775">
                <a:moveTo>
                  <a:pt x="0" y="252602"/>
                </a:moveTo>
                <a:lnTo>
                  <a:pt x="4070" y="207213"/>
                </a:lnTo>
                <a:lnTo>
                  <a:pt x="15805" y="164486"/>
                </a:lnTo>
                <a:lnTo>
                  <a:pt x="34491" y="125137"/>
                </a:lnTo>
                <a:lnTo>
                  <a:pt x="59416" y="89879"/>
                </a:lnTo>
                <a:lnTo>
                  <a:pt x="89865" y="59429"/>
                </a:lnTo>
                <a:lnTo>
                  <a:pt x="125126" y="34501"/>
                </a:lnTo>
                <a:lnTo>
                  <a:pt x="164484" y="15810"/>
                </a:lnTo>
                <a:lnTo>
                  <a:pt x="207227" y="4071"/>
                </a:lnTo>
                <a:lnTo>
                  <a:pt x="252641" y="0"/>
                </a:lnTo>
                <a:lnTo>
                  <a:pt x="11409045" y="0"/>
                </a:lnTo>
                <a:lnTo>
                  <a:pt x="11454434" y="4071"/>
                </a:lnTo>
                <a:lnTo>
                  <a:pt x="11497161" y="15810"/>
                </a:lnTo>
                <a:lnTo>
                  <a:pt x="11536510" y="34501"/>
                </a:lnTo>
                <a:lnTo>
                  <a:pt x="11571768" y="59429"/>
                </a:lnTo>
                <a:lnTo>
                  <a:pt x="11602218" y="89879"/>
                </a:lnTo>
                <a:lnTo>
                  <a:pt x="11627146" y="125137"/>
                </a:lnTo>
                <a:lnTo>
                  <a:pt x="11645837" y="164486"/>
                </a:lnTo>
                <a:lnTo>
                  <a:pt x="11657576" y="207213"/>
                </a:lnTo>
                <a:lnTo>
                  <a:pt x="11661648" y="252602"/>
                </a:lnTo>
                <a:lnTo>
                  <a:pt x="11661648" y="6192354"/>
                </a:lnTo>
                <a:lnTo>
                  <a:pt x="11657576" y="6237765"/>
                </a:lnTo>
                <a:lnTo>
                  <a:pt x="11645837" y="6280506"/>
                </a:lnTo>
                <a:lnTo>
                  <a:pt x="11627146" y="6319864"/>
                </a:lnTo>
                <a:lnTo>
                  <a:pt x="11602218" y="6355125"/>
                </a:lnTo>
                <a:lnTo>
                  <a:pt x="11571768" y="6385575"/>
                </a:lnTo>
                <a:lnTo>
                  <a:pt x="11536510" y="6410501"/>
                </a:lnTo>
                <a:lnTo>
                  <a:pt x="11497161" y="6429189"/>
                </a:lnTo>
                <a:lnTo>
                  <a:pt x="11454434" y="6440925"/>
                </a:lnTo>
                <a:lnTo>
                  <a:pt x="11409045" y="6444996"/>
                </a:lnTo>
                <a:lnTo>
                  <a:pt x="252641" y="6444996"/>
                </a:lnTo>
                <a:lnTo>
                  <a:pt x="207227" y="6440925"/>
                </a:lnTo>
                <a:lnTo>
                  <a:pt x="164484" y="6429189"/>
                </a:lnTo>
                <a:lnTo>
                  <a:pt x="125126" y="6410501"/>
                </a:lnTo>
                <a:lnTo>
                  <a:pt x="89865" y="6385575"/>
                </a:lnTo>
                <a:lnTo>
                  <a:pt x="59416" y="6355125"/>
                </a:lnTo>
                <a:lnTo>
                  <a:pt x="34491" y="6319864"/>
                </a:lnTo>
                <a:lnTo>
                  <a:pt x="15805" y="6280506"/>
                </a:lnTo>
                <a:lnTo>
                  <a:pt x="4070" y="6237765"/>
                </a:lnTo>
                <a:lnTo>
                  <a:pt x="0" y="6192354"/>
                </a:lnTo>
                <a:lnTo>
                  <a:pt x="0" y="252602"/>
                </a:lnTo>
                <a:close/>
              </a:path>
            </a:pathLst>
          </a:custGeom>
          <a:noFill/>
          <a:ln cap="flat" cmpd="sng" w="38100">
            <a:solidFill>
              <a:srgbClr val="41709C"/>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 name="Google Shape;7;p1"/>
          <p:cNvSpPr txBox="1"/>
          <p:nvPr>
            <p:ph type="title"/>
          </p:nvPr>
        </p:nvSpPr>
        <p:spPr>
          <a:xfrm>
            <a:off x="316484" y="72009"/>
            <a:ext cx="11495912" cy="1615897"/>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2400" u="sng"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
          <p:cNvSpPr txBox="1"/>
          <p:nvPr>
            <p:ph idx="1" type="body"/>
          </p:nvPr>
        </p:nvSpPr>
        <p:spPr>
          <a:xfrm>
            <a:off x="356412" y="1044066"/>
            <a:ext cx="11365534" cy="4836541"/>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1" i="0" sz="2000" u="sng" cap="none" strike="noStrike">
                <a:solidFill>
                  <a:srgbClr val="C00000"/>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1"/>
          <p:cNvSpPr txBox="1"/>
          <p:nvPr>
            <p:ph idx="11" type="ftr"/>
          </p:nvPr>
        </p:nvSpPr>
        <p:spPr>
          <a:xfrm>
            <a:off x="5402071" y="6464680"/>
            <a:ext cx="1386840" cy="1784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1200">
                <a:solidFill>
                  <a:srgbClr val="88888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lvl1pPr indent="0" lvl="0" marL="193040">
              <a:lnSpc>
                <a:spcPct val="103333"/>
              </a:lnSpc>
              <a:spcBef>
                <a:spcPts val="0"/>
              </a:spcBef>
              <a:buNone/>
              <a:defRPr b="0" i="0" sz="1200">
                <a:solidFill>
                  <a:srgbClr val="888888"/>
                </a:solidFill>
                <a:latin typeface="Calibri"/>
                <a:ea typeface="Calibri"/>
                <a:cs typeface="Calibri"/>
                <a:sym typeface="Calibri"/>
              </a:defRPr>
            </a:lvl1pPr>
            <a:lvl2pPr indent="0" lvl="1" marL="193040">
              <a:lnSpc>
                <a:spcPct val="103333"/>
              </a:lnSpc>
              <a:spcBef>
                <a:spcPts val="0"/>
              </a:spcBef>
              <a:buNone/>
              <a:defRPr b="0" i="0" sz="1200">
                <a:solidFill>
                  <a:srgbClr val="888888"/>
                </a:solidFill>
                <a:latin typeface="Calibri"/>
                <a:ea typeface="Calibri"/>
                <a:cs typeface="Calibri"/>
                <a:sym typeface="Calibri"/>
              </a:defRPr>
            </a:lvl2pPr>
            <a:lvl3pPr indent="0" lvl="2" marL="193040">
              <a:lnSpc>
                <a:spcPct val="103333"/>
              </a:lnSpc>
              <a:spcBef>
                <a:spcPts val="0"/>
              </a:spcBef>
              <a:buNone/>
              <a:defRPr b="0" i="0" sz="1200">
                <a:solidFill>
                  <a:srgbClr val="888888"/>
                </a:solidFill>
                <a:latin typeface="Calibri"/>
                <a:ea typeface="Calibri"/>
                <a:cs typeface="Calibri"/>
                <a:sym typeface="Calibri"/>
              </a:defRPr>
            </a:lvl3pPr>
            <a:lvl4pPr indent="0" lvl="3" marL="193040">
              <a:lnSpc>
                <a:spcPct val="103333"/>
              </a:lnSpc>
              <a:spcBef>
                <a:spcPts val="0"/>
              </a:spcBef>
              <a:buNone/>
              <a:defRPr b="0" i="0" sz="1200">
                <a:solidFill>
                  <a:srgbClr val="888888"/>
                </a:solidFill>
                <a:latin typeface="Calibri"/>
                <a:ea typeface="Calibri"/>
                <a:cs typeface="Calibri"/>
                <a:sym typeface="Calibri"/>
              </a:defRPr>
            </a:lvl4pPr>
            <a:lvl5pPr indent="0" lvl="4" marL="193040">
              <a:lnSpc>
                <a:spcPct val="103333"/>
              </a:lnSpc>
              <a:spcBef>
                <a:spcPts val="0"/>
              </a:spcBef>
              <a:buNone/>
              <a:defRPr b="0" i="0" sz="1200">
                <a:solidFill>
                  <a:srgbClr val="888888"/>
                </a:solidFill>
                <a:latin typeface="Calibri"/>
                <a:ea typeface="Calibri"/>
                <a:cs typeface="Calibri"/>
                <a:sym typeface="Calibri"/>
              </a:defRPr>
            </a:lvl5pPr>
            <a:lvl6pPr indent="0" lvl="5" marL="193040">
              <a:lnSpc>
                <a:spcPct val="103333"/>
              </a:lnSpc>
              <a:spcBef>
                <a:spcPts val="0"/>
              </a:spcBef>
              <a:buNone/>
              <a:defRPr b="0" i="0" sz="1200">
                <a:solidFill>
                  <a:srgbClr val="888888"/>
                </a:solidFill>
                <a:latin typeface="Calibri"/>
                <a:ea typeface="Calibri"/>
                <a:cs typeface="Calibri"/>
                <a:sym typeface="Calibri"/>
              </a:defRPr>
            </a:lvl6pPr>
            <a:lvl7pPr indent="0" lvl="6" marL="193040">
              <a:lnSpc>
                <a:spcPct val="103333"/>
              </a:lnSpc>
              <a:spcBef>
                <a:spcPts val="0"/>
              </a:spcBef>
              <a:buNone/>
              <a:defRPr b="0" i="0" sz="1200">
                <a:solidFill>
                  <a:srgbClr val="888888"/>
                </a:solidFill>
                <a:latin typeface="Calibri"/>
                <a:ea typeface="Calibri"/>
                <a:cs typeface="Calibri"/>
                <a:sym typeface="Calibri"/>
              </a:defRPr>
            </a:lvl7pPr>
            <a:lvl8pPr indent="0" lvl="7" marL="193040">
              <a:lnSpc>
                <a:spcPct val="103333"/>
              </a:lnSpc>
              <a:spcBef>
                <a:spcPts val="0"/>
              </a:spcBef>
              <a:buNone/>
              <a:defRPr b="0" i="0" sz="1200">
                <a:solidFill>
                  <a:srgbClr val="888888"/>
                </a:solidFill>
                <a:latin typeface="Calibri"/>
                <a:ea typeface="Calibri"/>
                <a:cs typeface="Calibri"/>
                <a:sym typeface="Calibri"/>
              </a:defRPr>
            </a:lvl8pPr>
            <a:lvl9pPr indent="0" lvl="8" marL="193040">
              <a:lnSpc>
                <a:spcPct val="103333"/>
              </a:lnSpc>
              <a:spcBef>
                <a:spcPts val="0"/>
              </a:spcBef>
              <a:buNone/>
              <a:defRPr b="0" i="0" sz="1200">
                <a:solidFill>
                  <a:srgbClr val="888888"/>
                </a:solidFill>
                <a:latin typeface="Calibri"/>
                <a:ea typeface="Calibri"/>
                <a:cs typeface="Calibri"/>
                <a:sym typeface="Calibri"/>
              </a:defRPr>
            </a:lvl9pPr>
          </a:lstStyle>
          <a:p>
            <a:pPr indent="0" lvl="0" marL="19304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youtube.com/watch?v=Ih7BT2uFKh4" TargetMode="Externa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youtube.com/watch?v=1y1M2fZqIlQ" TargetMode="External"/><Relationship Id="rId4"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us.norton.com/blog/privacy/cloud-data-securit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techtarget.com/searchsecurity/definition/public-key" TargetMode="External"/><Relationship Id="rId4" Type="http://schemas.openxmlformats.org/officeDocument/2006/relationships/hyperlink" Target="https://www.techtarget.com/searchwindowsserver/definition/directory" TargetMode="External"/><Relationship Id="rId5" Type="http://schemas.openxmlformats.org/officeDocument/2006/relationships/hyperlink" Target="https://www.techtarget.com/searchsecurity/definition/private-key" TargetMode="External"/><Relationship Id="rId6" Type="http://schemas.openxmlformats.org/officeDocument/2006/relationships/image" Target="../media/image2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7"/>
          <p:cNvSpPr txBox="1"/>
          <p:nvPr>
            <p:ph type="title"/>
          </p:nvPr>
        </p:nvSpPr>
        <p:spPr>
          <a:xfrm>
            <a:off x="316484" y="72009"/>
            <a:ext cx="11495912" cy="1615897"/>
          </a:xfrm>
          <a:prstGeom prst="rect">
            <a:avLst/>
          </a:prstGeom>
          <a:noFill/>
          <a:ln>
            <a:noFill/>
          </a:ln>
        </p:spPr>
        <p:txBody>
          <a:bodyPr anchorCtr="0" anchor="t" bIns="0" lIns="0" spcFirstLastPara="1" rIns="0" wrap="square" tIns="269600">
            <a:spAutoFit/>
          </a:bodyPr>
          <a:lstStyle/>
          <a:p>
            <a:pPr indent="0" lvl="0" marL="177165" rtl="0" algn="l">
              <a:lnSpc>
                <a:spcPct val="100000"/>
              </a:lnSpc>
              <a:spcBef>
                <a:spcPts val="0"/>
              </a:spcBef>
              <a:spcAft>
                <a:spcPts val="0"/>
              </a:spcAft>
              <a:buNone/>
            </a:pPr>
            <a:r>
              <a:rPr b="0" lang="en-US" sz="4400">
                <a:latin typeface="Calibri"/>
                <a:ea typeface="Calibri"/>
                <a:cs typeface="Calibri"/>
                <a:sym typeface="Calibri"/>
              </a:rPr>
              <a:t>Learning Objectives</a:t>
            </a:r>
            <a:endParaRPr sz="4400">
              <a:latin typeface="Calibri"/>
              <a:ea typeface="Calibri"/>
              <a:cs typeface="Calibri"/>
              <a:sym typeface="Calibri"/>
            </a:endParaRPr>
          </a:p>
        </p:txBody>
      </p:sp>
      <p:pic>
        <p:nvPicPr>
          <p:cNvPr id="45" name="Google Shape;45;p7"/>
          <p:cNvPicPr preferRelativeResize="0"/>
          <p:nvPr/>
        </p:nvPicPr>
        <p:blipFill rotWithShape="1">
          <a:blip r:embed="rId3">
            <a:alphaModFix/>
          </a:blip>
          <a:srcRect b="0" l="0" r="0" t="0"/>
          <a:stretch/>
        </p:blipFill>
        <p:spPr>
          <a:xfrm>
            <a:off x="516628" y="1269389"/>
            <a:ext cx="8010850" cy="1839978"/>
          </a:xfrm>
          <a:prstGeom prst="rect">
            <a:avLst/>
          </a:prstGeom>
          <a:noFill/>
          <a:ln>
            <a:noFill/>
          </a:ln>
        </p:spPr>
      </p:pic>
      <p:sp>
        <p:nvSpPr>
          <p:cNvPr id="46" name="Google Shape;46;p7"/>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14/11/2022</a:t>
            </a:r>
            <a:endParaRPr/>
          </a:p>
        </p:txBody>
      </p:sp>
      <p:sp>
        <p:nvSpPr>
          <p:cNvPr id="47" name="Google Shape;47;p7"/>
          <p:cNvSpPr txBox="1"/>
          <p:nvPr>
            <p:ph idx="11" type="ftr"/>
          </p:nvPr>
        </p:nvSpPr>
        <p:spPr>
          <a:xfrm>
            <a:off x="5402071" y="6464680"/>
            <a:ext cx="1386840" cy="178434"/>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Noureddine Tadjerout</a:t>
            </a:r>
            <a:endParaRPr/>
          </a:p>
        </p:txBody>
      </p:sp>
      <p:sp>
        <p:nvSpPr>
          <p:cNvPr id="48" name="Google Shape;48;p7"/>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8"/>
          <p:cNvSpPr txBox="1"/>
          <p:nvPr/>
        </p:nvSpPr>
        <p:spPr>
          <a:xfrm>
            <a:off x="481073" y="328925"/>
            <a:ext cx="9076500" cy="690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400" u="sng">
                <a:latin typeface="Calibri"/>
                <a:ea typeface="Calibri"/>
                <a:cs typeface="Calibri"/>
                <a:sym typeface="Calibri"/>
              </a:rPr>
              <a:t>2.3 Encryption</a:t>
            </a:r>
            <a:endParaRPr sz="4400">
              <a:latin typeface="Calibri"/>
              <a:ea typeface="Calibri"/>
              <a:cs typeface="Calibri"/>
              <a:sym typeface="Calibri"/>
            </a:endParaRPr>
          </a:p>
        </p:txBody>
      </p:sp>
      <p:sp>
        <p:nvSpPr>
          <p:cNvPr id="54" name="Google Shape;54;p8"/>
          <p:cNvSpPr txBox="1"/>
          <p:nvPr/>
        </p:nvSpPr>
        <p:spPr>
          <a:xfrm>
            <a:off x="481076" y="1148588"/>
            <a:ext cx="6233100" cy="391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u="sng">
                <a:solidFill>
                  <a:schemeClr val="hlink"/>
                </a:solidFill>
                <a:latin typeface="Calibri"/>
                <a:ea typeface="Calibri"/>
                <a:cs typeface="Calibri"/>
                <a:sym typeface="Calibri"/>
                <a:hlinkClick r:id="rId3"/>
              </a:rPr>
              <a:t>https://www.youtube.com/watch?v=Ih7BT2uFKh4</a:t>
            </a:r>
            <a:endParaRPr sz="2400">
              <a:latin typeface="Calibri"/>
              <a:ea typeface="Calibri"/>
              <a:cs typeface="Calibri"/>
              <a:sym typeface="Calibri"/>
            </a:endParaRPr>
          </a:p>
        </p:txBody>
      </p:sp>
      <p:pic>
        <p:nvPicPr>
          <p:cNvPr id="55" name="Google Shape;55;p8"/>
          <p:cNvPicPr preferRelativeResize="0"/>
          <p:nvPr/>
        </p:nvPicPr>
        <p:blipFill rotWithShape="1">
          <a:blip r:embed="rId4">
            <a:alphaModFix/>
          </a:blip>
          <a:srcRect b="0" l="0" r="0" t="0"/>
          <a:stretch/>
        </p:blipFill>
        <p:spPr>
          <a:xfrm>
            <a:off x="722750" y="1669425"/>
            <a:ext cx="9412399" cy="4297675"/>
          </a:xfrm>
          <a:prstGeom prst="rect">
            <a:avLst/>
          </a:prstGeom>
          <a:noFill/>
          <a:ln>
            <a:noFill/>
          </a:ln>
        </p:spPr>
      </p:pic>
      <p:sp>
        <p:nvSpPr>
          <p:cNvPr id="56" name="Google Shape;56;p8"/>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9"/>
          <p:cNvSpPr txBox="1"/>
          <p:nvPr>
            <p:ph type="title"/>
          </p:nvPr>
        </p:nvSpPr>
        <p:spPr>
          <a:xfrm>
            <a:off x="481072" y="328925"/>
            <a:ext cx="11299200" cy="690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4400">
                <a:latin typeface="Calibri"/>
                <a:ea typeface="Calibri"/>
                <a:cs typeface="Calibri"/>
                <a:sym typeface="Calibri"/>
              </a:rPr>
              <a:t>2.3 Encryption</a:t>
            </a:r>
            <a:endParaRPr sz="4400">
              <a:latin typeface="Calibri"/>
              <a:ea typeface="Calibri"/>
              <a:cs typeface="Calibri"/>
              <a:sym typeface="Calibri"/>
            </a:endParaRPr>
          </a:p>
        </p:txBody>
      </p:sp>
      <p:sp>
        <p:nvSpPr>
          <p:cNvPr id="62" name="Google Shape;62;p9"/>
          <p:cNvSpPr txBox="1"/>
          <p:nvPr/>
        </p:nvSpPr>
        <p:spPr>
          <a:xfrm>
            <a:off x="481076" y="1051052"/>
            <a:ext cx="6214110" cy="7569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400" u="sng">
                <a:solidFill>
                  <a:srgbClr val="C00000"/>
                </a:solidFill>
                <a:latin typeface="Calibri"/>
                <a:ea typeface="Calibri"/>
                <a:cs typeface="Calibri"/>
                <a:sym typeface="Calibri"/>
              </a:rPr>
              <a:t>Understanding Encryption!</a:t>
            </a:r>
            <a:endParaRPr sz="2400">
              <a:latin typeface="Calibri"/>
              <a:ea typeface="Calibri"/>
              <a:cs typeface="Calibri"/>
              <a:sym typeface="Calibri"/>
            </a:endParaRPr>
          </a:p>
          <a:p>
            <a:pPr indent="0" lvl="0" marL="12700" rtl="0" algn="l">
              <a:lnSpc>
                <a:spcPct val="100000"/>
              </a:lnSpc>
              <a:spcBef>
                <a:spcPts val="0"/>
              </a:spcBef>
              <a:spcAft>
                <a:spcPts val="0"/>
              </a:spcAft>
              <a:buNone/>
            </a:pPr>
            <a:r>
              <a:rPr lang="en-US" sz="2400" u="sng">
                <a:solidFill>
                  <a:schemeClr val="hlink"/>
                </a:solidFill>
                <a:latin typeface="Calibri"/>
                <a:ea typeface="Calibri"/>
                <a:cs typeface="Calibri"/>
                <a:sym typeface="Calibri"/>
                <a:hlinkClick r:id="rId3"/>
              </a:rPr>
              <a:t>https://www.youtube.com/watch?v=1y1M2fZqIlQ</a:t>
            </a:r>
            <a:endParaRPr sz="2400">
              <a:latin typeface="Calibri"/>
              <a:ea typeface="Calibri"/>
              <a:cs typeface="Calibri"/>
              <a:sym typeface="Calibri"/>
            </a:endParaRPr>
          </a:p>
        </p:txBody>
      </p:sp>
      <p:pic>
        <p:nvPicPr>
          <p:cNvPr id="63" name="Google Shape;63;p9"/>
          <p:cNvPicPr preferRelativeResize="0"/>
          <p:nvPr/>
        </p:nvPicPr>
        <p:blipFill rotWithShape="1">
          <a:blip r:embed="rId4">
            <a:alphaModFix/>
          </a:blip>
          <a:srcRect b="0" l="0" r="0" t="0"/>
          <a:stretch/>
        </p:blipFill>
        <p:spPr>
          <a:xfrm>
            <a:off x="402336" y="2028444"/>
            <a:ext cx="11167872" cy="4116324"/>
          </a:xfrm>
          <a:prstGeom prst="rect">
            <a:avLst/>
          </a:prstGeom>
          <a:noFill/>
          <a:ln>
            <a:noFill/>
          </a:ln>
        </p:spPr>
      </p:pic>
      <p:sp>
        <p:nvSpPr>
          <p:cNvPr id="64" name="Google Shape;64;p9"/>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0"/>
          <p:cNvSpPr txBox="1"/>
          <p:nvPr>
            <p:ph type="title"/>
          </p:nvPr>
        </p:nvSpPr>
        <p:spPr>
          <a:xfrm>
            <a:off x="316484" y="72009"/>
            <a:ext cx="11495912" cy="1615897"/>
          </a:xfrm>
          <a:prstGeom prst="rect">
            <a:avLst/>
          </a:prstGeom>
          <a:noFill/>
          <a:ln>
            <a:noFill/>
          </a:ln>
        </p:spPr>
        <p:txBody>
          <a:bodyPr anchorCtr="0" anchor="t" bIns="0" lIns="0" spcFirstLastPara="1" rIns="0" wrap="square" tIns="269600">
            <a:spAutoFit/>
          </a:bodyPr>
          <a:lstStyle/>
          <a:p>
            <a:pPr indent="0" lvl="0" marL="177165" rtl="0" algn="l">
              <a:lnSpc>
                <a:spcPct val="100000"/>
              </a:lnSpc>
              <a:spcBef>
                <a:spcPts val="0"/>
              </a:spcBef>
              <a:spcAft>
                <a:spcPts val="0"/>
              </a:spcAft>
              <a:buNone/>
            </a:pPr>
            <a:r>
              <a:rPr b="0" lang="en-US" sz="4400">
                <a:latin typeface="Calibri"/>
                <a:ea typeface="Calibri"/>
                <a:cs typeface="Calibri"/>
                <a:sym typeface="Calibri"/>
              </a:rPr>
              <a:t>2.3 Encryption</a:t>
            </a:r>
            <a:endParaRPr sz="4400">
              <a:latin typeface="Calibri"/>
              <a:ea typeface="Calibri"/>
              <a:cs typeface="Calibri"/>
              <a:sym typeface="Calibri"/>
            </a:endParaRPr>
          </a:p>
        </p:txBody>
      </p:sp>
      <p:pic>
        <p:nvPicPr>
          <p:cNvPr id="70" name="Google Shape;70;p10"/>
          <p:cNvPicPr preferRelativeResize="0"/>
          <p:nvPr/>
        </p:nvPicPr>
        <p:blipFill rotWithShape="1">
          <a:blip r:embed="rId3">
            <a:alphaModFix/>
          </a:blip>
          <a:srcRect b="0" l="0" r="0" t="0"/>
          <a:stretch/>
        </p:blipFill>
        <p:spPr>
          <a:xfrm>
            <a:off x="524255" y="1133855"/>
            <a:ext cx="11228832" cy="4962144"/>
          </a:xfrm>
          <a:prstGeom prst="rect">
            <a:avLst/>
          </a:prstGeom>
          <a:noFill/>
          <a:ln>
            <a:noFill/>
          </a:ln>
        </p:spPr>
      </p:pic>
      <p:sp>
        <p:nvSpPr>
          <p:cNvPr id="71" name="Google Shape;71;p10"/>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1"/>
          <p:cNvSpPr txBox="1"/>
          <p:nvPr>
            <p:ph type="title"/>
          </p:nvPr>
        </p:nvSpPr>
        <p:spPr>
          <a:xfrm>
            <a:off x="481073" y="328925"/>
            <a:ext cx="8249700" cy="690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4400">
                <a:latin typeface="Calibri"/>
                <a:ea typeface="Calibri"/>
                <a:cs typeface="Calibri"/>
                <a:sym typeface="Calibri"/>
              </a:rPr>
              <a:t>2.3 Encryption</a:t>
            </a:r>
            <a:endParaRPr sz="4400">
              <a:latin typeface="Calibri"/>
              <a:ea typeface="Calibri"/>
              <a:cs typeface="Calibri"/>
              <a:sym typeface="Calibri"/>
            </a:endParaRPr>
          </a:p>
        </p:txBody>
      </p:sp>
      <p:sp>
        <p:nvSpPr>
          <p:cNvPr id="77" name="Google Shape;77;p11"/>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
        <p:nvSpPr>
          <p:cNvPr id="78" name="Google Shape;78;p11"/>
          <p:cNvSpPr txBox="1"/>
          <p:nvPr>
            <p:ph idx="1" type="body"/>
          </p:nvPr>
        </p:nvSpPr>
        <p:spPr>
          <a:xfrm>
            <a:off x="356412" y="1044066"/>
            <a:ext cx="11365534" cy="4836541"/>
          </a:xfrm>
          <a:prstGeom prst="rect">
            <a:avLst/>
          </a:prstGeom>
          <a:noFill/>
          <a:ln>
            <a:noFill/>
          </a:ln>
        </p:spPr>
        <p:txBody>
          <a:bodyPr anchorCtr="0" anchor="t" bIns="0" lIns="0" spcFirstLastPara="1" rIns="0" wrap="square" tIns="12700">
            <a:spAutoFit/>
          </a:bodyPr>
          <a:lstStyle/>
          <a:p>
            <a:pPr indent="0" lvl="0" marL="267970" rtl="0" algn="l">
              <a:lnSpc>
                <a:spcPct val="100000"/>
              </a:lnSpc>
              <a:spcBef>
                <a:spcPts val="0"/>
              </a:spcBef>
              <a:spcAft>
                <a:spcPts val="0"/>
              </a:spcAft>
              <a:buNone/>
            </a:pPr>
            <a:r>
              <a:rPr lang="en-US" sz="1800"/>
              <a:t>What is encryption?</a:t>
            </a:r>
            <a:endParaRPr sz="1800"/>
          </a:p>
          <a:p>
            <a:pPr indent="0" lvl="0" marL="267970" marR="211454" rtl="0" algn="l">
              <a:lnSpc>
                <a:spcPct val="100000"/>
              </a:lnSpc>
              <a:spcBef>
                <a:spcPts val="0"/>
              </a:spcBef>
              <a:spcAft>
                <a:spcPts val="0"/>
              </a:spcAft>
              <a:buNone/>
            </a:pPr>
            <a:r>
              <a:rPr b="0" lang="en-US" sz="1800" u="none">
                <a:solidFill>
                  <a:srgbClr val="000000"/>
                </a:solidFill>
                <a:latin typeface="Calibri"/>
                <a:ea typeface="Calibri"/>
                <a:cs typeface="Calibri"/>
                <a:sym typeface="Calibri"/>
              </a:rPr>
              <a:t>Encryption is a process that scrambles readable text so it can only be read by the person who has the secret code, or decryption key. It helps provide data security for sensitive information.</a:t>
            </a:r>
            <a:endParaRPr sz="1800">
              <a:latin typeface="Calibri"/>
              <a:ea typeface="Calibri"/>
              <a:cs typeface="Calibri"/>
              <a:sym typeface="Calibri"/>
            </a:endParaRPr>
          </a:p>
          <a:p>
            <a:pPr indent="0" lvl="0" marL="267970" marR="377825" rtl="0" algn="l">
              <a:lnSpc>
                <a:spcPct val="100000"/>
              </a:lnSpc>
              <a:spcBef>
                <a:spcPts val="2160"/>
              </a:spcBef>
              <a:spcAft>
                <a:spcPts val="0"/>
              </a:spcAft>
              <a:buNone/>
            </a:pPr>
            <a:r>
              <a:rPr b="0" lang="en-US" sz="1800" u="none">
                <a:solidFill>
                  <a:srgbClr val="000000"/>
                </a:solidFill>
                <a:latin typeface="Calibri"/>
                <a:ea typeface="Calibri"/>
                <a:cs typeface="Calibri"/>
                <a:sym typeface="Calibri"/>
              </a:rPr>
              <a:t>Vast amounts of personal information are managed online and stored in </a:t>
            </a:r>
            <a:r>
              <a:rPr lang="en-US" sz="1800" u="sng">
                <a:solidFill>
                  <a:schemeClr val="hlink"/>
                </a:solidFill>
                <a:hlinkClick r:id="rId3"/>
              </a:rPr>
              <a:t>the cloud</a:t>
            </a:r>
            <a:r>
              <a:rPr lang="en-US" sz="1800" u="none">
                <a:solidFill>
                  <a:srgbClr val="0462C1"/>
                </a:solidFill>
              </a:rPr>
              <a:t> </a:t>
            </a:r>
            <a:r>
              <a:rPr b="0" lang="en-US" sz="1800" u="none">
                <a:solidFill>
                  <a:srgbClr val="000000"/>
                </a:solidFill>
                <a:latin typeface="Calibri"/>
                <a:ea typeface="Calibri"/>
                <a:cs typeface="Calibri"/>
                <a:sym typeface="Calibri"/>
              </a:rPr>
              <a:t>or on servers with an ongoing connection to the web. It’s nearly impossible to do business of any kind without your personal data ending up in an</a:t>
            </a:r>
            <a:endParaRPr sz="1800">
              <a:latin typeface="Calibri"/>
              <a:ea typeface="Calibri"/>
              <a:cs typeface="Calibri"/>
              <a:sym typeface="Calibri"/>
            </a:endParaRPr>
          </a:p>
          <a:p>
            <a:pPr indent="0" lvl="0" marL="267970" rtl="0" algn="l">
              <a:lnSpc>
                <a:spcPct val="100000"/>
              </a:lnSpc>
              <a:spcBef>
                <a:spcPts val="0"/>
              </a:spcBef>
              <a:spcAft>
                <a:spcPts val="0"/>
              </a:spcAft>
              <a:buNone/>
            </a:pPr>
            <a:r>
              <a:rPr b="0" lang="en-US" sz="1800" u="none">
                <a:solidFill>
                  <a:srgbClr val="000000"/>
                </a:solidFill>
                <a:latin typeface="Calibri"/>
                <a:ea typeface="Calibri"/>
                <a:cs typeface="Calibri"/>
                <a:sym typeface="Calibri"/>
              </a:rPr>
              <a:t>organization’s networked computer system, which is why it’s important to know how to help keep that data private.</a:t>
            </a:r>
            <a:endParaRPr sz="1800">
              <a:latin typeface="Calibri"/>
              <a:ea typeface="Calibri"/>
              <a:cs typeface="Calibri"/>
              <a:sym typeface="Calibri"/>
            </a:endParaRPr>
          </a:p>
          <a:p>
            <a:pPr indent="0" lvl="0" marL="299720" rtl="0" algn="l">
              <a:lnSpc>
                <a:spcPct val="100000"/>
              </a:lnSpc>
              <a:spcBef>
                <a:spcPts val="645"/>
              </a:spcBef>
              <a:spcAft>
                <a:spcPts val="0"/>
              </a:spcAft>
              <a:buNone/>
            </a:pPr>
            <a:r>
              <a:rPr lang="en-US" sz="1800"/>
              <a:t>How does encryption work? </a:t>
            </a:r>
            <a:endParaRPr sz="1800"/>
          </a:p>
          <a:p>
            <a:pPr indent="0" lvl="0" marL="299720" marR="61594" rtl="0" algn="l">
              <a:lnSpc>
                <a:spcPct val="100000"/>
              </a:lnSpc>
              <a:spcBef>
                <a:spcPts val="0"/>
              </a:spcBef>
              <a:spcAft>
                <a:spcPts val="0"/>
              </a:spcAft>
              <a:buNone/>
            </a:pPr>
            <a:r>
              <a:rPr b="0" lang="en-US" sz="1800" u="none">
                <a:solidFill>
                  <a:srgbClr val="000000"/>
                </a:solidFill>
                <a:latin typeface="Calibri"/>
                <a:ea typeface="Calibri"/>
                <a:cs typeface="Calibri"/>
                <a:sym typeface="Calibri"/>
              </a:rPr>
              <a:t>Encryption takes plain text, like a text message or email, and scrambles it into an unreadable format — called “cipher text.” This helps protect the confidentiality of digital data either stored on computer systems or transmitted through a network like the Internet.</a:t>
            </a:r>
            <a:endParaRPr sz="1800">
              <a:latin typeface="Calibri"/>
              <a:ea typeface="Calibri"/>
              <a:cs typeface="Calibri"/>
              <a:sym typeface="Calibri"/>
            </a:endParaRPr>
          </a:p>
          <a:p>
            <a:pPr indent="0" lvl="0" marL="299720" marR="5080" rtl="0" algn="l">
              <a:lnSpc>
                <a:spcPct val="100000"/>
              </a:lnSpc>
              <a:spcBef>
                <a:spcPts val="2165"/>
              </a:spcBef>
              <a:spcAft>
                <a:spcPts val="0"/>
              </a:spcAft>
              <a:buNone/>
            </a:pPr>
            <a:r>
              <a:rPr b="0" lang="en-US" sz="1800" u="none">
                <a:solidFill>
                  <a:srgbClr val="000000"/>
                </a:solidFill>
                <a:latin typeface="Calibri"/>
                <a:ea typeface="Calibri"/>
                <a:cs typeface="Calibri"/>
                <a:sym typeface="Calibri"/>
              </a:rPr>
              <a:t>When the intended recipient accesses the message, the information is translated back to its original form. This is called decryption.</a:t>
            </a:r>
            <a:endParaRPr sz="1800">
              <a:latin typeface="Calibri"/>
              <a:ea typeface="Calibri"/>
              <a:cs typeface="Calibri"/>
              <a:sym typeface="Calibri"/>
            </a:endParaRPr>
          </a:p>
          <a:p>
            <a:pPr indent="0" lvl="0" marL="299720" rtl="0" algn="l">
              <a:lnSpc>
                <a:spcPct val="100000"/>
              </a:lnSpc>
              <a:spcBef>
                <a:spcPts val="0"/>
              </a:spcBef>
              <a:spcAft>
                <a:spcPts val="0"/>
              </a:spcAft>
              <a:buNone/>
            </a:pPr>
            <a:r>
              <a:rPr b="0" lang="en-US" sz="1800" u="none">
                <a:solidFill>
                  <a:srgbClr val="000000"/>
                </a:solidFill>
                <a:latin typeface="Calibri"/>
                <a:ea typeface="Calibri"/>
                <a:cs typeface="Calibri"/>
                <a:sym typeface="Calibri"/>
              </a:rPr>
              <a:t>To unlock the message, both the sender and the recipient have to use a “secret” encryption key — a collection of</a:t>
            </a:r>
            <a:endParaRPr sz="1800">
              <a:latin typeface="Calibri"/>
              <a:ea typeface="Calibri"/>
              <a:cs typeface="Calibri"/>
              <a:sym typeface="Calibri"/>
            </a:endParaRPr>
          </a:p>
          <a:p>
            <a:pPr indent="0" lvl="0" marL="299720" rtl="0" algn="l">
              <a:lnSpc>
                <a:spcPct val="100000"/>
              </a:lnSpc>
              <a:spcBef>
                <a:spcPts val="0"/>
              </a:spcBef>
              <a:spcAft>
                <a:spcPts val="0"/>
              </a:spcAft>
              <a:buNone/>
            </a:pPr>
            <a:r>
              <a:rPr b="0" lang="en-US" sz="1800" u="none">
                <a:solidFill>
                  <a:srgbClr val="000000"/>
                </a:solidFill>
                <a:latin typeface="Calibri"/>
                <a:ea typeface="Calibri"/>
                <a:cs typeface="Calibri"/>
                <a:sym typeface="Calibri"/>
              </a:rPr>
              <a:t>algorithms that scramble and unscramble data back to a readable format</a:t>
            </a:r>
            <a:endParaRPr sz="1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2"/>
          <p:cNvSpPr txBox="1"/>
          <p:nvPr>
            <p:ph type="title"/>
          </p:nvPr>
        </p:nvSpPr>
        <p:spPr>
          <a:xfrm>
            <a:off x="316484" y="72009"/>
            <a:ext cx="11495912" cy="1615897"/>
          </a:xfrm>
          <a:prstGeom prst="rect">
            <a:avLst/>
          </a:prstGeom>
          <a:noFill/>
          <a:ln>
            <a:noFill/>
          </a:ln>
        </p:spPr>
        <p:txBody>
          <a:bodyPr anchorCtr="0" anchor="t" bIns="0" lIns="0" spcFirstLastPara="1" rIns="0" wrap="square" tIns="269600">
            <a:spAutoFit/>
          </a:bodyPr>
          <a:lstStyle/>
          <a:p>
            <a:pPr indent="0" lvl="0" marL="177165" rtl="0" algn="l">
              <a:lnSpc>
                <a:spcPct val="100000"/>
              </a:lnSpc>
              <a:spcBef>
                <a:spcPts val="0"/>
              </a:spcBef>
              <a:spcAft>
                <a:spcPts val="0"/>
              </a:spcAft>
              <a:buNone/>
            </a:pPr>
            <a:r>
              <a:rPr b="0" lang="en-US" sz="4400">
                <a:latin typeface="Calibri"/>
                <a:ea typeface="Calibri"/>
                <a:cs typeface="Calibri"/>
                <a:sym typeface="Calibri"/>
              </a:rPr>
              <a:t>2.3 Encryption</a:t>
            </a:r>
            <a:endParaRPr sz="4400">
              <a:latin typeface="Calibri"/>
              <a:ea typeface="Calibri"/>
              <a:cs typeface="Calibri"/>
              <a:sym typeface="Calibri"/>
            </a:endParaRPr>
          </a:p>
        </p:txBody>
      </p:sp>
      <p:pic>
        <p:nvPicPr>
          <p:cNvPr id="84" name="Google Shape;84;p12"/>
          <p:cNvPicPr preferRelativeResize="0"/>
          <p:nvPr/>
        </p:nvPicPr>
        <p:blipFill rotWithShape="1">
          <a:blip r:embed="rId3">
            <a:alphaModFix/>
          </a:blip>
          <a:srcRect b="0" l="0" r="0" t="0"/>
          <a:stretch/>
        </p:blipFill>
        <p:spPr>
          <a:xfrm>
            <a:off x="838200" y="1139952"/>
            <a:ext cx="10515600" cy="4828075"/>
          </a:xfrm>
          <a:prstGeom prst="rect">
            <a:avLst/>
          </a:prstGeom>
          <a:noFill/>
          <a:ln>
            <a:noFill/>
          </a:ln>
        </p:spPr>
      </p:pic>
      <p:sp>
        <p:nvSpPr>
          <p:cNvPr id="85" name="Google Shape;85;p12"/>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3"/>
          <p:cNvSpPr txBox="1"/>
          <p:nvPr>
            <p:ph type="title"/>
          </p:nvPr>
        </p:nvSpPr>
        <p:spPr>
          <a:xfrm>
            <a:off x="529859" y="304550"/>
            <a:ext cx="7821300" cy="690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4400">
                <a:latin typeface="Calibri"/>
                <a:ea typeface="Calibri"/>
                <a:cs typeface="Calibri"/>
                <a:sym typeface="Calibri"/>
              </a:rPr>
              <a:t>2.3 Encryption</a:t>
            </a:r>
            <a:endParaRPr sz="4400">
              <a:latin typeface="Calibri"/>
              <a:ea typeface="Calibri"/>
              <a:cs typeface="Calibri"/>
              <a:sym typeface="Calibri"/>
            </a:endParaRPr>
          </a:p>
        </p:txBody>
      </p:sp>
      <p:sp>
        <p:nvSpPr>
          <p:cNvPr id="91" name="Google Shape;91;p13"/>
          <p:cNvSpPr txBox="1"/>
          <p:nvPr>
            <p:ph idx="1" type="body"/>
          </p:nvPr>
        </p:nvSpPr>
        <p:spPr>
          <a:xfrm>
            <a:off x="356412" y="1044066"/>
            <a:ext cx="11365534" cy="4836541"/>
          </a:xfrm>
          <a:prstGeom prst="rect">
            <a:avLst/>
          </a:prstGeom>
          <a:noFill/>
          <a:ln>
            <a:noFill/>
          </a:ln>
        </p:spPr>
        <p:txBody>
          <a:bodyPr anchorCtr="0" anchor="t" bIns="0" lIns="0" spcFirstLastPara="1" rIns="0" wrap="square" tIns="130300">
            <a:spAutoFit/>
          </a:bodyPr>
          <a:lstStyle/>
          <a:p>
            <a:pPr indent="0" lvl="0" marL="186055" rtl="0" algn="l">
              <a:lnSpc>
                <a:spcPct val="100000"/>
              </a:lnSpc>
              <a:spcBef>
                <a:spcPts val="0"/>
              </a:spcBef>
              <a:spcAft>
                <a:spcPts val="0"/>
              </a:spcAft>
              <a:buNone/>
            </a:pPr>
            <a:r>
              <a:rPr lang="en-US"/>
              <a:t>Symmetric Encryption</a:t>
            </a:r>
            <a:endParaRPr/>
          </a:p>
          <a:p>
            <a:pPr indent="0" lvl="0" marL="186055" marR="62865" rtl="0" algn="l">
              <a:lnSpc>
                <a:spcPct val="100000"/>
              </a:lnSpc>
              <a:spcBef>
                <a:spcPts val="5"/>
              </a:spcBef>
              <a:spcAft>
                <a:spcPts val="0"/>
              </a:spcAft>
              <a:buNone/>
            </a:pPr>
            <a:r>
              <a:rPr b="0" lang="en-US" sz="1800" u="none">
                <a:solidFill>
                  <a:srgbClr val="000000"/>
                </a:solidFill>
                <a:latin typeface="Calibri"/>
                <a:ea typeface="Calibri"/>
                <a:cs typeface="Calibri"/>
                <a:sym typeface="Calibri"/>
              </a:rPr>
              <a:t>Symmetric encryption uses a single key to encrypt and decrypt. If you encrypt a zip file, then decrypt with the same key, you are using symmetric encryption. Symmetric encryption is also called “secret key” encryption because the key must be kept secret from third parties.</a:t>
            </a:r>
            <a:endParaRPr sz="1800">
              <a:latin typeface="Calibri"/>
              <a:ea typeface="Calibri"/>
              <a:cs typeface="Calibri"/>
              <a:sym typeface="Calibri"/>
            </a:endParaRPr>
          </a:p>
          <a:p>
            <a:pPr indent="0" lvl="0" marL="186055" marR="5080" rtl="0" algn="l">
              <a:lnSpc>
                <a:spcPct val="100000"/>
              </a:lnSpc>
              <a:spcBef>
                <a:spcPts val="2165"/>
              </a:spcBef>
              <a:spcAft>
                <a:spcPts val="0"/>
              </a:spcAft>
              <a:buNone/>
            </a:pPr>
            <a:r>
              <a:rPr b="0" lang="en-US" sz="1800" u="none">
                <a:solidFill>
                  <a:srgbClr val="000000"/>
                </a:solidFill>
                <a:latin typeface="Calibri"/>
                <a:ea typeface="Calibri"/>
                <a:cs typeface="Calibri"/>
                <a:sym typeface="Calibri"/>
              </a:rPr>
              <a:t>Again Symmetric cryptography, known also as secret key cryptography, is the use of a single shared secret to share encrypted data between parties. Ciphers in this category are called symmetric </a:t>
            </a:r>
            <a:r>
              <a:rPr lang="en-US" sz="1800" u="none">
                <a:solidFill>
                  <a:srgbClr val="000000"/>
                </a:solidFill>
              </a:rPr>
              <a:t>because you use the same key to encrypt and to decrypt the data.</a:t>
            </a:r>
            <a:endParaRPr sz="1800">
              <a:latin typeface="Calibri"/>
              <a:ea typeface="Calibri"/>
              <a:cs typeface="Calibri"/>
              <a:sym typeface="Calibri"/>
            </a:endParaRPr>
          </a:p>
        </p:txBody>
      </p:sp>
      <p:pic>
        <p:nvPicPr>
          <p:cNvPr id="92" name="Google Shape;92;p13"/>
          <p:cNvPicPr preferRelativeResize="0"/>
          <p:nvPr/>
        </p:nvPicPr>
        <p:blipFill rotWithShape="1">
          <a:blip r:embed="rId3">
            <a:alphaModFix/>
          </a:blip>
          <a:srcRect b="0" l="0" r="0" t="0"/>
          <a:stretch/>
        </p:blipFill>
        <p:spPr>
          <a:xfrm>
            <a:off x="2886060" y="3787923"/>
            <a:ext cx="6122565" cy="2462087"/>
          </a:xfrm>
          <a:prstGeom prst="rect">
            <a:avLst/>
          </a:prstGeom>
          <a:noFill/>
          <a:ln>
            <a:noFill/>
          </a:ln>
        </p:spPr>
      </p:pic>
      <p:sp>
        <p:nvSpPr>
          <p:cNvPr id="93" name="Google Shape;93;p13"/>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type="title"/>
          </p:nvPr>
        </p:nvSpPr>
        <p:spPr>
          <a:xfrm>
            <a:off x="529858" y="304550"/>
            <a:ext cx="7401300" cy="690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4400">
                <a:latin typeface="Calibri"/>
                <a:ea typeface="Calibri"/>
                <a:cs typeface="Calibri"/>
                <a:sym typeface="Calibri"/>
              </a:rPr>
              <a:t>2.3 Encryption</a:t>
            </a:r>
            <a:endParaRPr sz="4400">
              <a:latin typeface="Calibri"/>
              <a:ea typeface="Calibri"/>
              <a:cs typeface="Calibri"/>
              <a:sym typeface="Calibri"/>
            </a:endParaRPr>
          </a:p>
        </p:txBody>
      </p:sp>
      <p:sp>
        <p:nvSpPr>
          <p:cNvPr id="99" name="Google Shape;99;p14"/>
          <p:cNvSpPr txBox="1"/>
          <p:nvPr/>
        </p:nvSpPr>
        <p:spPr>
          <a:xfrm>
            <a:off x="529844" y="918794"/>
            <a:ext cx="11223625" cy="350012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en-US" sz="2000" u="sng">
                <a:solidFill>
                  <a:srgbClr val="C00000"/>
                </a:solidFill>
                <a:latin typeface="Calibri"/>
                <a:ea typeface="Calibri"/>
                <a:cs typeface="Calibri"/>
                <a:sym typeface="Calibri"/>
              </a:rPr>
              <a:t>Asymmetric Encryption</a:t>
            </a:r>
            <a:endParaRPr sz="2000">
              <a:latin typeface="Calibri"/>
              <a:ea typeface="Calibri"/>
              <a:cs typeface="Calibri"/>
              <a:sym typeface="Calibri"/>
            </a:endParaRPr>
          </a:p>
          <a:p>
            <a:pPr indent="0" lvl="0" marL="12700" marR="5080" rtl="0" algn="l">
              <a:lnSpc>
                <a:spcPct val="100000"/>
              </a:lnSpc>
              <a:spcBef>
                <a:spcPts val="10"/>
              </a:spcBef>
              <a:spcAft>
                <a:spcPts val="0"/>
              </a:spcAft>
              <a:buNone/>
            </a:pPr>
            <a:r>
              <a:rPr lang="en-US" sz="1800">
                <a:latin typeface="Calibri"/>
                <a:ea typeface="Calibri"/>
                <a:cs typeface="Calibri"/>
                <a:sym typeface="Calibri"/>
              </a:rPr>
              <a:t>Asymmetric cryptography, also known as public-key cryptography, is </a:t>
            </a:r>
            <a:r>
              <a:rPr b="1" lang="en-US" sz="1800">
                <a:latin typeface="Calibri"/>
                <a:ea typeface="Calibri"/>
                <a:cs typeface="Calibri"/>
                <a:sym typeface="Calibri"/>
              </a:rPr>
              <a:t>a process that uses a pair of related keys one public key and one private key to encrypt and decrypt a message and protect it from unauthorized access or use</a:t>
            </a:r>
            <a:r>
              <a:rPr lang="en-US" sz="1800">
                <a:latin typeface="Calibri"/>
                <a:ea typeface="Calibri"/>
                <a:cs typeface="Calibri"/>
                <a:sym typeface="Calibri"/>
              </a:rPr>
              <a:t>.</a:t>
            </a:r>
            <a:endParaRPr sz="1800">
              <a:latin typeface="Calibri"/>
              <a:ea typeface="Calibri"/>
              <a:cs typeface="Calibri"/>
              <a:sym typeface="Calibri"/>
            </a:endParaRPr>
          </a:p>
          <a:p>
            <a:pPr indent="0" lvl="0" marL="12700" marR="88900" rtl="0" algn="l">
              <a:lnSpc>
                <a:spcPct val="100000"/>
              </a:lnSpc>
              <a:spcBef>
                <a:spcPts val="0"/>
              </a:spcBef>
              <a:spcAft>
                <a:spcPts val="0"/>
              </a:spcAft>
              <a:buNone/>
            </a:pPr>
            <a:r>
              <a:rPr lang="en-US" sz="1800">
                <a:latin typeface="Calibri"/>
                <a:ea typeface="Calibri"/>
                <a:cs typeface="Calibri"/>
                <a:sym typeface="Calibri"/>
              </a:rPr>
              <a:t>A </a:t>
            </a:r>
            <a:r>
              <a:rPr lang="en-US" sz="1800" u="sng">
                <a:solidFill>
                  <a:schemeClr val="hlink"/>
                </a:solidFill>
                <a:latin typeface="Calibri"/>
                <a:ea typeface="Calibri"/>
                <a:cs typeface="Calibri"/>
                <a:sym typeface="Calibri"/>
                <a:hlinkClick r:id="rId3"/>
              </a:rPr>
              <a:t>public key</a:t>
            </a:r>
            <a:r>
              <a:rPr lang="en-US" sz="1800">
                <a:solidFill>
                  <a:srgbClr val="0462C1"/>
                </a:solidFill>
                <a:latin typeface="Calibri"/>
                <a:ea typeface="Calibri"/>
                <a:cs typeface="Calibri"/>
                <a:sym typeface="Calibri"/>
              </a:rPr>
              <a:t> </a:t>
            </a:r>
            <a:r>
              <a:rPr lang="en-US" sz="1800">
                <a:latin typeface="Calibri"/>
                <a:ea typeface="Calibri"/>
                <a:cs typeface="Calibri"/>
                <a:sym typeface="Calibri"/>
              </a:rPr>
              <a:t>is a cryptographic key that can be used by any person to encrypt a message so that it can only be decrypted by the intended recipient with their private key. A private key -- also known as a secret key -- is shared only with key's initiator.</a:t>
            </a:r>
            <a:endParaRPr sz="1800">
              <a:latin typeface="Calibri"/>
              <a:ea typeface="Calibri"/>
              <a:cs typeface="Calibri"/>
              <a:sym typeface="Calibri"/>
            </a:endParaRPr>
          </a:p>
          <a:p>
            <a:pPr indent="0" lvl="0" marL="12700" rtl="0" algn="l">
              <a:lnSpc>
                <a:spcPct val="100000"/>
              </a:lnSpc>
              <a:spcBef>
                <a:spcPts val="0"/>
              </a:spcBef>
              <a:spcAft>
                <a:spcPts val="0"/>
              </a:spcAft>
              <a:buNone/>
            </a:pPr>
            <a:r>
              <a:rPr lang="en-US" sz="1800">
                <a:latin typeface="Calibri"/>
                <a:ea typeface="Calibri"/>
                <a:cs typeface="Calibri"/>
                <a:sym typeface="Calibri"/>
              </a:rPr>
              <a:t>When someone wants to send an encrypted message, they can pull the intended recipient's public key from a</a:t>
            </a:r>
            <a:endParaRPr sz="1800">
              <a:latin typeface="Calibri"/>
              <a:ea typeface="Calibri"/>
              <a:cs typeface="Calibri"/>
              <a:sym typeface="Calibri"/>
            </a:endParaRPr>
          </a:p>
          <a:p>
            <a:pPr indent="0" lvl="0" marL="12700" marR="160020" rtl="0" algn="l">
              <a:lnSpc>
                <a:spcPct val="100000"/>
              </a:lnSpc>
              <a:spcBef>
                <a:spcPts val="5"/>
              </a:spcBef>
              <a:spcAft>
                <a:spcPts val="0"/>
              </a:spcAft>
              <a:buNone/>
            </a:pPr>
            <a:r>
              <a:rPr lang="en-US" sz="1800">
                <a:latin typeface="Calibri"/>
                <a:ea typeface="Calibri"/>
                <a:cs typeface="Calibri"/>
                <a:sym typeface="Calibri"/>
              </a:rPr>
              <a:t>public </a:t>
            </a:r>
            <a:r>
              <a:rPr lang="en-US" sz="1800" u="sng">
                <a:solidFill>
                  <a:schemeClr val="hlink"/>
                </a:solidFill>
                <a:latin typeface="Calibri"/>
                <a:ea typeface="Calibri"/>
                <a:cs typeface="Calibri"/>
                <a:sym typeface="Calibri"/>
                <a:hlinkClick r:id="rId4"/>
              </a:rPr>
              <a:t>directory</a:t>
            </a:r>
            <a:r>
              <a:rPr lang="en-US" sz="1800">
                <a:solidFill>
                  <a:srgbClr val="0462C1"/>
                </a:solidFill>
                <a:latin typeface="Calibri"/>
                <a:ea typeface="Calibri"/>
                <a:cs typeface="Calibri"/>
                <a:sym typeface="Calibri"/>
              </a:rPr>
              <a:t> </a:t>
            </a:r>
            <a:r>
              <a:rPr lang="en-US" sz="1800">
                <a:latin typeface="Calibri"/>
                <a:ea typeface="Calibri"/>
                <a:cs typeface="Calibri"/>
                <a:sym typeface="Calibri"/>
              </a:rPr>
              <a:t>and use it to encrypt the message before sending it. The recipient of the message can then decrypt the message using their related </a:t>
            </a:r>
            <a:r>
              <a:rPr lang="en-US" sz="1800" u="sng">
                <a:solidFill>
                  <a:schemeClr val="hlink"/>
                </a:solidFill>
                <a:latin typeface="Calibri"/>
                <a:ea typeface="Calibri"/>
                <a:cs typeface="Calibri"/>
                <a:sym typeface="Calibri"/>
                <a:hlinkClick r:id="rId5"/>
              </a:rPr>
              <a:t>private key</a:t>
            </a:r>
            <a:r>
              <a:rPr lang="en-US" sz="1800">
                <a:latin typeface="Calibri"/>
                <a:ea typeface="Calibri"/>
                <a:cs typeface="Calibri"/>
                <a:sym typeface="Calibri"/>
              </a:rPr>
              <a:t>.</a:t>
            </a:r>
            <a:endParaRPr sz="1800">
              <a:latin typeface="Calibri"/>
              <a:ea typeface="Calibri"/>
              <a:cs typeface="Calibri"/>
              <a:sym typeface="Calibri"/>
            </a:endParaRPr>
          </a:p>
          <a:p>
            <a:pPr indent="0" lvl="0" marL="12700" marR="59690" rtl="0" algn="l">
              <a:lnSpc>
                <a:spcPct val="100000"/>
              </a:lnSpc>
              <a:spcBef>
                <a:spcPts val="1175"/>
              </a:spcBef>
              <a:spcAft>
                <a:spcPts val="0"/>
              </a:spcAft>
              <a:buNone/>
            </a:pPr>
            <a:r>
              <a:rPr lang="en-US" sz="1800">
                <a:latin typeface="Calibri"/>
                <a:ea typeface="Calibri"/>
                <a:cs typeface="Calibri"/>
                <a:sym typeface="Calibri"/>
              </a:rPr>
              <a:t>If the sender encrypts the message using their private key, the message can be decrypted only using that sender's public key, thus authenticating the sender. These encryption and decryption processes happen automatically; users do not need to physically lock and unlock the message.</a:t>
            </a:r>
            <a:endParaRPr sz="1800">
              <a:latin typeface="Calibri"/>
              <a:ea typeface="Calibri"/>
              <a:cs typeface="Calibri"/>
              <a:sym typeface="Calibri"/>
            </a:endParaRPr>
          </a:p>
        </p:txBody>
      </p:sp>
      <p:pic>
        <p:nvPicPr>
          <p:cNvPr id="100" name="Google Shape;100;p14"/>
          <p:cNvPicPr preferRelativeResize="0"/>
          <p:nvPr/>
        </p:nvPicPr>
        <p:blipFill rotWithShape="1">
          <a:blip r:embed="rId6">
            <a:alphaModFix/>
          </a:blip>
          <a:srcRect b="0" l="0" r="0" t="0"/>
          <a:stretch/>
        </p:blipFill>
        <p:spPr>
          <a:xfrm>
            <a:off x="5907299" y="4418925"/>
            <a:ext cx="4585274" cy="1956225"/>
          </a:xfrm>
          <a:prstGeom prst="rect">
            <a:avLst/>
          </a:prstGeom>
          <a:noFill/>
          <a:ln>
            <a:noFill/>
          </a:ln>
        </p:spPr>
      </p:pic>
      <p:sp>
        <p:nvSpPr>
          <p:cNvPr id="101" name="Google Shape;101;p14"/>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5"/>
          <p:cNvSpPr txBox="1"/>
          <p:nvPr>
            <p:ph type="title"/>
          </p:nvPr>
        </p:nvSpPr>
        <p:spPr>
          <a:xfrm>
            <a:off x="316484" y="72009"/>
            <a:ext cx="11495912" cy="1615897"/>
          </a:xfrm>
          <a:prstGeom prst="rect">
            <a:avLst/>
          </a:prstGeom>
          <a:noFill/>
          <a:ln>
            <a:noFill/>
          </a:ln>
        </p:spPr>
        <p:txBody>
          <a:bodyPr anchorCtr="0" anchor="t" bIns="0" lIns="0" spcFirstLastPara="1" rIns="0" wrap="square" tIns="245225">
            <a:spAutoFit/>
          </a:bodyPr>
          <a:lstStyle/>
          <a:p>
            <a:pPr indent="0" lvl="0" marL="226060" rtl="0" algn="l">
              <a:lnSpc>
                <a:spcPct val="100000"/>
              </a:lnSpc>
              <a:spcBef>
                <a:spcPts val="0"/>
              </a:spcBef>
              <a:spcAft>
                <a:spcPts val="0"/>
              </a:spcAft>
              <a:buNone/>
            </a:pPr>
            <a:r>
              <a:rPr b="0" lang="en-US" sz="4400">
                <a:latin typeface="Calibri"/>
                <a:ea typeface="Calibri"/>
                <a:cs typeface="Calibri"/>
                <a:sym typeface="Calibri"/>
              </a:rPr>
              <a:t>2.3 Encryption</a:t>
            </a:r>
            <a:endParaRPr sz="4400">
              <a:latin typeface="Calibri"/>
              <a:ea typeface="Calibri"/>
              <a:cs typeface="Calibri"/>
              <a:sym typeface="Calibri"/>
            </a:endParaRPr>
          </a:p>
        </p:txBody>
      </p:sp>
      <p:pic>
        <p:nvPicPr>
          <p:cNvPr id="107" name="Google Shape;107;p15"/>
          <p:cNvPicPr preferRelativeResize="0"/>
          <p:nvPr/>
        </p:nvPicPr>
        <p:blipFill rotWithShape="1">
          <a:blip r:embed="rId3">
            <a:alphaModFix/>
          </a:blip>
          <a:srcRect b="0" l="0" r="0" t="0"/>
          <a:stretch/>
        </p:blipFill>
        <p:spPr>
          <a:xfrm>
            <a:off x="672998" y="1260029"/>
            <a:ext cx="10241280" cy="4489441"/>
          </a:xfrm>
          <a:prstGeom prst="rect">
            <a:avLst/>
          </a:prstGeom>
          <a:noFill/>
          <a:ln>
            <a:noFill/>
          </a:ln>
        </p:spPr>
      </p:pic>
      <p:sp>
        <p:nvSpPr>
          <p:cNvPr id="108" name="Google Shape;108;p15"/>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6"/>
          <p:cNvSpPr txBox="1"/>
          <p:nvPr>
            <p:ph type="title"/>
          </p:nvPr>
        </p:nvSpPr>
        <p:spPr>
          <a:xfrm>
            <a:off x="533400" y="1752600"/>
            <a:ext cx="11495912" cy="3693319"/>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US" sz="4800"/>
              <a:t>Write Down questions in your notes </a:t>
            </a:r>
            <a:br>
              <a:rPr lang="en-US" sz="4800"/>
            </a:br>
            <a:br>
              <a:rPr lang="en-US" sz="4800"/>
            </a:br>
            <a:r>
              <a:rPr lang="en-US" sz="4800"/>
              <a:t>and answer them </a:t>
            </a:r>
            <a:br>
              <a:rPr lang="en-US" sz="4800"/>
            </a:br>
            <a:br>
              <a:rPr lang="en-US" sz="4800"/>
            </a:br>
            <a:r>
              <a:rPr lang="en-US" sz="4800"/>
              <a:t>afterwards check correct answers</a:t>
            </a:r>
            <a:endParaRPr sz="4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txBox="1"/>
          <p:nvPr>
            <p:ph type="title"/>
          </p:nvPr>
        </p:nvSpPr>
        <p:spPr>
          <a:xfrm>
            <a:off x="316484" y="72009"/>
            <a:ext cx="11495912" cy="1615897"/>
          </a:xfrm>
          <a:prstGeom prst="rect">
            <a:avLst/>
          </a:prstGeom>
          <a:noFill/>
          <a:ln>
            <a:noFill/>
          </a:ln>
        </p:spPr>
        <p:txBody>
          <a:bodyPr anchorCtr="0" anchor="t" bIns="0" lIns="0" spcFirstLastPara="1" rIns="0" wrap="square" tIns="365125">
            <a:spAutoFit/>
          </a:bodyPr>
          <a:lstStyle/>
          <a:p>
            <a:pPr indent="0" lvl="0" marL="311150" rtl="0" algn="l">
              <a:lnSpc>
                <a:spcPct val="100000"/>
              </a:lnSpc>
              <a:spcBef>
                <a:spcPts val="0"/>
              </a:spcBef>
              <a:spcAft>
                <a:spcPts val="0"/>
              </a:spcAft>
              <a:buNone/>
            </a:pPr>
            <a:r>
              <a:rPr lang="en-US"/>
              <a:t>IGCSE Past Paper Exam – Question </a:t>
            </a:r>
            <a:r>
              <a:rPr b="0" lang="en-US">
                <a:latin typeface="Calibri"/>
                <a:ea typeface="Calibri"/>
                <a:cs typeface="Calibri"/>
                <a:sym typeface="Calibri"/>
              </a:rPr>
              <a:t>1</a:t>
            </a:r>
            <a:endParaRPr/>
          </a:p>
        </p:txBody>
      </p:sp>
      <p:pic>
        <p:nvPicPr>
          <p:cNvPr id="119" name="Google Shape;119;p17"/>
          <p:cNvPicPr preferRelativeResize="0"/>
          <p:nvPr/>
        </p:nvPicPr>
        <p:blipFill rotWithShape="1">
          <a:blip r:embed="rId3">
            <a:alphaModFix/>
          </a:blip>
          <a:srcRect b="0" l="0" r="0" t="0"/>
          <a:stretch/>
        </p:blipFill>
        <p:spPr>
          <a:xfrm>
            <a:off x="988612" y="1155523"/>
            <a:ext cx="9247897" cy="4602413"/>
          </a:xfrm>
          <a:prstGeom prst="rect">
            <a:avLst/>
          </a:prstGeom>
          <a:noFill/>
          <a:ln>
            <a:noFill/>
          </a:ln>
        </p:spPr>
      </p:pic>
      <p:sp>
        <p:nvSpPr>
          <p:cNvPr id="120" name="Google Shape;120;p17"/>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14/11/2022</a:t>
            </a:r>
            <a:endParaRPr/>
          </a:p>
        </p:txBody>
      </p:sp>
      <p:sp>
        <p:nvSpPr>
          <p:cNvPr id="121" name="Google Shape;121;p17"/>
          <p:cNvSpPr txBox="1"/>
          <p:nvPr/>
        </p:nvSpPr>
        <p:spPr>
          <a:xfrm>
            <a:off x="5289041" y="6464680"/>
            <a:ext cx="1615440" cy="178435"/>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sz="1200">
                <a:solidFill>
                  <a:srgbClr val="888888"/>
                </a:solidFill>
                <a:latin typeface="Calibri"/>
                <a:ea typeface="Calibri"/>
                <a:cs typeface="Calibri"/>
                <a:sym typeface="Calibri"/>
              </a:rPr>
              <a:t>By: Noureddine Tadjerout</a:t>
            </a:r>
            <a:endParaRPr sz="1200">
              <a:latin typeface="Calibri"/>
              <a:ea typeface="Calibri"/>
              <a:cs typeface="Calibri"/>
              <a:sym typeface="Calibri"/>
            </a:endParaRPr>
          </a:p>
        </p:txBody>
      </p:sp>
      <p:sp>
        <p:nvSpPr>
          <p:cNvPr id="122" name="Google Shape;122;p17"/>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316484" y="72009"/>
            <a:ext cx="11495912" cy="1615897"/>
          </a:xfrm>
          <a:prstGeom prst="rect">
            <a:avLst/>
          </a:prstGeom>
          <a:noFill/>
          <a:ln>
            <a:noFill/>
          </a:ln>
        </p:spPr>
        <p:txBody>
          <a:bodyPr anchorCtr="0" anchor="t" bIns="0" lIns="0" spcFirstLastPara="1" rIns="0" wrap="square" tIns="365125">
            <a:spAutoFit/>
          </a:bodyPr>
          <a:lstStyle/>
          <a:p>
            <a:pPr indent="0" lvl="0" marL="177165" rtl="0" algn="l">
              <a:lnSpc>
                <a:spcPct val="100000"/>
              </a:lnSpc>
              <a:spcBef>
                <a:spcPts val="0"/>
              </a:spcBef>
              <a:spcAft>
                <a:spcPts val="0"/>
              </a:spcAft>
              <a:buNone/>
            </a:pPr>
            <a:r>
              <a:rPr lang="en-US"/>
              <a:t>IGCSE Past Paper Exam – Question </a:t>
            </a:r>
            <a:r>
              <a:rPr b="0" lang="en-US">
                <a:latin typeface="Calibri"/>
                <a:ea typeface="Calibri"/>
                <a:cs typeface="Calibri"/>
                <a:sym typeface="Calibri"/>
              </a:rPr>
              <a:t>1</a:t>
            </a:r>
            <a:endParaRPr/>
          </a:p>
        </p:txBody>
      </p:sp>
      <p:pic>
        <p:nvPicPr>
          <p:cNvPr id="128" name="Google Shape;128;p18"/>
          <p:cNvPicPr preferRelativeResize="0"/>
          <p:nvPr/>
        </p:nvPicPr>
        <p:blipFill rotWithShape="1">
          <a:blip r:embed="rId3">
            <a:alphaModFix/>
          </a:blip>
          <a:srcRect b="0" l="0" r="0" t="0"/>
          <a:stretch/>
        </p:blipFill>
        <p:spPr>
          <a:xfrm>
            <a:off x="690746" y="1163936"/>
            <a:ext cx="9846289" cy="4104545"/>
          </a:xfrm>
          <a:prstGeom prst="rect">
            <a:avLst/>
          </a:prstGeom>
          <a:noFill/>
          <a:ln>
            <a:noFill/>
          </a:ln>
        </p:spPr>
      </p:pic>
      <p:sp>
        <p:nvSpPr>
          <p:cNvPr id="129" name="Google Shape;129;p18"/>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14/11/2022</a:t>
            </a:r>
            <a:endParaRPr/>
          </a:p>
        </p:txBody>
      </p:sp>
      <p:sp>
        <p:nvSpPr>
          <p:cNvPr id="130" name="Google Shape;130;p18"/>
          <p:cNvSpPr txBox="1"/>
          <p:nvPr/>
        </p:nvSpPr>
        <p:spPr>
          <a:xfrm>
            <a:off x="5289041" y="6464680"/>
            <a:ext cx="1615440" cy="178435"/>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sz="1200">
                <a:solidFill>
                  <a:srgbClr val="888888"/>
                </a:solidFill>
                <a:latin typeface="Calibri"/>
                <a:ea typeface="Calibri"/>
                <a:cs typeface="Calibri"/>
                <a:sym typeface="Calibri"/>
              </a:rPr>
              <a:t>By: Noureddine Tadjerout</a:t>
            </a:r>
            <a:endParaRPr sz="1200">
              <a:latin typeface="Calibri"/>
              <a:ea typeface="Calibri"/>
              <a:cs typeface="Calibri"/>
              <a:sym typeface="Calibri"/>
            </a:endParaRPr>
          </a:p>
        </p:txBody>
      </p:sp>
      <p:sp>
        <p:nvSpPr>
          <p:cNvPr id="131" name="Google Shape;131;p18"/>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9"/>
          <p:cNvSpPr txBox="1"/>
          <p:nvPr>
            <p:ph type="title"/>
          </p:nvPr>
        </p:nvSpPr>
        <p:spPr>
          <a:xfrm>
            <a:off x="316484" y="72009"/>
            <a:ext cx="11495912" cy="1615897"/>
          </a:xfrm>
          <a:prstGeom prst="rect">
            <a:avLst/>
          </a:prstGeom>
          <a:noFill/>
          <a:ln>
            <a:noFill/>
          </a:ln>
        </p:spPr>
        <p:txBody>
          <a:bodyPr anchorCtr="0" anchor="t" bIns="0" lIns="0" spcFirstLastPara="1" rIns="0" wrap="square" tIns="248025">
            <a:spAutoFit/>
          </a:bodyPr>
          <a:lstStyle/>
          <a:p>
            <a:pPr indent="0" lvl="0" marL="152400" rtl="0" algn="l">
              <a:lnSpc>
                <a:spcPct val="100000"/>
              </a:lnSpc>
              <a:spcBef>
                <a:spcPts val="0"/>
              </a:spcBef>
              <a:spcAft>
                <a:spcPts val="0"/>
              </a:spcAft>
              <a:buNone/>
            </a:pPr>
            <a:r>
              <a:rPr lang="en-US"/>
              <a:t>IGCSE Past Paper Exam – Question </a:t>
            </a:r>
            <a:r>
              <a:rPr b="0" lang="en-US">
                <a:latin typeface="Calibri"/>
                <a:ea typeface="Calibri"/>
                <a:cs typeface="Calibri"/>
                <a:sym typeface="Calibri"/>
              </a:rPr>
              <a:t>1</a:t>
            </a:r>
            <a:endParaRPr/>
          </a:p>
        </p:txBody>
      </p:sp>
      <p:pic>
        <p:nvPicPr>
          <p:cNvPr id="137" name="Google Shape;137;p19"/>
          <p:cNvPicPr preferRelativeResize="0"/>
          <p:nvPr/>
        </p:nvPicPr>
        <p:blipFill rotWithShape="1">
          <a:blip r:embed="rId3">
            <a:alphaModFix/>
          </a:blip>
          <a:srcRect b="0" l="0" r="0" t="0"/>
          <a:stretch/>
        </p:blipFill>
        <p:spPr>
          <a:xfrm>
            <a:off x="594046" y="1073902"/>
            <a:ext cx="9597151" cy="4631968"/>
          </a:xfrm>
          <a:prstGeom prst="rect">
            <a:avLst/>
          </a:prstGeom>
          <a:noFill/>
          <a:ln>
            <a:noFill/>
          </a:ln>
        </p:spPr>
      </p:pic>
      <p:sp>
        <p:nvSpPr>
          <p:cNvPr id="138" name="Google Shape;138;p19"/>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14/11/2022</a:t>
            </a:r>
            <a:endParaRPr/>
          </a:p>
        </p:txBody>
      </p:sp>
      <p:sp>
        <p:nvSpPr>
          <p:cNvPr id="139" name="Google Shape;139;p19"/>
          <p:cNvSpPr txBox="1"/>
          <p:nvPr/>
        </p:nvSpPr>
        <p:spPr>
          <a:xfrm>
            <a:off x="5289041" y="6464680"/>
            <a:ext cx="1615440" cy="178435"/>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sz="1200">
                <a:solidFill>
                  <a:srgbClr val="888888"/>
                </a:solidFill>
                <a:latin typeface="Calibri"/>
                <a:ea typeface="Calibri"/>
                <a:cs typeface="Calibri"/>
                <a:sym typeface="Calibri"/>
              </a:rPr>
              <a:t>By: Noureddine Tadjerout</a:t>
            </a:r>
            <a:endParaRPr sz="1200">
              <a:latin typeface="Calibri"/>
              <a:ea typeface="Calibri"/>
              <a:cs typeface="Calibri"/>
              <a:sym typeface="Calibri"/>
            </a:endParaRPr>
          </a:p>
        </p:txBody>
      </p:sp>
      <p:sp>
        <p:nvSpPr>
          <p:cNvPr id="140" name="Google Shape;140;p19"/>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0"/>
          <p:cNvSpPr txBox="1"/>
          <p:nvPr>
            <p:ph type="title"/>
          </p:nvPr>
        </p:nvSpPr>
        <p:spPr>
          <a:xfrm>
            <a:off x="316484" y="72009"/>
            <a:ext cx="11495912" cy="1615897"/>
          </a:xfrm>
          <a:prstGeom prst="rect">
            <a:avLst/>
          </a:prstGeom>
          <a:noFill/>
          <a:ln>
            <a:noFill/>
          </a:ln>
        </p:spPr>
        <p:txBody>
          <a:bodyPr anchorCtr="0" anchor="t" bIns="0" lIns="0" spcFirstLastPara="1" rIns="0" wrap="square" tIns="365125">
            <a:spAutoFit/>
          </a:bodyPr>
          <a:lstStyle/>
          <a:p>
            <a:pPr indent="0" lvl="0" marL="250190" rtl="0" algn="l">
              <a:lnSpc>
                <a:spcPct val="100000"/>
              </a:lnSpc>
              <a:spcBef>
                <a:spcPts val="0"/>
              </a:spcBef>
              <a:spcAft>
                <a:spcPts val="0"/>
              </a:spcAft>
              <a:buNone/>
            </a:pPr>
            <a:r>
              <a:rPr lang="en-US"/>
              <a:t>IGCSE Past Paper Exam – Question </a:t>
            </a:r>
            <a:r>
              <a:rPr b="0" lang="en-US">
                <a:latin typeface="Calibri"/>
                <a:ea typeface="Calibri"/>
                <a:cs typeface="Calibri"/>
                <a:sym typeface="Calibri"/>
              </a:rPr>
              <a:t>2</a:t>
            </a:r>
            <a:endParaRPr/>
          </a:p>
        </p:txBody>
      </p:sp>
      <p:pic>
        <p:nvPicPr>
          <p:cNvPr id="146" name="Google Shape;146;p20"/>
          <p:cNvPicPr preferRelativeResize="0"/>
          <p:nvPr/>
        </p:nvPicPr>
        <p:blipFill rotWithShape="1">
          <a:blip r:embed="rId3">
            <a:alphaModFix/>
          </a:blip>
          <a:srcRect b="0" l="0" r="0" t="0"/>
          <a:stretch/>
        </p:blipFill>
        <p:spPr>
          <a:xfrm>
            <a:off x="1012537" y="1423035"/>
            <a:ext cx="9043747" cy="4057650"/>
          </a:xfrm>
          <a:prstGeom prst="rect">
            <a:avLst/>
          </a:prstGeom>
          <a:noFill/>
          <a:ln>
            <a:noFill/>
          </a:ln>
        </p:spPr>
      </p:pic>
      <p:sp>
        <p:nvSpPr>
          <p:cNvPr id="147" name="Google Shape;147;p20"/>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14/11/2022</a:t>
            </a:r>
            <a:endParaRPr/>
          </a:p>
        </p:txBody>
      </p:sp>
      <p:sp>
        <p:nvSpPr>
          <p:cNvPr id="148" name="Google Shape;148;p20"/>
          <p:cNvSpPr txBox="1"/>
          <p:nvPr/>
        </p:nvSpPr>
        <p:spPr>
          <a:xfrm>
            <a:off x="5289041" y="6464680"/>
            <a:ext cx="1615440" cy="178435"/>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sz="1200">
                <a:solidFill>
                  <a:srgbClr val="888888"/>
                </a:solidFill>
                <a:latin typeface="Calibri"/>
                <a:ea typeface="Calibri"/>
                <a:cs typeface="Calibri"/>
                <a:sym typeface="Calibri"/>
              </a:rPr>
              <a:t>By: Noureddine Tadjerout</a:t>
            </a:r>
            <a:endParaRPr sz="1200">
              <a:latin typeface="Calibri"/>
              <a:ea typeface="Calibri"/>
              <a:cs typeface="Calibri"/>
              <a:sym typeface="Calibri"/>
            </a:endParaRPr>
          </a:p>
        </p:txBody>
      </p:sp>
      <p:sp>
        <p:nvSpPr>
          <p:cNvPr id="149" name="Google Shape;149;p20"/>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type="title"/>
          </p:nvPr>
        </p:nvSpPr>
        <p:spPr>
          <a:xfrm>
            <a:off x="316484" y="72009"/>
            <a:ext cx="11495912" cy="1615897"/>
          </a:xfrm>
          <a:prstGeom prst="rect">
            <a:avLst/>
          </a:prstGeom>
          <a:noFill/>
          <a:ln>
            <a:noFill/>
          </a:ln>
        </p:spPr>
        <p:txBody>
          <a:bodyPr anchorCtr="0" anchor="t" bIns="0" lIns="0" spcFirstLastPara="1" rIns="0" wrap="square" tIns="362575">
            <a:spAutoFit/>
          </a:bodyPr>
          <a:lstStyle/>
          <a:p>
            <a:pPr indent="0" lvl="0" marL="189230" rtl="0" algn="l">
              <a:lnSpc>
                <a:spcPct val="100000"/>
              </a:lnSpc>
              <a:spcBef>
                <a:spcPts val="0"/>
              </a:spcBef>
              <a:spcAft>
                <a:spcPts val="0"/>
              </a:spcAft>
              <a:buNone/>
            </a:pPr>
            <a:r>
              <a:rPr lang="en-US"/>
              <a:t>IGCSE Past Paper Exam – Question </a:t>
            </a:r>
            <a:r>
              <a:rPr b="0" lang="en-US">
                <a:latin typeface="Calibri"/>
                <a:ea typeface="Calibri"/>
                <a:cs typeface="Calibri"/>
                <a:sym typeface="Calibri"/>
              </a:rPr>
              <a:t>3</a:t>
            </a:r>
            <a:endParaRPr/>
          </a:p>
        </p:txBody>
      </p:sp>
      <p:pic>
        <p:nvPicPr>
          <p:cNvPr id="155" name="Google Shape;155;p21"/>
          <p:cNvPicPr preferRelativeResize="0"/>
          <p:nvPr/>
        </p:nvPicPr>
        <p:blipFill rotWithShape="1">
          <a:blip r:embed="rId3">
            <a:alphaModFix/>
          </a:blip>
          <a:srcRect b="0" l="0" r="0" t="0"/>
          <a:stretch/>
        </p:blipFill>
        <p:spPr>
          <a:xfrm>
            <a:off x="705153" y="1231601"/>
            <a:ext cx="10232661" cy="4457780"/>
          </a:xfrm>
          <a:prstGeom prst="rect">
            <a:avLst/>
          </a:prstGeom>
          <a:noFill/>
          <a:ln>
            <a:noFill/>
          </a:ln>
        </p:spPr>
      </p:pic>
      <p:sp>
        <p:nvSpPr>
          <p:cNvPr id="156" name="Google Shape;156;p21"/>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14/11/2022</a:t>
            </a:r>
            <a:endParaRPr/>
          </a:p>
        </p:txBody>
      </p:sp>
      <p:sp>
        <p:nvSpPr>
          <p:cNvPr id="157" name="Google Shape;157;p21"/>
          <p:cNvSpPr txBox="1"/>
          <p:nvPr/>
        </p:nvSpPr>
        <p:spPr>
          <a:xfrm>
            <a:off x="5289041" y="6464680"/>
            <a:ext cx="1615440" cy="178435"/>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sz="1200">
                <a:solidFill>
                  <a:srgbClr val="888888"/>
                </a:solidFill>
                <a:latin typeface="Calibri"/>
                <a:ea typeface="Calibri"/>
                <a:cs typeface="Calibri"/>
                <a:sym typeface="Calibri"/>
              </a:rPr>
              <a:t>By: Noureddine Tadjerout</a:t>
            </a:r>
            <a:endParaRPr sz="1200">
              <a:latin typeface="Calibri"/>
              <a:ea typeface="Calibri"/>
              <a:cs typeface="Calibri"/>
              <a:sym typeface="Calibri"/>
            </a:endParaRPr>
          </a:p>
        </p:txBody>
      </p:sp>
      <p:sp>
        <p:nvSpPr>
          <p:cNvPr id="158" name="Google Shape;158;p21"/>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2"/>
          <p:cNvSpPr txBox="1"/>
          <p:nvPr>
            <p:ph type="title"/>
          </p:nvPr>
        </p:nvSpPr>
        <p:spPr>
          <a:xfrm>
            <a:off x="316484" y="72009"/>
            <a:ext cx="11495912" cy="1615897"/>
          </a:xfrm>
          <a:prstGeom prst="rect">
            <a:avLst/>
          </a:prstGeom>
          <a:noFill/>
          <a:ln>
            <a:noFill/>
          </a:ln>
        </p:spPr>
        <p:txBody>
          <a:bodyPr anchorCtr="0" anchor="t" bIns="0" lIns="0" spcFirstLastPara="1" rIns="0" wrap="square" tIns="437325">
            <a:spAutoFit/>
          </a:bodyPr>
          <a:lstStyle/>
          <a:p>
            <a:pPr indent="0" lvl="0" marL="262255" rtl="0" algn="l">
              <a:lnSpc>
                <a:spcPct val="100000"/>
              </a:lnSpc>
              <a:spcBef>
                <a:spcPts val="0"/>
              </a:spcBef>
              <a:spcAft>
                <a:spcPts val="0"/>
              </a:spcAft>
              <a:buNone/>
            </a:pPr>
            <a:r>
              <a:rPr lang="en-US"/>
              <a:t>IGCSE Past Paper Exam – Question </a:t>
            </a:r>
            <a:r>
              <a:rPr b="0" lang="en-US">
                <a:latin typeface="Calibri"/>
                <a:ea typeface="Calibri"/>
                <a:cs typeface="Calibri"/>
                <a:sym typeface="Calibri"/>
              </a:rPr>
              <a:t>3</a:t>
            </a:r>
            <a:endParaRPr/>
          </a:p>
        </p:txBody>
      </p:sp>
      <p:pic>
        <p:nvPicPr>
          <p:cNvPr id="164" name="Google Shape;164;p22"/>
          <p:cNvPicPr preferRelativeResize="0"/>
          <p:nvPr/>
        </p:nvPicPr>
        <p:blipFill rotWithShape="1">
          <a:blip r:embed="rId3">
            <a:alphaModFix/>
          </a:blip>
          <a:srcRect b="0" l="0" r="0" t="0"/>
          <a:stretch/>
        </p:blipFill>
        <p:spPr>
          <a:xfrm>
            <a:off x="741819" y="1173224"/>
            <a:ext cx="10679596" cy="4838384"/>
          </a:xfrm>
          <a:prstGeom prst="rect">
            <a:avLst/>
          </a:prstGeom>
          <a:noFill/>
          <a:ln>
            <a:noFill/>
          </a:ln>
        </p:spPr>
      </p:pic>
      <p:sp>
        <p:nvSpPr>
          <p:cNvPr id="165" name="Google Shape;165;p22"/>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14/11/2022</a:t>
            </a:r>
            <a:endParaRPr/>
          </a:p>
        </p:txBody>
      </p:sp>
      <p:sp>
        <p:nvSpPr>
          <p:cNvPr id="166" name="Google Shape;166;p22"/>
          <p:cNvSpPr txBox="1"/>
          <p:nvPr/>
        </p:nvSpPr>
        <p:spPr>
          <a:xfrm>
            <a:off x="5289041" y="6464680"/>
            <a:ext cx="1615440" cy="178435"/>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sz="1200">
                <a:solidFill>
                  <a:srgbClr val="888888"/>
                </a:solidFill>
                <a:latin typeface="Calibri"/>
                <a:ea typeface="Calibri"/>
                <a:cs typeface="Calibri"/>
                <a:sym typeface="Calibri"/>
              </a:rPr>
              <a:t>By: Noureddine Tadjerout</a:t>
            </a:r>
            <a:endParaRPr sz="1200">
              <a:latin typeface="Calibri"/>
              <a:ea typeface="Calibri"/>
              <a:cs typeface="Calibri"/>
              <a:sym typeface="Calibri"/>
            </a:endParaRPr>
          </a:p>
        </p:txBody>
      </p:sp>
      <p:sp>
        <p:nvSpPr>
          <p:cNvPr id="167" name="Google Shape;167;p22"/>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3"/>
          <p:cNvSpPr txBox="1"/>
          <p:nvPr>
            <p:ph type="title"/>
          </p:nvPr>
        </p:nvSpPr>
        <p:spPr>
          <a:xfrm>
            <a:off x="316484" y="72009"/>
            <a:ext cx="11495912" cy="1615897"/>
          </a:xfrm>
          <a:prstGeom prst="rect">
            <a:avLst/>
          </a:prstGeom>
          <a:noFill/>
          <a:ln>
            <a:noFill/>
          </a:ln>
        </p:spPr>
        <p:txBody>
          <a:bodyPr anchorCtr="0" anchor="t" bIns="0" lIns="0" spcFirstLastPara="1" rIns="0" wrap="square" tIns="382125">
            <a:spAutoFit/>
          </a:bodyPr>
          <a:lstStyle/>
          <a:p>
            <a:pPr indent="0" lvl="0" marL="128270" rtl="0" algn="l">
              <a:lnSpc>
                <a:spcPct val="100000"/>
              </a:lnSpc>
              <a:spcBef>
                <a:spcPts val="0"/>
              </a:spcBef>
              <a:spcAft>
                <a:spcPts val="0"/>
              </a:spcAft>
              <a:buNone/>
            </a:pPr>
            <a:r>
              <a:rPr lang="en-US"/>
              <a:t>IGCSE Past Paper Exam – Question </a:t>
            </a:r>
            <a:r>
              <a:rPr b="0" lang="en-US">
                <a:latin typeface="Calibri"/>
                <a:ea typeface="Calibri"/>
                <a:cs typeface="Calibri"/>
                <a:sym typeface="Calibri"/>
              </a:rPr>
              <a:t>4</a:t>
            </a:r>
            <a:endParaRPr/>
          </a:p>
        </p:txBody>
      </p:sp>
      <p:pic>
        <p:nvPicPr>
          <p:cNvPr id="173" name="Google Shape;173;p23"/>
          <p:cNvPicPr preferRelativeResize="0"/>
          <p:nvPr/>
        </p:nvPicPr>
        <p:blipFill rotWithShape="1">
          <a:blip r:embed="rId3">
            <a:alphaModFix/>
          </a:blip>
          <a:srcRect b="0" l="0" r="0" t="0"/>
          <a:stretch/>
        </p:blipFill>
        <p:spPr>
          <a:xfrm>
            <a:off x="903718" y="1390843"/>
            <a:ext cx="8560216" cy="3839562"/>
          </a:xfrm>
          <a:prstGeom prst="rect">
            <a:avLst/>
          </a:prstGeom>
          <a:noFill/>
          <a:ln>
            <a:noFill/>
          </a:ln>
        </p:spPr>
      </p:pic>
      <p:sp>
        <p:nvSpPr>
          <p:cNvPr id="174" name="Google Shape;174;p23"/>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14/11/2022</a:t>
            </a:r>
            <a:endParaRPr/>
          </a:p>
        </p:txBody>
      </p:sp>
      <p:sp>
        <p:nvSpPr>
          <p:cNvPr id="175" name="Google Shape;175;p23"/>
          <p:cNvSpPr txBox="1"/>
          <p:nvPr/>
        </p:nvSpPr>
        <p:spPr>
          <a:xfrm>
            <a:off x="5289041" y="6464680"/>
            <a:ext cx="1615440" cy="178435"/>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sz="1200">
                <a:solidFill>
                  <a:srgbClr val="888888"/>
                </a:solidFill>
                <a:latin typeface="Calibri"/>
                <a:ea typeface="Calibri"/>
                <a:cs typeface="Calibri"/>
                <a:sym typeface="Calibri"/>
              </a:rPr>
              <a:t>By: Noureddine Tadjerout</a:t>
            </a:r>
            <a:endParaRPr sz="1200">
              <a:latin typeface="Calibri"/>
              <a:ea typeface="Calibri"/>
              <a:cs typeface="Calibri"/>
              <a:sym typeface="Calibri"/>
            </a:endParaRPr>
          </a:p>
        </p:txBody>
      </p:sp>
      <p:sp>
        <p:nvSpPr>
          <p:cNvPr id="176" name="Google Shape;176;p23"/>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4"/>
          <p:cNvSpPr txBox="1"/>
          <p:nvPr>
            <p:ph type="title"/>
          </p:nvPr>
        </p:nvSpPr>
        <p:spPr>
          <a:xfrm>
            <a:off x="316484" y="72009"/>
            <a:ext cx="11495912" cy="1615897"/>
          </a:xfrm>
          <a:prstGeom prst="rect">
            <a:avLst/>
          </a:prstGeom>
          <a:noFill/>
          <a:ln>
            <a:noFill/>
          </a:ln>
        </p:spPr>
        <p:txBody>
          <a:bodyPr anchorCtr="0" anchor="t" bIns="0" lIns="0" spcFirstLastPara="1" rIns="0" wrap="square" tIns="231900">
            <a:spAutoFit/>
          </a:bodyPr>
          <a:lstStyle/>
          <a:p>
            <a:pPr indent="0" lvl="0" marL="238125" rtl="0" algn="l">
              <a:lnSpc>
                <a:spcPct val="100000"/>
              </a:lnSpc>
              <a:spcBef>
                <a:spcPts val="0"/>
              </a:spcBef>
              <a:spcAft>
                <a:spcPts val="0"/>
              </a:spcAft>
              <a:buNone/>
            </a:pPr>
            <a:r>
              <a:rPr lang="en-US"/>
              <a:t>IGCSE Past Paper Exam – Answer </a:t>
            </a:r>
            <a:r>
              <a:rPr b="0" lang="en-US">
                <a:latin typeface="Calibri"/>
                <a:ea typeface="Calibri"/>
                <a:cs typeface="Calibri"/>
                <a:sym typeface="Calibri"/>
              </a:rPr>
              <a:t>1</a:t>
            </a:r>
            <a:endParaRPr/>
          </a:p>
        </p:txBody>
      </p:sp>
      <p:pic>
        <p:nvPicPr>
          <p:cNvPr id="182" name="Google Shape;182;p24"/>
          <p:cNvPicPr preferRelativeResize="0"/>
          <p:nvPr/>
        </p:nvPicPr>
        <p:blipFill rotWithShape="1">
          <a:blip r:embed="rId3">
            <a:alphaModFix/>
          </a:blip>
          <a:srcRect b="0" l="0" r="0" t="0"/>
          <a:stretch/>
        </p:blipFill>
        <p:spPr>
          <a:xfrm>
            <a:off x="871924" y="955547"/>
            <a:ext cx="9921928" cy="4900826"/>
          </a:xfrm>
          <a:prstGeom prst="rect">
            <a:avLst/>
          </a:prstGeom>
          <a:noFill/>
          <a:ln>
            <a:noFill/>
          </a:ln>
        </p:spPr>
      </p:pic>
      <p:sp>
        <p:nvSpPr>
          <p:cNvPr id="183" name="Google Shape;183;p24"/>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14/11/2022</a:t>
            </a:r>
            <a:endParaRPr/>
          </a:p>
        </p:txBody>
      </p:sp>
      <p:sp>
        <p:nvSpPr>
          <p:cNvPr id="184" name="Google Shape;184;p24"/>
          <p:cNvSpPr txBox="1"/>
          <p:nvPr/>
        </p:nvSpPr>
        <p:spPr>
          <a:xfrm>
            <a:off x="5289041" y="6464680"/>
            <a:ext cx="1615440" cy="178435"/>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sz="1200">
                <a:solidFill>
                  <a:srgbClr val="888888"/>
                </a:solidFill>
                <a:latin typeface="Calibri"/>
                <a:ea typeface="Calibri"/>
                <a:cs typeface="Calibri"/>
                <a:sym typeface="Calibri"/>
              </a:rPr>
              <a:t>By: Noureddine Tadjerout</a:t>
            </a:r>
            <a:endParaRPr sz="1200">
              <a:latin typeface="Calibri"/>
              <a:ea typeface="Calibri"/>
              <a:cs typeface="Calibri"/>
              <a:sym typeface="Calibri"/>
            </a:endParaRPr>
          </a:p>
        </p:txBody>
      </p:sp>
      <p:sp>
        <p:nvSpPr>
          <p:cNvPr id="185" name="Google Shape;185;p24"/>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5"/>
          <p:cNvSpPr txBox="1"/>
          <p:nvPr>
            <p:ph type="title"/>
          </p:nvPr>
        </p:nvSpPr>
        <p:spPr>
          <a:xfrm>
            <a:off x="316484" y="72009"/>
            <a:ext cx="11495912" cy="1615897"/>
          </a:xfrm>
          <a:prstGeom prst="rect">
            <a:avLst/>
          </a:prstGeom>
          <a:noFill/>
          <a:ln>
            <a:noFill/>
          </a:ln>
        </p:spPr>
        <p:txBody>
          <a:bodyPr anchorCtr="0" anchor="t" bIns="0" lIns="0" spcFirstLastPara="1" rIns="0" wrap="square" tIns="452500">
            <a:spAutoFit/>
          </a:bodyPr>
          <a:lstStyle/>
          <a:p>
            <a:pPr indent="0" lvl="0" marL="152400" rtl="0" algn="l">
              <a:lnSpc>
                <a:spcPct val="100000"/>
              </a:lnSpc>
              <a:spcBef>
                <a:spcPts val="0"/>
              </a:spcBef>
              <a:spcAft>
                <a:spcPts val="0"/>
              </a:spcAft>
              <a:buNone/>
            </a:pPr>
            <a:r>
              <a:rPr lang="en-US"/>
              <a:t>IGCSE Past Paper Exam – Answer </a:t>
            </a:r>
            <a:r>
              <a:rPr b="0" lang="en-US">
                <a:latin typeface="Calibri"/>
                <a:ea typeface="Calibri"/>
                <a:cs typeface="Calibri"/>
                <a:sym typeface="Calibri"/>
              </a:rPr>
              <a:t>2</a:t>
            </a:r>
            <a:endParaRPr/>
          </a:p>
        </p:txBody>
      </p:sp>
      <p:pic>
        <p:nvPicPr>
          <p:cNvPr id="191" name="Google Shape;191;p25"/>
          <p:cNvPicPr preferRelativeResize="0"/>
          <p:nvPr/>
        </p:nvPicPr>
        <p:blipFill rotWithShape="1">
          <a:blip r:embed="rId3">
            <a:alphaModFix/>
          </a:blip>
          <a:srcRect b="0" l="0" r="0" t="0"/>
          <a:stretch/>
        </p:blipFill>
        <p:spPr>
          <a:xfrm>
            <a:off x="758099" y="1339854"/>
            <a:ext cx="9595055" cy="4286366"/>
          </a:xfrm>
          <a:prstGeom prst="rect">
            <a:avLst/>
          </a:prstGeom>
          <a:noFill/>
          <a:ln>
            <a:noFill/>
          </a:ln>
        </p:spPr>
      </p:pic>
      <p:sp>
        <p:nvSpPr>
          <p:cNvPr id="192" name="Google Shape;192;p25"/>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14/11/2022</a:t>
            </a:r>
            <a:endParaRPr/>
          </a:p>
        </p:txBody>
      </p:sp>
      <p:sp>
        <p:nvSpPr>
          <p:cNvPr id="193" name="Google Shape;193;p25"/>
          <p:cNvSpPr txBox="1"/>
          <p:nvPr/>
        </p:nvSpPr>
        <p:spPr>
          <a:xfrm>
            <a:off x="5289041" y="6464680"/>
            <a:ext cx="1615440" cy="178435"/>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sz="1200">
                <a:solidFill>
                  <a:srgbClr val="888888"/>
                </a:solidFill>
                <a:latin typeface="Calibri"/>
                <a:ea typeface="Calibri"/>
                <a:cs typeface="Calibri"/>
                <a:sym typeface="Calibri"/>
              </a:rPr>
              <a:t>By: Noureddine Tadjerout</a:t>
            </a:r>
            <a:endParaRPr sz="1200">
              <a:latin typeface="Calibri"/>
              <a:ea typeface="Calibri"/>
              <a:cs typeface="Calibri"/>
              <a:sym typeface="Calibri"/>
            </a:endParaRPr>
          </a:p>
        </p:txBody>
      </p:sp>
      <p:sp>
        <p:nvSpPr>
          <p:cNvPr id="194" name="Google Shape;194;p25"/>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6"/>
          <p:cNvSpPr txBox="1"/>
          <p:nvPr>
            <p:ph type="title"/>
          </p:nvPr>
        </p:nvSpPr>
        <p:spPr>
          <a:xfrm>
            <a:off x="316484" y="72009"/>
            <a:ext cx="11495912" cy="1615897"/>
          </a:xfrm>
          <a:prstGeom prst="rect">
            <a:avLst/>
          </a:prstGeom>
          <a:noFill/>
          <a:ln>
            <a:noFill/>
          </a:ln>
        </p:spPr>
        <p:txBody>
          <a:bodyPr anchorCtr="0" anchor="t" bIns="0" lIns="0" spcFirstLastPara="1" rIns="0" wrap="square" tIns="365125">
            <a:spAutoFit/>
          </a:bodyPr>
          <a:lstStyle/>
          <a:p>
            <a:pPr indent="0" lvl="0" marL="292735" rtl="0" algn="l">
              <a:lnSpc>
                <a:spcPct val="100000"/>
              </a:lnSpc>
              <a:spcBef>
                <a:spcPts val="0"/>
              </a:spcBef>
              <a:spcAft>
                <a:spcPts val="0"/>
              </a:spcAft>
              <a:buNone/>
            </a:pPr>
            <a:r>
              <a:rPr lang="en-US"/>
              <a:t>IGCSE Past Paper Exam – Answer </a:t>
            </a:r>
            <a:r>
              <a:rPr b="0" lang="en-US">
                <a:latin typeface="Calibri"/>
                <a:ea typeface="Calibri"/>
                <a:cs typeface="Calibri"/>
                <a:sym typeface="Calibri"/>
              </a:rPr>
              <a:t>3</a:t>
            </a:r>
            <a:endParaRPr/>
          </a:p>
        </p:txBody>
      </p:sp>
      <p:pic>
        <p:nvPicPr>
          <p:cNvPr id="200" name="Google Shape;200;p26"/>
          <p:cNvPicPr preferRelativeResize="0"/>
          <p:nvPr/>
        </p:nvPicPr>
        <p:blipFill rotWithShape="1">
          <a:blip r:embed="rId3">
            <a:alphaModFix/>
          </a:blip>
          <a:srcRect b="0" l="0" r="0" t="0"/>
          <a:stretch/>
        </p:blipFill>
        <p:spPr>
          <a:xfrm>
            <a:off x="580213" y="1057619"/>
            <a:ext cx="10549113" cy="2567432"/>
          </a:xfrm>
          <a:prstGeom prst="rect">
            <a:avLst/>
          </a:prstGeom>
          <a:noFill/>
          <a:ln>
            <a:noFill/>
          </a:ln>
        </p:spPr>
      </p:pic>
      <p:pic>
        <p:nvPicPr>
          <p:cNvPr id="201" name="Google Shape;201;p26"/>
          <p:cNvPicPr preferRelativeResize="0"/>
          <p:nvPr/>
        </p:nvPicPr>
        <p:blipFill rotWithShape="1">
          <a:blip r:embed="rId4">
            <a:alphaModFix/>
          </a:blip>
          <a:srcRect b="0" l="0" r="0" t="0"/>
          <a:stretch/>
        </p:blipFill>
        <p:spPr>
          <a:xfrm>
            <a:off x="1065777" y="3742944"/>
            <a:ext cx="10048624" cy="2410104"/>
          </a:xfrm>
          <a:prstGeom prst="rect">
            <a:avLst/>
          </a:prstGeom>
          <a:noFill/>
          <a:ln>
            <a:noFill/>
          </a:ln>
        </p:spPr>
      </p:pic>
      <p:sp>
        <p:nvSpPr>
          <p:cNvPr id="202" name="Google Shape;202;p26"/>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14/11/2022</a:t>
            </a:r>
            <a:endParaRPr/>
          </a:p>
        </p:txBody>
      </p:sp>
      <p:sp>
        <p:nvSpPr>
          <p:cNvPr id="203" name="Google Shape;203;p26"/>
          <p:cNvSpPr txBox="1"/>
          <p:nvPr/>
        </p:nvSpPr>
        <p:spPr>
          <a:xfrm>
            <a:off x="5289041" y="6464680"/>
            <a:ext cx="1615440" cy="178435"/>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sz="1200">
                <a:solidFill>
                  <a:srgbClr val="888888"/>
                </a:solidFill>
                <a:latin typeface="Calibri"/>
                <a:ea typeface="Calibri"/>
                <a:cs typeface="Calibri"/>
                <a:sym typeface="Calibri"/>
              </a:rPr>
              <a:t>By: Noureddine Tadjerout</a:t>
            </a:r>
            <a:endParaRPr sz="1200">
              <a:latin typeface="Calibri"/>
              <a:ea typeface="Calibri"/>
              <a:cs typeface="Calibri"/>
              <a:sym typeface="Calibri"/>
            </a:endParaRPr>
          </a:p>
        </p:txBody>
      </p:sp>
      <p:sp>
        <p:nvSpPr>
          <p:cNvPr id="204" name="Google Shape;204;p26"/>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7"/>
          <p:cNvSpPr txBox="1"/>
          <p:nvPr>
            <p:ph type="title"/>
          </p:nvPr>
        </p:nvSpPr>
        <p:spPr>
          <a:xfrm>
            <a:off x="316484" y="72009"/>
            <a:ext cx="11495912" cy="1615897"/>
          </a:xfrm>
          <a:prstGeom prst="rect">
            <a:avLst/>
          </a:prstGeom>
          <a:noFill/>
          <a:ln>
            <a:noFill/>
          </a:ln>
        </p:spPr>
        <p:txBody>
          <a:bodyPr anchorCtr="0" anchor="t" bIns="0" lIns="0" spcFirstLastPara="1" rIns="0" wrap="square" tIns="382125">
            <a:spAutoFit/>
          </a:bodyPr>
          <a:lstStyle/>
          <a:p>
            <a:pPr indent="0" lvl="0" marL="128270" rtl="0" algn="l">
              <a:lnSpc>
                <a:spcPct val="100000"/>
              </a:lnSpc>
              <a:spcBef>
                <a:spcPts val="0"/>
              </a:spcBef>
              <a:spcAft>
                <a:spcPts val="0"/>
              </a:spcAft>
              <a:buNone/>
            </a:pPr>
            <a:r>
              <a:rPr lang="en-US"/>
              <a:t>IGCSE Past Paper Exam – Answer </a:t>
            </a:r>
            <a:r>
              <a:rPr b="0" lang="en-US">
                <a:latin typeface="Calibri"/>
                <a:ea typeface="Calibri"/>
                <a:cs typeface="Calibri"/>
                <a:sym typeface="Calibri"/>
              </a:rPr>
              <a:t>4</a:t>
            </a:r>
            <a:endParaRPr/>
          </a:p>
        </p:txBody>
      </p:sp>
      <p:pic>
        <p:nvPicPr>
          <p:cNvPr id="210" name="Google Shape;210;p27"/>
          <p:cNvPicPr preferRelativeResize="0"/>
          <p:nvPr/>
        </p:nvPicPr>
        <p:blipFill rotWithShape="1">
          <a:blip r:embed="rId3">
            <a:alphaModFix/>
          </a:blip>
          <a:srcRect b="0" l="0" r="0" t="0"/>
          <a:stretch/>
        </p:blipFill>
        <p:spPr>
          <a:xfrm>
            <a:off x="856472" y="1258824"/>
            <a:ext cx="8314215" cy="2624059"/>
          </a:xfrm>
          <a:prstGeom prst="rect">
            <a:avLst/>
          </a:prstGeom>
          <a:noFill/>
          <a:ln>
            <a:noFill/>
          </a:ln>
        </p:spPr>
      </p:pic>
      <p:sp>
        <p:nvSpPr>
          <p:cNvPr id="211" name="Google Shape;211;p27"/>
          <p:cNvSpPr txBox="1"/>
          <p:nvPr>
            <p:ph idx="10" type="dt"/>
          </p:nvPr>
        </p:nvSpPr>
        <p:spPr>
          <a:xfrm>
            <a:off x="916939" y="6464680"/>
            <a:ext cx="765175" cy="178434"/>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a:t>14/11/2022</a:t>
            </a:r>
            <a:endParaRPr/>
          </a:p>
        </p:txBody>
      </p:sp>
      <p:sp>
        <p:nvSpPr>
          <p:cNvPr id="212" name="Google Shape;212;p27"/>
          <p:cNvSpPr txBox="1"/>
          <p:nvPr/>
        </p:nvSpPr>
        <p:spPr>
          <a:xfrm>
            <a:off x="5289041" y="6464680"/>
            <a:ext cx="1615440" cy="178435"/>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sz="1200">
                <a:solidFill>
                  <a:srgbClr val="888888"/>
                </a:solidFill>
                <a:latin typeface="Calibri"/>
                <a:ea typeface="Calibri"/>
                <a:cs typeface="Calibri"/>
                <a:sym typeface="Calibri"/>
              </a:rPr>
              <a:t>By: Noureddine Tadjerout</a:t>
            </a:r>
            <a:endParaRPr sz="1200">
              <a:latin typeface="Calibri"/>
              <a:ea typeface="Calibri"/>
              <a:cs typeface="Calibri"/>
              <a:sym typeface="Calibri"/>
            </a:endParaRPr>
          </a:p>
        </p:txBody>
      </p:sp>
      <p:sp>
        <p:nvSpPr>
          <p:cNvPr id="213" name="Google Shape;213;p27"/>
          <p:cNvSpPr txBox="1"/>
          <p:nvPr>
            <p:ph idx="12" type="sldNum"/>
          </p:nvPr>
        </p:nvSpPr>
        <p:spPr>
          <a:xfrm>
            <a:off x="10991088" y="6464680"/>
            <a:ext cx="322579" cy="178434"/>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