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descr="Shape, rectangle&#10;&#10;Description automatically generated"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9561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813732" y="3010438"/>
            <a:ext cx="7062388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Introducing spreadsheets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315081" y="3926288"/>
            <a:ext cx="356103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94C11F"/>
                </a:solidFill>
                <a:latin typeface="Calibri"/>
                <a:ea typeface="Calibri"/>
                <a:cs typeface="Calibri"/>
                <a:sym typeface="Calibri"/>
              </a:rPr>
              <a:t>Lesson 6: Theme park challenge</a:t>
            </a:r>
            <a:endParaRPr b="1" i="0" sz="2000" u="none" cap="none" strike="noStrike">
              <a:solidFill>
                <a:srgbClr val="94C1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9068" y="2704324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93635" y="832060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93635" y="2767280"/>
            <a:ext cx="825300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 you will: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an extended activity using the skills and knowledge learnt during this module.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91812" y="819659"/>
            <a:ext cx="9753599" cy="845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Theme park challenge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591812" y="2101361"/>
            <a:ext cx="9005603" cy="39652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been employed by a local theme park to help them calculate their costs and work out their ticket prices.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been provided with details of the different rides, including how long each run takes and the maximum number of guests per run.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have also been provided with details of the income received from selling food and drink and money spent on staff wages.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1562936" y="2557552"/>
            <a:ext cx="9380988" cy="2651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need to complete a series of tasks to work out the cost of operating the rides each day, the total income and expenditure each day, and how much profit will be made.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need to use modelling to work out the ideal ticket price.</a:t>
            </a:r>
            <a:endParaRPr/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also need to produce a chart for the theme park to use as part of its advertising.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1562936" y="800447"/>
            <a:ext cx="51771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Theme park challenge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589632" y="824949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6.1: Theme park challenge</a:t>
            </a:r>
            <a:endParaRPr/>
          </a:p>
        </p:txBody>
      </p:sp>
      <p:pic>
        <p:nvPicPr>
          <p:cNvPr descr="A picture containing athletic game, basketball, sport&#10;&#10;Description automatically generated"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2216" y="1967027"/>
            <a:ext cx="4587567" cy="44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