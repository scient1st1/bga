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9144000"/>
  <p:notesSz cx="6858000" cy="91440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guide id="3" pos="363">
          <p15:clr>
            <a:srgbClr val="A4A3A4"/>
          </p15:clr>
        </p15:guide>
        <p15:guide id="4" orient="horz" pos="3974">
          <p15:clr>
            <a:srgbClr val="A4A3A4"/>
          </p15:clr>
        </p15:guide>
        <p15:guide id="5" pos="5397">
          <p15:clr>
            <a:srgbClr val="A4A3A4"/>
          </p15:clr>
        </p15:guide>
        <p15:guide id="6" orient="horz" pos="346">
          <p15:clr>
            <a:srgbClr val="A4A3A4"/>
          </p15:clr>
        </p15:guide>
        <p15:guide id="7" pos="476">
          <p15:clr>
            <a:srgbClr val="A4A3A4"/>
          </p15:clr>
        </p15:guide>
        <p15:guide id="8" orient="horz" pos="459">
          <p15:clr>
            <a:srgbClr val="A4A3A4"/>
          </p15:clr>
        </p15:guide>
        <p15:guide id="9" orient="horz" pos="3861">
          <p15:clr>
            <a:srgbClr val="A4A3A4"/>
          </p15:clr>
        </p15:guide>
        <p15:guide id="10" pos="52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1B812C-6D6F-44C3-9B79-55622E166870}">
  <a:tblStyle styleId="{521B812C-6D6F-44C3-9B79-55622E1668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 pos="363"/>
        <p:guide pos="3974" orient="horz"/>
        <p:guide pos="5397"/>
        <p:guide pos="346" orient="horz"/>
        <p:guide pos="476"/>
        <p:guide pos="459" orient="horz"/>
        <p:guide pos="3861" orient="horz"/>
        <p:guide pos="528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italic.fntdata"/><Relationship Id="rId10" Type="http://schemas.openxmlformats.org/officeDocument/2006/relationships/slide" Target="slides/slide4.xml"/><Relationship Id="rId32"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0" name="Google Shape;850;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www.twinkl.co.uk/resources/twinkl-partnerships/bbc-teach-live-lessons-partnerships/bbc-microbit-bbc-teach"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hyperlink" Target="https://www.twinkl.co.uk/" TargetMode="External"/><Relationship Id="rId4" Type="http://schemas.openxmlformats.org/officeDocument/2006/relationships/hyperlink" Target="https://www.twinkl.co.uk/resources/twinkl-partnerships/bbc-teach-live-lessons-partnerships/bbc-microbit-bbc-teach"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p:cSld name="Content Slide">
    <p:bg>
      <p:bgPr>
        <a:solidFill>
          <a:srgbClr val="6C4BC1"/>
        </a:solidFill>
      </p:bgPr>
    </p:bg>
    <p:spTree>
      <p:nvGrpSpPr>
        <p:cNvPr id="12" name="Shape 12"/>
        <p:cNvGrpSpPr/>
        <p:nvPr/>
      </p:nvGrpSpPr>
      <p:grpSpPr>
        <a:xfrm>
          <a:off x="0" y="0"/>
          <a:ext cx="0" cy="0"/>
          <a:chOff x="0" y="0"/>
          <a:chExt cx="0" cy="0"/>
        </a:xfrm>
      </p:grpSpPr>
      <p:sp>
        <p:nvSpPr>
          <p:cNvPr id="13" name="Google Shape;13;p2"/>
          <p:cNvSpPr/>
          <p:nvPr/>
        </p:nvSpPr>
        <p:spPr>
          <a:xfrm>
            <a:off x="457199"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350" u="none" cap="none" strike="noStrike">
                <a:solidFill>
                  <a:schemeClr val="lt1"/>
                </a:solidFill>
                <a:latin typeface="Arial"/>
                <a:ea typeface="Arial"/>
                <a:cs typeface="Arial"/>
                <a:sym typeface="Arial"/>
              </a:rPr>
              <a:t>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a:hlinkClick r:id="rId3"/>
          </p:cNvPr>
          <p:cNvSpPr/>
          <p:nvPr/>
        </p:nvSpPr>
        <p:spPr>
          <a:xfrm>
            <a:off x="247199" y="5862827"/>
            <a:ext cx="1042047" cy="75947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4">
            <a:hlinkClick r:id="rId3"/>
          </p:cNvPr>
          <p:cNvSpPr/>
          <p:nvPr/>
        </p:nvSpPr>
        <p:spPr>
          <a:xfrm>
            <a:off x="4137660" y="3152488"/>
            <a:ext cx="868680" cy="5530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 name="Google Shape;18;p4">
            <a:hlinkClick r:id="rId4"/>
          </p:cNvPr>
          <p:cNvSpPr/>
          <p:nvPr/>
        </p:nvSpPr>
        <p:spPr>
          <a:xfrm>
            <a:off x="247199" y="5862827"/>
            <a:ext cx="1042047" cy="75947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nIt Cover Slide">
  <p:cSld name="PlanIt Cover Slide">
    <p:spTree>
      <p:nvGrpSpPr>
        <p:cNvPr id="19" name="Shape 19"/>
        <p:cNvGrpSpPr/>
        <p:nvPr/>
      </p:nvGrpSpPr>
      <p:grpSpPr>
        <a:xfrm>
          <a:off x="0" y="0"/>
          <a:ext cx="0" cy="0"/>
          <a:chOff x="0" y="0"/>
          <a:chExt cx="0" cy="0"/>
        </a:xfrm>
      </p:grpSpPr>
      <p:pic>
        <p:nvPicPr>
          <p:cNvPr id="20" name="Google Shape;20;p5"/>
          <p:cNvPicPr preferRelativeResize="0"/>
          <p:nvPr/>
        </p:nvPicPr>
        <p:blipFill rotWithShape="1">
          <a:blip r:embed="rId2">
            <a:alphaModFix/>
          </a:blip>
          <a:srcRect b="0" l="0" r="0" t="0"/>
          <a:stretch/>
        </p:blipFill>
        <p:spPr>
          <a:xfrm>
            <a:off x="3599" y="-17924"/>
            <a:ext cx="9136802" cy="6881348"/>
          </a:xfrm>
          <a:prstGeom prst="rect">
            <a:avLst/>
          </a:prstGeom>
          <a:noFill/>
          <a:ln>
            <a:noFill/>
          </a:ln>
        </p:spPr>
      </p:pic>
      <p:sp>
        <p:nvSpPr>
          <p:cNvPr id="21" name="Google Shape;21;p5"/>
          <p:cNvSpPr/>
          <p:nvPr/>
        </p:nvSpPr>
        <p:spPr>
          <a:xfrm>
            <a:off x="0" y="6251423"/>
            <a:ext cx="9144000" cy="612000"/>
          </a:xfrm>
          <a:prstGeom prst="rect">
            <a:avLst/>
          </a:prstGeom>
          <a:solidFill>
            <a:srgbClr val="ED7A1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2" name="Google Shape;22;p5"/>
          <p:cNvPicPr preferRelativeResize="0"/>
          <p:nvPr/>
        </p:nvPicPr>
        <p:blipFill rotWithShape="1">
          <a:blip r:embed="rId3">
            <a:alphaModFix/>
          </a:blip>
          <a:srcRect b="0" l="0" r="0" t="0"/>
          <a:stretch/>
        </p:blipFill>
        <p:spPr>
          <a:xfrm>
            <a:off x="3764823" y="982608"/>
            <a:ext cx="1614353" cy="107134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ms Slide">
  <p:cSld name="Aims Slide">
    <p:spTree>
      <p:nvGrpSpPr>
        <p:cNvPr id="23" name="Shape 23"/>
        <p:cNvGrpSpPr/>
        <p:nvPr/>
      </p:nvGrpSpPr>
      <p:grpSpPr>
        <a:xfrm>
          <a:off x="0" y="0"/>
          <a:ext cx="0" cy="0"/>
          <a:chOff x="0" y="0"/>
          <a:chExt cx="0" cy="0"/>
        </a:xfrm>
      </p:grpSpPr>
      <p:sp>
        <p:nvSpPr>
          <p:cNvPr id="24" name="Google Shape;24;p6"/>
          <p:cNvSpPr/>
          <p:nvPr/>
        </p:nvSpPr>
        <p:spPr>
          <a:xfrm>
            <a:off x="457198" y="2930434"/>
            <a:ext cx="8220076" cy="3465604"/>
          </a:xfrm>
          <a:prstGeom prst="roundRect">
            <a:avLst>
              <a:gd fmla="val 6409" name="adj"/>
            </a:avLst>
          </a:prstGeom>
          <a:solidFill>
            <a:srgbClr val="FFF9E7"/>
          </a:solidFill>
          <a:ln cap="rnd" cmpd="sng" w="25400">
            <a:solidFill>
              <a:srgbClr val="FEFBD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25" name="Google Shape;25;p6"/>
          <p:cNvSpPr/>
          <p:nvPr/>
        </p:nvSpPr>
        <p:spPr>
          <a:xfrm>
            <a:off x="457200" y="438151"/>
            <a:ext cx="8220074" cy="2267631"/>
          </a:xfrm>
          <a:prstGeom prst="roundRect">
            <a:avLst>
              <a:gd fmla="val 6409" name="adj"/>
            </a:avLst>
          </a:prstGeom>
          <a:solidFill>
            <a:srgbClr val="FFF9E7"/>
          </a:solidFill>
          <a:ln cap="rnd" cmpd="sng" w="25400">
            <a:solidFill>
              <a:srgbClr val="FEFBD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p:nvPr>
            <p:ph type="title"/>
          </p:nvPr>
        </p:nvSpPr>
        <p:spPr>
          <a:xfrm>
            <a:off x="489745" y="695325"/>
            <a:ext cx="8164510" cy="1150938"/>
          </a:xfrm>
          <a:prstGeom prst="roundRect">
            <a:avLst>
              <a:gd fmla="val 9641" name="adj"/>
            </a:avLst>
          </a:prstGeom>
          <a:noFill/>
          <a:ln>
            <a:noFill/>
          </a:ln>
        </p:spPr>
        <p:txBody>
          <a:bodyPr anchorCtr="1" anchor="ctr" bIns="252000" lIns="252000" spcFirstLastPara="1" rIns="252000" wrap="square" tIns="252000">
            <a:noAutofit/>
          </a:bodyPr>
          <a:lstStyle>
            <a:lvl1pPr lvl="0" marR="0" rtl="0" algn="l">
              <a:lnSpc>
                <a:spcPct val="90000"/>
              </a:lnSpc>
              <a:spcBef>
                <a:spcPts val="0"/>
              </a:spcBef>
              <a:spcAft>
                <a:spcPts val="0"/>
              </a:spcAft>
              <a:buClr>
                <a:srgbClr val="1C1C1C"/>
              </a:buClr>
              <a:buSzPts val="4000"/>
              <a:buFont typeface="Arial"/>
              <a:buNone/>
              <a:defRPr b="1" i="0" sz="4000" u="none" cap="none" strike="noStrike">
                <a:solidFill>
                  <a:srgbClr val="1C1C1C"/>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p:nvPr>
            <p:ph idx="1" type="body"/>
          </p:nvPr>
        </p:nvSpPr>
        <p:spPr>
          <a:xfrm>
            <a:off x="489745" y="1957386"/>
            <a:ext cx="8164510" cy="4387851"/>
          </a:xfrm>
          <a:prstGeom prst="roundRect">
            <a:avLst>
              <a:gd fmla="val 2585" name="adj"/>
            </a:avLst>
          </a:prstGeom>
          <a:noFill/>
          <a:ln>
            <a:noFill/>
          </a:ln>
        </p:spPr>
        <p:txBody>
          <a:bodyPr anchorCtr="0" anchor="t" bIns="252000" lIns="252000" spcFirstLastPara="1" rIns="252000" wrap="square" tIns="252000">
            <a:noAutofit/>
          </a:bodyPr>
          <a:lstStyle>
            <a:lvl1pPr indent="-342900" lvl="0" marL="457200" marR="0" rtl="0" algn="l">
              <a:lnSpc>
                <a:spcPct val="90000"/>
              </a:lnSpc>
              <a:spcBef>
                <a:spcPts val="1000"/>
              </a:spcBef>
              <a:spcAft>
                <a:spcPts val="0"/>
              </a:spcAft>
              <a:buClr>
                <a:srgbClr val="1C1C1C"/>
              </a:buClr>
              <a:buSzPts val="1800"/>
              <a:buFont typeface="Arial"/>
              <a:buChar char="•"/>
              <a:defRPr b="0" i="0" sz="1800" u="none" cap="none" strike="noStrike">
                <a:solidFill>
                  <a:srgbClr val="1C1C1C"/>
                </a:solidFill>
                <a:latin typeface="Arial"/>
                <a:ea typeface="Arial"/>
                <a:cs typeface="Arial"/>
                <a:sym typeface="Arial"/>
              </a:defRPr>
            </a:lvl1pPr>
            <a:lvl2pPr indent="-330200" lvl="1" marL="914400" marR="0" rtl="0" algn="l">
              <a:lnSpc>
                <a:spcPct val="90000"/>
              </a:lnSpc>
              <a:spcBef>
                <a:spcPts val="500"/>
              </a:spcBef>
              <a:spcAft>
                <a:spcPts val="0"/>
              </a:spcAft>
              <a:buClr>
                <a:srgbClr val="1C1C1C"/>
              </a:buClr>
              <a:buSzPts val="1600"/>
              <a:buFont typeface="Arial"/>
              <a:buChar char="•"/>
              <a:defRPr b="0" i="0" sz="1600" u="none" cap="none" strike="noStrike">
                <a:solidFill>
                  <a:srgbClr val="1C1C1C"/>
                </a:solidFill>
                <a:latin typeface="Arial"/>
                <a:ea typeface="Arial"/>
                <a:cs typeface="Arial"/>
                <a:sym typeface="Arial"/>
              </a:defRPr>
            </a:lvl2pPr>
            <a:lvl3pPr indent="-317500" lvl="2" marL="1371600" marR="0" rtl="0" algn="l">
              <a:lnSpc>
                <a:spcPct val="90000"/>
              </a:lnSpc>
              <a:spcBef>
                <a:spcPts val="500"/>
              </a:spcBef>
              <a:spcAft>
                <a:spcPts val="0"/>
              </a:spcAft>
              <a:buClr>
                <a:srgbClr val="1C1C1C"/>
              </a:buClr>
              <a:buSzPts val="1400"/>
              <a:buFont typeface="Arial"/>
              <a:buChar char="•"/>
              <a:defRPr b="0" i="0" sz="1400" u="none" cap="none" strike="noStrike">
                <a:solidFill>
                  <a:srgbClr val="1C1C1C"/>
                </a:solidFill>
                <a:latin typeface="Arial"/>
                <a:ea typeface="Arial"/>
                <a:cs typeface="Arial"/>
                <a:sym typeface="Arial"/>
              </a:defRPr>
            </a:lvl3pPr>
            <a:lvl4pPr indent="-317500" lvl="3" marL="1828800" marR="0" rtl="0" algn="l">
              <a:lnSpc>
                <a:spcPct val="90000"/>
              </a:lnSpc>
              <a:spcBef>
                <a:spcPts val="500"/>
              </a:spcBef>
              <a:spcAft>
                <a:spcPts val="0"/>
              </a:spcAft>
              <a:buClr>
                <a:srgbClr val="1C1C1C"/>
              </a:buClr>
              <a:buSzPts val="1400"/>
              <a:buFont typeface="Arial"/>
              <a:buChar char="•"/>
              <a:defRPr b="0" i="0" sz="1400" u="none" cap="none" strike="noStrike">
                <a:solidFill>
                  <a:srgbClr val="1C1C1C"/>
                </a:solidFill>
                <a:latin typeface="Arial"/>
                <a:ea typeface="Arial"/>
                <a:cs typeface="Arial"/>
                <a:sym typeface="Arial"/>
              </a:defRPr>
            </a:lvl4pPr>
            <a:lvl5pPr indent="-317500" lvl="4" marL="2286000" marR="0" rtl="0" algn="l">
              <a:lnSpc>
                <a:spcPct val="90000"/>
              </a:lnSpc>
              <a:spcBef>
                <a:spcPts val="500"/>
              </a:spcBef>
              <a:spcAft>
                <a:spcPts val="0"/>
              </a:spcAft>
              <a:buClr>
                <a:srgbClr val="1C1C1C"/>
              </a:buClr>
              <a:buSzPts val="1400"/>
              <a:buFont typeface="Arial"/>
              <a:buChar char="•"/>
              <a:defRPr b="0" i="0" sz="1400" u="none" cap="none" strike="noStrike">
                <a:solidFill>
                  <a:srgbClr val="1C1C1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2.png"/><Relationship Id="rId13" Type="http://schemas.openxmlformats.org/officeDocument/2006/relationships/image" Target="../media/image26.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7.png"/><Relationship Id="rId15" Type="http://schemas.openxmlformats.org/officeDocument/2006/relationships/image" Target="../media/image28.png"/><Relationship Id="rId1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32.png"/><Relationship Id="rId7" Type="http://schemas.openxmlformats.org/officeDocument/2006/relationships/slide" Target="/ppt/slides/slide8.xml"/><Relationship Id="rId8" Type="http://schemas.openxmlformats.org/officeDocument/2006/relationships/slide" Target="/ppt/slid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0.jpg"/><Relationship Id="rId4" Type="http://schemas.openxmlformats.org/officeDocument/2006/relationships/image" Target="../media/image21.png"/><Relationship Id="rId5" Type="http://schemas.openxmlformats.org/officeDocument/2006/relationships/image" Target="../media/image45.png"/><Relationship Id="rId6" Type="http://schemas.openxmlformats.org/officeDocument/2006/relationships/image" Target="../media/image4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1.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27.png"/><Relationship Id="rId7" Type="http://schemas.openxmlformats.org/officeDocument/2006/relationships/image" Target="../media/image33.png"/></Relationships>
</file>

<file path=ppt/slides/_rels/slide10.xml.rels><?xml version="1.0" encoding="UTF-8" standalone="yes"?><Relationships xmlns="http://schemas.openxmlformats.org/package/2006/relationships"><Relationship Id="rId10" Type="http://schemas.openxmlformats.org/officeDocument/2006/relationships/image" Target="../media/image42.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0.png"/><Relationship Id="rId4" Type="http://schemas.openxmlformats.org/officeDocument/2006/relationships/image" Target="../media/image29.png"/><Relationship Id="rId9"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41.png"/><Relationship Id="rId7" Type="http://schemas.openxmlformats.org/officeDocument/2006/relationships/image" Target="../media/image39.png"/><Relationship Id="rId8"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52.png"/><Relationship Id="rId5" Type="http://schemas.openxmlformats.org/officeDocument/2006/relationships/image" Target="../media/image37.png"/><Relationship Id="rId6" Type="http://schemas.openxmlformats.org/officeDocument/2006/relationships/image" Target="../media/image53.png"/><Relationship Id="rId7" Type="http://schemas.openxmlformats.org/officeDocument/2006/relationships/image" Target="../media/image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8.jpg"/><Relationship Id="rId5" Type="http://schemas.openxmlformats.org/officeDocument/2006/relationships/image" Target="../media/image47.png"/><Relationship Id="rId6" Type="http://schemas.openxmlformats.org/officeDocument/2006/relationships/slide" Target="/ppt/slides/slide13.xml"/><Relationship Id="rId7" Type="http://schemas.openxmlformats.org/officeDocument/2006/relationships/slide" Target="/ppt/slid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51.png"/><Relationship Id="rId9" Type="http://schemas.openxmlformats.org/officeDocument/2006/relationships/image" Target="../media/image71.png"/><Relationship Id="rId5" Type="http://schemas.openxmlformats.org/officeDocument/2006/relationships/image" Target="../media/image46.png"/><Relationship Id="rId6" Type="http://schemas.openxmlformats.org/officeDocument/2006/relationships/image" Target="../media/image54.png"/><Relationship Id="rId7" Type="http://schemas.openxmlformats.org/officeDocument/2006/relationships/image" Target="../media/image50.png"/><Relationship Id="rId8"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27.png"/><Relationship Id="rId5" Type="http://schemas.openxmlformats.org/officeDocument/2006/relationships/image" Target="../media/image56.png"/><Relationship Id="rId6" Type="http://schemas.openxmlformats.org/officeDocument/2006/relationships/image" Target="../media/image31.png"/><Relationship Id="rId7" Type="http://schemas.openxmlformats.org/officeDocument/2006/relationships/image" Target="../media/image57.png"/><Relationship Id="rId8" Type="http://schemas.openxmlformats.org/officeDocument/2006/relationships/image" Target="../media/image6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twinkl.co.uk/r/smhvs" TargetMode="External"/><Relationship Id="rId4" Type="http://schemas.openxmlformats.org/officeDocument/2006/relationships/image" Target="../media/image48.jpg"/><Relationship Id="rId5" Type="http://schemas.openxmlformats.org/officeDocument/2006/relationships/image" Target="../media/image5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52.png"/><Relationship Id="rId5" Type="http://schemas.openxmlformats.org/officeDocument/2006/relationships/image" Target="../media/image37.png"/><Relationship Id="rId6" Type="http://schemas.openxmlformats.org/officeDocument/2006/relationships/image" Target="../media/image55.png"/><Relationship Id="rId7" Type="http://schemas.openxmlformats.org/officeDocument/2006/relationships/image" Target="../media/image53.png"/><Relationship Id="rId8" Type="http://schemas.openxmlformats.org/officeDocument/2006/relationships/image" Target="../media/image7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0.png"/><Relationship Id="rId4" Type="http://schemas.openxmlformats.org/officeDocument/2006/relationships/image" Target="../media/image68.png"/><Relationship Id="rId5" Type="http://schemas.openxmlformats.org/officeDocument/2006/relationships/image" Target="../media/image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59.png"/><Relationship Id="rId5" Type="http://schemas.openxmlformats.org/officeDocument/2006/relationships/image" Target="../media/image63.png"/><Relationship Id="rId6" Type="http://schemas.openxmlformats.org/officeDocument/2006/relationships/image" Target="../media/image53.png"/><Relationship Id="rId7" Type="http://schemas.openxmlformats.org/officeDocument/2006/relationships/image" Target="../media/image7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4.png"/><Relationship Id="rId4" Type="http://schemas.openxmlformats.org/officeDocument/2006/relationships/image" Target="../media/image48.jpg"/><Relationship Id="rId5"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6.png"/><Relationship Id="rId4" Type="http://schemas.openxmlformats.org/officeDocument/2006/relationships/image" Target="../media/image62.png"/><Relationship Id="rId5" Type="http://schemas.openxmlformats.org/officeDocument/2006/relationships/image" Target="../media/image64.png"/><Relationship Id="rId6" Type="http://schemas.openxmlformats.org/officeDocument/2006/relationships/image" Target="../media/image48.jpg"/><Relationship Id="rId7" Type="http://schemas.openxmlformats.org/officeDocument/2006/relationships/image" Target="../media/image5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5.png"/><Relationship Id="rId4" Type="http://schemas.openxmlformats.org/officeDocument/2006/relationships/image" Target="../media/image7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CD0365"/>
        </a:solidFill>
      </p:bgPr>
    </p:bg>
    <p:spTree>
      <p:nvGrpSpPr>
        <p:cNvPr id="29" name="Shape 29"/>
        <p:cNvGrpSpPr/>
        <p:nvPr/>
      </p:nvGrpSpPr>
      <p:grpSpPr>
        <a:xfrm>
          <a:off x="0" y="0"/>
          <a:ext cx="0" cy="0"/>
          <a:chOff x="0" y="0"/>
          <a:chExt cx="0" cy="0"/>
        </a:xfrm>
      </p:grpSpPr>
      <p:sp>
        <p:nvSpPr>
          <p:cNvPr id="30" name="Google Shape;30;p7"/>
          <p:cNvSpPr/>
          <p:nvPr>
            <p:ph idx="4294967295" type="title"/>
          </p:nvPr>
        </p:nvSpPr>
        <p:spPr>
          <a:xfrm>
            <a:off x="576263" y="608013"/>
            <a:ext cx="7991475" cy="652462"/>
          </a:xfrm>
          <a:prstGeom prst="roundRect">
            <a:avLst>
              <a:gd fmla="val 9641" name="adj"/>
            </a:avLst>
          </a:prstGeom>
          <a:noFill/>
          <a:ln>
            <a:noFill/>
          </a:ln>
        </p:spPr>
        <p:txBody>
          <a:bodyPr anchorCtr="1" anchor="ctr" bIns="252000" lIns="252000" spcFirstLastPara="1" rIns="252000" wrap="square" tIns="252000">
            <a:noAutofit/>
          </a:bodyPr>
          <a:lstStyle/>
          <a:p>
            <a:pPr indent="0" lvl="0" marL="0" rtl="0" algn="ctr">
              <a:lnSpc>
                <a:spcPct val="90000"/>
              </a:lnSpc>
              <a:spcBef>
                <a:spcPts val="0"/>
              </a:spcBef>
              <a:spcAft>
                <a:spcPts val="0"/>
              </a:spcAft>
              <a:buClr>
                <a:srgbClr val="7BCDC2"/>
              </a:buClr>
              <a:buSzPts val="2520"/>
              <a:buFont typeface="Roboto"/>
              <a:buNone/>
            </a:pPr>
            <a:r>
              <a:rPr lang="en-GB" sz="2520">
                <a:solidFill>
                  <a:srgbClr val="7BCDC2"/>
                </a:solidFill>
                <a:latin typeface="Roboto"/>
                <a:ea typeface="Roboto"/>
                <a:cs typeface="Roboto"/>
                <a:sym typeface="Roboto"/>
              </a:rPr>
              <a:t>Disclaimers</a:t>
            </a:r>
            <a:endParaRPr/>
          </a:p>
        </p:txBody>
      </p:sp>
      <p:sp>
        <p:nvSpPr>
          <p:cNvPr id="31" name="Google Shape;31;p7"/>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b="0" i="0" lang="en-GB" sz="1000" u="none" cap="none" strike="noStrike">
                <a:solidFill>
                  <a:schemeClr val="lt1"/>
                </a:solidFill>
                <a:latin typeface="Roboto"/>
                <a:ea typeface="Roboto"/>
                <a:cs typeface="Roboto"/>
                <a:sym typeface="Roboto"/>
              </a:rPr>
              <a:t>You may wish to delete this slide before beginning the presentation.</a:t>
            </a:r>
            <a:endParaRPr/>
          </a:p>
        </p:txBody>
      </p:sp>
      <p:grpSp>
        <p:nvGrpSpPr>
          <p:cNvPr id="32" name="Google Shape;32;p7"/>
          <p:cNvGrpSpPr/>
          <p:nvPr/>
        </p:nvGrpSpPr>
        <p:grpSpPr>
          <a:xfrm>
            <a:off x="743837" y="1401824"/>
            <a:ext cx="7644513" cy="2295228"/>
            <a:chOff x="743837" y="1344834"/>
            <a:chExt cx="7644513" cy="2295228"/>
          </a:xfrm>
        </p:grpSpPr>
        <p:sp>
          <p:nvSpPr>
            <p:cNvPr id="33" name="Google Shape;33;p7"/>
            <p:cNvSpPr/>
            <p:nvPr/>
          </p:nvSpPr>
          <p:spPr>
            <a:xfrm>
              <a:off x="743837" y="1344834"/>
              <a:ext cx="1266195" cy="273960"/>
            </a:xfrm>
            <a:prstGeom prst="rect">
              <a:avLst/>
            </a:prstGeom>
            <a:solidFill>
              <a:srgbClr val="CD0365"/>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i="0" lang="en-GB" sz="1600" u="none" cap="none" strike="noStrike">
                  <a:solidFill>
                    <a:schemeClr val="lt1"/>
                  </a:solidFill>
                  <a:latin typeface="Roboto"/>
                  <a:ea typeface="Roboto"/>
                  <a:cs typeface="Roboto"/>
                  <a:sym typeface="Roboto"/>
                </a:rPr>
                <a:t>Animations</a:t>
              </a:r>
              <a:endParaRPr/>
            </a:p>
          </p:txBody>
        </p:sp>
        <p:sp>
          <p:nvSpPr>
            <p:cNvPr id="34" name="Google Shape;34;p7"/>
            <p:cNvSpPr/>
            <p:nvPr/>
          </p:nvSpPr>
          <p:spPr>
            <a:xfrm>
              <a:off x="755650" y="1618794"/>
              <a:ext cx="7632700" cy="2021268"/>
            </a:xfrm>
            <a:prstGeom prst="rect">
              <a:avLst/>
            </a:prstGeom>
            <a:noFill/>
            <a:ln cap="flat" cmpd="sng" w="19050">
              <a:solidFill>
                <a:srgbClr val="7BCDC2"/>
              </a:solidFill>
              <a:prstDash val="solid"/>
              <a:round/>
              <a:headEnd len="sm" w="sm" type="none"/>
              <a:tailEnd len="sm" w="sm" type="none"/>
            </a:ln>
          </p:spPr>
          <p:txBody>
            <a:bodyPr anchorCtr="0" anchor="t" bIns="216000" lIns="216000" spcFirstLastPara="1" rIns="216000" wrap="square" tIns="216000">
              <a:no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This resource has been designed with animations to make it as fun and engaging as possible. To view the content in the correct formatting, please view the PowerPoint in ‘slide show mode’. This takes you from desktop to presentation mode. If you view the slides out of ‘slide show mode’, you may find that some of the text and images overlap each other and/or are difficult to read. </a:t>
              </a:r>
              <a:endParaRPr/>
            </a:p>
            <a:p>
              <a:pPr indent="0" lvl="0" marL="0" marR="0" rtl="0" algn="l">
                <a:spcBef>
                  <a:spcPts val="600"/>
                </a:spcBef>
                <a:spcAft>
                  <a:spcPts val="0"/>
                </a:spcAft>
                <a:buNone/>
              </a:pPr>
              <a:r>
                <a:rPr lang="en-GB" sz="1400">
                  <a:solidFill>
                    <a:schemeClr val="dk1"/>
                  </a:solidFill>
                  <a:latin typeface="Roboto"/>
                  <a:ea typeface="Roboto"/>
                  <a:cs typeface="Roboto"/>
                  <a:sym typeface="Roboto"/>
                </a:rPr>
                <a:t>To enter slide show mode, go to the </a:t>
              </a:r>
              <a:r>
                <a:rPr b="1" lang="en-GB" sz="1400">
                  <a:solidFill>
                    <a:schemeClr val="dk1"/>
                  </a:solidFill>
                  <a:latin typeface="Roboto"/>
                  <a:ea typeface="Roboto"/>
                  <a:cs typeface="Roboto"/>
                  <a:sym typeface="Roboto"/>
                </a:rPr>
                <a:t>slide show menu tab </a:t>
              </a:r>
              <a:r>
                <a:rPr lang="en-GB" sz="1400">
                  <a:solidFill>
                    <a:schemeClr val="dk1"/>
                  </a:solidFill>
                  <a:latin typeface="Roboto"/>
                  <a:ea typeface="Roboto"/>
                  <a:cs typeface="Roboto"/>
                  <a:sym typeface="Roboto"/>
                </a:rPr>
                <a:t>and select either </a:t>
              </a:r>
              <a:r>
                <a:rPr b="1" lang="en-GB" sz="1400">
                  <a:solidFill>
                    <a:schemeClr val="dk1"/>
                  </a:solidFill>
                  <a:latin typeface="Roboto"/>
                  <a:ea typeface="Roboto"/>
                  <a:cs typeface="Roboto"/>
                  <a:sym typeface="Roboto"/>
                </a:rPr>
                <a:t>from beginning</a:t>
              </a:r>
              <a:r>
                <a:rPr lang="en-GB" sz="1400">
                  <a:solidFill>
                    <a:schemeClr val="dk1"/>
                  </a:solidFill>
                  <a:latin typeface="Roboto"/>
                  <a:ea typeface="Roboto"/>
                  <a:cs typeface="Roboto"/>
                  <a:sym typeface="Roboto"/>
                </a:rPr>
                <a:t> </a:t>
              </a:r>
              <a:r>
                <a:rPr b="1" lang="en-GB" sz="1400">
                  <a:solidFill>
                    <a:schemeClr val="dk1"/>
                  </a:solidFill>
                  <a:latin typeface="Roboto"/>
                  <a:ea typeface="Roboto"/>
                  <a:cs typeface="Roboto"/>
                  <a:sym typeface="Roboto"/>
                </a:rPr>
                <a:t>or from current slide</a:t>
              </a:r>
              <a:r>
                <a:rPr lang="en-GB" sz="1400">
                  <a:solidFill>
                    <a:schemeClr val="dk1"/>
                  </a:solidFill>
                  <a:latin typeface="Roboto"/>
                  <a:ea typeface="Roboto"/>
                  <a:cs typeface="Roboto"/>
                  <a:sym typeface="Roboto"/>
                </a:rPr>
                <a:t>.</a:t>
              </a:r>
              <a:endParaRPr/>
            </a:p>
          </p:txBody>
        </p:sp>
      </p:grpSp>
      <p:sp>
        <p:nvSpPr>
          <p:cNvPr id="35" name="Google Shape;35;p7"/>
          <p:cNvSpPr/>
          <p:nvPr/>
        </p:nvSpPr>
        <p:spPr>
          <a:xfrm>
            <a:off x="743836" y="1092383"/>
            <a:ext cx="7644513"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Arial"/>
              <a:ea typeface="Arial"/>
              <a:cs typeface="Arial"/>
              <a:sym typeface="Arial"/>
            </a:endParaRPr>
          </a:p>
        </p:txBody>
      </p:sp>
      <p:sp>
        <p:nvSpPr>
          <p:cNvPr id="36" name="Google Shape;36;p7"/>
          <p:cNvSpPr/>
          <p:nvPr/>
        </p:nvSpPr>
        <p:spPr>
          <a:xfrm>
            <a:off x="743837" y="3829911"/>
            <a:ext cx="2703717" cy="273960"/>
          </a:xfrm>
          <a:prstGeom prst="rect">
            <a:avLst/>
          </a:prstGeom>
          <a:solidFill>
            <a:srgbClr val="CD0365"/>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lang="en-GB" sz="1600">
                <a:solidFill>
                  <a:schemeClr val="lt1"/>
                </a:solidFill>
                <a:latin typeface="Roboto"/>
                <a:ea typeface="Roboto"/>
                <a:cs typeface="Roboto"/>
                <a:sym typeface="Roboto"/>
              </a:rPr>
              <a:t>Links to External Websites</a:t>
            </a:r>
            <a:endParaRPr/>
          </a:p>
        </p:txBody>
      </p:sp>
      <p:sp>
        <p:nvSpPr>
          <p:cNvPr id="37" name="Google Shape;37;p7"/>
          <p:cNvSpPr/>
          <p:nvPr/>
        </p:nvSpPr>
        <p:spPr>
          <a:xfrm>
            <a:off x="755650" y="4103871"/>
            <a:ext cx="7632700" cy="1728880"/>
          </a:xfrm>
          <a:prstGeom prst="rect">
            <a:avLst/>
          </a:prstGeom>
          <a:solidFill>
            <a:schemeClr val="lt1"/>
          </a:solidFill>
          <a:ln cap="flat" cmpd="sng" w="19050">
            <a:solidFill>
              <a:srgbClr val="7BCDC2"/>
            </a:solidFill>
            <a:prstDash val="solid"/>
            <a:round/>
            <a:headEnd len="sm" w="sm" type="none"/>
            <a:tailEnd len="sm" w="sm" type="none"/>
          </a:ln>
        </p:spPr>
        <p:txBody>
          <a:bodyPr anchorCtr="0" anchor="t" bIns="216000" lIns="216000" spcFirstLastPara="1" rIns="216000" wrap="square" tIns="216000">
            <a:no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This resource contains links to external websites. Please be aware that the inclusion of any link in this resource should not be taken as an endorsement of any kind by Twinkl of the linked website or any association with its operators. You should also be aware that we have no control over the availability of the linked pages. If the link is not working, please let us know by contacting TwinklCares and we will try to fix it although we can assume no responsibility if this is the case. We are not responsible for the content of external sites.</a:t>
            </a:r>
            <a:endParaRPr/>
          </a:p>
        </p:txBody>
      </p:sp>
      <p:sp>
        <p:nvSpPr>
          <p:cNvPr id="38" name="Google Shape;38;p7"/>
          <p:cNvSpPr/>
          <p:nvPr/>
        </p:nvSpPr>
        <p:spPr>
          <a:xfrm>
            <a:off x="743835" y="5765617"/>
            <a:ext cx="764451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b="1" lang="en-GB" sz="1200" u="none">
                <a:solidFill>
                  <a:srgbClr val="7BCDC2"/>
                </a:solidFill>
                <a:latin typeface="Roboto"/>
                <a:ea typeface="Roboto"/>
                <a:cs typeface="Roboto"/>
                <a:sym typeface="Roboto"/>
              </a:rPr>
              <a:t>The following presentation was made in line with the BBC micro:bit v2. </a:t>
            </a:r>
            <a:br>
              <a:rPr b="1" lang="en-GB" sz="1200" u="none">
                <a:solidFill>
                  <a:srgbClr val="7BCDC2"/>
                </a:solidFill>
                <a:latin typeface="Roboto"/>
                <a:ea typeface="Roboto"/>
                <a:cs typeface="Roboto"/>
                <a:sym typeface="Roboto"/>
              </a:rPr>
            </a:br>
            <a:r>
              <a:rPr b="1" lang="en-GB" sz="1200" u="none">
                <a:solidFill>
                  <a:srgbClr val="7BCDC2"/>
                </a:solidFill>
                <a:latin typeface="Roboto"/>
                <a:ea typeface="Roboto"/>
                <a:cs typeface="Roboto"/>
                <a:sym typeface="Roboto"/>
              </a:rPr>
              <a:t>Information in this presentation may not be applicable to other versions of the micro:bit.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C800"/>
        </a:solidFill>
      </p:bgPr>
    </p:bg>
    <p:spTree>
      <p:nvGrpSpPr>
        <p:cNvPr id="47" name="Shape 47"/>
        <p:cNvGrpSpPr/>
        <p:nvPr/>
      </p:nvGrpSpPr>
      <p:grpSpPr>
        <a:xfrm>
          <a:off x="0" y="0"/>
          <a:ext cx="0" cy="0"/>
          <a:chOff x="0" y="0"/>
          <a:chExt cx="0" cy="0"/>
        </a:xfrm>
      </p:grpSpPr>
      <p:sp>
        <p:nvSpPr>
          <p:cNvPr id="48" name="Google Shape;48;p9"/>
          <p:cNvSpPr/>
          <p:nvPr/>
        </p:nvSpPr>
        <p:spPr>
          <a:xfrm>
            <a:off x="755650" y="3505543"/>
            <a:ext cx="3125788" cy="1938992"/>
          </a:xfrm>
          <a:prstGeom prst="rect">
            <a:avLst/>
          </a:prstGeom>
          <a:noFill/>
          <a:ln>
            <a:noFill/>
          </a:ln>
        </p:spPr>
        <p:txBody>
          <a:bodyPr anchorCtr="0" anchor="t" bIns="0" lIns="0" spcFirstLastPara="1" rIns="0" wrap="square" tIns="0">
            <a:noAutofit/>
          </a:bodyPr>
          <a:lstStyle/>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micro:bit V2</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USB data cable</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safety guide</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micro:bit cardboard case</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battery pack and connector</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2 x AAA batteries</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a </a:t>
            </a:r>
            <a:r>
              <a:rPr b="1" lang="en-GB" sz="1800">
                <a:solidFill>
                  <a:schemeClr val="dk1"/>
                </a:solidFill>
                <a:latin typeface="Arial"/>
                <a:ea typeface="Arial"/>
                <a:cs typeface="Arial"/>
                <a:sym typeface="Arial"/>
              </a:rPr>
              <a:t>Get started </a:t>
            </a:r>
            <a:r>
              <a:rPr lang="en-GB" sz="1800">
                <a:solidFill>
                  <a:schemeClr val="dk1"/>
                </a:solidFill>
                <a:latin typeface="Arial"/>
                <a:ea typeface="Arial"/>
                <a:cs typeface="Arial"/>
                <a:sym typeface="Arial"/>
              </a:rPr>
              <a:t>manual</a:t>
            </a:r>
            <a:endParaRPr/>
          </a:p>
        </p:txBody>
      </p:sp>
      <p:sp>
        <p:nvSpPr>
          <p:cNvPr id="49" name="Google Shape;49;p9"/>
          <p:cNvSpPr txBox="1"/>
          <p:nvPr/>
        </p:nvSpPr>
        <p:spPr>
          <a:xfrm>
            <a:off x="755648" y="738107"/>
            <a:ext cx="3816352"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00C800"/>
              </a:buClr>
              <a:buSzPts val="2400"/>
              <a:buFont typeface="Arial"/>
              <a:buNone/>
            </a:pPr>
            <a:r>
              <a:rPr b="1" lang="en-GB" sz="2400">
                <a:solidFill>
                  <a:srgbClr val="00C800"/>
                </a:solidFill>
                <a:latin typeface="Arial"/>
                <a:ea typeface="Arial"/>
                <a:cs typeface="Arial"/>
                <a:sym typeface="Arial"/>
              </a:rPr>
              <a:t>What Is a micro:bit?</a:t>
            </a:r>
            <a:endParaRPr/>
          </a:p>
        </p:txBody>
      </p:sp>
      <p:pic>
        <p:nvPicPr>
          <p:cNvPr descr="A picture containing screenshot, text, number, font&#10;&#10;Description automatically generated" id="50" name="Google Shape;50;p9"/>
          <p:cNvPicPr preferRelativeResize="0"/>
          <p:nvPr/>
        </p:nvPicPr>
        <p:blipFill rotWithShape="1">
          <a:blip r:embed="rId3">
            <a:alphaModFix/>
          </a:blip>
          <a:srcRect b="0" l="0" r="0" t="0"/>
          <a:stretch/>
        </p:blipFill>
        <p:spPr>
          <a:xfrm>
            <a:off x="646112" y="3320360"/>
            <a:ext cx="3325495" cy="2668815"/>
          </a:xfrm>
          <a:prstGeom prst="rect">
            <a:avLst/>
          </a:prstGeom>
          <a:noFill/>
          <a:ln>
            <a:noFill/>
          </a:ln>
        </p:spPr>
      </p:pic>
      <p:sp>
        <p:nvSpPr>
          <p:cNvPr id="51" name="Google Shape;51;p9"/>
          <p:cNvSpPr/>
          <p:nvPr/>
        </p:nvSpPr>
        <p:spPr>
          <a:xfrm>
            <a:off x="755650" y="1482396"/>
            <a:ext cx="7632700"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When you receive your BBC micro:bit, everything you need to make a good start is included in the cardboard box. Your teacher might have already set up your micro:bit so you may not have seen what was inside the cardboard box.</a:t>
            </a:r>
            <a:endParaRPr sz="1800">
              <a:solidFill>
                <a:schemeClr val="dk1"/>
              </a:solidFill>
              <a:latin typeface="Arial"/>
              <a:ea typeface="Arial"/>
              <a:cs typeface="Arial"/>
              <a:sym typeface="Arial"/>
            </a:endParaRPr>
          </a:p>
        </p:txBody>
      </p:sp>
      <p:sp>
        <p:nvSpPr>
          <p:cNvPr id="52" name="Google Shape;52;p9"/>
          <p:cNvSpPr/>
          <p:nvPr/>
        </p:nvSpPr>
        <p:spPr>
          <a:xfrm>
            <a:off x="745965" y="2988750"/>
            <a:ext cx="3125788" cy="349702"/>
          </a:xfrm>
          <a:prstGeom prst="rect">
            <a:avLst/>
          </a:prstGeom>
          <a:solidFill>
            <a:srgbClr val="00C800"/>
          </a:solidFill>
          <a:ln>
            <a:noFill/>
          </a:ln>
        </p:spPr>
        <p:txBody>
          <a:bodyPr anchorCtr="0" anchor="t" bIns="36000" lIns="72000" spcFirstLastPara="1" rIns="36000" wrap="square" tIns="36000">
            <a:noAutofit/>
          </a:bodyPr>
          <a:lstStyle/>
          <a:p>
            <a:pPr indent="0" lvl="0" marL="0" marR="0" rtl="0" algn="l">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The cardboard box contains:</a:t>
            </a:r>
            <a:endParaRPr/>
          </a:p>
        </p:txBody>
      </p:sp>
      <p:pic>
        <p:nvPicPr>
          <p:cNvPr descr="A picture containing text, box&#10;&#10;Description automatically generated" id="53" name="Google Shape;53;p9"/>
          <p:cNvPicPr preferRelativeResize="0"/>
          <p:nvPr/>
        </p:nvPicPr>
        <p:blipFill rotWithShape="1">
          <a:blip r:embed="rId4">
            <a:alphaModFix/>
          </a:blip>
          <a:srcRect b="0" l="0" r="0" t="0"/>
          <a:stretch/>
        </p:blipFill>
        <p:spPr>
          <a:xfrm>
            <a:off x="4572000" y="2385746"/>
            <a:ext cx="4017316" cy="4017316"/>
          </a:xfrm>
          <a:prstGeom prst="rect">
            <a:avLst/>
          </a:prstGeom>
          <a:noFill/>
          <a:ln>
            <a:noFill/>
          </a:ln>
        </p:spPr>
      </p:pic>
      <p:sp>
        <p:nvSpPr>
          <p:cNvPr id="54" name="Google Shape;54;p9"/>
          <p:cNvSpPr/>
          <p:nvPr/>
        </p:nvSpPr>
        <p:spPr>
          <a:xfrm>
            <a:off x="755650" y="1482396"/>
            <a:ext cx="7632700" cy="13849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The micro:bit is a pocket-sized computer.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It has an LED light display, buttons, microphone, sensors and many input/output features. These features can be programmed to let you physically interact with the world around you. There are so many possibilities with the BBC micro:bit.</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p:tgtEl>
                                          <p:spTgt spid="50"/>
                                        </p:tgtEl>
                                        <p:attrNameLst>
                                          <p:attrName>ppt_w</p:attrName>
                                        </p:attrNameLst>
                                      </p:cBhvr>
                                      <p:tavLst>
                                        <p:tav fmla="" tm="0">
                                          <p:val>
                                            <p:strVal val="0"/>
                                          </p:val>
                                        </p:tav>
                                        <p:tav fmla="" tm="100000">
                                          <p:val>
                                            <p:strVal val="#ppt_w"/>
                                          </p:val>
                                        </p:tav>
                                      </p:tavLst>
                                    </p:anim>
                                    <p:anim calcmode="lin" valueType="num">
                                      <p:cBhvr additive="base">
                                        <p:cTn dur="500"/>
                                        <p:tgtEl>
                                          <p:spTgt spid="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4"/>
                                        </p:tgtEl>
                                      </p:cBhvr>
                                    </p:animEffect>
                                    <p:set>
                                      <p:cBhvr>
                                        <p:cTn dur="1" fill="hold">
                                          <p:stCondLst>
                                            <p:cond delay="500"/>
                                          </p:stCondLst>
                                        </p:cTn>
                                        <p:tgtEl>
                                          <p:spTgt spid="5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50"/>
                                        </p:tgtEl>
                                      </p:cBhvr>
                                    </p:animEffect>
                                    <p:set>
                                      <p:cBhvr>
                                        <p:cTn dur="1" fill="hold">
                                          <p:stCondLst>
                                            <p:cond delay="500"/>
                                          </p:stCondLst>
                                        </p:cTn>
                                        <p:tgtEl>
                                          <p:spTgt spid="50"/>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8">
                                            <p:txEl>
                                              <p:pRg end="0" st="0"/>
                                            </p:txEl>
                                          </p:spTgt>
                                        </p:tgtEl>
                                        <p:attrNameLst>
                                          <p:attrName>style.visibility</p:attrName>
                                        </p:attrNameLst>
                                      </p:cBhvr>
                                      <p:to>
                                        <p:strVal val="visible"/>
                                      </p:to>
                                    </p:set>
                                    <p:animEffect filter="fade" transition="in">
                                      <p:cBhvr>
                                        <p:cTn dur="500"/>
                                        <p:tgtEl>
                                          <p:spTgt spid="48">
                                            <p:txEl>
                                              <p:pRg end="0" st="0"/>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8">
                                            <p:txEl>
                                              <p:pRg end="1" st="1"/>
                                            </p:txEl>
                                          </p:spTgt>
                                        </p:tgtEl>
                                        <p:attrNameLst>
                                          <p:attrName>style.visibility</p:attrName>
                                        </p:attrNameLst>
                                      </p:cBhvr>
                                      <p:to>
                                        <p:strVal val="visible"/>
                                      </p:to>
                                    </p:set>
                                    <p:animEffect filter="fade" transition="in">
                                      <p:cBhvr>
                                        <p:cTn dur="500"/>
                                        <p:tgtEl>
                                          <p:spTgt spid="48">
                                            <p:txEl>
                                              <p:pRg end="1" st="1"/>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8">
                                            <p:txEl>
                                              <p:pRg end="2" st="2"/>
                                            </p:txEl>
                                          </p:spTgt>
                                        </p:tgtEl>
                                        <p:attrNameLst>
                                          <p:attrName>style.visibility</p:attrName>
                                        </p:attrNameLst>
                                      </p:cBhvr>
                                      <p:to>
                                        <p:strVal val="visible"/>
                                      </p:to>
                                    </p:set>
                                    <p:animEffect filter="fade" transition="in">
                                      <p:cBhvr>
                                        <p:cTn dur="500"/>
                                        <p:tgtEl>
                                          <p:spTgt spid="48">
                                            <p:txEl>
                                              <p:pRg end="2" st="2"/>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8">
                                            <p:txEl>
                                              <p:pRg end="3" st="3"/>
                                            </p:txEl>
                                          </p:spTgt>
                                        </p:tgtEl>
                                        <p:attrNameLst>
                                          <p:attrName>style.visibility</p:attrName>
                                        </p:attrNameLst>
                                      </p:cBhvr>
                                      <p:to>
                                        <p:strVal val="visible"/>
                                      </p:to>
                                    </p:set>
                                    <p:animEffect filter="fade" transition="in">
                                      <p:cBhvr>
                                        <p:cTn dur="500"/>
                                        <p:tgtEl>
                                          <p:spTgt spid="48">
                                            <p:txEl>
                                              <p:pRg end="3" st="3"/>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8">
                                            <p:txEl>
                                              <p:pRg end="4" st="4"/>
                                            </p:txEl>
                                          </p:spTgt>
                                        </p:tgtEl>
                                        <p:attrNameLst>
                                          <p:attrName>style.visibility</p:attrName>
                                        </p:attrNameLst>
                                      </p:cBhvr>
                                      <p:to>
                                        <p:strVal val="visible"/>
                                      </p:to>
                                    </p:set>
                                    <p:animEffect filter="fade" transition="in">
                                      <p:cBhvr>
                                        <p:cTn dur="500"/>
                                        <p:tgtEl>
                                          <p:spTgt spid="48">
                                            <p:txEl>
                                              <p:pRg end="4" st="4"/>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8">
                                            <p:txEl>
                                              <p:pRg end="5" st="5"/>
                                            </p:txEl>
                                          </p:spTgt>
                                        </p:tgtEl>
                                        <p:attrNameLst>
                                          <p:attrName>style.visibility</p:attrName>
                                        </p:attrNameLst>
                                      </p:cBhvr>
                                      <p:to>
                                        <p:strVal val="visible"/>
                                      </p:to>
                                    </p:set>
                                    <p:animEffect filter="fade" transition="in">
                                      <p:cBhvr>
                                        <p:cTn dur="500"/>
                                        <p:tgtEl>
                                          <p:spTgt spid="48">
                                            <p:txEl>
                                              <p:pRg end="5" st="5"/>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8">
                                            <p:txEl>
                                              <p:pRg end="6" st="6"/>
                                            </p:txEl>
                                          </p:spTgt>
                                        </p:tgtEl>
                                        <p:attrNameLst>
                                          <p:attrName>style.visibility</p:attrName>
                                        </p:attrNameLst>
                                      </p:cBhvr>
                                      <p:to>
                                        <p:strVal val="visible"/>
                                      </p:to>
                                    </p:set>
                                    <p:animEffect filter="fade" transition="in">
                                      <p:cBhvr>
                                        <p:cTn dur="500"/>
                                        <p:tgtEl>
                                          <p:spTgt spid="4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C800"/>
        </a:solidFill>
      </p:bgPr>
    </p:bg>
    <p:spTree>
      <p:nvGrpSpPr>
        <p:cNvPr id="58" name="Shape 58"/>
        <p:cNvGrpSpPr/>
        <p:nvPr/>
      </p:nvGrpSpPr>
      <p:grpSpPr>
        <a:xfrm>
          <a:off x="0" y="0"/>
          <a:ext cx="0" cy="0"/>
          <a:chOff x="0" y="0"/>
          <a:chExt cx="0" cy="0"/>
        </a:xfrm>
      </p:grpSpPr>
      <p:sp>
        <p:nvSpPr>
          <p:cNvPr id="59" name="Google Shape;59;p10"/>
          <p:cNvSpPr/>
          <p:nvPr/>
        </p:nvSpPr>
        <p:spPr>
          <a:xfrm>
            <a:off x="6589983" y="1504962"/>
            <a:ext cx="1977755" cy="24314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Microphone</a:t>
            </a:r>
            <a:r>
              <a:rPr lang="en-GB" sz="1800">
                <a:solidFill>
                  <a:schemeClr val="dk1"/>
                </a:solidFill>
                <a:latin typeface="Arial"/>
                <a:ea typeface="Arial"/>
                <a:cs typeface="Arial"/>
                <a:sym typeface="Arial"/>
              </a:rPr>
              <a:t> </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micro:bit has a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built-in microphone.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The microphone LED will light up if the microphone is measuring sound levels. The microphone LED also indicates where the microphone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is located.</a:t>
            </a:r>
            <a:endParaRPr/>
          </a:p>
        </p:txBody>
      </p:sp>
      <p:sp>
        <p:nvSpPr>
          <p:cNvPr id="60" name="Google Shape;60;p10"/>
          <p:cNvSpPr/>
          <p:nvPr/>
        </p:nvSpPr>
        <p:spPr>
          <a:xfrm>
            <a:off x="726106" y="1701351"/>
            <a:ext cx="1823419" cy="20005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Buttons</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BBC micro:bit has two buttons, A and B, on the front. The buttons can be pressed separately or together. Pressing the buttons can be used to trigger code.</a:t>
            </a:r>
            <a:endParaRPr/>
          </a:p>
        </p:txBody>
      </p:sp>
      <p:sp>
        <p:nvSpPr>
          <p:cNvPr id="61" name="Google Shape;61;p10"/>
          <p:cNvSpPr/>
          <p:nvPr/>
        </p:nvSpPr>
        <p:spPr>
          <a:xfrm>
            <a:off x="1172845" y="1390145"/>
            <a:ext cx="7103950" cy="7078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LED Display and Light Sensor</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micro:bit has 25 LEDs arranged in a 5x5 grid. The LEDs can be used for displaying pictures, words and numbers. They can also act as sensors and measure light levels.</a:t>
            </a:r>
            <a:endParaRPr/>
          </a:p>
        </p:txBody>
      </p:sp>
      <p:sp>
        <p:nvSpPr>
          <p:cNvPr id="62" name="Google Shape;62;p10"/>
          <p:cNvSpPr/>
          <p:nvPr/>
        </p:nvSpPr>
        <p:spPr>
          <a:xfrm>
            <a:off x="861667" y="5274616"/>
            <a:ext cx="7420665" cy="9233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Pins</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You will notice that the micro:bit contains small holes on the edge. These are called pins and these pins can be split into three categories: </a:t>
            </a:r>
            <a:r>
              <a:rPr b="1" lang="en-GB" sz="1400">
                <a:solidFill>
                  <a:schemeClr val="dk1"/>
                </a:solidFill>
                <a:latin typeface="Arial"/>
                <a:ea typeface="Arial"/>
                <a:cs typeface="Arial"/>
                <a:sym typeface="Arial"/>
              </a:rPr>
              <a:t>GPIO; 3V power; and GND</a:t>
            </a:r>
            <a:r>
              <a:rPr lang="en-GB" sz="1400">
                <a:solidFill>
                  <a:schemeClr val="dk1"/>
                </a:solidFill>
                <a:latin typeface="Arial"/>
                <a:ea typeface="Arial"/>
                <a:cs typeface="Arial"/>
                <a:sym typeface="Arial"/>
              </a:rPr>
              <a:t>.</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pins can be used to create circuits and physically connect the micro:bit to external things.</a:t>
            </a:r>
            <a:endParaRPr/>
          </a:p>
        </p:txBody>
      </p:sp>
      <p:sp>
        <p:nvSpPr>
          <p:cNvPr id="63" name="Google Shape;63;p10"/>
          <p:cNvSpPr/>
          <p:nvPr/>
        </p:nvSpPr>
        <p:spPr>
          <a:xfrm>
            <a:off x="6838952" y="2720022"/>
            <a:ext cx="1673818" cy="15696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Touch Sensor</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gold logo also works as a touch sensor. It can be used as an extra button in your programs.</a:t>
            </a:r>
            <a:endParaRPr/>
          </a:p>
        </p:txBody>
      </p:sp>
      <p:sp>
        <p:nvSpPr>
          <p:cNvPr id="64" name="Google Shape;64;p10"/>
          <p:cNvSpPr/>
          <p:nvPr/>
        </p:nvSpPr>
        <p:spPr>
          <a:xfrm>
            <a:off x="5976259" y="1170302"/>
            <a:ext cx="2412090" cy="8617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800"/>
              </a:buClr>
              <a:buSzPts val="1400"/>
              <a:buFont typeface="Arial"/>
              <a:buNone/>
            </a:pPr>
            <a:r>
              <a:rPr b="1" lang="en-GB" sz="1400">
                <a:solidFill>
                  <a:srgbClr val="00C800"/>
                </a:solidFill>
                <a:latin typeface="Arial"/>
                <a:ea typeface="Arial"/>
                <a:cs typeface="Arial"/>
                <a:sym typeface="Arial"/>
              </a:rPr>
              <a:t>3V Pin</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The 3 volt pin can be used to power accessories connected to the micro:bit.</a:t>
            </a:r>
            <a:endParaRPr/>
          </a:p>
        </p:txBody>
      </p:sp>
      <p:sp>
        <p:nvSpPr>
          <p:cNvPr id="65" name="Google Shape;65;p10"/>
          <p:cNvSpPr/>
          <p:nvPr/>
        </p:nvSpPr>
        <p:spPr>
          <a:xfrm>
            <a:off x="6761130" y="2351782"/>
            <a:ext cx="1813080" cy="21544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800"/>
              </a:buClr>
              <a:buSzPts val="1400"/>
              <a:buFont typeface="Arial"/>
              <a:buNone/>
            </a:pPr>
            <a:r>
              <a:rPr b="1" lang="en-GB" sz="1400">
                <a:solidFill>
                  <a:srgbClr val="00C800"/>
                </a:solidFill>
                <a:latin typeface="Arial"/>
                <a:ea typeface="Arial"/>
                <a:cs typeface="Arial"/>
                <a:sym typeface="Arial"/>
              </a:rPr>
              <a:t>GND Pin</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a:t>
            </a:r>
            <a:r>
              <a:rPr b="1" lang="en-GB" sz="1400">
                <a:solidFill>
                  <a:schemeClr val="dk1"/>
                </a:solidFill>
                <a:latin typeface="Arial"/>
                <a:ea typeface="Arial"/>
                <a:cs typeface="Arial"/>
                <a:sym typeface="Arial"/>
              </a:rPr>
              <a:t>GND</a:t>
            </a:r>
            <a:r>
              <a:rPr lang="en-GB" sz="1400">
                <a:solidFill>
                  <a:schemeClr val="dk1"/>
                </a:solidFill>
                <a:latin typeface="Arial"/>
                <a:ea typeface="Arial"/>
                <a:cs typeface="Arial"/>
                <a:sym typeface="Arial"/>
              </a:rPr>
              <a:t> pin is the ground or Earth pin.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It can be used to complete a simple circuit when you connect headphones, LEDs or external switches to the micro:bit.</a:t>
            </a:r>
            <a:endParaRPr/>
          </a:p>
        </p:txBody>
      </p:sp>
      <p:sp>
        <p:nvSpPr>
          <p:cNvPr id="66" name="Google Shape;66;p10"/>
          <p:cNvSpPr/>
          <p:nvPr/>
        </p:nvSpPr>
        <p:spPr>
          <a:xfrm>
            <a:off x="654488" y="5357927"/>
            <a:ext cx="7733861" cy="8617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800"/>
              </a:buClr>
              <a:buSzPts val="1400"/>
              <a:buFont typeface="Arial"/>
              <a:buNone/>
            </a:pPr>
            <a:r>
              <a:rPr b="1" lang="en-GB" sz="1400">
                <a:solidFill>
                  <a:srgbClr val="00C800"/>
                </a:solidFill>
                <a:latin typeface="Arial"/>
                <a:ea typeface="Arial"/>
                <a:cs typeface="Arial"/>
                <a:sym typeface="Arial"/>
              </a:rPr>
              <a:t>General Purpose Input and Output Pins </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The </a:t>
            </a:r>
            <a:r>
              <a:rPr b="1" lang="en-GB" sz="1400">
                <a:solidFill>
                  <a:schemeClr val="dk1"/>
                </a:solidFill>
                <a:latin typeface="Arial"/>
                <a:ea typeface="Arial"/>
                <a:cs typeface="Arial"/>
                <a:sym typeface="Arial"/>
              </a:rPr>
              <a:t>GPIO</a:t>
            </a:r>
            <a:r>
              <a:rPr lang="en-GB" sz="1400">
                <a:solidFill>
                  <a:schemeClr val="dk1"/>
                </a:solidFill>
                <a:latin typeface="Arial"/>
                <a:ea typeface="Arial"/>
                <a:cs typeface="Arial"/>
                <a:sym typeface="Arial"/>
              </a:rPr>
              <a:t> pins are the three pins at the edge of the micro:bit labelled 0, 1 and 2. These pins can be used with crocodile clips or strips of foil to connect devices such as headphones, buzzers or switches made from cardboard and foil.</a:t>
            </a:r>
            <a:endParaRPr/>
          </a:p>
        </p:txBody>
      </p:sp>
      <p:sp>
        <p:nvSpPr>
          <p:cNvPr id="67" name="Google Shape;67;p10"/>
          <p:cNvSpPr txBox="1"/>
          <p:nvPr/>
        </p:nvSpPr>
        <p:spPr>
          <a:xfrm>
            <a:off x="755647" y="738107"/>
            <a:ext cx="3639188"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00C800"/>
              </a:buClr>
              <a:buSzPts val="2400"/>
              <a:buFont typeface="Arial"/>
              <a:buNone/>
            </a:pPr>
            <a:r>
              <a:rPr b="1" lang="en-GB" sz="2400">
                <a:solidFill>
                  <a:srgbClr val="00C800"/>
                </a:solidFill>
                <a:latin typeface="Arial"/>
                <a:ea typeface="Arial"/>
                <a:cs typeface="Arial"/>
                <a:sym typeface="Arial"/>
              </a:rPr>
              <a:t>Parts of a BBC micro:bit</a:t>
            </a:r>
            <a:endParaRPr b="1" sz="2400">
              <a:solidFill>
                <a:srgbClr val="00C800"/>
              </a:solidFill>
              <a:latin typeface="Arial"/>
              <a:ea typeface="Arial"/>
              <a:cs typeface="Arial"/>
              <a:sym typeface="Arial"/>
            </a:endParaRPr>
          </a:p>
        </p:txBody>
      </p:sp>
      <p:pic>
        <p:nvPicPr>
          <p:cNvPr id="68" name="Google Shape;68;p10"/>
          <p:cNvPicPr preferRelativeResize="0"/>
          <p:nvPr/>
        </p:nvPicPr>
        <p:blipFill rotWithShape="1">
          <a:blip r:embed="rId3">
            <a:alphaModFix/>
          </a:blip>
          <a:srcRect b="0" l="0" r="0" t="0"/>
          <a:stretch/>
        </p:blipFill>
        <p:spPr>
          <a:xfrm>
            <a:off x="2752406" y="2290873"/>
            <a:ext cx="3639187" cy="2965938"/>
          </a:xfrm>
          <a:prstGeom prst="rect">
            <a:avLst/>
          </a:prstGeom>
          <a:noFill/>
          <a:ln>
            <a:noFill/>
          </a:ln>
        </p:spPr>
      </p:pic>
      <p:cxnSp>
        <p:nvCxnSpPr>
          <p:cNvPr id="69" name="Google Shape;69;p10"/>
          <p:cNvCxnSpPr/>
          <p:nvPr/>
        </p:nvCxnSpPr>
        <p:spPr>
          <a:xfrm rot="10800000">
            <a:off x="5181600" y="1640205"/>
            <a:ext cx="1330960" cy="0"/>
          </a:xfrm>
          <a:prstGeom prst="straightConnector1">
            <a:avLst/>
          </a:prstGeom>
          <a:noFill/>
          <a:ln cap="flat" cmpd="sng" w="38100">
            <a:solidFill>
              <a:srgbClr val="00C800"/>
            </a:solidFill>
            <a:prstDash val="solid"/>
            <a:miter lim="800000"/>
            <a:headEnd len="sm" w="sm" type="none"/>
            <a:tailEnd len="sm" w="sm" type="none"/>
          </a:ln>
        </p:spPr>
      </p:cxnSp>
      <p:cxnSp>
        <p:nvCxnSpPr>
          <p:cNvPr id="70" name="Google Shape;70;p10"/>
          <p:cNvCxnSpPr/>
          <p:nvPr/>
        </p:nvCxnSpPr>
        <p:spPr>
          <a:xfrm rot="10800000">
            <a:off x="5200650" y="1640205"/>
            <a:ext cx="0" cy="1165860"/>
          </a:xfrm>
          <a:prstGeom prst="straightConnector1">
            <a:avLst/>
          </a:prstGeom>
          <a:noFill/>
          <a:ln cap="flat" cmpd="sng" w="38100">
            <a:solidFill>
              <a:srgbClr val="00C800"/>
            </a:solidFill>
            <a:prstDash val="solid"/>
            <a:miter lim="800000"/>
            <a:headEnd len="sm" w="sm" type="none"/>
            <a:tailEnd len="sm" w="sm" type="none"/>
          </a:ln>
        </p:spPr>
      </p:cxnSp>
      <p:sp>
        <p:nvSpPr>
          <p:cNvPr id="71" name="Google Shape;71;p10"/>
          <p:cNvSpPr/>
          <p:nvPr/>
        </p:nvSpPr>
        <p:spPr>
          <a:xfrm>
            <a:off x="4997215" y="2811780"/>
            <a:ext cx="406317" cy="406317"/>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10"/>
          <p:cNvSpPr/>
          <p:nvPr/>
        </p:nvSpPr>
        <p:spPr>
          <a:xfrm>
            <a:off x="861667" y="5559382"/>
            <a:ext cx="7526683" cy="4308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400">
                <a:solidFill>
                  <a:schemeClr val="dk1"/>
                </a:solidFill>
                <a:latin typeface="Arial"/>
                <a:ea typeface="Arial"/>
                <a:cs typeface="Arial"/>
                <a:sym typeface="Arial"/>
              </a:rPr>
              <a:t>The </a:t>
            </a:r>
            <a:r>
              <a:rPr b="1" lang="en-GB" sz="1400">
                <a:solidFill>
                  <a:schemeClr val="dk1"/>
                </a:solidFill>
                <a:latin typeface="Arial"/>
                <a:ea typeface="Arial"/>
                <a:cs typeface="Arial"/>
                <a:sym typeface="Arial"/>
              </a:rPr>
              <a:t>3V </a:t>
            </a:r>
            <a:r>
              <a:rPr lang="en-GB" sz="1400">
                <a:solidFill>
                  <a:schemeClr val="dk1"/>
                </a:solidFill>
                <a:latin typeface="Arial"/>
                <a:ea typeface="Arial"/>
                <a:cs typeface="Arial"/>
                <a:sym typeface="Arial"/>
              </a:rPr>
              <a:t>and </a:t>
            </a:r>
            <a:r>
              <a:rPr b="1" lang="en-GB" sz="1400">
                <a:solidFill>
                  <a:schemeClr val="dk1"/>
                </a:solidFill>
                <a:latin typeface="Arial"/>
                <a:ea typeface="Arial"/>
                <a:cs typeface="Arial"/>
                <a:sym typeface="Arial"/>
              </a:rPr>
              <a:t>GND</a:t>
            </a:r>
            <a:r>
              <a:rPr lang="en-GB" sz="1400">
                <a:solidFill>
                  <a:schemeClr val="dk1"/>
                </a:solidFill>
                <a:latin typeface="Arial"/>
                <a:ea typeface="Arial"/>
                <a:cs typeface="Arial"/>
                <a:sym typeface="Arial"/>
              </a:rPr>
              <a:t> pins are connected to the power supply of the micro:bit.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These pins should </a:t>
            </a:r>
            <a:r>
              <a:rPr b="1" lang="en-GB" sz="1400">
                <a:solidFill>
                  <a:schemeClr val="dk1"/>
                </a:solidFill>
                <a:latin typeface="Arial"/>
                <a:ea typeface="Arial"/>
                <a:cs typeface="Arial"/>
                <a:sym typeface="Arial"/>
              </a:rPr>
              <a:t>not</a:t>
            </a:r>
            <a:r>
              <a:rPr lang="en-GB" sz="1400">
                <a:solidFill>
                  <a:schemeClr val="dk1"/>
                </a:solidFill>
                <a:latin typeface="Arial"/>
                <a:ea typeface="Arial"/>
                <a:cs typeface="Arial"/>
                <a:sym typeface="Arial"/>
              </a:rPr>
              <a:t> be connected together.</a:t>
            </a:r>
            <a:endParaRPr/>
          </a:p>
        </p:txBody>
      </p:sp>
      <p:cxnSp>
        <p:nvCxnSpPr>
          <p:cNvPr id="73" name="Google Shape;73;p10"/>
          <p:cNvCxnSpPr/>
          <p:nvPr/>
        </p:nvCxnSpPr>
        <p:spPr>
          <a:xfrm rot="10800000">
            <a:off x="880110" y="4804049"/>
            <a:ext cx="0" cy="352600"/>
          </a:xfrm>
          <a:prstGeom prst="straightConnector1">
            <a:avLst/>
          </a:prstGeom>
          <a:noFill/>
          <a:ln cap="flat" cmpd="sng" w="38100">
            <a:solidFill>
              <a:srgbClr val="00C800"/>
            </a:solidFill>
            <a:prstDash val="solid"/>
            <a:miter lim="800000"/>
            <a:headEnd len="sm" w="sm" type="none"/>
            <a:tailEnd len="sm" w="sm" type="none"/>
          </a:ln>
        </p:spPr>
      </p:cxnSp>
      <p:sp>
        <p:nvSpPr>
          <p:cNvPr id="74" name="Google Shape;74;p10"/>
          <p:cNvSpPr/>
          <p:nvPr/>
        </p:nvSpPr>
        <p:spPr>
          <a:xfrm>
            <a:off x="2810119" y="4561220"/>
            <a:ext cx="453416" cy="453416"/>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10"/>
          <p:cNvSpPr/>
          <p:nvPr/>
        </p:nvSpPr>
        <p:spPr>
          <a:xfrm>
            <a:off x="3530209" y="4561220"/>
            <a:ext cx="453416" cy="453416"/>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10"/>
          <p:cNvSpPr/>
          <p:nvPr/>
        </p:nvSpPr>
        <p:spPr>
          <a:xfrm>
            <a:off x="4336024" y="4561220"/>
            <a:ext cx="453416" cy="453416"/>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7" name="Google Shape;77;p10"/>
          <p:cNvSpPr/>
          <p:nvPr/>
        </p:nvSpPr>
        <p:spPr>
          <a:xfrm>
            <a:off x="5136124" y="4561220"/>
            <a:ext cx="453416" cy="453416"/>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8" name="Google Shape;78;p10"/>
          <p:cNvSpPr/>
          <p:nvPr/>
        </p:nvSpPr>
        <p:spPr>
          <a:xfrm>
            <a:off x="5861929" y="4561220"/>
            <a:ext cx="453416" cy="453416"/>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79" name="Google Shape;79;p10"/>
          <p:cNvCxnSpPr/>
          <p:nvPr/>
        </p:nvCxnSpPr>
        <p:spPr>
          <a:xfrm>
            <a:off x="3256252" y="4812030"/>
            <a:ext cx="273957" cy="0"/>
          </a:xfrm>
          <a:prstGeom prst="straightConnector1">
            <a:avLst/>
          </a:prstGeom>
          <a:noFill/>
          <a:ln cap="flat" cmpd="sng" w="38100">
            <a:solidFill>
              <a:srgbClr val="00C800"/>
            </a:solidFill>
            <a:prstDash val="solid"/>
            <a:miter lim="800000"/>
            <a:headEnd len="sm" w="sm" type="none"/>
            <a:tailEnd len="sm" w="sm" type="none"/>
          </a:ln>
        </p:spPr>
      </p:cxnSp>
      <p:cxnSp>
        <p:nvCxnSpPr>
          <p:cNvPr id="80" name="Google Shape;80;p10"/>
          <p:cNvCxnSpPr/>
          <p:nvPr/>
        </p:nvCxnSpPr>
        <p:spPr>
          <a:xfrm>
            <a:off x="3976342" y="4812030"/>
            <a:ext cx="359682" cy="0"/>
          </a:xfrm>
          <a:prstGeom prst="straightConnector1">
            <a:avLst/>
          </a:prstGeom>
          <a:noFill/>
          <a:ln cap="flat" cmpd="sng" w="38100">
            <a:solidFill>
              <a:srgbClr val="00C800"/>
            </a:solidFill>
            <a:prstDash val="solid"/>
            <a:miter lim="800000"/>
            <a:headEnd len="sm" w="sm" type="none"/>
            <a:tailEnd len="sm" w="sm" type="none"/>
          </a:ln>
        </p:spPr>
      </p:cxnSp>
      <p:cxnSp>
        <p:nvCxnSpPr>
          <p:cNvPr id="81" name="Google Shape;81;p10"/>
          <p:cNvCxnSpPr/>
          <p:nvPr/>
        </p:nvCxnSpPr>
        <p:spPr>
          <a:xfrm>
            <a:off x="4779617" y="4812030"/>
            <a:ext cx="359682" cy="0"/>
          </a:xfrm>
          <a:prstGeom prst="straightConnector1">
            <a:avLst/>
          </a:prstGeom>
          <a:noFill/>
          <a:ln cap="flat" cmpd="sng" w="38100">
            <a:solidFill>
              <a:srgbClr val="00C800"/>
            </a:solidFill>
            <a:prstDash val="solid"/>
            <a:miter lim="800000"/>
            <a:headEnd len="sm" w="sm" type="none"/>
            <a:tailEnd len="sm" w="sm" type="none"/>
          </a:ln>
        </p:spPr>
      </p:cxnSp>
      <p:cxnSp>
        <p:nvCxnSpPr>
          <p:cNvPr id="82" name="Google Shape;82;p10"/>
          <p:cNvCxnSpPr/>
          <p:nvPr/>
        </p:nvCxnSpPr>
        <p:spPr>
          <a:xfrm>
            <a:off x="5593052" y="4812030"/>
            <a:ext cx="273957" cy="0"/>
          </a:xfrm>
          <a:prstGeom prst="straightConnector1">
            <a:avLst/>
          </a:prstGeom>
          <a:noFill/>
          <a:ln cap="flat" cmpd="sng" w="38100">
            <a:solidFill>
              <a:srgbClr val="00C800"/>
            </a:solidFill>
            <a:prstDash val="solid"/>
            <a:miter lim="800000"/>
            <a:headEnd len="sm" w="sm" type="none"/>
            <a:tailEnd len="sm" w="sm" type="none"/>
          </a:ln>
        </p:spPr>
      </p:cxnSp>
      <p:cxnSp>
        <p:nvCxnSpPr>
          <p:cNvPr id="83" name="Google Shape;83;p10"/>
          <p:cNvCxnSpPr/>
          <p:nvPr/>
        </p:nvCxnSpPr>
        <p:spPr>
          <a:xfrm>
            <a:off x="861667" y="4804049"/>
            <a:ext cx="1948452" cy="0"/>
          </a:xfrm>
          <a:prstGeom prst="straightConnector1">
            <a:avLst/>
          </a:prstGeom>
          <a:noFill/>
          <a:ln cap="flat" cmpd="sng" w="38100">
            <a:solidFill>
              <a:srgbClr val="00C800"/>
            </a:solidFill>
            <a:prstDash val="solid"/>
            <a:miter lim="800000"/>
            <a:headEnd len="sm" w="sm" type="none"/>
            <a:tailEnd len="sm" w="sm" type="none"/>
          </a:ln>
        </p:spPr>
      </p:cxnSp>
      <p:sp>
        <p:nvSpPr>
          <p:cNvPr id="84" name="Google Shape;84;p10"/>
          <p:cNvSpPr/>
          <p:nvPr/>
        </p:nvSpPr>
        <p:spPr>
          <a:xfrm rot="2700000">
            <a:off x="5443368" y="4517933"/>
            <a:ext cx="588194" cy="588194"/>
          </a:xfrm>
          <a:prstGeom prst="plus">
            <a:avLst>
              <a:gd fmla="val 43856"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5" name="Google Shape;85;p10"/>
          <p:cNvCxnSpPr/>
          <p:nvPr/>
        </p:nvCxnSpPr>
        <p:spPr>
          <a:xfrm>
            <a:off x="1660676" y="1851660"/>
            <a:ext cx="1476333" cy="0"/>
          </a:xfrm>
          <a:prstGeom prst="straightConnector1">
            <a:avLst/>
          </a:prstGeom>
          <a:noFill/>
          <a:ln cap="flat" cmpd="sng" w="38100">
            <a:solidFill>
              <a:srgbClr val="00C800"/>
            </a:solidFill>
            <a:prstDash val="solid"/>
            <a:miter lim="800000"/>
            <a:headEnd len="sm" w="sm" type="none"/>
            <a:tailEnd len="sm" w="sm" type="none"/>
          </a:ln>
        </p:spPr>
      </p:cxnSp>
      <p:cxnSp>
        <p:nvCxnSpPr>
          <p:cNvPr id="86" name="Google Shape;86;p10"/>
          <p:cNvCxnSpPr/>
          <p:nvPr/>
        </p:nvCxnSpPr>
        <p:spPr>
          <a:xfrm>
            <a:off x="3137009" y="1834001"/>
            <a:ext cx="0" cy="1634490"/>
          </a:xfrm>
          <a:prstGeom prst="straightConnector1">
            <a:avLst/>
          </a:prstGeom>
          <a:noFill/>
          <a:ln cap="flat" cmpd="sng" w="38100">
            <a:solidFill>
              <a:srgbClr val="00C800"/>
            </a:solidFill>
            <a:prstDash val="solid"/>
            <a:miter lim="800000"/>
            <a:headEnd len="sm" w="sm" type="none"/>
            <a:tailEnd len="sm" w="sm" type="none"/>
          </a:ln>
        </p:spPr>
      </p:cxnSp>
      <p:sp>
        <p:nvSpPr>
          <p:cNvPr id="87" name="Google Shape;87;p10"/>
          <p:cNvSpPr/>
          <p:nvPr/>
        </p:nvSpPr>
        <p:spPr>
          <a:xfrm>
            <a:off x="2776543" y="3460813"/>
            <a:ext cx="732363" cy="732363"/>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88" name="Google Shape;88;p10"/>
          <p:cNvCxnSpPr/>
          <p:nvPr/>
        </p:nvCxnSpPr>
        <p:spPr>
          <a:xfrm>
            <a:off x="3518779" y="3826994"/>
            <a:ext cx="2126694" cy="1"/>
          </a:xfrm>
          <a:prstGeom prst="straightConnector1">
            <a:avLst/>
          </a:prstGeom>
          <a:noFill/>
          <a:ln cap="flat" cmpd="sng" w="38100">
            <a:solidFill>
              <a:srgbClr val="00C800"/>
            </a:solidFill>
            <a:prstDash val="solid"/>
            <a:miter lim="800000"/>
            <a:headEnd len="sm" w="sm" type="none"/>
            <a:tailEnd len="sm" w="sm" type="none"/>
          </a:ln>
        </p:spPr>
      </p:cxnSp>
      <p:sp>
        <p:nvSpPr>
          <p:cNvPr id="89" name="Google Shape;89;p10"/>
          <p:cNvSpPr/>
          <p:nvPr/>
        </p:nvSpPr>
        <p:spPr>
          <a:xfrm>
            <a:off x="5656903" y="3460813"/>
            <a:ext cx="732363" cy="732363"/>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10"/>
          <p:cNvSpPr/>
          <p:nvPr/>
        </p:nvSpPr>
        <p:spPr>
          <a:xfrm>
            <a:off x="2931795" y="4680071"/>
            <a:ext cx="217684" cy="217684"/>
          </a:xfrm>
          <a:prstGeom prst="ellips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 name="Google Shape;91;p10"/>
          <p:cNvSpPr/>
          <p:nvPr/>
        </p:nvSpPr>
        <p:spPr>
          <a:xfrm>
            <a:off x="3651885" y="4680071"/>
            <a:ext cx="217684" cy="217684"/>
          </a:xfrm>
          <a:prstGeom prst="ellips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 name="Google Shape;92;p10"/>
          <p:cNvSpPr/>
          <p:nvPr/>
        </p:nvSpPr>
        <p:spPr>
          <a:xfrm>
            <a:off x="4457700" y="4680071"/>
            <a:ext cx="217684" cy="217684"/>
          </a:xfrm>
          <a:prstGeom prst="ellips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3" name="Google Shape;93;p10"/>
          <p:cNvCxnSpPr/>
          <p:nvPr/>
        </p:nvCxnSpPr>
        <p:spPr>
          <a:xfrm>
            <a:off x="3934870" y="5486400"/>
            <a:ext cx="637130" cy="0"/>
          </a:xfrm>
          <a:prstGeom prst="straightConnector1">
            <a:avLst/>
          </a:prstGeom>
          <a:noFill/>
          <a:ln cap="flat" cmpd="sng" w="38100">
            <a:solidFill>
              <a:srgbClr val="00C800"/>
            </a:solidFill>
            <a:prstDash val="solid"/>
            <a:miter lim="800000"/>
            <a:headEnd len="sm" w="sm" type="none"/>
            <a:tailEnd len="sm" w="sm" type="none"/>
          </a:ln>
        </p:spPr>
      </p:cxnSp>
      <p:cxnSp>
        <p:nvCxnSpPr>
          <p:cNvPr id="94" name="Google Shape;94;p10"/>
          <p:cNvCxnSpPr/>
          <p:nvPr/>
        </p:nvCxnSpPr>
        <p:spPr>
          <a:xfrm>
            <a:off x="4572000" y="4823460"/>
            <a:ext cx="0" cy="680199"/>
          </a:xfrm>
          <a:prstGeom prst="straightConnector1">
            <a:avLst/>
          </a:prstGeom>
          <a:noFill/>
          <a:ln cap="flat" cmpd="sng" w="38100">
            <a:solidFill>
              <a:srgbClr val="00C800"/>
            </a:solidFill>
            <a:prstDash val="solid"/>
            <a:miter lim="800000"/>
            <a:headEnd len="sm" w="sm" type="none"/>
            <a:tailEnd len="sm" w="sm" type="none"/>
          </a:ln>
        </p:spPr>
      </p:cxnSp>
      <p:cxnSp>
        <p:nvCxnSpPr>
          <p:cNvPr id="95" name="Google Shape;95;p10"/>
          <p:cNvCxnSpPr/>
          <p:nvPr/>
        </p:nvCxnSpPr>
        <p:spPr>
          <a:xfrm>
            <a:off x="3863854" y="4782941"/>
            <a:ext cx="662426" cy="0"/>
          </a:xfrm>
          <a:prstGeom prst="straightConnector1">
            <a:avLst/>
          </a:prstGeom>
          <a:noFill/>
          <a:ln cap="flat" cmpd="sng" w="38100">
            <a:solidFill>
              <a:srgbClr val="00C800"/>
            </a:solidFill>
            <a:prstDash val="solid"/>
            <a:miter lim="800000"/>
            <a:headEnd len="sm" w="sm" type="none"/>
            <a:tailEnd len="sm" w="sm" type="none"/>
          </a:ln>
        </p:spPr>
      </p:cxnSp>
      <p:cxnSp>
        <p:nvCxnSpPr>
          <p:cNvPr id="96" name="Google Shape;96;p10"/>
          <p:cNvCxnSpPr/>
          <p:nvPr/>
        </p:nvCxnSpPr>
        <p:spPr>
          <a:xfrm>
            <a:off x="3115189" y="4788913"/>
            <a:ext cx="588131" cy="0"/>
          </a:xfrm>
          <a:prstGeom prst="straightConnector1">
            <a:avLst/>
          </a:prstGeom>
          <a:noFill/>
          <a:ln cap="flat" cmpd="sng" w="38100">
            <a:solidFill>
              <a:srgbClr val="00C800"/>
            </a:solidFill>
            <a:prstDash val="solid"/>
            <a:miter lim="800000"/>
            <a:headEnd len="sm" w="sm" type="none"/>
            <a:tailEnd len="sm" w="sm" type="none"/>
          </a:ln>
        </p:spPr>
      </p:cxnSp>
      <p:cxnSp>
        <p:nvCxnSpPr>
          <p:cNvPr id="97" name="Google Shape;97;p10"/>
          <p:cNvCxnSpPr/>
          <p:nvPr/>
        </p:nvCxnSpPr>
        <p:spPr>
          <a:xfrm rot="10800000">
            <a:off x="5369241" y="1268269"/>
            <a:ext cx="551499" cy="0"/>
          </a:xfrm>
          <a:prstGeom prst="straightConnector1">
            <a:avLst/>
          </a:prstGeom>
          <a:noFill/>
          <a:ln cap="flat" cmpd="sng" w="38100">
            <a:solidFill>
              <a:srgbClr val="00C800"/>
            </a:solidFill>
            <a:prstDash val="solid"/>
            <a:miter lim="800000"/>
            <a:headEnd len="sm" w="sm" type="none"/>
            <a:tailEnd len="sm" w="sm" type="none"/>
          </a:ln>
        </p:spPr>
      </p:cxnSp>
      <p:cxnSp>
        <p:nvCxnSpPr>
          <p:cNvPr id="98" name="Google Shape;98;p10"/>
          <p:cNvCxnSpPr/>
          <p:nvPr/>
        </p:nvCxnSpPr>
        <p:spPr>
          <a:xfrm>
            <a:off x="5377815" y="1251124"/>
            <a:ext cx="0" cy="3514672"/>
          </a:xfrm>
          <a:prstGeom prst="straightConnector1">
            <a:avLst/>
          </a:prstGeom>
          <a:noFill/>
          <a:ln cap="flat" cmpd="sng" w="38100">
            <a:solidFill>
              <a:srgbClr val="00C800"/>
            </a:solidFill>
            <a:prstDash val="solid"/>
            <a:miter lim="800000"/>
            <a:headEnd len="sm" w="sm" type="none"/>
            <a:tailEnd len="sm" w="sm" type="none"/>
          </a:ln>
        </p:spPr>
      </p:cxnSp>
      <p:sp>
        <p:nvSpPr>
          <p:cNvPr id="99" name="Google Shape;99;p10"/>
          <p:cNvSpPr/>
          <p:nvPr/>
        </p:nvSpPr>
        <p:spPr>
          <a:xfrm>
            <a:off x="5268973" y="4680071"/>
            <a:ext cx="217684" cy="217684"/>
          </a:xfrm>
          <a:prstGeom prst="ellips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0" name="Google Shape;100;p10"/>
          <p:cNvCxnSpPr/>
          <p:nvPr/>
        </p:nvCxnSpPr>
        <p:spPr>
          <a:xfrm rot="10800000">
            <a:off x="6532245" y="2466514"/>
            <a:ext cx="186690" cy="0"/>
          </a:xfrm>
          <a:prstGeom prst="straightConnector1">
            <a:avLst/>
          </a:prstGeom>
          <a:noFill/>
          <a:ln cap="flat" cmpd="sng" w="38100">
            <a:solidFill>
              <a:srgbClr val="00C800"/>
            </a:solidFill>
            <a:prstDash val="solid"/>
            <a:miter lim="800000"/>
            <a:headEnd len="sm" w="sm" type="none"/>
            <a:tailEnd len="sm" w="sm" type="none"/>
          </a:ln>
        </p:spPr>
      </p:cxnSp>
      <p:cxnSp>
        <p:nvCxnSpPr>
          <p:cNvPr id="101" name="Google Shape;101;p10"/>
          <p:cNvCxnSpPr/>
          <p:nvPr/>
        </p:nvCxnSpPr>
        <p:spPr>
          <a:xfrm>
            <a:off x="6524625" y="2449369"/>
            <a:ext cx="0" cy="2374091"/>
          </a:xfrm>
          <a:prstGeom prst="straightConnector1">
            <a:avLst/>
          </a:prstGeom>
          <a:noFill/>
          <a:ln cap="flat" cmpd="sng" w="38100">
            <a:solidFill>
              <a:srgbClr val="00C800"/>
            </a:solidFill>
            <a:prstDash val="solid"/>
            <a:miter lim="800000"/>
            <a:headEnd len="sm" w="sm" type="none"/>
            <a:tailEnd len="sm" w="sm" type="none"/>
          </a:ln>
        </p:spPr>
      </p:cxnSp>
      <p:cxnSp>
        <p:nvCxnSpPr>
          <p:cNvPr id="102" name="Google Shape;102;p10"/>
          <p:cNvCxnSpPr/>
          <p:nvPr/>
        </p:nvCxnSpPr>
        <p:spPr>
          <a:xfrm rot="10800000">
            <a:off x="6149340" y="4809287"/>
            <a:ext cx="388620" cy="0"/>
          </a:xfrm>
          <a:prstGeom prst="straightConnector1">
            <a:avLst/>
          </a:prstGeom>
          <a:noFill/>
          <a:ln cap="flat" cmpd="sng" w="38100">
            <a:solidFill>
              <a:srgbClr val="00C800"/>
            </a:solidFill>
            <a:prstDash val="solid"/>
            <a:miter lim="800000"/>
            <a:headEnd len="sm" w="sm" type="none"/>
            <a:tailEnd len="sm" w="sm" type="none"/>
          </a:ln>
        </p:spPr>
      </p:cxnSp>
      <p:sp>
        <p:nvSpPr>
          <p:cNvPr id="103" name="Google Shape;103;p10"/>
          <p:cNvSpPr/>
          <p:nvPr/>
        </p:nvSpPr>
        <p:spPr>
          <a:xfrm>
            <a:off x="5983092" y="4686973"/>
            <a:ext cx="217684" cy="217684"/>
          </a:xfrm>
          <a:prstGeom prst="ellips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4" name="Google Shape;104;p10"/>
          <p:cNvCxnSpPr/>
          <p:nvPr/>
        </p:nvCxnSpPr>
        <p:spPr>
          <a:xfrm rot="10800000">
            <a:off x="755650" y="1548765"/>
            <a:ext cx="353060" cy="0"/>
          </a:xfrm>
          <a:prstGeom prst="straightConnector1">
            <a:avLst/>
          </a:prstGeom>
          <a:noFill/>
          <a:ln cap="flat" cmpd="sng" w="38100">
            <a:solidFill>
              <a:srgbClr val="00C800"/>
            </a:solidFill>
            <a:prstDash val="solid"/>
            <a:miter lim="800000"/>
            <a:headEnd len="sm" w="sm" type="none"/>
            <a:tailEnd len="sm" w="sm" type="none"/>
          </a:ln>
        </p:spPr>
      </p:cxnSp>
      <p:cxnSp>
        <p:nvCxnSpPr>
          <p:cNvPr id="105" name="Google Shape;105;p10"/>
          <p:cNvCxnSpPr/>
          <p:nvPr/>
        </p:nvCxnSpPr>
        <p:spPr>
          <a:xfrm flipH="1">
            <a:off x="755647" y="1531620"/>
            <a:ext cx="3" cy="2376805"/>
          </a:xfrm>
          <a:prstGeom prst="straightConnector1">
            <a:avLst/>
          </a:prstGeom>
          <a:noFill/>
          <a:ln cap="flat" cmpd="sng" w="38100">
            <a:solidFill>
              <a:srgbClr val="00C800"/>
            </a:solidFill>
            <a:prstDash val="solid"/>
            <a:miter lim="800000"/>
            <a:headEnd len="sm" w="sm" type="none"/>
            <a:tailEnd len="sm" w="sm" type="none"/>
          </a:ln>
        </p:spPr>
      </p:cxnSp>
      <p:cxnSp>
        <p:nvCxnSpPr>
          <p:cNvPr id="106" name="Google Shape;106;p10"/>
          <p:cNvCxnSpPr/>
          <p:nvPr/>
        </p:nvCxnSpPr>
        <p:spPr>
          <a:xfrm rot="10800000">
            <a:off x="755650" y="3889375"/>
            <a:ext cx="2970271" cy="0"/>
          </a:xfrm>
          <a:prstGeom prst="straightConnector1">
            <a:avLst/>
          </a:prstGeom>
          <a:noFill/>
          <a:ln cap="flat" cmpd="sng" w="38100">
            <a:solidFill>
              <a:srgbClr val="00C800"/>
            </a:solidFill>
            <a:prstDash val="solid"/>
            <a:miter lim="800000"/>
            <a:headEnd len="sm" w="sm" type="none"/>
            <a:tailEnd len="sm" w="sm" type="none"/>
          </a:ln>
        </p:spPr>
      </p:cxnSp>
      <p:sp>
        <p:nvSpPr>
          <p:cNvPr id="107" name="Google Shape;107;p10"/>
          <p:cNvSpPr/>
          <p:nvPr/>
        </p:nvSpPr>
        <p:spPr>
          <a:xfrm>
            <a:off x="3737351" y="3073558"/>
            <a:ext cx="1625283" cy="1625283"/>
          </a:xfrm>
          <a:prstGeom prst="roundRect">
            <a:avLst>
              <a:gd fmla="val 10689"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08" name="Google Shape;108;p10"/>
          <p:cNvCxnSpPr/>
          <p:nvPr/>
        </p:nvCxnSpPr>
        <p:spPr>
          <a:xfrm>
            <a:off x="5006340" y="2886075"/>
            <a:ext cx="1771650" cy="0"/>
          </a:xfrm>
          <a:prstGeom prst="straightConnector1">
            <a:avLst/>
          </a:prstGeom>
          <a:noFill/>
          <a:ln cap="flat" cmpd="sng" w="38100">
            <a:solidFill>
              <a:srgbClr val="00C800"/>
            </a:solidFill>
            <a:prstDash val="solid"/>
            <a:miter lim="800000"/>
            <a:headEnd len="sm" w="sm" type="none"/>
            <a:tailEnd len="sm" w="sm" type="none"/>
          </a:ln>
        </p:spPr>
      </p:cxnSp>
      <p:sp>
        <p:nvSpPr>
          <p:cNvPr id="109" name="Google Shape;109;p10"/>
          <p:cNvSpPr/>
          <p:nvPr/>
        </p:nvSpPr>
        <p:spPr>
          <a:xfrm>
            <a:off x="4149090" y="2616359"/>
            <a:ext cx="857250" cy="549752"/>
          </a:xfrm>
          <a:prstGeom prst="roundRect">
            <a:avLst>
              <a:gd fmla="val 10689"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8"/>
                                        </p:tgtEl>
                                        <p:attrNameLst>
                                          <p:attrName>style.visibility</p:attrName>
                                        </p:attrNameLst>
                                      </p:cBhvr>
                                      <p:to>
                                        <p:strVal val="visible"/>
                                      </p:to>
                                    </p:set>
                                    <p:anim calcmode="lin" valueType="num">
                                      <p:cBhvr additive="base">
                                        <p:cTn dur="500"/>
                                        <p:tgtEl>
                                          <p:spTgt spid="68"/>
                                        </p:tgtEl>
                                        <p:attrNameLst>
                                          <p:attrName>ppt_w</p:attrName>
                                        </p:attrNameLst>
                                      </p:cBhvr>
                                      <p:tavLst>
                                        <p:tav fmla="" tm="0">
                                          <p:val>
                                            <p:strVal val="0"/>
                                          </p:val>
                                        </p:tav>
                                        <p:tav fmla="" tm="100000">
                                          <p:val>
                                            <p:strVal val="#ppt_w"/>
                                          </p:val>
                                        </p:tav>
                                      </p:tavLst>
                                    </p:anim>
                                    <p:anim calcmode="lin" valueType="num">
                                      <p:cBhvr additive="base">
                                        <p:cTn dur="500"/>
                                        <p:tgtEl>
                                          <p:spTgt spid="68"/>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9">
                                            <p:txEl>
                                              <p:pRg end="0" st="0"/>
                                            </p:txEl>
                                          </p:spTgt>
                                        </p:tgtEl>
                                        <p:attrNameLst>
                                          <p:attrName>style.visibility</p:attrName>
                                        </p:attrNameLst>
                                      </p:cBhvr>
                                      <p:to>
                                        <p:strVal val="visible"/>
                                      </p:to>
                                    </p:set>
                                    <p:animEffect filter="fade" transition="in">
                                      <p:cBhvr>
                                        <p:cTn dur="500"/>
                                        <p:tgtEl>
                                          <p:spTgt spid="5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9">
                                            <p:txEl>
                                              <p:pRg end="1" st="1"/>
                                            </p:txEl>
                                          </p:spTgt>
                                        </p:tgtEl>
                                        <p:attrNameLst>
                                          <p:attrName>style.visibility</p:attrName>
                                        </p:attrNameLst>
                                      </p:cBhvr>
                                      <p:to>
                                        <p:strVal val="visible"/>
                                      </p:to>
                                    </p:set>
                                    <p:animEffect filter="fade" transition="in">
                                      <p:cBhvr>
                                        <p:cTn dur="500"/>
                                        <p:tgtEl>
                                          <p:spTgt spid="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1"/>
                                        </p:tgtEl>
                                      </p:cBhvr>
                                    </p:animEffect>
                                    <p:set>
                                      <p:cBhvr>
                                        <p:cTn dur="1" fill="hold">
                                          <p:stCondLst>
                                            <p:cond delay="500"/>
                                          </p:stCondLst>
                                        </p:cTn>
                                        <p:tgtEl>
                                          <p:spTgt spid="71"/>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70"/>
                                        </p:tgtEl>
                                      </p:cBhvr>
                                    </p:animEffect>
                                    <p:set>
                                      <p:cBhvr>
                                        <p:cTn dur="1" fill="hold">
                                          <p:stCondLst>
                                            <p:cond delay="500"/>
                                          </p:stCondLst>
                                        </p:cTn>
                                        <p:tgtEl>
                                          <p:spTgt spid="70"/>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9"/>
                                        </p:tgtEl>
                                      </p:cBhvr>
                                    </p:animEffect>
                                    <p:set>
                                      <p:cBhvr>
                                        <p:cTn dur="1" fill="hold">
                                          <p:stCondLst>
                                            <p:cond delay="500"/>
                                          </p:stCondLst>
                                        </p:cTn>
                                        <p:tgtEl>
                                          <p:spTgt spid="69"/>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59">
                                            <p:txEl>
                                              <p:pRg end="0" st="0"/>
                                            </p:txEl>
                                          </p:spTgt>
                                        </p:tgtEl>
                                      </p:cBhvr>
                                    </p:animEffect>
                                    <p:set>
                                      <p:cBhvr>
                                        <p:cTn dur="1" fill="hold">
                                          <p:stCondLst>
                                            <p:cond delay="500"/>
                                          </p:stCondLst>
                                        </p:cTn>
                                        <p:tgtEl>
                                          <p:spTgt spid="59">
                                            <p:txEl>
                                              <p:pRg end="0" st="0"/>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59">
                                            <p:txEl>
                                              <p:pRg end="1" st="1"/>
                                            </p:txEl>
                                          </p:spTgt>
                                        </p:tgtEl>
                                      </p:cBhvr>
                                    </p:animEffect>
                                    <p:set>
                                      <p:cBhvr>
                                        <p:cTn dur="1" fill="hold">
                                          <p:stCondLst>
                                            <p:cond delay="500"/>
                                          </p:stCondLst>
                                        </p:cTn>
                                        <p:tgtEl>
                                          <p:spTgt spid="59">
                                            <p:txEl>
                                              <p:pRg end="1" st="1"/>
                                            </p:txEl>
                                          </p:spTgt>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62">
                                            <p:txEl>
                                              <p:pRg end="0" st="0"/>
                                            </p:txEl>
                                          </p:spTgt>
                                        </p:tgtEl>
                                        <p:attrNameLst>
                                          <p:attrName>style.visibility</p:attrName>
                                        </p:attrNameLst>
                                      </p:cBhvr>
                                      <p:to>
                                        <p:strVal val="visible"/>
                                      </p:to>
                                    </p:set>
                                    <p:animEffect filter="fade" transition="in">
                                      <p:cBhvr>
                                        <p:cTn dur="500"/>
                                        <p:tgtEl>
                                          <p:spTgt spid="62">
                                            <p:txEl>
                                              <p:pRg end="0" st="0"/>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2">
                                            <p:txEl>
                                              <p:pRg end="1" st="1"/>
                                            </p:txEl>
                                          </p:spTgt>
                                        </p:tgtEl>
                                        <p:attrNameLst>
                                          <p:attrName>style.visibility</p:attrName>
                                        </p:attrNameLst>
                                      </p:cBhvr>
                                      <p:to>
                                        <p:strVal val="visible"/>
                                      </p:to>
                                    </p:set>
                                    <p:animEffect filter="fade" transition="in">
                                      <p:cBhvr>
                                        <p:cTn dur="500"/>
                                        <p:tgtEl>
                                          <p:spTgt spid="62">
                                            <p:txEl>
                                              <p:pRg end="1" st="1"/>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62">
                                            <p:txEl>
                                              <p:pRg end="2" st="2"/>
                                            </p:txEl>
                                          </p:spTgt>
                                        </p:tgtEl>
                                        <p:attrNameLst>
                                          <p:attrName>style.visibility</p:attrName>
                                        </p:attrNameLst>
                                      </p:cBhvr>
                                      <p:to>
                                        <p:strVal val="visible"/>
                                      </p:to>
                                    </p:set>
                                    <p:animEffect filter="fade" transition="in">
                                      <p:cBhvr>
                                        <p:cTn dur="500"/>
                                        <p:tgtEl>
                                          <p:spTgt spid="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500"/>
                                        <p:tgtEl>
                                          <p:spTgt spid="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200"/>
                                        <p:tgtEl>
                                          <p:spTgt spid="79"/>
                                        </p:tgtEl>
                                      </p:cBhvr>
                                    </p:animEffect>
                                  </p:childTnLst>
                                </p:cTn>
                              </p:par>
                            </p:childTnLst>
                          </p:cTn>
                        </p:par>
                        <p:par>
                          <p:cTn fill="hold">
                            <p:stCondLst>
                              <p:cond delay="1700"/>
                            </p:stCondLst>
                            <p:childTnLst>
                              <p:par>
                                <p:cTn fill="hold" nodeType="after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500"/>
                                        <p:tgtEl>
                                          <p:spTgt spid="75"/>
                                        </p:tgtEl>
                                      </p:cBhvr>
                                    </p:animEffect>
                                  </p:childTnLst>
                                </p:cTn>
                              </p:par>
                            </p:childTnLst>
                          </p:cTn>
                        </p:par>
                        <p:par>
                          <p:cTn fill="hold">
                            <p:stCondLst>
                              <p:cond delay="2200"/>
                            </p:stCondLst>
                            <p:childTnLst>
                              <p:par>
                                <p:cTn fill="hold" nodeType="after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200"/>
                                        <p:tgtEl>
                                          <p:spTgt spid="80"/>
                                        </p:tgtEl>
                                      </p:cBhvr>
                                    </p:animEffect>
                                  </p:childTnLst>
                                </p:cTn>
                              </p:par>
                            </p:childTnLst>
                          </p:cTn>
                        </p:par>
                        <p:par>
                          <p:cTn fill="hold">
                            <p:stCondLst>
                              <p:cond delay="2400"/>
                            </p:stCondLst>
                            <p:childTnLst>
                              <p:par>
                                <p:cTn fill="hold" nodeType="after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childTnLst>
                          </p:cTn>
                        </p:par>
                        <p:par>
                          <p:cTn fill="hold">
                            <p:stCondLst>
                              <p:cond delay="2900"/>
                            </p:stCondLst>
                            <p:childTnLst>
                              <p:par>
                                <p:cTn fill="hold" nodeType="after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200"/>
                                        <p:tgtEl>
                                          <p:spTgt spid="81"/>
                                        </p:tgtEl>
                                      </p:cBhvr>
                                    </p:animEffect>
                                  </p:childTnLst>
                                </p:cTn>
                              </p:par>
                            </p:childTnLst>
                          </p:cTn>
                        </p:par>
                        <p:par>
                          <p:cTn fill="hold">
                            <p:stCondLst>
                              <p:cond delay="3100"/>
                            </p:stCondLst>
                            <p:childTnLst>
                              <p:par>
                                <p:cTn fill="hold" nodeType="after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childTnLst>
                          </p:cTn>
                        </p:par>
                        <p:par>
                          <p:cTn fill="hold">
                            <p:stCondLst>
                              <p:cond delay="3600"/>
                            </p:stCondLst>
                            <p:childTnLst>
                              <p:par>
                                <p:cTn fill="hold" nodeType="after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200"/>
                                        <p:tgtEl>
                                          <p:spTgt spid="82"/>
                                        </p:tgtEl>
                                      </p:cBhvr>
                                    </p:animEffect>
                                  </p:childTnLst>
                                </p:cTn>
                              </p:par>
                            </p:childTnLst>
                          </p:cTn>
                        </p:par>
                        <p:par>
                          <p:cTn fill="hold">
                            <p:stCondLst>
                              <p:cond delay="3800"/>
                            </p:stCondLst>
                            <p:childTnLst>
                              <p:par>
                                <p:cTn fill="hold" nodeType="after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
                                        <p:tgtEl>
                                          <p:spTgt spid="81"/>
                                        </p:tgtEl>
                                      </p:cBhvr>
                                    </p:animEffect>
                                    <p:set>
                                      <p:cBhvr>
                                        <p:cTn dur="1" fill="hold">
                                          <p:stCondLst>
                                            <p:cond delay="200"/>
                                          </p:stCondLst>
                                        </p:cTn>
                                        <p:tgtEl>
                                          <p:spTgt spid="81"/>
                                        </p:tgtEl>
                                        <p:attrNameLst>
                                          <p:attrName>style.visibility</p:attrName>
                                        </p:attrNameLst>
                                      </p:cBhvr>
                                      <p:to>
                                        <p:strVal val="hidden"/>
                                      </p:to>
                                    </p:set>
                                  </p:childTnLst>
                                </p:cTn>
                              </p:par>
                            </p:childTnLst>
                          </p:cTn>
                        </p:par>
                        <p:par>
                          <p:cTn fill="hold">
                            <p:stCondLst>
                              <p:cond delay="200"/>
                            </p:stCondLst>
                            <p:childTnLst>
                              <p:par>
                                <p:cTn fill="hold" nodeType="afterEffect" presetClass="exit" presetID="10" presetSubtype="0">
                                  <p:stCondLst>
                                    <p:cond delay="0"/>
                                  </p:stCondLst>
                                  <p:childTnLst>
                                    <p:animEffect filter="fade" transition="out">
                                      <p:cBhvr>
                                        <p:cTn dur="500"/>
                                        <p:tgtEl>
                                          <p:spTgt spid="76"/>
                                        </p:tgtEl>
                                      </p:cBhvr>
                                    </p:animEffect>
                                    <p:set>
                                      <p:cBhvr>
                                        <p:cTn dur="1" fill="hold">
                                          <p:stCondLst>
                                            <p:cond delay="500"/>
                                          </p:stCondLst>
                                        </p:cTn>
                                        <p:tgtEl>
                                          <p:spTgt spid="76"/>
                                        </p:tgtEl>
                                        <p:attrNameLst>
                                          <p:attrName>style.visibility</p:attrName>
                                        </p:attrNameLst>
                                      </p:cBhvr>
                                      <p:to>
                                        <p:strVal val="hidden"/>
                                      </p:to>
                                    </p:set>
                                  </p:childTnLst>
                                </p:cTn>
                              </p:par>
                            </p:childTnLst>
                          </p:cTn>
                        </p:par>
                        <p:par>
                          <p:cTn fill="hold">
                            <p:stCondLst>
                              <p:cond delay="700"/>
                            </p:stCondLst>
                            <p:childTnLst>
                              <p:par>
                                <p:cTn fill="hold" nodeType="afterEffect" presetClass="exit" presetID="10" presetSubtype="0">
                                  <p:stCondLst>
                                    <p:cond delay="0"/>
                                  </p:stCondLst>
                                  <p:childTnLst>
                                    <p:animEffect filter="fade" transition="out">
                                      <p:cBhvr>
                                        <p:cTn dur="200"/>
                                        <p:tgtEl>
                                          <p:spTgt spid="80"/>
                                        </p:tgtEl>
                                      </p:cBhvr>
                                    </p:animEffect>
                                    <p:set>
                                      <p:cBhvr>
                                        <p:cTn dur="1" fill="hold">
                                          <p:stCondLst>
                                            <p:cond delay="200"/>
                                          </p:stCondLst>
                                        </p:cTn>
                                        <p:tgtEl>
                                          <p:spTgt spid="80"/>
                                        </p:tgtEl>
                                        <p:attrNameLst>
                                          <p:attrName>style.visibility</p:attrName>
                                        </p:attrNameLst>
                                      </p:cBhvr>
                                      <p:to>
                                        <p:strVal val="hidden"/>
                                      </p:to>
                                    </p:set>
                                  </p:childTnLst>
                                </p:cTn>
                              </p:par>
                            </p:childTnLst>
                          </p:cTn>
                        </p:par>
                        <p:par>
                          <p:cTn fill="hold">
                            <p:stCondLst>
                              <p:cond delay="900"/>
                            </p:stCondLst>
                            <p:childTnLst>
                              <p:par>
                                <p:cTn fill="hold" nodeType="afterEffect" presetClass="exit" presetID="10" presetSubtype="0">
                                  <p:stCondLst>
                                    <p:cond delay="0"/>
                                  </p:stCondLst>
                                  <p:childTnLst>
                                    <p:animEffect filter="fade" transition="out">
                                      <p:cBhvr>
                                        <p:cTn dur="500"/>
                                        <p:tgtEl>
                                          <p:spTgt spid="75"/>
                                        </p:tgtEl>
                                      </p:cBhvr>
                                    </p:animEffect>
                                    <p:set>
                                      <p:cBhvr>
                                        <p:cTn dur="1" fill="hold">
                                          <p:stCondLst>
                                            <p:cond delay="500"/>
                                          </p:stCondLst>
                                        </p:cTn>
                                        <p:tgtEl>
                                          <p:spTgt spid="75"/>
                                        </p:tgtEl>
                                        <p:attrNameLst>
                                          <p:attrName>style.visibility</p:attrName>
                                        </p:attrNameLst>
                                      </p:cBhvr>
                                      <p:to>
                                        <p:strVal val="hidden"/>
                                      </p:to>
                                    </p:set>
                                  </p:childTnLst>
                                </p:cTn>
                              </p:par>
                            </p:childTnLst>
                          </p:cTn>
                        </p:par>
                        <p:par>
                          <p:cTn fill="hold">
                            <p:stCondLst>
                              <p:cond delay="1400"/>
                            </p:stCondLst>
                            <p:childTnLst>
                              <p:par>
                                <p:cTn fill="hold" nodeType="afterEffect" presetClass="exit" presetID="10" presetSubtype="0">
                                  <p:stCondLst>
                                    <p:cond delay="0"/>
                                  </p:stCondLst>
                                  <p:childTnLst>
                                    <p:animEffect filter="fade" transition="out">
                                      <p:cBhvr>
                                        <p:cTn dur="200"/>
                                        <p:tgtEl>
                                          <p:spTgt spid="79"/>
                                        </p:tgtEl>
                                      </p:cBhvr>
                                    </p:animEffect>
                                    <p:set>
                                      <p:cBhvr>
                                        <p:cTn dur="1" fill="hold">
                                          <p:stCondLst>
                                            <p:cond delay="200"/>
                                          </p:stCondLst>
                                        </p:cTn>
                                        <p:tgtEl>
                                          <p:spTgt spid="79"/>
                                        </p:tgtEl>
                                        <p:attrNameLst>
                                          <p:attrName>style.visibility</p:attrName>
                                        </p:attrNameLst>
                                      </p:cBhvr>
                                      <p:to>
                                        <p:strVal val="hidden"/>
                                      </p:to>
                                    </p:set>
                                  </p:childTnLst>
                                </p:cTn>
                              </p:par>
                            </p:childTnLst>
                          </p:cTn>
                        </p:par>
                        <p:par>
                          <p:cTn fill="hold">
                            <p:stCondLst>
                              <p:cond delay="1600"/>
                            </p:stCondLst>
                            <p:childTnLst>
                              <p:par>
                                <p:cTn fill="hold" nodeType="afterEffect" presetClass="exit" presetID="10" presetSubtype="0">
                                  <p:stCondLst>
                                    <p:cond delay="0"/>
                                  </p:stCondLst>
                                  <p:childTnLst>
                                    <p:animEffect filter="fade" transition="out">
                                      <p:cBhvr>
                                        <p:cTn dur="500"/>
                                        <p:tgtEl>
                                          <p:spTgt spid="74"/>
                                        </p:tgtEl>
                                      </p:cBhvr>
                                    </p:animEffect>
                                    <p:set>
                                      <p:cBhvr>
                                        <p:cTn dur="1" fill="hold">
                                          <p:stCondLst>
                                            <p:cond delay="500"/>
                                          </p:stCondLst>
                                        </p:cTn>
                                        <p:tgtEl>
                                          <p:spTgt spid="74"/>
                                        </p:tgtEl>
                                        <p:attrNameLst>
                                          <p:attrName>style.visibility</p:attrName>
                                        </p:attrNameLst>
                                      </p:cBhvr>
                                      <p:to>
                                        <p:strVal val="hidden"/>
                                      </p:to>
                                    </p:set>
                                  </p:childTnLst>
                                </p:cTn>
                              </p:par>
                            </p:childTnLst>
                          </p:cTn>
                        </p:par>
                        <p:par>
                          <p:cTn fill="hold">
                            <p:stCondLst>
                              <p:cond delay="2100"/>
                            </p:stCondLst>
                            <p:childTnLst>
                              <p:par>
                                <p:cTn fill="hold" nodeType="afterEffect" presetClass="exit" presetID="10" presetSubtype="0">
                                  <p:stCondLst>
                                    <p:cond delay="0"/>
                                  </p:stCondLst>
                                  <p:childTnLst>
                                    <p:animEffect filter="fade" transition="out">
                                      <p:cBhvr>
                                        <p:cTn dur="500"/>
                                        <p:tgtEl>
                                          <p:spTgt spid="83"/>
                                        </p:tgtEl>
                                      </p:cBhvr>
                                    </p:animEffect>
                                    <p:set>
                                      <p:cBhvr>
                                        <p:cTn dur="1" fill="hold">
                                          <p:stCondLst>
                                            <p:cond delay="500"/>
                                          </p:stCondLst>
                                        </p:cTn>
                                        <p:tgtEl>
                                          <p:spTgt spid="83"/>
                                        </p:tgtEl>
                                        <p:attrNameLst>
                                          <p:attrName>style.visibility</p:attrName>
                                        </p:attrNameLst>
                                      </p:cBhvr>
                                      <p:to>
                                        <p:strVal val="hidden"/>
                                      </p:to>
                                    </p:set>
                                  </p:childTnLst>
                                </p:cTn>
                              </p:par>
                            </p:childTnLst>
                          </p:cTn>
                        </p:par>
                        <p:par>
                          <p:cTn fill="hold">
                            <p:stCondLst>
                              <p:cond delay="2600"/>
                            </p:stCondLst>
                            <p:childTnLst>
                              <p:par>
                                <p:cTn fill="hold" nodeType="afterEffect" presetClass="exit" presetID="10" presetSubtype="0">
                                  <p:stCondLst>
                                    <p:cond delay="0"/>
                                  </p:stCondLst>
                                  <p:childTnLst>
                                    <p:animEffect filter="fade" transition="out">
                                      <p:cBhvr>
                                        <p:cTn dur="500"/>
                                        <p:tgtEl>
                                          <p:spTgt spid="73"/>
                                        </p:tgtEl>
                                      </p:cBhvr>
                                    </p:animEffect>
                                    <p:set>
                                      <p:cBhvr>
                                        <p:cTn dur="1" fill="hold">
                                          <p:stCondLst>
                                            <p:cond delay="500"/>
                                          </p:stCondLst>
                                        </p:cTn>
                                        <p:tgtEl>
                                          <p:spTgt spid="73"/>
                                        </p:tgtEl>
                                        <p:attrNameLst>
                                          <p:attrName>style.visibility</p:attrName>
                                        </p:attrNameLst>
                                      </p:cBhvr>
                                      <p:to>
                                        <p:strVal val="hidden"/>
                                      </p:to>
                                    </p:set>
                                  </p:childTnLst>
                                </p:cTn>
                              </p:par>
                            </p:childTnLst>
                          </p:cTn>
                        </p:par>
                        <p:par>
                          <p:cTn fill="hold">
                            <p:stCondLst>
                              <p:cond delay="3100"/>
                            </p:stCondLst>
                            <p:childTnLst>
                              <p:par>
                                <p:cTn fill="hold" nodeType="afterEffect" presetClass="exit" presetID="10" presetSubtype="0">
                                  <p:stCondLst>
                                    <p:cond delay="0"/>
                                  </p:stCondLst>
                                  <p:childTnLst>
                                    <p:animEffect filter="fade" transition="out">
                                      <p:cBhvr>
                                        <p:cTn dur="500"/>
                                        <p:tgtEl>
                                          <p:spTgt spid="62">
                                            <p:txEl>
                                              <p:pRg end="0" st="0"/>
                                            </p:txEl>
                                          </p:spTgt>
                                        </p:tgtEl>
                                      </p:cBhvr>
                                    </p:animEffect>
                                    <p:set>
                                      <p:cBhvr>
                                        <p:cTn dur="1" fill="hold">
                                          <p:stCondLst>
                                            <p:cond delay="500"/>
                                          </p:stCondLst>
                                        </p:cTn>
                                        <p:tgtEl>
                                          <p:spTgt spid="62">
                                            <p:txEl>
                                              <p:pRg end="0" st="0"/>
                                            </p:txEl>
                                          </p:spTgt>
                                        </p:tgtEl>
                                        <p:attrNameLst>
                                          <p:attrName>style.visibility</p:attrName>
                                        </p:attrNameLst>
                                      </p:cBhvr>
                                      <p:to>
                                        <p:strVal val="hidden"/>
                                      </p:to>
                                    </p:set>
                                  </p:childTnLst>
                                </p:cTn>
                              </p:par>
                            </p:childTnLst>
                          </p:cTn>
                        </p:par>
                        <p:par>
                          <p:cTn fill="hold">
                            <p:stCondLst>
                              <p:cond delay="3600"/>
                            </p:stCondLst>
                            <p:childTnLst>
                              <p:par>
                                <p:cTn fill="hold" nodeType="afterEffect" presetClass="exit" presetID="10" presetSubtype="0">
                                  <p:stCondLst>
                                    <p:cond delay="0"/>
                                  </p:stCondLst>
                                  <p:childTnLst>
                                    <p:animEffect filter="fade" transition="out">
                                      <p:cBhvr>
                                        <p:cTn dur="500"/>
                                        <p:tgtEl>
                                          <p:spTgt spid="62">
                                            <p:txEl>
                                              <p:pRg end="1" st="1"/>
                                            </p:txEl>
                                          </p:spTgt>
                                        </p:tgtEl>
                                      </p:cBhvr>
                                    </p:animEffect>
                                    <p:set>
                                      <p:cBhvr>
                                        <p:cTn dur="1" fill="hold">
                                          <p:stCondLst>
                                            <p:cond delay="500"/>
                                          </p:stCondLst>
                                        </p:cTn>
                                        <p:tgtEl>
                                          <p:spTgt spid="62">
                                            <p:txEl>
                                              <p:pRg end="1" st="1"/>
                                            </p:txEl>
                                          </p:spTgt>
                                        </p:tgtEl>
                                        <p:attrNameLst>
                                          <p:attrName>style.visibility</p:attrName>
                                        </p:attrNameLst>
                                      </p:cBhvr>
                                      <p:to>
                                        <p:strVal val="hidden"/>
                                      </p:to>
                                    </p:set>
                                  </p:childTnLst>
                                </p:cTn>
                              </p:par>
                            </p:childTnLst>
                          </p:cTn>
                        </p:par>
                        <p:par>
                          <p:cTn fill="hold">
                            <p:stCondLst>
                              <p:cond delay="4100"/>
                            </p:stCondLst>
                            <p:childTnLst>
                              <p:par>
                                <p:cTn fill="hold" nodeType="afterEffect" presetClass="exit" presetID="10" presetSubtype="0">
                                  <p:stCondLst>
                                    <p:cond delay="0"/>
                                  </p:stCondLst>
                                  <p:childTnLst>
                                    <p:animEffect filter="fade" transition="out">
                                      <p:cBhvr>
                                        <p:cTn dur="500"/>
                                        <p:tgtEl>
                                          <p:spTgt spid="62">
                                            <p:txEl>
                                              <p:pRg end="2" st="2"/>
                                            </p:txEl>
                                          </p:spTgt>
                                        </p:tgtEl>
                                      </p:cBhvr>
                                    </p:animEffect>
                                    <p:set>
                                      <p:cBhvr>
                                        <p:cTn dur="1" fill="hold">
                                          <p:stCondLst>
                                            <p:cond delay="500"/>
                                          </p:stCondLst>
                                        </p:cTn>
                                        <p:tgtEl>
                                          <p:spTgt spid="62">
                                            <p:txEl>
                                              <p:pRg end="2" st="2"/>
                                            </p:txEl>
                                          </p:spTgt>
                                        </p:tgtEl>
                                        <p:attrNameLst>
                                          <p:attrName>style.visibility</p:attrName>
                                        </p:attrNameLst>
                                      </p:cBhvr>
                                      <p:to>
                                        <p:strVal val="hidden"/>
                                      </p:to>
                                    </p:set>
                                  </p:childTnLst>
                                </p:cTn>
                              </p:par>
                            </p:childTnLst>
                          </p:cTn>
                        </p:par>
                        <p:par>
                          <p:cTn fill="hold">
                            <p:stCondLst>
                              <p:cond delay="4600"/>
                            </p:stCondLst>
                            <p:childTnLst>
                              <p:par>
                                <p:cTn fill="hold" nodeType="afterEffect" presetClass="entr" presetID="10" presetSubtype="0">
                                  <p:stCondLst>
                                    <p:cond delay="0"/>
                                  </p:stCondLst>
                                  <p:childTnLst>
                                    <p:set>
                                      <p:cBhvr>
                                        <p:cTn dur="1" fill="hold">
                                          <p:stCondLst>
                                            <p:cond delay="0"/>
                                          </p:stCondLst>
                                        </p:cTn>
                                        <p:tgtEl>
                                          <p:spTgt spid="72">
                                            <p:txEl>
                                              <p:pRg end="0" st="0"/>
                                            </p:txEl>
                                          </p:spTgt>
                                        </p:tgtEl>
                                        <p:attrNameLst>
                                          <p:attrName>style.visibility</p:attrName>
                                        </p:attrNameLst>
                                      </p:cBhvr>
                                      <p:to>
                                        <p:strVal val="visible"/>
                                      </p:to>
                                    </p:set>
                                    <p:animEffect filter="fade" transition="in">
                                      <p:cBhvr>
                                        <p:cTn dur="500"/>
                                        <p:tgtEl>
                                          <p:spTgt spid="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500"/>
                                        <p:tgtEl>
                                          <p:spTgt spid="84"/>
                                        </p:tgtEl>
                                        <p:attrNameLst>
                                          <p:attrName>ppt_w</p:attrName>
                                        </p:attrNameLst>
                                      </p:cBhvr>
                                      <p:tavLst>
                                        <p:tav fmla="" tm="0">
                                          <p:val>
                                            <p:strVal val="0"/>
                                          </p:val>
                                        </p:tav>
                                        <p:tav fmla="" tm="100000">
                                          <p:val>
                                            <p:strVal val="#ppt_w"/>
                                          </p:val>
                                        </p:tav>
                                      </p:tavLst>
                                    </p:anim>
                                    <p:anim calcmode="lin" valueType="num">
                                      <p:cBhvr additive="base">
                                        <p:cTn dur="500"/>
                                        <p:tgtEl>
                                          <p:spTgt spid="8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2">
                                            <p:txEl>
                                              <p:pRg end="0" st="0"/>
                                            </p:txEl>
                                          </p:spTgt>
                                        </p:tgtEl>
                                      </p:cBhvr>
                                    </p:animEffect>
                                    <p:set>
                                      <p:cBhvr>
                                        <p:cTn dur="1" fill="hold">
                                          <p:stCondLst>
                                            <p:cond delay="500"/>
                                          </p:stCondLst>
                                        </p:cTn>
                                        <p:tgtEl>
                                          <p:spTgt spid="72">
                                            <p:txEl>
                                              <p:pRg end="0" st="0"/>
                                            </p:txEl>
                                          </p:spTgt>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4"/>
                                        </p:tgtEl>
                                        <p:attrNameLst>
                                          <p:attrName>ppt_w</p:attrName>
                                        </p:attrNameLst>
                                      </p:cBhvr>
                                      <p:tavLst>
                                        <p:tav fmla="" tm="0">
                                          <p:val>
                                            <p:strVal val="#ppt_w"/>
                                          </p:val>
                                        </p:tav>
                                        <p:tav fmla="" tm="100000">
                                          <p:val>
                                            <p:strVal val="0"/>
                                          </p:val>
                                        </p:tav>
                                      </p:tavLst>
                                    </p:anim>
                                    <p:anim calcmode="lin" valueType="num">
                                      <p:cBhvr additive="base">
                                        <p:cTn dur="500"/>
                                        <p:tgtEl>
                                          <p:spTgt spid="84"/>
                                        </p:tgtEl>
                                        <p:attrNameLst>
                                          <p:attrName>ppt_h</p:attrName>
                                        </p:attrNameLst>
                                      </p:cBhvr>
                                      <p:tavLst>
                                        <p:tav fmla="" tm="0">
                                          <p:val>
                                            <p:strVal val="#ppt_h"/>
                                          </p:val>
                                        </p:tav>
                                        <p:tav fmla="" tm="100000">
                                          <p:val>
                                            <p:strVal val="0"/>
                                          </p:val>
                                        </p:tav>
                                      </p:tavLst>
                                    </p:anim>
                                    <p:set>
                                      <p:cBhvr>
                                        <p:cTn dur="1" fill="hold">
                                          <p:stCondLst>
                                            <p:cond delay="500"/>
                                          </p:stCondLst>
                                        </p:cTn>
                                        <p:tgtEl>
                                          <p:spTgt spid="8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8"/>
                                        </p:tgtEl>
                                      </p:cBhvr>
                                    </p:animEffect>
                                    <p:set>
                                      <p:cBhvr>
                                        <p:cTn dur="1" fill="hold">
                                          <p:stCondLst>
                                            <p:cond delay="500"/>
                                          </p:stCondLst>
                                        </p:cTn>
                                        <p:tgtEl>
                                          <p:spTgt spid="7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2"/>
                                        </p:tgtEl>
                                      </p:cBhvr>
                                    </p:animEffect>
                                    <p:set>
                                      <p:cBhvr>
                                        <p:cTn dur="1" fill="hold">
                                          <p:stCondLst>
                                            <p:cond delay="500"/>
                                          </p:stCondLst>
                                        </p:cTn>
                                        <p:tgtEl>
                                          <p:spTgt spid="8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7"/>
                                        </p:tgtEl>
                                      </p:cBhvr>
                                    </p:animEffect>
                                    <p:set>
                                      <p:cBhvr>
                                        <p:cTn dur="1" fill="hold">
                                          <p:stCondLst>
                                            <p:cond delay="500"/>
                                          </p:stCondLst>
                                        </p:cTn>
                                        <p:tgtEl>
                                          <p:spTgt spid="7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
                                            <p:txEl>
                                              <p:pRg end="0" st="0"/>
                                            </p:txEl>
                                          </p:spTgt>
                                        </p:tgtEl>
                                        <p:attrNameLst>
                                          <p:attrName>style.visibility</p:attrName>
                                        </p:attrNameLst>
                                      </p:cBhvr>
                                      <p:to>
                                        <p:strVal val="visible"/>
                                      </p:to>
                                    </p:set>
                                    <p:animEffect filter="fade" transition="in">
                                      <p:cBhvr>
                                        <p:cTn dur="500"/>
                                        <p:tgtEl>
                                          <p:spTgt spid="6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
                                            <p:txEl>
                                              <p:pRg end="1" st="1"/>
                                            </p:txEl>
                                          </p:spTgt>
                                        </p:tgtEl>
                                        <p:attrNameLst>
                                          <p:attrName>style.visibility</p:attrName>
                                        </p:attrNameLst>
                                      </p:cBhvr>
                                      <p:to>
                                        <p:strVal val="visible"/>
                                      </p:to>
                                    </p:set>
                                    <p:animEffect filter="fade" transition="in">
                                      <p:cBhvr>
                                        <p:cTn dur="500"/>
                                        <p:tgtEl>
                                          <p:spTgt spid="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500"/>
                                        <p:tgtEl>
                                          <p:spTgt spid="92"/>
                                        </p:tgtEl>
                                        <p:attrNameLst>
                                          <p:attrName>ppt_w</p:attrName>
                                        </p:attrNameLst>
                                      </p:cBhvr>
                                      <p:tavLst>
                                        <p:tav fmla="" tm="0">
                                          <p:val>
                                            <p:strVal val="0"/>
                                          </p:val>
                                        </p:tav>
                                        <p:tav fmla="" tm="100000">
                                          <p:val>
                                            <p:strVal val="#ppt_w"/>
                                          </p:val>
                                        </p:tav>
                                      </p:tavLst>
                                    </p:anim>
                                    <p:anim calcmode="lin" valueType="num">
                                      <p:cBhvr additive="base">
                                        <p:cTn dur="500"/>
                                        <p:tgtEl>
                                          <p:spTgt spid="92"/>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500"/>
                                        <p:tgtEl>
                                          <p:spTgt spid="91"/>
                                        </p:tgtEl>
                                        <p:attrNameLst>
                                          <p:attrName>ppt_w</p:attrName>
                                        </p:attrNameLst>
                                      </p:cBhvr>
                                      <p:tavLst>
                                        <p:tav fmla="" tm="0">
                                          <p:val>
                                            <p:strVal val="0"/>
                                          </p:val>
                                        </p:tav>
                                        <p:tav fmla="" tm="100000">
                                          <p:val>
                                            <p:strVal val="#ppt_w"/>
                                          </p:val>
                                        </p:tav>
                                      </p:tavLst>
                                    </p:anim>
                                    <p:anim calcmode="lin" valueType="num">
                                      <p:cBhvr additive="base">
                                        <p:cTn dur="500"/>
                                        <p:tgtEl>
                                          <p:spTgt spid="91"/>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500"/>
                                        <p:tgtEl>
                                          <p:spTgt spid="90"/>
                                        </p:tgtEl>
                                        <p:attrNameLst>
                                          <p:attrName>ppt_w</p:attrName>
                                        </p:attrNameLst>
                                      </p:cBhvr>
                                      <p:tavLst>
                                        <p:tav fmla="" tm="0">
                                          <p:val>
                                            <p:strVal val="0"/>
                                          </p:val>
                                        </p:tav>
                                        <p:tav fmla="" tm="100000">
                                          <p:val>
                                            <p:strVal val="#ppt_w"/>
                                          </p:val>
                                        </p:tav>
                                      </p:tavLst>
                                    </p:anim>
                                    <p:anim calcmode="lin" valueType="num">
                                      <p:cBhvr additive="base">
                                        <p:cTn dur="500"/>
                                        <p:tgtEl>
                                          <p:spTgt spid="9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animEffect filter="fade" transition="in">
                                      <p:cBhvr>
                                        <p:cTn dur="500"/>
                                        <p:tgtEl>
                                          <p:spTgt spid="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animEffect filter="fade" transition="in">
                                      <p:cBhvr>
                                        <p:cTn dur="500"/>
                                        <p:tgtEl>
                                          <p:spTgt spid="64">
                                            <p:txEl>
                                              <p:pRg end="1" st="1"/>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500"/>
                                        <p:tgtEl>
                                          <p:spTgt spid="99"/>
                                        </p:tgtEl>
                                        <p:attrNameLst>
                                          <p:attrName>ppt_w</p:attrName>
                                        </p:attrNameLst>
                                      </p:cBhvr>
                                      <p:tavLst>
                                        <p:tav fmla="" tm="0">
                                          <p:val>
                                            <p:strVal val="0"/>
                                          </p:val>
                                        </p:tav>
                                        <p:tav fmla="" tm="100000">
                                          <p:val>
                                            <p:strVal val="#ppt_w"/>
                                          </p:val>
                                        </p:tav>
                                      </p:tavLst>
                                    </p:anim>
                                    <p:anim calcmode="lin" valueType="num">
                                      <p:cBhvr additive="base">
                                        <p:cTn dur="500"/>
                                        <p:tgtEl>
                                          <p:spTgt spid="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animEffect filter="fade" transition="in">
                                      <p:cBhvr>
                                        <p:cTn dur="500"/>
                                        <p:tgtEl>
                                          <p:spTgt spid="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animEffect filter="fade" transition="in">
                                      <p:cBhvr>
                                        <p:cTn dur="500"/>
                                        <p:tgtEl>
                                          <p:spTgt spid="65">
                                            <p:txEl>
                                              <p:pRg end="1" st="1"/>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500"/>
                                        <p:tgtEl>
                                          <p:spTgt spid="103"/>
                                        </p:tgtEl>
                                        <p:attrNameLst>
                                          <p:attrName>ppt_w</p:attrName>
                                        </p:attrNameLst>
                                      </p:cBhvr>
                                      <p:tavLst>
                                        <p:tav fmla="" tm="0">
                                          <p:val>
                                            <p:strVal val="0"/>
                                          </p:val>
                                        </p:tav>
                                        <p:tav fmla="" tm="100000">
                                          <p:val>
                                            <p:strVal val="#ppt_w"/>
                                          </p:val>
                                        </p:tav>
                                      </p:tavLst>
                                    </p:anim>
                                    <p:anim calcmode="lin" valueType="num">
                                      <p:cBhvr additive="base">
                                        <p:cTn dur="500"/>
                                        <p:tgtEl>
                                          <p:spTgt spid="10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
                                            <p:txEl>
                                              <p:pRg end="0" st="0"/>
                                            </p:txEl>
                                          </p:spTgt>
                                        </p:tgtEl>
                                      </p:cBhvr>
                                    </p:animEffect>
                                    <p:set>
                                      <p:cBhvr>
                                        <p:cTn dur="1" fill="hold">
                                          <p:stCondLst>
                                            <p:cond delay="500"/>
                                          </p:stCondLst>
                                        </p:cTn>
                                        <p:tgtEl>
                                          <p:spTgt spid="66">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
                                            <p:txEl>
                                              <p:pRg end="1" st="1"/>
                                            </p:txEl>
                                          </p:spTgt>
                                        </p:tgtEl>
                                      </p:cBhvr>
                                    </p:animEffect>
                                    <p:set>
                                      <p:cBhvr>
                                        <p:cTn dur="1" fill="hold">
                                          <p:stCondLst>
                                            <p:cond delay="500"/>
                                          </p:stCondLst>
                                        </p:cTn>
                                        <p:tgtEl>
                                          <p:spTgt spid="66">
                                            <p:txEl>
                                              <p:pRg end="1" st="1"/>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4">
                                            <p:txEl>
                                              <p:pRg end="0" st="0"/>
                                            </p:txEl>
                                          </p:spTgt>
                                        </p:tgtEl>
                                      </p:cBhvr>
                                    </p:animEffect>
                                    <p:set>
                                      <p:cBhvr>
                                        <p:cTn dur="1" fill="hold">
                                          <p:stCondLst>
                                            <p:cond delay="500"/>
                                          </p:stCondLst>
                                        </p:cTn>
                                        <p:tgtEl>
                                          <p:spTgt spid="64">
                                            <p:txEl>
                                              <p:pRg end="0" st="0"/>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4">
                                            <p:txEl>
                                              <p:pRg end="1" st="1"/>
                                            </p:txEl>
                                          </p:spTgt>
                                        </p:tgtEl>
                                      </p:cBhvr>
                                    </p:animEffect>
                                    <p:set>
                                      <p:cBhvr>
                                        <p:cTn dur="1" fill="hold">
                                          <p:stCondLst>
                                            <p:cond delay="500"/>
                                          </p:stCondLst>
                                        </p:cTn>
                                        <p:tgtEl>
                                          <p:spTgt spid="64">
                                            <p:txEl>
                                              <p:pRg end="1" st="1"/>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
                                            <p:txEl>
                                              <p:pRg end="0" st="0"/>
                                            </p:txEl>
                                          </p:spTgt>
                                        </p:tgtEl>
                                      </p:cBhvr>
                                    </p:animEffect>
                                    <p:set>
                                      <p:cBhvr>
                                        <p:cTn dur="1" fill="hold">
                                          <p:stCondLst>
                                            <p:cond delay="500"/>
                                          </p:stCondLst>
                                        </p:cTn>
                                        <p:tgtEl>
                                          <p:spTgt spid="65">
                                            <p:txEl>
                                              <p:pRg end="0" st="0"/>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
                                            <p:txEl>
                                              <p:pRg end="1" st="1"/>
                                            </p:txEl>
                                          </p:spTgt>
                                        </p:tgtEl>
                                      </p:cBhvr>
                                    </p:animEffect>
                                    <p:set>
                                      <p:cBhvr>
                                        <p:cTn dur="1" fill="hold">
                                          <p:stCondLst>
                                            <p:cond delay="500"/>
                                          </p:stCondLst>
                                        </p:cTn>
                                        <p:tgtEl>
                                          <p:spTgt spid="65">
                                            <p:txEl>
                                              <p:pRg end="1" st="1"/>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3"/>
                                        </p:tgtEl>
                                      </p:cBhvr>
                                    </p:animEffect>
                                    <p:set>
                                      <p:cBhvr>
                                        <p:cTn dur="1" fill="hold">
                                          <p:stCondLst>
                                            <p:cond delay="500"/>
                                          </p:stCondLst>
                                        </p:cTn>
                                        <p:tgtEl>
                                          <p:spTgt spid="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4"/>
                                        </p:tgtEl>
                                      </p:cBhvr>
                                    </p:animEffect>
                                    <p:set>
                                      <p:cBhvr>
                                        <p:cTn dur="1" fill="hold">
                                          <p:stCondLst>
                                            <p:cond delay="500"/>
                                          </p:stCondLst>
                                        </p:cTn>
                                        <p:tgtEl>
                                          <p:spTgt spid="9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5"/>
                                        </p:tgtEl>
                                      </p:cBhvr>
                                    </p:animEffect>
                                    <p:set>
                                      <p:cBhvr>
                                        <p:cTn dur="1" fill="hold">
                                          <p:stCondLst>
                                            <p:cond delay="500"/>
                                          </p:stCondLst>
                                        </p:cTn>
                                        <p:tgtEl>
                                          <p:spTgt spid="9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6"/>
                                        </p:tgtEl>
                                      </p:cBhvr>
                                    </p:animEffect>
                                    <p:set>
                                      <p:cBhvr>
                                        <p:cTn dur="1" fill="hold">
                                          <p:stCondLst>
                                            <p:cond delay="500"/>
                                          </p:stCondLst>
                                        </p:cTn>
                                        <p:tgtEl>
                                          <p:spTgt spid="9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8"/>
                                        </p:tgtEl>
                                      </p:cBhvr>
                                    </p:animEffect>
                                    <p:set>
                                      <p:cBhvr>
                                        <p:cTn dur="1" fill="hold">
                                          <p:stCondLst>
                                            <p:cond delay="500"/>
                                          </p:stCondLst>
                                        </p:cTn>
                                        <p:tgtEl>
                                          <p:spTgt spid="9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02"/>
                                        </p:tgtEl>
                                      </p:cBhvr>
                                    </p:animEffect>
                                    <p:set>
                                      <p:cBhvr>
                                        <p:cTn dur="1" fill="hold">
                                          <p:stCondLst>
                                            <p:cond delay="500"/>
                                          </p:stCondLst>
                                        </p:cTn>
                                        <p:tgtEl>
                                          <p:spTgt spid="10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01"/>
                                        </p:tgtEl>
                                      </p:cBhvr>
                                    </p:animEffect>
                                    <p:set>
                                      <p:cBhvr>
                                        <p:cTn dur="1" fill="hold">
                                          <p:stCondLst>
                                            <p:cond delay="500"/>
                                          </p:stCondLst>
                                        </p:cTn>
                                        <p:tgtEl>
                                          <p:spTgt spid="10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00"/>
                                        </p:tgtEl>
                                      </p:cBhvr>
                                    </p:animEffect>
                                    <p:set>
                                      <p:cBhvr>
                                        <p:cTn dur="1" fill="hold">
                                          <p:stCondLst>
                                            <p:cond delay="500"/>
                                          </p:stCondLst>
                                        </p:cTn>
                                        <p:tgtEl>
                                          <p:spTgt spid="10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7"/>
                                        </p:tgtEl>
                                      </p:cBhvr>
                                    </p:animEffect>
                                    <p:set>
                                      <p:cBhvr>
                                        <p:cTn dur="1" fill="hold">
                                          <p:stCondLst>
                                            <p:cond delay="500"/>
                                          </p:stCondLst>
                                        </p:cTn>
                                        <p:tgtEl>
                                          <p:spTgt spid="97"/>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23" presetSubtype="32">
                                  <p:stCondLst>
                                    <p:cond delay="0"/>
                                  </p:stCondLst>
                                  <p:childTnLst>
                                    <p:anim calcmode="lin" valueType="num">
                                      <p:cBhvr additive="base">
                                        <p:cTn dur="500"/>
                                        <p:tgtEl>
                                          <p:spTgt spid="90"/>
                                        </p:tgtEl>
                                        <p:attrNameLst>
                                          <p:attrName>ppt_w</p:attrName>
                                        </p:attrNameLst>
                                      </p:cBhvr>
                                      <p:tavLst>
                                        <p:tav fmla="" tm="0">
                                          <p:val>
                                            <p:strVal val="#ppt_w"/>
                                          </p:val>
                                        </p:tav>
                                        <p:tav fmla="" tm="100000">
                                          <p:val>
                                            <p:strVal val="0"/>
                                          </p:val>
                                        </p:tav>
                                      </p:tavLst>
                                    </p:anim>
                                    <p:anim calcmode="lin" valueType="num">
                                      <p:cBhvr additive="base">
                                        <p:cTn dur="500"/>
                                        <p:tgtEl>
                                          <p:spTgt spid="90"/>
                                        </p:tgtEl>
                                        <p:attrNameLst>
                                          <p:attrName>ppt_h</p:attrName>
                                        </p:attrNameLst>
                                      </p:cBhvr>
                                      <p:tavLst>
                                        <p:tav fmla="" tm="0">
                                          <p:val>
                                            <p:strVal val="#ppt_h"/>
                                          </p:val>
                                        </p:tav>
                                        <p:tav fmla="" tm="100000">
                                          <p:val>
                                            <p:strVal val="0"/>
                                          </p:val>
                                        </p:tav>
                                      </p:tavLst>
                                    </p:anim>
                                    <p:set>
                                      <p:cBhvr>
                                        <p:cTn dur="1" fill="hold">
                                          <p:stCondLst>
                                            <p:cond delay="500"/>
                                          </p:stCondLst>
                                        </p:cTn>
                                        <p:tgtEl>
                                          <p:spTgt spid="9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91"/>
                                        </p:tgtEl>
                                        <p:attrNameLst>
                                          <p:attrName>ppt_w</p:attrName>
                                        </p:attrNameLst>
                                      </p:cBhvr>
                                      <p:tavLst>
                                        <p:tav fmla="" tm="0">
                                          <p:val>
                                            <p:strVal val="#ppt_w"/>
                                          </p:val>
                                        </p:tav>
                                        <p:tav fmla="" tm="100000">
                                          <p:val>
                                            <p:strVal val="0"/>
                                          </p:val>
                                        </p:tav>
                                      </p:tavLst>
                                    </p:anim>
                                    <p:anim calcmode="lin" valueType="num">
                                      <p:cBhvr additive="base">
                                        <p:cTn dur="500"/>
                                        <p:tgtEl>
                                          <p:spTgt spid="91"/>
                                        </p:tgtEl>
                                        <p:attrNameLst>
                                          <p:attrName>ppt_h</p:attrName>
                                        </p:attrNameLst>
                                      </p:cBhvr>
                                      <p:tavLst>
                                        <p:tav fmla="" tm="0">
                                          <p:val>
                                            <p:strVal val="#ppt_h"/>
                                          </p:val>
                                        </p:tav>
                                        <p:tav fmla="" tm="100000">
                                          <p:val>
                                            <p:strVal val="0"/>
                                          </p:val>
                                        </p:tav>
                                      </p:tavLst>
                                    </p:anim>
                                    <p:set>
                                      <p:cBhvr>
                                        <p:cTn dur="1" fill="hold">
                                          <p:stCondLst>
                                            <p:cond delay="500"/>
                                          </p:stCondLst>
                                        </p:cTn>
                                        <p:tgtEl>
                                          <p:spTgt spid="91"/>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92"/>
                                        </p:tgtEl>
                                        <p:attrNameLst>
                                          <p:attrName>ppt_w</p:attrName>
                                        </p:attrNameLst>
                                      </p:cBhvr>
                                      <p:tavLst>
                                        <p:tav fmla="" tm="0">
                                          <p:val>
                                            <p:strVal val="#ppt_w"/>
                                          </p:val>
                                        </p:tav>
                                        <p:tav fmla="" tm="100000">
                                          <p:val>
                                            <p:strVal val="0"/>
                                          </p:val>
                                        </p:tav>
                                      </p:tavLst>
                                    </p:anim>
                                    <p:anim calcmode="lin" valueType="num">
                                      <p:cBhvr additive="base">
                                        <p:cTn dur="500"/>
                                        <p:tgtEl>
                                          <p:spTgt spid="92"/>
                                        </p:tgtEl>
                                        <p:attrNameLst>
                                          <p:attrName>ppt_h</p:attrName>
                                        </p:attrNameLst>
                                      </p:cBhvr>
                                      <p:tavLst>
                                        <p:tav fmla="" tm="0">
                                          <p:val>
                                            <p:strVal val="#ppt_h"/>
                                          </p:val>
                                        </p:tav>
                                        <p:tav fmla="" tm="100000">
                                          <p:val>
                                            <p:strVal val="0"/>
                                          </p:val>
                                        </p:tav>
                                      </p:tavLst>
                                    </p:anim>
                                    <p:set>
                                      <p:cBhvr>
                                        <p:cTn dur="1" fill="hold">
                                          <p:stCondLst>
                                            <p:cond delay="500"/>
                                          </p:stCondLst>
                                        </p:cTn>
                                        <p:tgtEl>
                                          <p:spTgt spid="9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99"/>
                                        </p:tgtEl>
                                        <p:attrNameLst>
                                          <p:attrName>ppt_w</p:attrName>
                                        </p:attrNameLst>
                                      </p:cBhvr>
                                      <p:tavLst>
                                        <p:tav fmla="" tm="0">
                                          <p:val>
                                            <p:strVal val="#ppt_w"/>
                                          </p:val>
                                        </p:tav>
                                        <p:tav fmla="" tm="100000">
                                          <p:val>
                                            <p:strVal val="0"/>
                                          </p:val>
                                        </p:tav>
                                      </p:tavLst>
                                    </p:anim>
                                    <p:anim calcmode="lin" valueType="num">
                                      <p:cBhvr additive="base">
                                        <p:cTn dur="500"/>
                                        <p:tgtEl>
                                          <p:spTgt spid="99"/>
                                        </p:tgtEl>
                                        <p:attrNameLst>
                                          <p:attrName>ppt_h</p:attrName>
                                        </p:attrNameLst>
                                      </p:cBhvr>
                                      <p:tavLst>
                                        <p:tav fmla="" tm="0">
                                          <p:val>
                                            <p:strVal val="#ppt_h"/>
                                          </p:val>
                                        </p:tav>
                                        <p:tav fmla="" tm="100000">
                                          <p:val>
                                            <p:strVal val="0"/>
                                          </p:val>
                                        </p:tav>
                                      </p:tavLst>
                                    </p:anim>
                                    <p:set>
                                      <p:cBhvr>
                                        <p:cTn dur="1" fill="hold">
                                          <p:stCondLst>
                                            <p:cond delay="500"/>
                                          </p:stCondLst>
                                        </p:cTn>
                                        <p:tgtEl>
                                          <p:spTgt spid="99"/>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03"/>
                                        </p:tgtEl>
                                        <p:attrNameLst>
                                          <p:attrName>ppt_w</p:attrName>
                                        </p:attrNameLst>
                                      </p:cBhvr>
                                      <p:tavLst>
                                        <p:tav fmla="" tm="0">
                                          <p:val>
                                            <p:strVal val="#ppt_w"/>
                                          </p:val>
                                        </p:tav>
                                        <p:tav fmla="" tm="100000">
                                          <p:val>
                                            <p:strVal val="0"/>
                                          </p:val>
                                        </p:tav>
                                      </p:tavLst>
                                    </p:anim>
                                    <p:anim calcmode="lin" valueType="num">
                                      <p:cBhvr additive="base">
                                        <p:cTn dur="500"/>
                                        <p:tgtEl>
                                          <p:spTgt spid="103"/>
                                        </p:tgtEl>
                                        <p:attrNameLst>
                                          <p:attrName>ppt_h</p:attrName>
                                        </p:attrNameLst>
                                      </p:cBhvr>
                                      <p:tavLst>
                                        <p:tav fmla="" tm="0">
                                          <p:val>
                                            <p:strVal val="#ppt_h"/>
                                          </p:val>
                                        </p:tav>
                                        <p:tav fmla="" tm="100000">
                                          <p:val>
                                            <p:strVal val="0"/>
                                          </p:val>
                                        </p:tav>
                                      </p:tavLst>
                                    </p:anim>
                                    <p:set>
                                      <p:cBhvr>
                                        <p:cTn dur="1" fill="hold">
                                          <p:stCondLst>
                                            <p:cond delay="500"/>
                                          </p:stCondLst>
                                        </p:cTn>
                                        <p:tgtEl>
                                          <p:spTgt spid="103"/>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
                                            <p:txEl>
                                              <p:pRg end="0" st="0"/>
                                            </p:txEl>
                                          </p:spTgt>
                                        </p:tgtEl>
                                        <p:attrNameLst>
                                          <p:attrName>style.visibility</p:attrName>
                                        </p:attrNameLst>
                                      </p:cBhvr>
                                      <p:to>
                                        <p:strVal val="visible"/>
                                      </p:to>
                                    </p:set>
                                    <p:animEffect filter="fade" transition="in">
                                      <p:cBhvr>
                                        <p:cTn dur="500"/>
                                        <p:tgtEl>
                                          <p:spTgt spid="60">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0">
                                            <p:txEl>
                                              <p:pRg end="1" st="1"/>
                                            </p:txEl>
                                          </p:spTgt>
                                        </p:tgtEl>
                                        <p:attrNameLst>
                                          <p:attrName>style.visibility</p:attrName>
                                        </p:attrNameLst>
                                      </p:cBhvr>
                                      <p:to>
                                        <p:strVal val="visible"/>
                                      </p:to>
                                    </p:set>
                                    <p:animEffect filter="fade" transition="in">
                                      <p:cBhvr>
                                        <p:cTn dur="500"/>
                                        <p:tgtEl>
                                          <p:spTgt spid="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9"/>
                                        </p:tgtEl>
                                      </p:cBhvr>
                                    </p:animEffect>
                                    <p:set>
                                      <p:cBhvr>
                                        <p:cTn dur="1" fill="hold">
                                          <p:stCondLst>
                                            <p:cond delay="500"/>
                                          </p:stCondLst>
                                        </p:cTn>
                                        <p:tgtEl>
                                          <p:spTgt spid="89"/>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8"/>
                                        </p:tgtEl>
                                      </p:cBhvr>
                                    </p:animEffect>
                                    <p:set>
                                      <p:cBhvr>
                                        <p:cTn dur="1" fill="hold">
                                          <p:stCondLst>
                                            <p:cond delay="500"/>
                                          </p:stCondLst>
                                        </p:cTn>
                                        <p:tgtEl>
                                          <p:spTgt spid="8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87"/>
                                        </p:tgtEl>
                                      </p:cBhvr>
                                    </p:animEffect>
                                    <p:set>
                                      <p:cBhvr>
                                        <p:cTn dur="1" fill="hold">
                                          <p:stCondLst>
                                            <p:cond delay="500"/>
                                          </p:stCondLst>
                                        </p:cTn>
                                        <p:tgtEl>
                                          <p:spTgt spid="87"/>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86"/>
                                        </p:tgtEl>
                                      </p:cBhvr>
                                    </p:animEffect>
                                    <p:set>
                                      <p:cBhvr>
                                        <p:cTn dur="1" fill="hold">
                                          <p:stCondLst>
                                            <p:cond delay="500"/>
                                          </p:stCondLst>
                                        </p:cTn>
                                        <p:tgtEl>
                                          <p:spTgt spid="86"/>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85"/>
                                        </p:tgtEl>
                                      </p:cBhvr>
                                    </p:animEffect>
                                    <p:set>
                                      <p:cBhvr>
                                        <p:cTn dur="1" fill="hold">
                                          <p:stCondLst>
                                            <p:cond delay="500"/>
                                          </p:stCondLst>
                                        </p:cTn>
                                        <p:tgtEl>
                                          <p:spTgt spid="85"/>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0">
                                            <p:txEl>
                                              <p:pRg end="0" st="0"/>
                                            </p:txEl>
                                          </p:spTgt>
                                        </p:tgtEl>
                                      </p:cBhvr>
                                    </p:animEffect>
                                    <p:set>
                                      <p:cBhvr>
                                        <p:cTn dur="1" fill="hold">
                                          <p:stCondLst>
                                            <p:cond delay="500"/>
                                          </p:stCondLst>
                                        </p:cTn>
                                        <p:tgtEl>
                                          <p:spTgt spid="60">
                                            <p:txEl>
                                              <p:pRg end="0" st="0"/>
                                            </p:txEl>
                                          </p:spTgt>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60">
                                            <p:txEl>
                                              <p:pRg end="1" st="1"/>
                                            </p:txEl>
                                          </p:spTgt>
                                        </p:tgtEl>
                                      </p:cBhvr>
                                    </p:animEffect>
                                    <p:set>
                                      <p:cBhvr>
                                        <p:cTn dur="1" fill="hold">
                                          <p:stCondLst>
                                            <p:cond delay="500"/>
                                          </p:stCondLst>
                                        </p:cTn>
                                        <p:tgtEl>
                                          <p:spTgt spid="60">
                                            <p:txEl>
                                              <p:pRg end="1" st="1"/>
                                            </p:txEl>
                                          </p:spTgt>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Effect filter="fade" transition="in">
                                      <p:cBhvr>
                                        <p:cTn dur="500"/>
                                        <p:tgtEl>
                                          <p:spTgt spid="61">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Effect filter="fade" transition="in">
                                      <p:cBhvr>
                                        <p:cTn dur="500"/>
                                        <p:tgtEl>
                                          <p:spTgt spid="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7"/>
                                        </p:tgtEl>
                                      </p:cBhvr>
                                    </p:animEffect>
                                    <p:set>
                                      <p:cBhvr>
                                        <p:cTn dur="1" fill="hold">
                                          <p:stCondLst>
                                            <p:cond delay="500"/>
                                          </p:stCondLst>
                                        </p:cTn>
                                        <p:tgtEl>
                                          <p:spTgt spid="107"/>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06"/>
                                        </p:tgtEl>
                                      </p:cBhvr>
                                    </p:animEffect>
                                    <p:set>
                                      <p:cBhvr>
                                        <p:cTn dur="1" fill="hold">
                                          <p:stCondLst>
                                            <p:cond delay="500"/>
                                          </p:stCondLst>
                                        </p:cTn>
                                        <p:tgtEl>
                                          <p:spTgt spid="106"/>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05"/>
                                        </p:tgtEl>
                                      </p:cBhvr>
                                    </p:animEffect>
                                    <p:set>
                                      <p:cBhvr>
                                        <p:cTn dur="1" fill="hold">
                                          <p:stCondLst>
                                            <p:cond delay="500"/>
                                          </p:stCondLst>
                                        </p:cTn>
                                        <p:tgtEl>
                                          <p:spTgt spid="105"/>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04"/>
                                        </p:tgtEl>
                                      </p:cBhvr>
                                    </p:animEffect>
                                    <p:set>
                                      <p:cBhvr>
                                        <p:cTn dur="1" fill="hold">
                                          <p:stCondLst>
                                            <p:cond delay="500"/>
                                          </p:stCondLst>
                                        </p:cTn>
                                        <p:tgtEl>
                                          <p:spTgt spid="104"/>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61">
                                            <p:txEl>
                                              <p:pRg end="0" st="0"/>
                                            </p:txEl>
                                          </p:spTgt>
                                        </p:tgtEl>
                                      </p:cBhvr>
                                    </p:animEffect>
                                    <p:set>
                                      <p:cBhvr>
                                        <p:cTn dur="1" fill="hold">
                                          <p:stCondLst>
                                            <p:cond delay="500"/>
                                          </p:stCondLst>
                                        </p:cTn>
                                        <p:tgtEl>
                                          <p:spTgt spid="61">
                                            <p:txEl>
                                              <p:pRg end="0" st="0"/>
                                            </p:txEl>
                                          </p:spTgt>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1">
                                            <p:txEl>
                                              <p:pRg end="1" st="1"/>
                                            </p:txEl>
                                          </p:spTgt>
                                        </p:tgtEl>
                                      </p:cBhvr>
                                    </p:animEffect>
                                    <p:set>
                                      <p:cBhvr>
                                        <p:cTn dur="1" fill="hold">
                                          <p:stCondLst>
                                            <p:cond delay="500"/>
                                          </p:stCondLst>
                                        </p:cTn>
                                        <p:tgtEl>
                                          <p:spTgt spid="61">
                                            <p:txEl>
                                              <p:pRg end="1" st="1"/>
                                            </p:txEl>
                                          </p:spTgt>
                                        </p:tgtEl>
                                        <p:attrNameLst>
                                          <p:attrName>style.visibility</p:attrName>
                                        </p:attrNameLst>
                                      </p:cBhvr>
                                      <p:to>
                                        <p:strVal val="hidden"/>
                                      </p:to>
                                    </p:se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3">
                                            <p:txEl>
                                              <p:pRg end="0" st="0"/>
                                            </p:txEl>
                                          </p:spTgt>
                                        </p:tgtEl>
                                        <p:attrNameLst>
                                          <p:attrName>style.visibility</p:attrName>
                                        </p:attrNameLst>
                                      </p:cBhvr>
                                      <p:to>
                                        <p:strVal val="visible"/>
                                      </p:to>
                                    </p:set>
                                    <p:animEffect filter="fade" transition="in">
                                      <p:cBhvr>
                                        <p:cTn dur="500"/>
                                        <p:tgtEl>
                                          <p:spTgt spid="63">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63">
                                            <p:txEl>
                                              <p:pRg end="1" st="1"/>
                                            </p:txEl>
                                          </p:spTgt>
                                        </p:tgtEl>
                                        <p:attrNameLst>
                                          <p:attrName>style.visibility</p:attrName>
                                        </p:attrNameLst>
                                      </p:cBhvr>
                                      <p:to>
                                        <p:strVal val="visible"/>
                                      </p:to>
                                    </p:set>
                                    <p:animEffect filter="fade" transition="in">
                                      <p:cBhvr>
                                        <p:cTn dur="500"/>
                                        <p:tgtEl>
                                          <p:spTgt spid="63">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9"/>
                                        </p:tgtEl>
                                      </p:cBhvr>
                                    </p:animEffect>
                                    <p:set>
                                      <p:cBhvr>
                                        <p:cTn dur="1" fill="hold">
                                          <p:stCondLst>
                                            <p:cond delay="500"/>
                                          </p:stCondLst>
                                        </p:cTn>
                                        <p:tgtEl>
                                          <p:spTgt spid="109"/>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08"/>
                                        </p:tgtEl>
                                      </p:cBhvr>
                                    </p:animEffect>
                                    <p:set>
                                      <p:cBhvr>
                                        <p:cTn dur="1" fill="hold">
                                          <p:stCondLst>
                                            <p:cond delay="500"/>
                                          </p:stCondLst>
                                        </p:cTn>
                                        <p:tgtEl>
                                          <p:spTgt spid="10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3">
                                            <p:txEl>
                                              <p:pRg end="0" st="0"/>
                                            </p:txEl>
                                          </p:spTgt>
                                        </p:tgtEl>
                                      </p:cBhvr>
                                    </p:animEffect>
                                    <p:set>
                                      <p:cBhvr>
                                        <p:cTn dur="1" fill="hold">
                                          <p:stCondLst>
                                            <p:cond delay="500"/>
                                          </p:stCondLst>
                                        </p:cTn>
                                        <p:tgtEl>
                                          <p:spTgt spid="63">
                                            <p:txEl>
                                              <p:pRg end="0" st="0"/>
                                            </p:txEl>
                                          </p:spTgt>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63">
                                            <p:txEl>
                                              <p:pRg end="1" st="1"/>
                                            </p:txEl>
                                          </p:spTgt>
                                        </p:tgtEl>
                                      </p:cBhvr>
                                    </p:animEffect>
                                    <p:set>
                                      <p:cBhvr>
                                        <p:cTn dur="1" fill="hold">
                                          <p:stCondLst>
                                            <p:cond delay="500"/>
                                          </p:stCondLst>
                                        </p:cTn>
                                        <p:tgtEl>
                                          <p:spTgt spid="63">
                                            <p:txEl>
                                              <p:pRg end="1" st="1"/>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C800"/>
        </a:solidFill>
      </p:bgPr>
    </p:bg>
    <p:spTree>
      <p:nvGrpSpPr>
        <p:cNvPr id="113" name="Shape 113"/>
        <p:cNvGrpSpPr/>
        <p:nvPr/>
      </p:nvGrpSpPr>
      <p:grpSpPr>
        <a:xfrm>
          <a:off x="0" y="0"/>
          <a:ext cx="0" cy="0"/>
          <a:chOff x="0" y="0"/>
          <a:chExt cx="0" cy="0"/>
        </a:xfrm>
      </p:grpSpPr>
      <p:sp>
        <p:nvSpPr>
          <p:cNvPr id="114" name="Google Shape;114;p11"/>
          <p:cNvSpPr txBox="1"/>
          <p:nvPr/>
        </p:nvSpPr>
        <p:spPr>
          <a:xfrm>
            <a:off x="755647" y="738107"/>
            <a:ext cx="3639188"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00C800"/>
              </a:buClr>
              <a:buSzPts val="2400"/>
              <a:buFont typeface="Arial"/>
              <a:buNone/>
            </a:pPr>
            <a:r>
              <a:rPr b="1" lang="en-GB" sz="2400">
                <a:solidFill>
                  <a:srgbClr val="00C800"/>
                </a:solidFill>
                <a:latin typeface="Arial"/>
                <a:ea typeface="Arial"/>
                <a:cs typeface="Arial"/>
                <a:sym typeface="Arial"/>
              </a:rPr>
              <a:t>Parts of a BBC micro:bit</a:t>
            </a:r>
            <a:endParaRPr b="1" sz="2400">
              <a:solidFill>
                <a:srgbClr val="00C800"/>
              </a:solidFill>
              <a:latin typeface="Arial"/>
              <a:ea typeface="Arial"/>
              <a:cs typeface="Arial"/>
              <a:sym typeface="Arial"/>
            </a:endParaRPr>
          </a:p>
        </p:txBody>
      </p:sp>
      <p:pic>
        <p:nvPicPr>
          <p:cNvPr id="115" name="Google Shape;115;p11"/>
          <p:cNvPicPr preferRelativeResize="0"/>
          <p:nvPr/>
        </p:nvPicPr>
        <p:blipFill rotWithShape="1">
          <a:blip r:embed="rId3">
            <a:alphaModFix/>
          </a:blip>
          <a:srcRect b="0" l="0" r="0" t="0"/>
          <a:stretch/>
        </p:blipFill>
        <p:spPr>
          <a:xfrm>
            <a:off x="2752405" y="2304520"/>
            <a:ext cx="3639187" cy="2938643"/>
          </a:xfrm>
          <a:prstGeom prst="rect">
            <a:avLst/>
          </a:prstGeom>
          <a:noFill/>
          <a:ln>
            <a:noFill/>
          </a:ln>
        </p:spPr>
      </p:pic>
      <p:sp>
        <p:nvSpPr>
          <p:cNvPr id="116" name="Google Shape;116;p11"/>
          <p:cNvSpPr/>
          <p:nvPr/>
        </p:nvSpPr>
        <p:spPr>
          <a:xfrm>
            <a:off x="755650" y="1482396"/>
            <a:ext cx="1753235" cy="22775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Radio and Bluetooth</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The micro:bit can communicate wirelessly with other micro:bits using radio waves. Tablets can also connect to the micro:bit wirelessly via Bluetooth.</a:t>
            </a:r>
            <a:endParaRPr/>
          </a:p>
        </p:txBody>
      </p:sp>
      <p:cxnSp>
        <p:nvCxnSpPr>
          <p:cNvPr id="117" name="Google Shape;117;p11"/>
          <p:cNvCxnSpPr/>
          <p:nvPr/>
        </p:nvCxnSpPr>
        <p:spPr>
          <a:xfrm>
            <a:off x="1909445" y="1636395"/>
            <a:ext cx="1175385" cy="0"/>
          </a:xfrm>
          <a:prstGeom prst="straightConnector1">
            <a:avLst/>
          </a:prstGeom>
          <a:noFill/>
          <a:ln cap="flat" cmpd="sng" w="38100">
            <a:solidFill>
              <a:srgbClr val="00C800"/>
            </a:solidFill>
            <a:prstDash val="solid"/>
            <a:miter lim="800000"/>
            <a:headEnd len="sm" w="sm" type="none"/>
            <a:tailEnd len="sm" w="sm" type="none"/>
          </a:ln>
        </p:spPr>
      </p:cxnSp>
      <p:cxnSp>
        <p:nvCxnSpPr>
          <p:cNvPr id="118" name="Google Shape;118;p11"/>
          <p:cNvCxnSpPr>
            <a:endCxn id="119" idx="0"/>
          </p:cNvCxnSpPr>
          <p:nvPr/>
        </p:nvCxnSpPr>
        <p:spPr>
          <a:xfrm>
            <a:off x="3067587" y="1625581"/>
            <a:ext cx="2100" cy="1045800"/>
          </a:xfrm>
          <a:prstGeom prst="straightConnector1">
            <a:avLst/>
          </a:prstGeom>
          <a:noFill/>
          <a:ln cap="flat" cmpd="sng" w="38100">
            <a:solidFill>
              <a:srgbClr val="00C800"/>
            </a:solidFill>
            <a:prstDash val="solid"/>
            <a:miter lim="800000"/>
            <a:headEnd len="sm" w="sm" type="none"/>
            <a:tailEnd len="sm" w="sm" type="none"/>
          </a:ln>
        </p:spPr>
      </p:cxnSp>
      <p:sp>
        <p:nvSpPr>
          <p:cNvPr id="119" name="Google Shape;119;p11"/>
          <p:cNvSpPr/>
          <p:nvPr/>
        </p:nvSpPr>
        <p:spPr>
          <a:xfrm rot="-2608010">
            <a:off x="2623990" y="2607125"/>
            <a:ext cx="1213781" cy="468630"/>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11"/>
          <p:cNvSpPr/>
          <p:nvPr/>
        </p:nvSpPr>
        <p:spPr>
          <a:xfrm>
            <a:off x="763221" y="1482396"/>
            <a:ext cx="1753236" cy="32932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Processor</a:t>
            </a:r>
            <a:endParaRPr b="1" sz="1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micro:bit contains a </a:t>
            </a:r>
            <a:r>
              <a:rPr b="1" lang="en-GB" sz="1400">
                <a:solidFill>
                  <a:schemeClr val="dk1"/>
                </a:solidFill>
                <a:latin typeface="Arial"/>
                <a:ea typeface="Arial"/>
                <a:cs typeface="Arial"/>
                <a:sym typeface="Arial"/>
              </a:rPr>
              <a:t>microprocessor</a:t>
            </a:r>
            <a:r>
              <a:rPr lang="en-GB" sz="1400">
                <a:solidFill>
                  <a:schemeClr val="dk1"/>
                </a:solidFill>
                <a:latin typeface="Arial"/>
                <a:ea typeface="Arial"/>
                <a:cs typeface="Arial"/>
                <a:sym typeface="Arial"/>
              </a:rPr>
              <a:t>.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A processor is sometimes called the ‘brains’ of a computer.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The processor receives the inputs, runs the programs and gives outputs. It fetches, decodes and carries out the instructions coded on an online micro:bit editor.</a:t>
            </a:r>
            <a:endParaRPr/>
          </a:p>
        </p:txBody>
      </p:sp>
      <p:cxnSp>
        <p:nvCxnSpPr>
          <p:cNvPr id="121" name="Google Shape;121;p11"/>
          <p:cNvCxnSpPr/>
          <p:nvPr/>
        </p:nvCxnSpPr>
        <p:spPr>
          <a:xfrm>
            <a:off x="1994535" y="1636395"/>
            <a:ext cx="1650365" cy="0"/>
          </a:xfrm>
          <a:prstGeom prst="straightConnector1">
            <a:avLst/>
          </a:prstGeom>
          <a:noFill/>
          <a:ln cap="flat" cmpd="sng" w="38100">
            <a:solidFill>
              <a:srgbClr val="00C800"/>
            </a:solidFill>
            <a:prstDash val="solid"/>
            <a:miter lim="800000"/>
            <a:headEnd len="sm" w="sm" type="none"/>
            <a:tailEnd len="sm" w="sm" type="none"/>
          </a:ln>
        </p:spPr>
      </p:cxnSp>
      <p:cxnSp>
        <p:nvCxnSpPr>
          <p:cNvPr id="122" name="Google Shape;122;p11"/>
          <p:cNvCxnSpPr/>
          <p:nvPr/>
        </p:nvCxnSpPr>
        <p:spPr>
          <a:xfrm>
            <a:off x="3627755" y="1625600"/>
            <a:ext cx="0" cy="1511935"/>
          </a:xfrm>
          <a:prstGeom prst="straightConnector1">
            <a:avLst/>
          </a:prstGeom>
          <a:noFill/>
          <a:ln cap="flat" cmpd="sng" w="38100">
            <a:solidFill>
              <a:srgbClr val="00C800"/>
            </a:solidFill>
            <a:prstDash val="solid"/>
            <a:miter lim="800000"/>
            <a:headEnd len="sm" w="sm" type="none"/>
            <a:tailEnd len="sm" w="sm" type="none"/>
          </a:ln>
        </p:spPr>
      </p:cxnSp>
      <p:sp>
        <p:nvSpPr>
          <p:cNvPr id="123" name="Google Shape;123;p11"/>
          <p:cNvSpPr/>
          <p:nvPr/>
        </p:nvSpPr>
        <p:spPr>
          <a:xfrm rot="2700000">
            <a:off x="3270885" y="3236722"/>
            <a:ext cx="714424" cy="714424"/>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11"/>
          <p:cNvSpPr/>
          <p:nvPr/>
        </p:nvSpPr>
        <p:spPr>
          <a:xfrm>
            <a:off x="6762109" y="2450402"/>
            <a:ext cx="1782762" cy="26468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Battery</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micro:bit can be powered using a battery pack. Instead of using a computer to power it, the battery pack can be plugged into the micro:bit. Using the battery pack is very handy if you want to take the micro:bit outside. </a:t>
            </a:r>
            <a:endParaRPr/>
          </a:p>
        </p:txBody>
      </p:sp>
      <p:cxnSp>
        <p:nvCxnSpPr>
          <p:cNvPr id="125" name="Google Shape;125;p11"/>
          <p:cNvCxnSpPr/>
          <p:nvPr/>
        </p:nvCxnSpPr>
        <p:spPr>
          <a:xfrm>
            <a:off x="6292215" y="2600325"/>
            <a:ext cx="391160" cy="0"/>
          </a:xfrm>
          <a:prstGeom prst="straightConnector1">
            <a:avLst/>
          </a:prstGeom>
          <a:noFill/>
          <a:ln cap="flat" cmpd="sng" w="38100">
            <a:solidFill>
              <a:srgbClr val="00C800"/>
            </a:solidFill>
            <a:prstDash val="solid"/>
            <a:miter lim="800000"/>
            <a:headEnd len="sm" w="sm" type="none"/>
            <a:tailEnd len="sm" w="sm" type="none"/>
          </a:ln>
        </p:spPr>
      </p:cxnSp>
      <p:sp>
        <p:nvSpPr>
          <p:cNvPr id="126" name="Google Shape;126;p11"/>
          <p:cNvSpPr/>
          <p:nvPr/>
        </p:nvSpPr>
        <p:spPr>
          <a:xfrm>
            <a:off x="5469255" y="2240967"/>
            <a:ext cx="840105" cy="896568"/>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11"/>
          <p:cNvSpPr/>
          <p:nvPr/>
        </p:nvSpPr>
        <p:spPr>
          <a:xfrm>
            <a:off x="6762109" y="3512223"/>
            <a:ext cx="1638833" cy="20621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USB interface chip</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interface chip allows you to connect a computer to a micro:bit so you can transfer programs to it and power it.</a:t>
            </a:r>
            <a:endParaRPr/>
          </a:p>
        </p:txBody>
      </p:sp>
      <p:cxnSp>
        <p:nvCxnSpPr>
          <p:cNvPr id="128" name="Google Shape;128;p11"/>
          <p:cNvCxnSpPr/>
          <p:nvPr/>
        </p:nvCxnSpPr>
        <p:spPr>
          <a:xfrm>
            <a:off x="6006148" y="3651897"/>
            <a:ext cx="677227" cy="0"/>
          </a:xfrm>
          <a:prstGeom prst="straightConnector1">
            <a:avLst/>
          </a:prstGeom>
          <a:noFill/>
          <a:ln cap="flat" cmpd="sng" w="38100">
            <a:solidFill>
              <a:srgbClr val="00C800"/>
            </a:solidFill>
            <a:prstDash val="solid"/>
            <a:miter lim="800000"/>
            <a:headEnd len="sm" w="sm" type="none"/>
            <a:tailEnd len="sm" w="sm" type="none"/>
          </a:ln>
        </p:spPr>
      </p:cxnSp>
      <p:sp>
        <p:nvSpPr>
          <p:cNvPr id="129" name="Google Shape;129;p11"/>
          <p:cNvSpPr/>
          <p:nvPr/>
        </p:nvSpPr>
        <p:spPr>
          <a:xfrm>
            <a:off x="5398618" y="3361119"/>
            <a:ext cx="607530" cy="599375"/>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11"/>
          <p:cNvSpPr/>
          <p:nvPr/>
        </p:nvSpPr>
        <p:spPr>
          <a:xfrm>
            <a:off x="733267" y="1601561"/>
            <a:ext cx="1648621" cy="30777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Reset button</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Use the reset button to reset the micro:bit or restart a program from the beginning. </a:t>
            </a:r>
            <a:br>
              <a:rPr lang="en-GB" sz="1400">
                <a:solidFill>
                  <a:schemeClr val="dk1"/>
                </a:solidFill>
                <a:latin typeface="Arial"/>
                <a:ea typeface="Arial"/>
                <a:cs typeface="Arial"/>
                <a:sym typeface="Arial"/>
              </a:rPr>
            </a:br>
            <a:r>
              <a:rPr lang="en-GB" sz="1400">
                <a:solidFill>
                  <a:schemeClr val="dk1"/>
                </a:solidFill>
                <a:latin typeface="Arial"/>
                <a:ea typeface="Arial"/>
                <a:cs typeface="Arial"/>
                <a:sym typeface="Arial"/>
              </a:rPr>
              <a:t>You can also place the micro:bit into power-saving sleep mode by holding down the button and waiting until the red LED on the left goes dark before releasing the button.</a:t>
            </a:r>
            <a:endParaRPr/>
          </a:p>
        </p:txBody>
      </p:sp>
      <p:cxnSp>
        <p:nvCxnSpPr>
          <p:cNvPr id="131" name="Google Shape;131;p11"/>
          <p:cNvCxnSpPr/>
          <p:nvPr/>
        </p:nvCxnSpPr>
        <p:spPr>
          <a:xfrm>
            <a:off x="2171700" y="1760220"/>
            <a:ext cx="3106655" cy="0"/>
          </a:xfrm>
          <a:prstGeom prst="straightConnector1">
            <a:avLst/>
          </a:prstGeom>
          <a:noFill/>
          <a:ln cap="flat" cmpd="sng" w="38100">
            <a:solidFill>
              <a:srgbClr val="00C800"/>
            </a:solidFill>
            <a:prstDash val="solid"/>
            <a:miter lim="800000"/>
            <a:headEnd len="sm" w="sm" type="none"/>
            <a:tailEnd len="sm" w="sm" type="none"/>
          </a:ln>
        </p:spPr>
      </p:cxnSp>
      <p:cxnSp>
        <p:nvCxnSpPr>
          <p:cNvPr id="132" name="Google Shape;132;p11"/>
          <p:cNvCxnSpPr/>
          <p:nvPr/>
        </p:nvCxnSpPr>
        <p:spPr>
          <a:xfrm>
            <a:off x="5261210" y="1760220"/>
            <a:ext cx="0" cy="817245"/>
          </a:xfrm>
          <a:prstGeom prst="straightConnector1">
            <a:avLst/>
          </a:prstGeom>
          <a:noFill/>
          <a:ln cap="flat" cmpd="sng" w="38100">
            <a:solidFill>
              <a:srgbClr val="00C800"/>
            </a:solidFill>
            <a:prstDash val="solid"/>
            <a:miter lim="800000"/>
            <a:headEnd len="sm" w="sm" type="none"/>
            <a:tailEnd len="sm" w="sm" type="none"/>
          </a:ln>
        </p:spPr>
      </p:cxnSp>
      <p:sp>
        <p:nvSpPr>
          <p:cNvPr id="133" name="Google Shape;133;p11"/>
          <p:cNvSpPr/>
          <p:nvPr/>
        </p:nvSpPr>
        <p:spPr>
          <a:xfrm>
            <a:off x="5168618" y="2560320"/>
            <a:ext cx="185184" cy="185184"/>
          </a:xfrm>
          <a:prstGeom prst="ellips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11"/>
          <p:cNvSpPr/>
          <p:nvPr/>
        </p:nvSpPr>
        <p:spPr>
          <a:xfrm>
            <a:off x="733266" y="5351600"/>
            <a:ext cx="3838733" cy="7078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Compass</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The micro:bit has a built-in </a:t>
            </a:r>
            <a:r>
              <a:rPr b="1" lang="en-GB" sz="1400">
                <a:solidFill>
                  <a:schemeClr val="dk1"/>
                </a:solidFill>
                <a:latin typeface="Arial"/>
                <a:ea typeface="Arial"/>
                <a:cs typeface="Arial"/>
                <a:sym typeface="Arial"/>
              </a:rPr>
              <a:t>compass</a:t>
            </a:r>
            <a:r>
              <a:rPr lang="en-GB" sz="1400">
                <a:solidFill>
                  <a:schemeClr val="dk1"/>
                </a:solidFill>
                <a:latin typeface="Arial"/>
                <a:ea typeface="Arial"/>
                <a:cs typeface="Arial"/>
                <a:sym typeface="Arial"/>
              </a:rPr>
              <a:t> that can detect the direction in which it is facing.</a:t>
            </a:r>
            <a:endParaRPr/>
          </a:p>
        </p:txBody>
      </p:sp>
      <p:cxnSp>
        <p:nvCxnSpPr>
          <p:cNvPr id="135" name="Google Shape;135;p11"/>
          <p:cNvCxnSpPr/>
          <p:nvPr/>
        </p:nvCxnSpPr>
        <p:spPr>
          <a:xfrm>
            <a:off x="1777365" y="5434965"/>
            <a:ext cx="1620755" cy="0"/>
          </a:xfrm>
          <a:prstGeom prst="straightConnector1">
            <a:avLst/>
          </a:prstGeom>
          <a:noFill/>
          <a:ln cap="flat" cmpd="sng" w="38100">
            <a:solidFill>
              <a:srgbClr val="00C800"/>
            </a:solidFill>
            <a:prstDash val="solid"/>
            <a:miter lim="800000"/>
            <a:headEnd len="sm" w="sm" type="none"/>
            <a:tailEnd len="sm" w="sm" type="none"/>
          </a:ln>
        </p:spPr>
      </p:cxnSp>
      <p:cxnSp>
        <p:nvCxnSpPr>
          <p:cNvPr id="136" name="Google Shape;136;p11"/>
          <p:cNvCxnSpPr>
            <a:stCxn id="137" idx="2"/>
          </p:cNvCxnSpPr>
          <p:nvPr/>
        </p:nvCxnSpPr>
        <p:spPr>
          <a:xfrm>
            <a:off x="3398120" y="4585938"/>
            <a:ext cx="0" cy="866100"/>
          </a:xfrm>
          <a:prstGeom prst="straightConnector1">
            <a:avLst/>
          </a:prstGeom>
          <a:noFill/>
          <a:ln cap="flat" cmpd="sng" w="38100">
            <a:solidFill>
              <a:srgbClr val="00C800"/>
            </a:solidFill>
            <a:prstDash val="solid"/>
            <a:miter lim="800000"/>
            <a:headEnd len="sm" w="sm" type="none"/>
            <a:tailEnd len="sm" w="sm" type="none"/>
          </a:ln>
        </p:spPr>
      </p:cxnSp>
      <p:sp>
        <p:nvSpPr>
          <p:cNvPr id="137" name="Google Shape;137;p11"/>
          <p:cNvSpPr/>
          <p:nvPr/>
        </p:nvSpPr>
        <p:spPr>
          <a:xfrm>
            <a:off x="3238100" y="4265898"/>
            <a:ext cx="320040" cy="320040"/>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 name="Google Shape;138;p11"/>
          <p:cNvSpPr/>
          <p:nvPr/>
        </p:nvSpPr>
        <p:spPr>
          <a:xfrm>
            <a:off x="733267" y="2374450"/>
            <a:ext cx="1688754" cy="24314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Accelerometer</a:t>
            </a:r>
            <a:endParaRPr/>
          </a:p>
          <a:p>
            <a:pPr indent="0" lvl="0" marL="0" marR="0" rtl="0" algn="l">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micro:bit contains a motion sensor that measures movement. The </a:t>
            </a:r>
            <a:r>
              <a:rPr b="1" lang="en-GB" sz="1400">
                <a:solidFill>
                  <a:schemeClr val="dk1"/>
                </a:solidFill>
                <a:latin typeface="Arial"/>
                <a:ea typeface="Arial"/>
                <a:cs typeface="Arial"/>
                <a:sym typeface="Arial"/>
              </a:rPr>
              <a:t>accelerometer</a:t>
            </a:r>
            <a:r>
              <a:rPr lang="en-GB" sz="1400">
                <a:solidFill>
                  <a:schemeClr val="dk1"/>
                </a:solidFill>
                <a:latin typeface="Arial"/>
                <a:ea typeface="Arial"/>
                <a:cs typeface="Arial"/>
                <a:sym typeface="Arial"/>
              </a:rPr>
              <a:t> can detect when the micro:bit is tilted left to right, backwards and forwards and up and down.</a:t>
            </a:r>
            <a:endParaRPr/>
          </a:p>
        </p:txBody>
      </p:sp>
      <p:cxnSp>
        <p:nvCxnSpPr>
          <p:cNvPr id="139" name="Google Shape;139;p11"/>
          <p:cNvCxnSpPr/>
          <p:nvPr/>
        </p:nvCxnSpPr>
        <p:spPr>
          <a:xfrm>
            <a:off x="2337435" y="2531745"/>
            <a:ext cx="1077830" cy="0"/>
          </a:xfrm>
          <a:prstGeom prst="straightConnector1">
            <a:avLst/>
          </a:prstGeom>
          <a:noFill/>
          <a:ln cap="flat" cmpd="sng" w="38100">
            <a:solidFill>
              <a:srgbClr val="00C800"/>
            </a:solidFill>
            <a:prstDash val="solid"/>
            <a:miter lim="800000"/>
            <a:headEnd len="sm" w="sm" type="none"/>
            <a:tailEnd len="sm" w="sm" type="none"/>
          </a:ln>
        </p:spPr>
      </p:cxnSp>
      <p:cxnSp>
        <p:nvCxnSpPr>
          <p:cNvPr id="140" name="Google Shape;140;p11"/>
          <p:cNvCxnSpPr/>
          <p:nvPr/>
        </p:nvCxnSpPr>
        <p:spPr>
          <a:xfrm>
            <a:off x="3398120" y="2531745"/>
            <a:ext cx="0" cy="1731645"/>
          </a:xfrm>
          <a:prstGeom prst="straightConnector1">
            <a:avLst/>
          </a:prstGeom>
          <a:noFill/>
          <a:ln cap="flat" cmpd="sng" w="38100">
            <a:solidFill>
              <a:srgbClr val="00C800"/>
            </a:solidFill>
            <a:prstDash val="solid"/>
            <a:miter lim="800000"/>
            <a:headEnd len="sm" w="sm" type="none"/>
            <a:tailEnd len="sm" w="sm" type="none"/>
          </a:ln>
        </p:spPr>
      </p:cxnSp>
      <p:sp>
        <p:nvSpPr>
          <p:cNvPr id="141" name="Google Shape;141;p11"/>
          <p:cNvSpPr/>
          <p:nvPr/>
        </p:nvSpPr>
        <p:spPr>
          <a:xfrm>
            <a:off x="5261210" y="871645"/>
            <a:ext cx="3306528" cy="11387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Micro USB Socket</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A </a:t>
            </a:r>
            <a:r>
              <a:rPr b="1" lang="en-GB" sz="1400">
                <a:solidFill>
                  <a:schemeClr val="dk1"/>
                </a:solidFill>
                <a:latin typeface="Arial"/>
                <a:ea typeface="Arial"/>
                <a:cs typeface="Arial"/>
                <a:sym typeface="Arial"/>
              </a:rPr>
              <a:t>micro USB </a:t>
            </a:r>
            <a:r>
              <a:rPr lang="en-GB" sz="1400">
                <a:solidFill>
                  <a:schemeClr val="dk1"/>
                </a:solidFill>
                <a:latin typeface="Arial"/>
                <a:ea typeface="Arial"/>
                <a:cs typeface="Arial"/>
                <a:sym typeface="Arial"/>
              </a:rPr>
              <a:t>can be used to connect a computer or laptop to the micro:bit.</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This allows the micro:bit to have programs transferred to it.</a:t>
            </a:r>
            <a:endParaRPr/>
          </a:p>
        </p:txBody>
      </p:sp>
      <p:cxnSp>
        <p:nvCxnSpPr>
          <p:cNvPr id="142" name="Google Shape;142;p11"/>
          <p:cNvCxnSpPr/>
          <p:nvPr/>
        </p:nvCxnSpPr>
        <p:spPr>
          <a:xfrm>
            <a:off x="4562473" y="1022985"/>
            <a:ext cx="609202" cy="0"/>
          </a:xfrm>
          <a:prstGeom prst="straightConnector1">
            <a:avLst/>
          </a:prstGeom>
          <a:noFill/>
          <a:ln cap="flat" cmpd="sng" w="38100">
            <a:solidFill>
              <a:srgbClr val="00C800"/>
            </a:solidFill>
            <a:prstDash val="solid"/>
            <a:miter lim="800000"/>
            <a:headEnd len="sm" w="sm" type="none"/>
            <a:tailEnd len="sm" w="sm" type="none"/>
          </a:ln>
        </p:spPr>
      </p:cxnSp>
      <p:cxnSp>
        <p:nvCxnSpPr>
          <p:cNvPr id="143" name="Google Shape;143;p11"/>
          <p:cNvCxnSpPr/>
          <p:nvPr/>
        </p:nvCxnSpPr>
        <p:spPr>
          <a:xfrm>
            <a:off x="4579220" y="1017270"/>
            <a:ext cx="0" cy="1228942"/>
          </a:xfrm>
          <a:prstGeom prst="straightConnector1">
            <a:avLst/>
          </a:prstGeom>
          <a:noFill/>
          <a:ln cap="flat" cmpd="sng" w="38100">
            <a:solidFill>
              <a:srgbClr val="00C800"/>
            </a:solidFill>
            <a:prstDash val="solid"/>
            <a:miter lim="800000"/>
            <a:headEnd len="sm" w="sm" type="none"/>
            <a:tailEnd len="sm" w="sm" type="none"/>
          </a:ln>
        </p:spPr>
      </p:cxnSp>
      <p:sp>
        <p:nvSpPr>
          <p:cNvPr id="144" name="Google Shape;144;p11"/>
          <p:cNvSpPr/>
          <p:nvPr/>
        </p:nvSpPr>
        <p:spPr>
          <a:xfrm>
            <a:off x="4242577" y="2240279"/>
            <a:ext cx="676809" cy="505189"/>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5" name="Google Shape;145;p11"/>
          <p:cNvSpPr/>
          <p:nvPr/>
        </p:nvSpPr>
        <p:spPr>
          <a:xfrm>
            <a:off x="1737360" y="5288896"/>
            <a:ext cx="6830378" cy="9233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Single LEDs</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The right-hand single LED on the back of the micro:bit will flash yellow when a program is being flashed on to it. The left-hand single LED will light up red to show that the micro:bit is being powered by either the micro USB socket or a battery pack.</a:t>
            </a:r>
            <a:endParaRPr/>
          </a:p>
        </p:txBody>
      </p:sp>
      <p:cxnSp>
        <p:nvCxnSpPr>
          <p:cNvPr id="146" name="Google Shape;146;p11"/>
          <p:cNvCxnSpPr/>
          <p:nvPr/>
        </p:nvCxnSpPr>
        <p:spPr>
          <a:xfrm>
            <a:off x="1796015" y="2594610"/>
            <a:ext cx="0" cy="2629117"/>
          </a:xfrm>
          <a:prstGeom prst="straightConnector1">
            <a:avLst/>
          </a:prstGeom>
          <a:noFill/>
          <a:ln cap="flat" cmpd="sng" w="38100">
            <a:solidFill>
              <a:srgbClr val="00C800"/>
            </a:solidFill>
            <a:prstDash val="solid"/>
            <a:miter lim="800000"/>
            <a:headEnd len="sm" w="sm" type="none"/>
            <a:tailEnd len="sm" w="sm" type="none"/>
          </a:ln>
        </p:spPr>
      </p:cxnSp>
      <p:cxnSp>
        <p:nvCxnSpPr>
          <p:cNvPr id="147" name="Google Shape;147;p11"/>
          <p:cNvCxnSpPr/>
          <p:nvPr/>
        </p:nvCxnSpPr>
        <p:spPr>
          <a:xfrm>
            <a:off x="1796015" y="2611755"/>
            <a:ext cx="2333625" cy="0"/>
          </a:xfrm>
          <a:prstGeom prst="straightConnector1">
            <a:avLst/>
          </a:prstGeom>
          <a:noFill/>
          <a:ln cap="flat" cmpd="sng" w="38100">
            <a:solidFill>
              <a:srgbClr val="00C800"/>
            </a:solidFill>
            <a:prstDash val="solid"/>
            <a:miter lim="800000"/>
            <a:headEnd len="sm" w="sm" type="none"/>
            <a:tailEnd len="sm" w="sm" type="none"/>
          </a:ln>
        </p:spPr>
      </p:cxnSp>
      <p:sp>
        <p:nvSpPr>
          <p:cNvPr id="148" name="Google Shape;148;p11"/>
          <p:cNvSpPr/>
          <p:nvPr/>
        </p:nvSpPr>
        <p:spPr>
          <a:xfrm>
            <a:off x="4129640" y="2440384"/>
            <a:ext cx="265195" cy="319961"/>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 name="Google Shape;149;p11"/>
          <p:cNvSpPr/>
          <p:nvPr/>
        </p:nvSpPr>
        <p:spPr>
          <a:xfrm>
            <a:off x="4769720" y="2440384"/>
            <a:ext cx="265195" cy="319961"/>
          </a:xfrm>
          <a:prstGeom prst="roundRect">
            <a:avLst>
              <a:gd fmla="val 16667"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50" name="Google Shape;150;p11"/>
          <p:cNvCxnSpPr/>
          <p:nvPr/>
        </p:nvCxnSpPr>
        <p:spPr>
          <a:xfrm>
            <a:off x="4384910" y="2611755"/>
            <a:ext cx="384810" cy="0"/>
          </a:xfrm>
          <a:prstGeom prst="straightConnector1">
            <a:avLst/>
          </a:prstGeom>
          <a:noFill/>
          <a:ln cap="flat" cmpd="sng" w="38100">
            <a:solidFill>
              <a:srgbClr val="00C800"/>
            </a:solidFill>
            <a:prstDash val="solid"/>
            <a:miter lim="800000"/>
            <a:headEnd len="sm" w="sm" type="none"/>
            <a:tailEnd len="sm" w="sm" type="none"/>
          </a:ln>
        </p:spPr>
      </p:cxnSp>
      <p:sp>
        <p:nvSpPr>
          <p:cNvPr id="151" name="Google Shape;151;p11"/>
          <p:cNvSpPr/>
          <p:nvPr/>
        </p:nvSpPr>
        <p:spPr>
          <a:xfrm>
            <a:off x="3828682" y="5353525"/>
            <a:ext cx="5022226" cy="9233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Temperature Sensor</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The micro:bit has a </a:t>
            </a:r>
            <a:r>
              <a:rPr b="1" lang="en-GB" sz="1400">
                <a:solidFill>
                  <a:schemeClr val="dk1"/>
                </a:solidFill>
                <a:latin typeface="Arial"/>
                <a:ea typeface="Arial"/>
                <a:cs typeface="Arial"/>
                <a:sym typeface="Arial"/>
              </a:rPr>
              <a:t>temperature sensor</a:t>
            </a:r>
            <a:r>
              <a:rPr lang="en-GB" sz="1400">
                <a:solidFill>
                  <a:schemeClr val="dk1"/>
                </a:solidFill>
                <a:latin typeface="Arial"/>
                <a:ea typeface="Arial"/>
                <a:cs typeface="Arial"/>
                <a:sym typeface="Arial"/>
              </a:rPr>
              <a:t> inside the processor that can give you an approximation of the air temperature. </a:t>
            </a:r>
            <a:endParaRPr/>
          </a:p>
          <a:p>
            <a:pPr indent="0" lvl="0" marL="0" marR="0" rtl="0" algn="l">
              <a:spcBef>
                <a:spcPts val="0"/>
              </a:spcBef>
              <a:spcAft>
                <a:spcPts val="0"/>
              </a:spcAft>
              <a:buNone/>
            </a:pPr>
            <a:r>
              <a:rPr lang="en-GB" sz="1400">
                <a:solidFill>
                  <a:schemeClr val="dk1"/>
                </a:solidFill>
                <a:latin typeface="Arial"/>
                <a:ea typeface="Arial"/>
                <a:cs typeface="Arial"/>
                <a:sym typeface="Arial"/>
              </a:rPr>
              <a:t>It will measure the temperature in degrees celsius. </a:t>
            </a:r>
            <a:endParaRPr/>
          </a:p>
        </p:txBody>
      </p:sp>
      <p:cxnSp>
        <p:nvCxnSpPr>
          <p:cNvPr id="152" name="Google Shape;152;p11"/>
          <p:cNvCxnSpPr/>
          <p:nvPr/>
        </p:nvCxnSpPr>
        <p:spPr>
          <a:xfrm>
            <a:off x="3626424" y="4043233"/>
            <a:ext cx="0" cy="1481267"/>
          </a:xfrm>
          <a:prstGeom prst="straightConnector1">
            <a:avLst/>
          </a:prstGeom>
          <a:noFill/>
          <a:ln cap="flat" cmpd="sng" w="38100">
            <a:solidFill>
              <a:srgbClr val="00C800"/>
            </a:solidFill>
            <a:prstDash val="solid"/>
            <a:miter lim="800000"/>
            <a:headEnd len="sm" w="sm" type="none"/>
            <a:tailEnd len="sm" w="sm" type="none"/>
          </a:ln>
        </p:spPr>
      </p:cxnSp>
      <p:cxnSp>
        <p:nvCxnSpPr>
          <p:cNvPr id="153" name="Google Shape;153;p11"/>
          <p:cNvCxnSpPr/>
          <p:nvPr/>
        </p:nvCxnSpPr>
        <p:spPr>
          <a:xfrm>
            <a:off x="3626424" y="5505839"/>
            <a:ext cx="137364" cy="0"/>
          </a:xfrm>
          <a:prstGeom prst="straightConnector1">
            <a:avLst/>
          </a:prstGeom>
          <a:noFill/>
          <a:ln cap="flat" cmpd="sng" w="38100">
            <a:solidFill>
              <a:srgbClr val="00C800"/>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500"/>
                                        <p:tgtEl>
                                          <p:spTgt spid="115"/>
                                        </p:tgtEl>
                                        <p:attrNameLst>
                                          <p:attrName>ppt_w</p:attrName>
                                        </p:attrNameLst>
                                      </p:cBhvr>
                                      <p:tavLst>
                                        <p:tav fmla="" tm="0">
                                          <p:val>
                                            <p:strVal val="0"/>
                                          </p:val>
                                        </p:tav>
                                        <p:tav fmla="" tm="100000">
                                          <p:val>
                                            <p:strVal val="#ppt_w"/>
                                          </p:val>
                                        </p:tav>
                                      </p:tavLst>
                                    </p:anim>
                                    <p:anim calcmode="lin" valueType="num">
                                      <p:cBhvr additive="base">
                                        <p:cTn dur="500"/>
                                        <p:tgtEl>
                                          <p:spTgt spid="115"/>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Effect filter="fade" transition="in">
                                      <p:cBhvr>
                                        <p:cTn dur="500"/>
                                        <p:tgtEl>
                                          <p:spTgt spid="11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Effect filter="fade" transition="in">
                                      <p:cBhvr>
                                        <p:cTn dur="500"/>
                                        <p:tgtEl>
                                          <p:spTgt spid="1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9"/>
                                        </p:tgtEl>
                                      </p:cBhvr>
                                    </p:animEffect>
                                    <p:set>
                                      <p:cBhvr>
                                        <p:cTn dur="1" fill="hold">
                                          <p:stCondLst>
                                            <p:cond delay="500"/>
                                          </p:stCondLst>
                                        </p:cTn>
                                        <p:tgtEl>
                                          <p:spTgt spid="119"/>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18"/>
                                        </p:tgtEl>
                                      </p:cBhvr>
                                    </p:animEffect>
                                    <p:set>
                                      <p:cBhvr>
                                        <p:cTn dur="1" fill="hold">
                                          <p:stCondLst>
                                            <p:cond delay="500"/>
                                          </p:stCondLst>
                                        </p:cTn>
                                        <p:tgtEl>
                                          <p:spTgt spid="11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17"/>
                                        </p:tgtEl>
                                      </p:cBhvr>
                                    </p:animEffect>
                                    <p:set>
                                      <p:cBhvr>
                                        <p:cTn dur="1" fill="hold">
                                          <p:stCondLst>
                                            <p:cond delay="500"/>
                                          </p:stCondLst>
                                        </p:cTn>
                                        <p:tgtEl>
                                          <p:spTgt spid="117"/>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16">
                                            <p:txEl>
                                              <p:pRg end="0" st="0"/>
                                            </p:txEl>
                                          </p:spTgt>
                                        </p:tgtEl>
                                      </p:cBhvr>
                                    </p:animEffect>
                                    <p:set>
                                      <p:cBhvr>
                                        <p:cTn dur="1" fill="hold">
                                          <p:stCondLst>
                                            <p:cond delay="500"/>
                                          </p:stCondLst>
                                        </p:cTn>
                                        <p:tgtEl>
                                          <p:spTgt spid="116">
                                            <p:txEl>
                                              <p:pRg end="0" st="0"/>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16">
                                            <p:txEl>
                                              <p:pRg end="1" st="1"/>
                                            </p:txEl>
                                          </p:spTgt>
                                        </p:tgtEl>
                                      </p:cBhvr>
                                    </p:animEffect>
                                    <p:set>
                                      <p:cBhvr>
                                        <p:cTn dur="1" fill="hold">
                                          <p:stCondLst>
                                            <p:cond delay="500"/>
                                          </p:stCondLst>
                                        </p:cTn>
                                        <p:tgtEl>
                                          <p:spTgt spid="116">
                                            <p:txEl>
                                              <p:pRg end="1" st="1"/>
                                            </p:txEl>
                                          </p:spTgt>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Effect filter="fade" transition="in">
                                      <p:cBhvr>
                                        <p:cTn dur="500"/>
                                        <p:tgtEl>
                                          <p:spTgt spid="120">
                                            <p:txEl>
                                              <p:pRg end="0" st="0"/>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Effect filter="fade" transition="in">
                                      <p:cBhvr>
                                        <p:cTn dur="500"/>
                                        <p:tgtEl>
                                          <p:spTgt spid="1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5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5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500"/>
                                        <p:tgtEl>
                                          <p:spTgt spid="151">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3"/>
                                        </p:tgtEl>
                                      </p:cBhvr>
                                    </p:animEffect>
                                    <p:set>
                                      <p:cBhvr>
                                        <p:cTn dur="1" fill="hold">
                                          <p:stCondLst>
                                            <p:cond delay="500"/>
                                          </p:stCondLst>
                                        </p:cTn>
                                        <p:tgtEl>
                                          <p:spTgt spid="123"/>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22"/>
                                        </p:tgtEl>
                                      </p:cBhvr>
                                    </p:animEffect>
                                    <p:set>
                                      <p:cBhvr>
                                        <p:cTn dur="1" fill="hold">
                                          <p:stCondLst>
                                            <p:cond delay="500"/>
                                          </p:stCondLst>
                                        </p:cTn>
                                        <p:tgtEl>
                                          <p:spTgt spid="12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21"/>
                                        </p:tgtEl>
                                      </p:cBhvr>
                                    </p:animEffect>
                                    <p:set>
                                      <p:cBhvr>
                                        <p:cTn dur="1" fill="hold">
                                          <p:stCondLst>
                                            <p:cond delay="500"/>
                                          </p:stCondLst>
                                        </p:cTn>
                                        <p:tgtEl>
                                          <p:spTgt spid="1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
                                        </p:tgtEl>
                                      </p:cBhvr>
                                    </p:animEffect>
                                    <p:set>
                                      <p:cBhvr>
                                        <p:cTn dur="1" fill="hold">
                                          <p:stCondLst>
                                            <p:cond delay="500"/>
                                          </p:stCondLst>
                                        </p:cTn>
                                        <p:tgtEl>
                                          <p:spTgt spid="153"/>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20">
                                            <p:txEl>
                                              <p:pRg end="0" st="0"/>
                                            </p:txEl>
                                          </p:spTgt>
                                        </p:tgtEl>
                                      </p:cBhvr>
                                    </p:animEffect>
                                    <p:set>
                                      <p:cBhvr>
                                        <p:cTn dur="1" fill="hold">
                                          <p:stCondLst>
                                            <p:cond delay="500"/>
                                          </p:stCondLst>
                                        </p:cTn>
                                        <p:tgtEl>
                                          <p:spTgt spid="120">
                                            <p:txEl>
                                              <p:pRg end="0" st="0"/>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20">
                                            <p:txEl>
                                              <p:pRg end="1" st="1"/>
                                            </p:txEl>
                                          </p:spTgt>
                                        </p:tgtEl>
                                      </p:cBhvr>
                                    </p:animEffect>
                                    <p:set>
                                      <p:cBhvr>
                                        <p:cTn dur="1" fill="hold">
                                          <p:stCondLst>
                                            <p:cond delay="500"/>
                                          </p:stCondLst>
                                        </p:cTn>
                                        <p:tgtEl>
                                          <p:spTgt spid="120">
                                            <p:txEl>
                                              <p:pRg end="1" st="1"/>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1">
                                            <p:txEl>
                                              <p:pRg end="0" st="0"/>
                                            </p:txEl>
                                          </p:spTgt>
                                        </p:tgtEl>
                                      </p:cBhvr>
                                    </p:animEffect>
                                    <p:set>
                                      <p:cBhvr>
                                        <p:cTn dur="1" fill="hold">
                                          <p:stCondLst>
                                            <p:cond delay="500"/>
                                          </p:stCondLst>
                                        </p:cTn>
                                        <p:tgtEl>
                                          <p:spTgt spid="151">
                                            <p:txEl>
                                              <p:pRg end="0" st="0"/>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1">
                                            <p:txEl>
                                              <p:pRg end="1" st="1"/>
                                            </p:txEl>
                                          </p:spTgt>
                                        </p:tgtEl>
                                      </p:cBhvr>
                                    </p:animEffect>
                                    <p:set>
                                      <p:cBhvr>
                                        <p:cTn dur="1" fill="hold">
                                          <p:stCondLst>
                                            <p:cond delay="500"/>
                                          </p:stCondLst>
                                        </p:cTn>
                                        <p:tgtEl>
                                          <p:spTgt spid="151">
                                            <p:txEl>
                                              <p:pRg end="1" st="1"/>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1">
                                            <p:txEl>
                                              <p:pRg end="2" st="2"/>
                                            </p:txEl>
                                          </p:spTgt>
                                        </p:tgtEl>
                                      </p:cBhvr>
                                    </p:animEffect>
                                    <p:set>
                                      <p:cBhvr>
                                        <p:cTn dur="1" fill="hold">
                                          <p:stCondLst>
                                            <p:cond delay="500"/>
                                          </p:stCondLst>
                                        </p:cTn>
                                        <p:tgtEl>
                                          <p:spTgt spid="151">
                                            <p:txEl>
                                              <p:pRg end="2" st="2"/>
                                            </p:txEl>
                                          </p:spTgt>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500"/>
                                        <p:tgtEl>
                                          <p:spTgt spid="124">
                                            <p:txEl>
                                              <p:pRg end="0" st="0"/>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500"/>
                                        <p:tgtEl>
                                          <p:spTgt spid="1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6"/>
                                        </p:tgtEl>
                                      </p:cBhvr>
                                    </p:animEffect>
                                    <p:set>
                                      <p:cBhvr>
                                        <p:cTn dur="1" fill="hold">
                                          <p:stCondLst>
                                            <p:cond delay="500"/>
                                          </p:stCondLst>
                                        </p:cTn>
                                        <p:tgtEl>
                                          <p:spTgt spid="126"/>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25"/>
                                        </p:tgtEl>
                                      </p:cBhvr>
                                    </p:animEffect>
                                    <p:set>
                                      <p:cBhvr>
                                        <p:cTn dur="1" fill="hold">
                                          <p:stCondLst>
                                            <p:cond delay="500"/>
                                          </p:stCondLst>
                                        </p:cTn>
                                        <p:tgtEl>
                                          <p:spTgt spid="125"/>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24">
                                            <p:txEl>
                                              <p:pRg end="0" st="0"/>
                                            </p:txEl>
                                          </p:spTgt>
                                        </p:tgtEl>
                                      </p:cBhvr>
                                    </p:animEffect>
                                    <p:set>
                                      <p:cBhvr>
                                        <p:cTn dur="1" fill="hold">
                                          <p:stCondLst>
                                            <p:cond delay="500"/>
                                          </p:stCondLst>
                                        </p:cTn>
                                        <p:tgtEl>
                                          <p:spTgt spid="124">
                                            <p:txEl>
                                              <p:pRg end="0" st="0"/>
                                            </p:txEl>
                                          </p:spTgt>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24">
                                            <p:txEl>
                                              <p:pRg end="1" st="1"/>
                                            </p:txEl>
                                          </p:spTgt>
                                        </p:tgtEl>
                                      </p:cBhvr>
                                    </p:animEffect>
                                    <p:set>
                                      <p:cBhvr>
                                        <p:cTn dur="1" fill="hold">
                                          <p:stCondLst>
                                            <p:cond delay="500"/>
                                          </p:stCondLst>
                                        </p:cTn>
                                        <p:tgtEl>
                                          <p:spTgt spid="124">
                                            <p:txEl>
                                              <p:pRg end="1" st="1"/>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500"/>
                                        <p:tgtEl>
                                          <p:spTgt spid="127">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5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9"/>
                                        </p:tgtEl>
                                      </p:cBhvr>
                                    </p:animEffect>
                                    <p:set>
                                      <p:cBhvr>
                                        <p:cTn dur="1" fill="hold">
                                          <p:stCondLst>
                                            <p:cond delay="500"/>
                                          </p:stCondLst>
                                        </p:cTn>
                                        <p:tgtEl>
                                          <p:spTgt spid="129"/>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28"/>
                                        </p:tgtEl>
                                      </p:cBhvr>
                                    </p:animEffect>
                                    <p:set>
                                      <p:cBhvr>
                                        <p:cTn dur="1" fill="hold">
                                          <p:stCondLst>
                                            <p:cond delay="500"/>
                                          </p:stCondLst>
                                        </p:cTn>
                                        <p:tgtEl>
                                          <p:spTgt spid="12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27">
                                            <p:txEl>
                                              <p:pRg end="0" st="0"/>
                                            </p:txEl>
                                          </p:spTgt>
                                        </p:tgtEl>
                                      </p:cBhvr>
                                    </p:animEffect>
                                    <p:set>
                                      <p:cBhvr>
                                        <p:cTn dur="1" fill="hold">
                                          <p:stCondLst>
                                            <p:cond delay="500"/>
                                          </p:stCondLst>
                                        </p:cTn>
                                        <p:tgtEl>
                                          <p:spTgt spid="127">
                                            <p:txEl>
                                              <p:pRg end="0" st="0"/>
                                            </p:txEl>
                                          </p:spTgt>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27">
                                            <p:txEl>
                                              <p:pRg end="1" st="1"/>
                                            </p:txEl>
                                          </p:spTgt>
                                        </p:tgtEl>
                                      </p:cBhvr>
                                    </p:animEffect>
                                    <p:set>
                                      <p:cBhvr>
                                        <p:cTn dur="1" fill="hold">
                                          <p:stCondLst>
                                            <p:cond delay="500"/>
                                          </p:stCondLst>
                                        </p:cTn>
                                        <p:tgtEl>
                                          <p:spTgt spid="127">
                                            <p:txEl>
                                              <p:pRg end="1" st="1"/>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500"/>
                                        <p:tgtEl>
                                          <p:spTgt spid="130">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animEffect filter="fade" transition="in">
                                      <p:cBhvr>
                                        <p:cTn dur="500"/>
                                        <p:tgtEl>
                                          <p:spTgt spid="1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23" presetSubtype="16">
                                  <p:stCondLst>
                                    <p:cond delay="0"/>
                                  </p:stCondLst>
                                  <p:childTnLst>
                                    <p:set>
                                      <p:cBhvr>
                                        <p:cTn dur="1" fill="hold">
                                          <p:stCondLst>
                                            <p:cond delay="0"/>
                                          </p:stCondLst>
                                        </p:cTn>
                                        <p:tgtEl>
                                          <p:spTgt spid="133"/>
                                        </p:tgtEl>
                                        <p:attrNameLst>
                                          <p:attrName>style.visibility</p:attrName>
                                        </p:attrNameLst>
                                      </p:cBhvr>
                                      <p:to>
                                        <p:strVal val="visible"/>
                                      </p:to>
                                    </p:set>
                                    <p:anim calcmode="lin" valueType="num">
                                      <p:cBhvr additive="base">
                                        <p:cTn dur="500"/>
                                        <p:tgtEl>
                                          <p:spTgt spid="133"/>
                                        </p:tgtEl>
                                        <p:attrNameLst>
                                          <p:attrName>ppt_w</p:attrName>
                                        </p:attrNameLst>
                                      </p:cBhvr>
                                      <p:tavLst>
                                        <p:tav fmla="" tm="0">
                                          <p:val>
                                            <p:strVal val="0"/>
                                          </p:val>
                                        </p:tav>
                                        <p:tav fmla="" tm="100000">
                                          <p:val>
                                            <p:strVal val="#ppt_w"/>
                                          </p:val>
                                        </p:tav>
                                      </p:tavLst>
                                    </p:anim>
                                    <p:anim calcmode="lin" valueType="num">
                                      <p:cBhvr additive="base">
                                        <p:cTn dur="500"/>
                                        <p:tgtEl>
                                          <p:spTgt spid="1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133"/>
                                        </p:tgtEl>
                                        <p:attrNameLst>
                                          <p:attrName>ppt_w</p:attrName>
                                        </p:attrNameLst>
                                      </p:cBhvr>
                                      <p:tavLst>
                                        <p:tav fmla="" tm="0">
                                          <p:val>
                                            <p:strVal val="#ppt_w"/>
                                          </p:val>
                                        </p:tav>
                                        <p:tav fmla="" tm="100000">
                                          <p:val>
                                            <p:strVal val="0"/>
                                          </p:val>
                                        </p:tav>
                                      </p:tavLst>
                                    </p:anim>
                                    <p:anim calcmode="lin" valueType="num">
                                      <p:cBhvr additive="base">
                                        <p:cTn dur="500"/>
                                        <p:tgtEl>
                                          <p:spTgt spid="133"/>
                                        </p:tgtEl>
                                        <p:attrNameLst>
                                          <p:attrName>ppt_h</p:attrName>
                                        </p:attrNameLst>
                                      </p:cBhvr>
                                      <p:tavLst>
                                        <p:tav fmla="" tm="0">
                                          <p:val>
                                            <p:strVal val="#ppt_h"/>
                                          </p:val>
                                        </p:tav>
                                        <p:tav fmla="" tm="100000">
                                          <p:val>
                                            <p:strVal val="0"/>
                                          </p:val>
                                        </p:tav>
                                      </p:tavLst>
                                    </p:anim>
                                    <p:set>
                                      <p:cBhvr>
                                        <p:cTn dur="1" fill="hold">
                                          <p:stCondLst>
                                            <p:cond delay="500"/>
                                          </p:stCondLst>
                                        </p:cTn>
                                        <p:tgtEl>
                                          <p:spTgt spid="1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2"/>
                                        </p:tgtEl>
                                      </p:cBhvr>
                                    </p:animEffect>
                                    <p:set>
                                      <p:cBhvr>
                                        <p:cTn dur="1" fill="hold">
                                          <p:stCondLst>
                                            <p:cond delay="500"/>
                                          </p:stCondLst>
                                        </p:cTn>
                                        <p:tgtEl>
                                          <p:spTgt spid="132"/>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31"/>
                                        </p:tgtEl>
                                      </p:cBhvr>
                                    </p:animEffect>
                                    <p:set>
                                      <p:cBhvr>
                                        <p:cTn dur="1" fill="hold">
                                          <p:stCondLst>
                                            <p:cond delay="500"/>
                                          </p:stCondLst>
                                        </p:cTn>
                                        <p:tgtEl>
                                          <p:spTgt spid="131"/>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30">
                                            <p:txEl>
                                              <p:pRg end="0" st="0"/>
                                            </p:txEl>
                                          </p:spTgt>
                                        </p:tgtEl>
                                      </p:cBhvr>
                                    </p:animEffect>
                                    <p:set>
                                      <p:cBhvr>
                                        <p:cTn dur="1" fill="hold">
                                          <p:stCondLst>
                                            <p:cond delay="500"/>
                                          </p:stCondLst>
                                        </p:cTn>
                                        <p:tgtEl>
                                          <p:spTgt spid="130">
                                            <p:txEl>
                                              <p:pRg end="0" st="0"/>
                                            </p:txEl>
                                          </p:spTgt>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30">
                                            <p:txEl>
                                              <p:pRg end="1" st="1"/>
                                            </p:txEl>
                                          </p:spTgt>
                                        </p:tgtEl>
                                      </p:cBhvr>
                                    </p:animEffect>
                                    <p:set>
                                      <p:cBhvr>
                                        <p:cTn dur="1" fill="hold">
                                          <p:stCondLst>
                                            <p:cond delay="500"/>
                                          </p:stCondLst>
                                        </p:cTn>
                                        <p:tgtEl>
                                          <p:spTgt spid="130">
                                            <p:txEl>
                                              <p:pRg end="1" st="1"/>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500"/>
                                        <p:tgtEl>
                                          <p:spTgt spid="134">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5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animEffect filter="fade" transition="in">
                                      <p:cBhvr>
                                        <p:cTn dur="500"/>
                                        <p:tgtEl>
                                          <p:spTgt spid="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animEffect filter="fade" transition="in">
                                      <p:cBhvr>
                                        <p:cTn dur="500"/>
                                        <p:tgtEl>
                                          <p:spTgt spid="1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7"/>
                                        </p:tgtEl>
                                      </p:cBhvr>
                                    </p:animEffect>
                                    <p:set>
                                      <p:cBhvr>
                                        <p:cTn dur="1" fill="hold">
                                          <p:stCondLst>
                                            <p:cond delay="500"/>
                                          </p:stCondLst>
                                        </p:cTn>
                                        <p:tgtEl>
                                          <p:spTgt spid="137"/>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36"/>
                                        </p:tgtEl>
                                      </p:cBhvr>
                                    </p:animEffect>
                                    <p:set>
                                      <p:cBhvr>
                                        <p:cTn dur="1" fill="hold">
                                          <p:stCondLst>
                                            <p:cond delay="500"/>
                                          </p:stCondLst>
                                        </p:cTn>
                                        <p:tgtEl>
                                          <p:spTgt spid="1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0"/>
                                        </p:tgtEl>
                                      </p:cBhvr>
                                    </p:animEffect>
                                    <p:set>
                                      <p:cBhvr>
                                        <p:cTn dur="1" fill="hold">
                                          <p:stCondLst>
                                            <p:cond delay="500"/>
                                          </p:stCondLst>
                                        </p:cTn>
                                        <p:tgtEl>
                                          <p:spTgt spid="140"/>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35"/>
                                        </p:tgtEl>
                                      </p:cBhvr>
                                    </p:animEffect>
                                    <p:set>
                                      <p:cBhvr>
                                        <p:cTn dur="1" fill="hold">
                                          <p:stCondLst>
                                            <p:cond delay="500"/>
                                          </p:stCondLst>
                                        </p:cTn>
                                        <p:tgtEl>
                                          <p:spTgt spid="1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9"/>
                                        </p:tgtEl>
                                      </p:cBhvr>
                                    </p:animEffect>
                                    <p:set>
                                      <p:cBhvr>
                                        <p:cTn dur="1" fill="hold">
                                          <p:stCondLst>
                                            <p:cond delay="500"/>
                                          </p:stCondLst>
                                        </p:cTn>
                                        <p:tgtEl>
                                          <p:spTgt spid="139"/>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34">
                                            <p:txEl>
                                              <p:pRg end="0" st="0"/>
                                            </p:txEl>
                                          </p:spTgt>
                                        </p:tgtEl>
                                      </p:cBhvr>
                                    </p:animEffect>
                                    <p:set>
                                      <p:cBhvr>
                                        <p:cTn dur="1" fill="hold">
                                          <p:stCondLst>
                                            <p:cond delay="500"/>
                                          </p:stCondLst>
                                        </p:cTn>
                                        <p:tgtEl>
                                          <p:spTgt spid="134">
                                            <p:txEl>
                                              <p:pRg end="0" st="0"/>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34">
                                            <p:txEl>
                                              <p:pRg end="1" st="1"/>
                                            </p:txEl>
                                          </p:spTgt>
                                        </p:tgtEl>
                                      </p:cBhvr>
                                    </p:animEffect>
                                    <p:set>
                                      <p:cBhvr>
                                        <p:cTn dur="1" fill="hold">
                                          <p:stCondLst>
                                            <p:cond delay="500"/>
                                          </p:stCondLst>
                                        </p:cTn>
                                        <p:tgtEl>
                                          <p:spTgt spid="134">
                                            <p:txEl>
                                              <p:pRg end="1" st="1"/>
                                            </p:txEl>
                                          </p:spTgt>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138">
                                            <p:txEl>
                                              <p:pRg end="0" st="0"/>
                                            </p:txEl>
                                          </p:spTgt>
                                        </p:tgtEl>
                                      </p:cBhvr>
                                    </p:animEffect>
                                    <p:set>
                                      <p:cBhvr>
                                        <p:cTn dur="1" fill="hold">
                                          <p:stCondLst>
                                            <p:cond delay="500"/>
                                          </p:stCondLst>
                                        </p:cTn>
                                        <p:tgtEl>
                                          <p:spTgt spid="138">
                                            <p:txEl>
                                              <p:pRg end="0" st="0"/>
                                            </p:txEl>
                                          </p:spTgt>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138">
                                            <p:txEl>
                                              <p:pRg end="1" st="1"/>
                                            </p:txEl>
                                          </p:spTgt>
                                        </p:tgtEl>
                                      </p:cBhvr>
                                    </p:animEffect>
                                    <p:set>
                                      <p:cBhvr>
                                        <p:cTn dur="1" fill="hold">
                                          <p:stCondLst>
                                            <p:cond delay="500"/>
                                          </p:stCondLst>
                                        </p:cTn>
                                        <p:tgtEl>
                                          <p:spTgt spid="138">
                                            <p:txEl>
                                              <p:pRg end="1" st="1"/>
                                            </p:txEl>
                                          </p:spTgt>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500"/>
                                        <p:tgtEl>
                                          <p:spTgt spid="141">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500"/>
                                        <p:tgtEl>
                                          <p:spTgt spid="141">
                                            <p:txEl>
                                              <p:pRg end="1" st="1"/>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5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4"/>
                                        </p:tgtEl>
                                      </p:cBhvr>
                                    </p:animEffect>
                                    <p:set>
                                      <p:cBhvr>
                                        <p:cTn dur="1" fill="hold">
                                          <p:stCondLst>
                                            <p:cond delay="500"/>
                                          </p:stCondLst>
                                        </p:cTn>
                                        <p:tgtEl>
                                          <p:spTgt spid="144"/>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43"/>
                                        </p:tgtEl>
                                      </p:cBhvr>
                                    </p:animEffect>
                                    <p:set>
                                      <p:cBhvr>
                                        <p:cTn dur="1" fill="hold">
                                          <p:stCondLst>
                                            <p:cond delay="500"/>
                                          </p:stCondLst>
                                        </p:cTn>
                                        <p:tgtEl>
                                          <p:spTgt spid="143"/>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42"/>
                                        </p:tgtEl>
                                      </p:cBhvr>
                                    </p:animEffect>
                                    <p:set>
                                      <p:cBhvr>
                                        <p:cTn dur="1" fill="hold">
                                          <p:stCondLst>
                                            <p:cond delay="500"/>
                                          </p:stCondLst>
                                        </p:cTn>
                                        <p:tgtEl>
                                          <p:spTgt spid="142"/>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41">
                                            <p:txEl>
                                              <p:pRg end="0" st="0"/>
                                            </p:txEl>
                                          </p:spTgt>
                                        </p:tgtEl>
                                      </p:cBhvr>
                                    </p:animEffect>
                                    <p:set>
                                      <p:cBhvr>
                                        <p:cTn dur="1" fill="hold">
                                          <p:stCondLst>
                                            <p:cond delay="500"/>
                                          </p:stCondLst>
                                        </p:cTn>
                                        <p:tgtEl>
                                          <p:spTgt spid="141">
                                            <p:txEl>
                                              <p:pRg end="0" st="0"/>
                                            </p:txEl>
                                          </p:spTgt>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41">
                                            <p:txEl>
                                              <p:pRg end="1" st="1"/>
                                            </p:txEl>
                                          </p:spTgt>
                                        </p:tgtEl>
                                      </p:cBhvr>
                                    </p:animEffect>
                                    <p:set>
                                      <p:cBhvr>
                                        <p:cTn dur="1" fill="hold">
                                          <p:stCondLst>
                                            <p:cond delay="500"/>
                                          </p:stCondLst>
                                        </p:cTn>
                                        <p:tgtEl>
                                          <p:spTgt spid="141">
                                            <p:txEl>
                                              <p:pRg end="1" st="1"/>
                                            </p:txEl>
                                          </p:spTgt>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141">
                                            <p:txEl>
                                              <p:pRg end="2" st="2"/>
                                            </p:txEl>
                                          </p:spTgt>
                                        </p:tgtEl>
                                      </p:cBhvr>
                                    </p:animEffect>
                                    <p:set>
                                      <p:cBhvr>
                                        <p:cTn dur="1" fill="hold">
                                          <p:stCondLst>
                                            <p:cond delay="500"/>
                                          </p:stCondLst>
                                        </p:cTn>
                                        <p:tgtEl>
                                          <p:spTgt spid="141">
                                            <p:txEl>
                                              <p:pRg end="2" st="2"/>
                                            </p:txEl>
                                          </p:spTgt>
                                        </p:tgtEl>
                                        <p:attrNameLst>
                                          <p:attrName>style.visibility</p:attrName>
                                        </p:attrNameLst>
                                      </p:cBhvr>
                                      <p:to>
                                        <p:strVal val="hidden"/>
                                      </p:to>
                                    </p:se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500"/>
                                        <p:tgtEl>
                                          <p:spTgt spid="145">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Effect filter="fade" transition="in">
                                      <p:cBhvr>
                                        <p:cTn dur="500"/>
                                        <p:tgtEl>
                                          <p:spTgt spid="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9"/>
                                        </p:tgtEl>
                                      </p:cBhvr>
                                    </p:animEffect>
                                    <p:set>
                                      <p:cBhvr>
                                        <p:cTn dur="1" fill="hold">
                                          <p:stCondLst>
                                            <p:cond delay="500"/>
                                          </p:stCondLst>
                                        </p:cTn>
                                        <p:tgtEl>
                                          <p:spTgt spid="149"/>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50"/>
                                        </p:tgtEl>
                                      </p:cBhvr>
                                    </p:animEffect>
                                    <p:set>
                                      <p:cBhvr>
                                        <p:cTn dur="1" fill="hold">
                                          <p:stCondLst>
                                            <p:cond delay="500"/>
                                          </p:stCondLst>
                                        </p:cTn>
                                        <p:tgtEl>
                                          <p:spTgt spid="150"/>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48"/>
                                        </p:tgtEl>
                                      </p:cBhvr>
                                    </p:animEffect>
                                    <p:set>
                                      <p:cBhvr>
                                        <p:cTn dur="1" fill="hold">
                                          <p:stCondLst>
                                            <p:cond delay="500"/>
                                          </p:stCondLst>
                                        </p:cTn>
                                        <p:tgtEl>
                                          <p:spTgt spid="148"/>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47"/>
                                        </p:tgtEl>
                                      </p:cBhvr>
                                    </p:animEffect>
                                    <p:set>
                                      <p:cBhvr>
                                        <p:cTn dur="1" fill="hold">
                                          <p:stCondLst>
                                            <p:cond delay="500"/>
                                          </p:stCondLst>
                                        </p:cTn>
                                        <p:tgtEl>
                                          <p:spTgt spid="147"/>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46"/>
                                        </p:tgtEl>
                                      </p:cBhvr>
                                    </p:animEffect>
                                    <p:set>
                                      <p:cBhvr>
                                        <p:cTn dur="1" fill="hold">
                                          <p:stCondLst>
                                            <p:cond delay="500"/>
                                          </p:stCondLst>
                                        </p:cTn>
                                        <p:tgtEl>
                                          <p:spTgt spid="146"/>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145">
                                            <p:txEl>
                                              <p:pRg end="0" st="0"/>
                                            </p:txEl>
                                          </p:spTgt>
                                        </p:tgtEl>
                                      </p:cBhvr>
                                    </p:animEffect>
                                    <p:set>
                                      <p:cBhvr>
                                        <p:cTn dur="1" fill="hold">
                                          <p:stCondLst>
                                            <p:cond delay="500"/>
                                          </p:stCondLst>
                                        </p:cTn>
                                        <p:tgtEl>
                                          <p:spTgt spid="145">
                                            <p:txEl>
                                              <p:pRg end="0" st="0"/>
                                            </p:txEl>
                                          </p:spTgt>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145">
                                            <p:txEl>
                                              <p:pRg end="1" st="1"/>
                                            </p:txEl>
                                          </p:spTgt>
                                        </p:tgtEl>
                                      </p:cBhvr>
                                    </p:animEffect>
                                    <p:set>
                                      <p:cBhvr>
                                        <p:cTn dur="1" fill="hold">
                                          <p:stCondLst>
                                            <p:cond delay="500"/>
                                          </p:stCondLst>
                                        </p:cTn>
                                        <p:tgtEl>
                                          <p:spTgt spid="145">
                                            <p:txEl>
                                              <p:pRg end="1" st="1"/>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0165"/>
        </a:solidFill>
      </p:bgPr>
    </p:bg>
    <p:spTree>
      <p:nvGrpSpPr>
        <p:cNvPr id="157" name="Shape 157"/>
        <p:cNvGrpSpPr/>
        <p:nvPr/>
      </p:nvGrpSpPr>
      <p:grpSpPr>
        <a:xfrm>
          <a:off x="0" y="0"/>
          <a:ext cx="0" cy="0"/>
          <a:chOff x="0" y="0"/>
          <a:chExt cx="0" cy="0"/>
        </a:xfrm>
      </p:grpSpPr>
      <p:pic>
        <p:nvPicPr>
          <p:cNvPr id="158" name="Google Shape;158;p12"/>
          <p:cNvPicPr preferRelativeResize="0"/>
          <p:nvPr/>
        </p:nvPicPr>
        <p:blipFill rotWithShape="1">
          <a:blip r:embed="rId3">
            <a:alphaModFix/>
          </a:blip>
          <a:srcRect b="0" l="0" r="0" t="0"/>
          <a:stretch/>
        </p:blipFill>
        <p:spPr>
          <a:xfrm>
            <a:off x="1154218" y="2940973"/>
            <a:ext cx="818578" cy="1330611"/>
          </a:xfrm>
          <a:prstGeom prst="rect">
            <a:avLst/>
          </a:prstGeom>
          <a:noFill/>
          <a:ln>
            <a:noFill/>
          </a:ln>
        </p:spPr>
      </p:pic>
      <p:pic>
        <p:nvPicPr>
          <p:cNvPr id="159" name="Google Shape;159;p12"/>
          <p:cNvPicPr preferRelativeResize="0"/>
          <p:nvPr/>
        </p:nvPicPr>
        <p:blipFill rotWithShape="1">
          <a:blip r:embed="rId4">
            <a:alphaModFix/>
          </a:blip>
          <a:srcRect b="0" l="0" r="-773" t="0"/>
          <a:stretch/>
        </p:blipFill>
        <p:spPr>
          <a:xfrm rot="6176729">
            <a:off x="1700445" y="5026249"/>
            <a:ext cx="719333" cy="600526"/>
          </a:xfrm>
          <a:prstGeom prst="rect">
            <a:avLst/>
          </a:prstGeom>
          <a:noFill/>
          <a:ln>
            <a:noFill/>
          </a:ln>
        </p:spPr>
      </p:pic>
      <p:pic>
        <p:nvPicPr>
          <p:cNvPr id="160" name="Google Shape;160;p12"/>
          <p:cNvPicPr preferRelativeResize="0"/>
          <p:nvPr/>
        </p:nvPicPr>
        <p:blipFill rotWithShape="1">
          <a:blip r:embed="rId5">
            <a:alphaModFix/>
          </a:blip>
          <a:srcRect b="0" l="-5928" r="0" t="-11053"/>
          <a:stretch/>
        </p:blipFill>
        <p:spPr>
          <a:xfrm rot="-4972794">
            <a:off x="1966667" y="4962918"/>
            <a:ext cx="1007583" cy="702844"/>
          </a:xfrm>
          <a:prstGeom prst="rect">
            <a:avLst/>
          </a:prstGeom>
          <a:noFill/>
          <a:ln>
            <a:noFill/>
          </a:ln>
        </p:spPr>
      </p:pic>
      <p:pic>
        <p:nvPicPr>
          <p:cNvPr id="161" name="Google Shape;161;p12"/>
          <p:cNvPicPr preferRelativeResize="0"/>
          <p:nvPr/>
        </p:nvPicPr>
        <p:blipFill rotWithShape="1">
          <a:blip r:embed="rId6">
            <a:alphaModFix/>
          </a:blip>
          <a:srcRect b="0" l="0" r="0" t="0"/>
          <a:stretch/>
        </p:blipFill>
        <p:spPr>
          <a:xfrm>
            <a:off x="1344558" y="4962917"/>
            <a:ext cx="736281" cy="702844"/>
          </a:xfrm>
          <a:prstGeom prst="rect">
            <a:avLst/>
          </a:prstGeom>
          <a:noFill/>
          <a:ln>
            <a:noFill/>
          </a:ln>
        </p:spPr>
      </p:pic>
      <p:sp>
        <p:nvSpPr>
          <p:cNvPr id="162" name="Google Shape;162;p12"/>
          <p:cNvSpPr/>
          <p:nvPr/>
        </p:nvSpPr>
        <p:spPr>
          <a:xfrm rot="-624274">
            <a:off x="6752126" y="3730237"/>
            <a:ext cx="852508" cy="945934"/>
          </a:xfrm>
          <a:prstGeom prst="rect">
            <a:avLst/>
          </a:prstGeom>
          <a:solidFill>
            <a:srgbClr val="FFFFFF"/>
          </a:solidFill>
          <a:ln>
            <a:noFill/>
          </a:ln>
        </p:spPr>
      </p:sp>
      <p:pic>
        <p:nvPicPr>
          <p:cNvPr id="163" name="Google Shape;163;p12"/>
          <p:cNvPicPr preferRelativeResize="0"/>
          <p:nvPr/>
        </p:nvPicPr>
        <p:blipFill rotWithShape="1">
          <a:blip r:embed="rId7">
            <a:alphaModFix/>
          </a:blip>
          <a:srcRect b="0" l="0" r="0" t="0"/>
          <a:stretch/>
        </p:blipFill>
        <p:spPr>
          <a:xfrm>
            <a:off x="4184826" y="4465403"/>
            <a:ext cx="908258" cy="958645"/>
          </a:xfrm>
          <a:prstGeom prst="rect">
            <a:avLst/>
          </a:prstGeom>
          <a:noFill/>
          <a:ln>
            <a:noFill/>
          </a:ln>
        </p:spPr>
      </p:pic>
      <p:sp>
        <p:nvSpPr>
          <p:cNvPr id="164" name="Google Shape;164;p12"/>
          <p:cNvSpPr/>
          <p:nvPr/>
        </p:nvSpPr>
        <p:spPr>
          <a:xfrm>
            <a:off x="5090556" y="3738073"/>
            <a:ext cx="1273729" cy="389513"/>
          </a:xfrm>
          <a:prstGeom prst="roundRect">
            <a:avLst>
              <a:gd fmla="val 50000" name="adj"/>
            </a:avLst>
          </a:prstGeom>
          <a:solidFill>
            <a:srgbClr val="CD0165"/>
          </a:solidFill>
          <a:ln cap="flat" cmpd="sng" w="19050">
            <a:solidFill>
              <a:srgbClr val="C0000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guitar</a:t>
            </a:r>
            <a:endParaRPr sz="1800">
              <a:solidFill>
                <a:schemeClr val="lt1"/>
              </a:solidFill>
              <a:latin typeface="Arial"/>
              <a:ea typeface="Arial"/>
              <a:cs typeface="Arial"/>
              <a:sym typeface="Arial"/>
            </a:endParaRPr>
          </a:p>
        </p:txBody>
      </p:sp>
      <p:sp>
        <p:nvSpPr>
          <p:cNvPr id="165" name="Google Shape;165;p12"/>
          <p:cNvSpPr/>
          <p:nvPr/>
        </p:nvSpPr>
        <p:spPr>
          <a:xfrm>
            <a:off x="753978" y="1289141"/>
            <a:ext cx="7632700"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With the BBC micro:bit there are so many possibilities.</a:t>
            </a:r>
            <a:endParaRPr sz="1800">
              <a:solidFill>
                <a:schemeClr val="dk1"/>
              </a:solidFill>
              <a:latin typeface="Roboto"/>
              <a:ea typeface="Roboto"/>
              <a:cs typeface="Roboto"/>
              <a:sym typeface="Roboto"/>
            </a:endParaRPr>
          </a:p>
        </p:txBody>
      </p:sp>
      <p:sp>
        <p:nvSpPr>
          <p:cNvPr id="166" name="Google Shape;166;p12"/>
          <p:cNvSpPr txBox="1"/>
          <p:nvPr/>
        </p:nvSpPr>
        <p:spPr>
          <a:xfrm>
            <a:off x="755647" y="738107"/>
            <a:ext cx="5125088"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CD0165"/>
              </a:buClr>
              <a:buSzPts val="2400"/>
              <a:buFont typeface="Arial"/>
              <a:buNone/>
            </a:pPr>
            <a:r>
              <a:rPr b="1" lang="en-GB" sz="2400">
                <a:solidFill>
                  <a:srgbClr val="CD0165"/>
                </a:solidFill>
                <a:latin typeface="Arial"/>
                <a:ea typeface="Arial"/>
                <a:cs typeface="Arial"/>
                <a:sym typeface="Arial"/>
              </a:rPr>
              <a:t>How Can a BBC micro:bit Be Used?</a:t>
            </a:r>
            <a:endParaRPr/>
          </a:p>
        </p:txBody>
      </p:sp>
      <p:sp>
        <p:nvSpPr>
          <p:cNvPr id="167" name="Google Shape;167;p12"/>
          <p:cNvSpPr/>
          <p:nvPr/>
        </p:nvSpPr>
        <p:spPr>
          <a:xfrm>
            <a:off x="755650" y="2328888"/>
            <a:ext cx="1700888" cy="389513"/>
          </a:xfrm>
          <a:prstGeom prst="roundRect">
            <a:avLst>
              <a:gd fmla="val 50000" name="adj"/>
            </a:avLst>
          </a:prstGeom>
          <a:solidFill>
            <a:srgbClr val="00C800"/>
          </a:solidFill>
          <a:ln cap="flat" cmpd="sng" w="19050">
            <a:solidFill>
              <a:srgbClr val="00C80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step counter</a:t>
            </a:r>
            <a:endParaRPr/>
          </a:p>
        </p:txBody>
      </p:sp>
      <p:sp>
        <p:nvSpPr>
          <p:cNvPr id="168" name="Google Shape;168;p12"/>
          <p:cNvSpPr/>
          <p:nvPr/>
        </p:nvSpPr>
        <p:spPr>
          <a:xfrm>
            <a:off x="2510763" y="2771755"/>
            <a:ext cx="2123803" cy="389513"/>
          </a:xfrm>
          <a:prstGeom prst="roundRect">
            <a:avLst>
              <a:gd fmla="val 50000" name="adj"/>
            </a:avLst>
          </a:prstGeom>
          <a:solidFill>
            <a:srgbClr val="3DB7FE"/>
          </a:solidFill>
          <a:ln cap="flat" cmpd="sng" w="19050">
            <a:solidFill>
              <a:srgbClr val="3DB7FE"/>
            </a:solidFill>
            <a:prstDash val="solid"/>
            <a:round/>
            <a:headEnd len="sm" w="sm" type="none"/>
            <a:tailEnd len="sm" w="sm" type="none"/>
          </a:ln>
        </p:spPr>
        <p:txBody>
          <a:bodyPr anchorCtr="0" anchor="t" bIns="0" lIns="108000" spcFirstLastPara="1" rIns="0" wrap="square" tIns="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thermometer</a:t>
            </a:r>
            <a:endParaRPr/>
          </a:p>
        </p:txBody>
      </p:sp>
      <p:sp>
        <p:nvSpPr>
          <p:cNvPr id="169" name="Google Shape;169;p12"/>
          <p:cNvSpPr/>
          <p:nvPr/>
        </p:nvSpPr>
        <p:spPr>
          <a:xfrm>
            <a:off x="589969" y="3556560"/>
            <a:ext cx="1700888" cy="389513"/>
          </a:xfrm>
          <a:prstGeom prst="roundRect">
            <a:avLst>
              <a:gd fmla="val 50000" name="adj"/>
            </a:avLst>
          </a:prstGeom>
          <a:solidFill>
            <a:srgbClr val="CD0165"/>
          </a:solidFill>
          <a:ln cap="flat" cmpd="sng" w="19050">
            <a:solidFill>
              <a:srgbClr val="C0000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nightlight</a:t>
            </a:r>
            <a:endParaRPr/>
          </a:p>
        </p:txBody>
      </p:sp>
      <p:sp>
        <p:nvSpPr>
          <p:cNvPr id="170" name="Google Shape;170;p12"/>
          <p:cNvSpPr/>
          <p:nvPr/>
        </p:nvSpPr>
        <p:spPr>
          <a:xfrm>
            <a:off x="6370388" y="2743127"/>
            <a:ext cx="1957392" cy="389513"/>
          </a:xfrm>
          <a:prstGeom prst="roundRect">
            <a:avLst>
              <a:gd fmla="val 50000" name="adj"/>
            </a:avLst>
          </a:prstGeom>
          <a:solidFill>
            <a:srgbClr val="E7645B"/>
          </a:solidFill>
          <a:ln cap="flat" cmpd="sng" w="19050">
            <a:solidFill>
              <a:srgbClr val="E7645B"/>
            </a:solidFill>
            <a:prstDash val="solid"/>
            <a:round/>
            <a:headEnd len="sm" w="sm" type="none"/>
            <a:tailEnd len="sm" w="sm" type="none"/>
          </a:ln>
        </p:spPr>
        <p:txBody>
          <a:bodyPr anchorCtr="0" anchor="t" bIns="0" lIns="180000" spcFirstLastPara="1" rIns="0" wrap="square" tIns="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stopwatch</a:t>
            </a:r>
            <a:endParaRPr/>
          </a:p>
        </p:txBody>
      </p:sp>
      <p:sp>
        <p:nvSpPr>
          <p:cNvPr id="171" name="Google Shape;171;p12"/>
          <p:cNvSpPr/>
          <p:nvPr/>
        </p:nvSpPr>
        <p:spPr>
          <a:xfrm>
            <a:off x="4861670" y="2401911"/>
            <a:ext cx="1202936" cy="389513"/>
          </a:xfrm>
          <a:prstGeom prst="roundRect">
            <a:avLst>
              <a:gd fmla="val 50000" name="adj"/>
            </a:avLst>
          </a:prstGeom>
          <a:solidFill>
            <a:srgbClr val="6C4BC0"/>
          </a:solidFill>
          <a:ln cap="flat" cmpd="sng" w="19050">
            <a:solidFill>
              <a:srgbClr val="6C4BC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dice</a:t>
            </a:r>
            <a:endParaRPr/>
          </a:p>
        </p:txBody>
      </p:sp>
      <p:sp>
        <p:nvSpPr>
          <p:cNvPr id="172" name="Google Shape;172;p12"/>
          <p:cNvSpPr/>
          <p:nvPr/>
        </p:nvSpPr>
        <p:spPr>
          <a:xfrm>
            <a:off x="5755428" y="5407917"/>
            <a:ext cx="2757433" cy="389513"/>
          </a:xfrm>
          <a:prstGeom prst="roundRect">
            <a:avLst>
              <a:gd fmla="val 50000" name="adj"/>
            </a:avLst>
          </a:prstGeom>
          <a:solidFill>
            <a:srgbClr val="7BCDC2"/>
          </a:solidFill>
          <a:ln cap="flat" cmpd="sng" w="19050">
            <a:solidFill>
              <a:srgbClr val="7BCDC2"/>
            </a:solidFill>
            <a:prstDash val="solid"/>
            <a:round/>
            <a:headEnd len="sm" w="sm" type="none"/>
            <a:tailEnd len="sm" w="sm" type="none"/>
          </a:ln>
        </p:spPr>
        <p:txBody>
          <a:bodyPr anchorCtr="0" anchor="ctr" bIns="0" lIns="108000" spcFirstLastPara="1" rIns="0" wrap="square" tIns="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animal tracker</a:t>
            </a:r>
            <a:endParaRPr/>
          </a:p>
        </p:txBody>
      </p:sp>
      <p:sp>
        <p:nvSpPr>
          <p:cNvPr id="173" name="Google Shape;173;p12"/>
          <p:cNvSpPr/>
          <p:nvPr/>
        </p:nvSpPr>
        <p:spPr>
          <a:xfrm>
            <a:off x="2318430" y="4198123"/>
            <a:ext cx="1868982" cy="389513"/>
          </a:xfrm>
          <a:prstGeom prst="roundRect">
            <a:avLst>
              <a:gd fmla="val 50000" name="adj"/>
            </a:avLst>
          </a:prstGeom>
          <a:solidFill>
            <a:srgbClr val="6C4BC0"/>
          </a:solidFill>
          <a:ln cap="flat" cmpd="sng" w="19050">
            <a:solidFill>
              <a:srgbClr val="6C4BC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reaction games</a:t>
            </a:r>
            <a:endParaRPr/>
          </a:p>
        </p:txBody>
      </p:sp>
      <p:sp>
        <p:nvSpPr>
          <p:cNvPr id="174" name="Google Shape;174;p12"/>
          <p:cNvSpPr/>
          <p:nvPr/>
        </p:nvSpPr>
        <p:spPr>
          <a:xfrm>
            <a:off x="603435" y="5671956"/>
            <a:ext cx="3084830" cy="389513"/>
          </a:xfrm>
          <a:prstGeom prst="roundRect">
            <a:avLst>
              <a:gd fmla="val 50000" name="adj"/>
            </a:avLst>
          </a:prstGeom>
          <a:solidFill>
            <a:srgbClr val="E7645B"/>
          </a:solidFill>
          <a:ln cap="flat" cmpd="sng" w="19050">
            <a:solidFill>
              <a:srgbClr val="E7645B"/>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rock, paper, scissors game</a:t>
            </a:r>
            <a:endParaRPr/>
          </a:p>
        </p:txBody>
      </p:sp>
      <p:sp>
        <p:nvSpPr>
          <p:cNvPr id="175" name="Google Shape;175;p12"/>
          <p:cNvSpPr/>
          <p:nvPr/>
        </p:nvSpPr>
        <p:spPr>
          <a:xfrm>
            <a:off x="6394411" y="4175496"/>
            <a:ext cx="1722078" cy="389513"/>
          </a:xfrm>
          <a:prstGeom prst="roundRect">
            <a:avLst>
              <a:gd fmla="val 50000" name="adj"/>
            </a:avLst>
          </a:prstGeom>
          <a:solidFill>
            <a:srgbClr val="3DB7FE"/>
          </a:solidFill>
          <a:ln cap="flat" cmpd="sng" w="19050">
            <a:solidFill>
              <a:srgbClr val="3DB7FE"/>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name badge</a:t>
            </a:r>
            <a:endParaRPr/>
          </a:p>
        </p:txBody>
      </p:sp>
      <p:sp>
        <p:nvSpPr>
          <p:cNvPr id="176" name="Google Shape;176;p12"/>
          <p:cNvSpPr/>
          <p:nvPr/>
        </p:nvSpPr>
        <p:spPr>
          <a:xfrm>
            <a:off x="3806377" y="5258911"/>
            <a:ext cx="1722078" cy="389513"/>
          </a:xfrm>
          <a:prstGeom prst="roundRect">
            <a:avLst>
              <a:gd fmla="val 50000" name="adj"/>
            </a:avLst>
          </a:prstGeom>
          <a:solidFill>
            <a:srgbClr val="00C800"/>
          </a:solidFill>
          <a:ln cap="flat" cmpd="sng" w="19050">
            <a:solidFill>
              <a:srgbClr val="00C80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clap-o-meter</a:t>
            </a:r>
            <a:endParaRPr/>
          </a:p>
        </p:txBody>
      </p:sp>
      <p:pic>
        <p:nvPicPr>
          <p:cNvPr id="177" name="Google Shape;177;p12"/>
          <p:cNvPicPr preferRelativeResize="0"/>
          <p:nvPr/>
        </p:nvPicPr>
        <p:blipFill rotWithShape="1">
          <a:blip r:embed="rId8">
            <a:alphaModFix/>
          </a:blip>
          <a:srcRect b="0" l="0" r="0" t="0"/>
          <a:stretch/>
        </p:blipFill>
        <p:spPr>
          <a:xfrm rot="1017660">
            <a:off x="4976342" y="3162972"/>
            <a:ext cx="1548793" cy="887851"/>
          </a:xfrm>
          <a:prstGeom prst="rect">
            <a:avLst/>
          </a:prstGeom>
          <a:noFill/>
          <a:ln>
            <a:noFill/>
          </a:ln>
        </p:spPr>
      </p:pic>
      <p:pic>
        <p:nvPicPr>
          <p:cNvPr id="178" name="Google Shape;178;p12"/>
          <p:cNvPicPr preferRelativeResize="0"/>
          <p:nvPr/>
        </p:nvPicPr>
        <p:blipFill rotWithShape="1">
          <a:blip r:embed="rId9">
            <a:alphaModFix/>
          </a:blip>
          <a:srcRect b="0" l="0" r="0" t="0"/>
          <a:stretch/>
        </p:blipFill>
        <p:spPr>
          <a:xfrm>
            <a:off x="957039" y="1912169"/>
            <a:ext cx="1228288" cy="504896"/>
          </a:xfrm>
          <a:prstGeom prst="rect">
            <a:avLst/>
          </a:prstGeom>
          <a:noFill/>
          <a:ln>
            <a:noFill/>
          </a:ln>
        </p:spPr>
      </p:pic>
      <p:pic>
        <p:nvPicPr>
          <p:cNvPr id="179" name="Google Shape;179;p12"/>
          <p:cNvPicPr preferRelativeResize="0"/>
          <p:nvPr/>
        </p:nvPicPr>
        <p:blipFill rotWithShape="1">
          <a:blip r:embed="rId10">
            <a:alphaModFix/>
          </a:blip>
          <a:srcRect b="0" l="0" r="0" t="0"/>
          <a:stretch/>
        </p:blipFill>
        <p:spPr>
          <a:xfrm>
            <a:off x="7355005" y="4646096"/>
            <a:ext cx="1046159" cy="1759617"/>
          </a:xfrm>
          <a:prstGeom prst="rect">
            <a:avLst/>
          </a:prstGeom>
          <a:noFill/>
          <a:ln>
            <a:noFill/>
          </a:ln>
        </p:spPr>
      </p:pic>
      <p:pic>
        <p:nvPicPr>
          <p:cNvPr id="180" name="Google Shape;180;p12"/>
          <p:cNvPicPr preferRelativeResize="0"/>
          <p:nvPr/>
        </p:nvPicPr>
        <p:blipFill rotWithShape="1">
          <a:blip r:embed="rId11">
            <a:alphaModFix/>
          </a:blip>
          <a:srcRect b="0" l="0" r="0" t="0"/>
          <a:stretch/>
        </p:blipFill>
        <p:spPr>
          <a:xfrm>
            <a:off x="3947187" y="2144567"/>
            <a:ext cx="549638" cy="1225064"/>
          </a:xfrm>
          <a:prstGeom prst="rect">
            <a:avLst/>
          </a:prstGeom>
          <a:noFill/>
          <a:ln>
            <a:noFill/>
          </a:ln>
        </p:spPr>
      </p:pic>
      <p:pic>
        <p:nvPicPr>
          <p:cNvPr id="181" name="Google Shape;181;p12"/>
          <p:cNvPicPr preferRelativeResize="0"/>
          <p:nvPr/>
        </p:nvPicPr>
        <p:blipFill rotWithShape="1">
          <a:blip r:embed="rId12">
            <a:alphaModFix/>
          </a:blip>
          <a:srcRect b="0" l="0" r="0" t="0"/>
          <a:stretch/>
        </p:blipFill>
        <p:spPr>
          <a:xfrm rot="9000000">
            <a:off x="5484893" y="1743137"/>
            <a:ext cx="754175" cy="870202"/>
          </a:xfrm>
          <a:prstGeom prst="rect">
            <a:avLst/>
          </a:prstGeom>
          <a:noFill/>
          <a:ln>
            <a:noFill/>
          </a:ln>
        </p:spPr>
      </p:pic>
      <p:pic>
        <p:nvPicPr>
          <p:cNvPr id="182" name="Google Shape;182;p12"/>
          <p:cNvPicPr preferRelativeResize="0"/>
          <p:nvPr/>
        </p:nvPicPr>
        <p:blipFill rotWithShape="1">
          <a:blip r:embed="rId13">
            <a:alphaModFix/>
          </a:blip>
          <a:srcRect b="0" l="0" r="0" t="0"/>
          <a:stretch/>
        </p:blipFill>
        <p:spPr>
          <a:xfrm rot="-809318">
            <a:off x="7658929" y="2272771"/>
            <a:ext cx="819207" cy="790788"/>
          </a:xfrm>
          <a:prstGeom prst="rect">
            <a:avLst/>
          </a:prstGeom>
          <a:noFill/>
          <a:ln>
            <a:noFill/>
          </a:ln>
        </p:spPr>
      </p:pic>
      <p:pic>
        <p:nvPicPr>
          <p:cNvPr id="183" name="Google Shape;183;p12"/>
          <p:cNvPicPr preferRelativeResize="0"/>
          <p:nvPr/>
        </p:nvPicPr>
        <p:blipFill rotWithShape="1">
          <a:blip r:embed="rId14">
            <a:alphaModFix/>
          </a:blip>
          <a:srcRect b="0" l="0" r="0" t="0"/>
          <a:stretch/>
        </p:blipFill>
        <p:spPr>
          <a:xfrm>
            <a:off x="2926594" y="3642050"/>
            <a:ext cx="625959" cy="625107"/>
          </a:xfrm>
          <a:prstGeom prst="rect">
            <a:avLst/>
          </a:prstGeom>
          <a:noFill/>
          <a:ln>
            <a:noFill/>
          </a:ln>
        </p:spPr>
      </p:pic>
      <p:pic>
        <p:nvPicPr>
          <p:cNvPr id="184" name="Google Shape;184;p12"/>
          <p:cNvPicPr preferRelativeResize="0"/>
          <p:nvPr/>
        </p:nvPicPr>
        <p:blipFill rotWithShape="1">
          <a:blip r:embed="rId15">
            <a:alphaModFix/>
          </a:blip>
          <a:srcRect b="0" l="0" r="0" t="0"/>
          <a:stretch/>
        </p:blipFill>
        <p:spPr>
          <a:xfrm rot="412513">
            <a:off x="3597883" y="1877226"/>
            <a:ext cx="1921526" cy="2787929"/>
          </a:xfrm>
          <a:prstGeom prst="rect">
            <a:avLst/>
          </a:prstGeom>
          <a:noFill/>
          <a:ln>
            <a:noFill/>
          </a:ln>
        </p:spPr>
      </p:pic>
      <p:sp>
        <p:nvSpPr>
          <p:cNvPr id="185" name="Google Shape;185;p12"/>
          <p:cNvSpPr/>
          <p:nvPr/>
        </p:nvSpPr>
        <p:spPr>
          <a:xfrm>
            <a:off x="2283093" y="3067857"/>
            <a:ext cx="4572455" cy="779026"/>
          </a:xfrm>
          <a:prstGeom prst="roundRect">
            <a:avLst>
              <a:gd fmla="val 50000" name="adj"/>
            </a:avLst>
          </a:prstGeom>
          <a:solidFill>
            <a:srgbClr val="CD0165"/>
          </a:solidFill>
          <a:ln cap="flat" cmpd="sng" w="19050">
            <a:solidFill>
              <a:srgbClr val="CD0165"/>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These are just some of the possibilities. </a:t>
            </a:r>
            <a:br>
              <a:rPr lang="en-GB" sz="1800">
                <a:solidFill>
                  <a:schemeClr val="lt1"/>
                </a:solidFill>
                <a:latin typeface="Arial"/>
                <a:ea typeface="Arial"/>
                <a:cs typeface="Arial"/>
                <a:sym typeface="Arial"/>
              </a:rPr>
            </a:br>
            <a:r>
              <a:rPr lang="en-GB" sz="1800">
                <a:solidFill>
                  <a:schemeClr val="lt1"/>
                </a:solidFill>
                <a:latin typeface="Arial"/>
                <a:ea typeface="Arial"/>
                <a:cs typeface="Arial"/>
                <a:sym typeface="Arial"/>
              </a:rPr>
              <a:t>What will you make with a micro:bit?</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158"/>
                                        </p:tgtEl>
                                        <p:attrNameLst>
                                          <p:attrName>ppt_w</p:attrName>
                                        </p:attrNameLst>
                                      </p:cBhvr>
                                      <p:tavLst>
                                        <p:tav fmla="" tm="0">
                                          <p:val>
                                            <p:strVal val="#ppt_w"/>
                                          </p:val>
                                        </p:tav>
                                        <p:tav fmla="" tm="100000">
                                          <p:val>
                                            <p:strVal val="0"/>
                                          </p:val>
                                        </p:tav>
                                      </p:tavLst>
                                    </p:anim>
                                    <p:anim calcmode="lin" valueType="num">
                                      <p:cBhvr additive="base">
                                        <p:cTn dur="500"/>
                                        <p:tgtEl>
                                          <p:spTgt spid="158"/>
                                        </p:tgtEl>
                                        <p:attrNameLst>
                                          <p:attrName>ppt_h</p:attrName>
                                        </p:attrNameLst>
                                      </p:cBhvr>
                                      <p:tavLst>
                                        <p:tav fmla="" tm="0">
                                          <p:val>
                                            <p:strVal val="#ppt_h"/>
                                          </p:val>
                                        </p:tav>
                                        <p:tav fmla="" tm="100000">
                                          <p:val>
                                            <p:strVal val="0"/>
                                          </p:val>
                                        </p:tav>
                                      </p:tavLst>
                                    </p:anim>
                                    <p:set>
                                      <p:cBhvr>
                                        <p:cTn dur="1" fill="hold">
                                          <p:stCondLst>
                                            <p:cond delay="500"/>
                                          </p:stCondLst>
                                        </p:cTn>
                                        <p:tgtEl>
                                          <p:spTgt spid="158"/>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59"/>
                                        </p:tgtEl>
                                        <p:attrNameLst>
                                          <p:attrName>ppt_w</p:attrName>
                                        </p:attrNameLst>
                                      </p:cBhvr>
                                      <p:tavLst>
                                        <p:tav fmla="" tm="0">
                                          <p:val>
                                            <p:strVal val="#ppt_w"/>
                                          </p:val>
                                        </p:tav>
                                        <p:tav fmla="" tm="100000">
                                          <p:val>
                                            <p:strVal val="0"/>
                                          </p:val>
                                        </p:tav>
                                      </p:tavLst>
                                    </p:anim>
                                    <p:anim calcmode="lin" valueType="num">
                                      <p:cBhvr additive="base">
                                        <p:cTn dur="500"/>
                                        <p:tgtEl>
                                          <p:spTgt spid="159"/>
                                        </p:tgtEl>
                                        <p:attrNameLst>
                                          <p:attrName>ppt_h</p:attrName>
                                        </p:attrNameLst>
                                      </p:cBhvr>
                                      <p:tavLst>
                                        <p:tav fmla="" tm="0">
                                          <p:val>
                                            <p:strVal val="#ppt_h"/>
                                          </p:val>
                                        </p:tav>
                                        <p:tav fmla="" tm="100000">
                                          <p:val>
                                            <p:strVal val="0"/>
                                          </p:val>
                                        </p:tav>
                                      </p:tavLst>
                                    </p:anim>
                                    <p:set>
                                      <p:cBhvr>
                                        <p:cTn dur="1" fill="hold">
                                          <p:stCondLst>
                                            <p:cond delay="500"/>
                                          </p:stCondLst>
                                        </p:cTn>
                                        <p:tgtEl>
                                          <p:spTgt spid="159"/>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0"/>
                                        </p:tgtEl>
                                        <p:attrNameLst>
                                          <p:attrName>ppt_w</p:attrName>
                                        </p:attrNameLst>
                                      </p:cBhvr>
                                      <p:tavLst>
                                        <p:tav fmla="" tm="0">
                                          <p:val>
                                            <p:strVal val="#ppt_w"/>
                                          </p:val>
                                        </p:tav>
                                        <p:tav fmla="" tm="100000">
                                          <p:val>
                                            <p:strVal val="0"/>
                                          </p:val>
                                        </p:tav>
                                      </p:tavLst>
                                    </p:anim>
                                    <p:anim calcmode="lin" valueType="num">
                                      <p:cBhvr additive="base">
                                        <p:cTn dur="500"/>
                                        <p:tgtEl>
                                          <p:spTgt spid="160"/>
                                        </p:tgtEl>
                                        <p:attrNameLst>
                                          <p:attrName>ppt_h</p:attrName>
                                        </p:attrNameLst>
                                      </p:cBhvr>
                                      <p:tavLst>
                                        <p:tav fmla="" tm="0">
                                          <p:val>
                                            <p:strVal val="#ppt_h"/>
                                          </p:val>
                                        </p:tav>
                                        <p:tav fmla="" tm="100000">
                                          <p:val>
                                            <p:strVal val="0"/>
                                          </p:val>
                                        </p:tav>
                                      </p:tavLst>
                                    </p:anim>
                                    <p:set>
                                      <p:cBhvr>
                                        <p:cTn dur="1" fill="hold">
                                          <p:stCondLst>
                                            <p:cond delay="500"/>
                                          </p:stCondLst>
                                        </p:cTn>
                                        <p:tgtEl>
                                          <p:spTgt spid="16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1"/>
                                        </p:tgtEl>
                                        <p:attrNameLst>
                                          <p:attrName>ppt_w</p:attrName>
                                        </p:attrNameLst>
                                      </p:cBhvr>
                                      <p:tavLst>
                                        <p:tav fmla="" tm="0">
                                          <p:val>
                                            <p:strVal val="#ppt_w"/>
                                          </p:val>
                                        </p:tav>
                                        <p:tav fmla="" tm="100000">
                                          <p:val>
                                            <p:strVal val="0"/>
                                          </p:val>
                                        </p:tav>
                                      </p:tavLst>
                                    </p:anim>
                                    <p:anim calcmode="lin" valueType="num">
                                      <p:cBhvr additive="base">
                                        <p:cTn dur="500"/>
                                        <p:tgtEl>
                                          <p:spTgt spid="161"/>
                                        </p:tgtEl>
                                        <p:attrNameLst>
                                          <p:attrName>ppt_h</p:attrName>
                                        </p:attrNameLst>
                                      </p:cBhvr>
                                      <p:tavLst>
                                        <p:tav fmla="" tm="0">
                                          <p:val>
                                            <p:strVal val="#ppt_h"/>
                                          </p:val>
                                        </p:tav>
                                        <p:tav fmla="" tm="100000">
                                          <p:val>
                                            <p:strVal val="0"/>
                                          </p:val>
                                        </p:tav>
                                      </p:tavLst>
                                    </p:anim>
                                    <p:set>
                                      <p:cBhvr>
                                        <p:cTn dur="1" fill="hold">
                                          <p:stCondLst>
                                            <p:cond delay="500"/>
                                          </p:stCondLst>
                                        </p:cTn>
                                        <p:tgtEl>
                                          <p:spTgt spid="161"/>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2"/>
                                        </p:tgtEl>
                                        <p:attrNameLst>
                                          <p:attrName>ppt_w</p:attrName>
                                        </p:attrNameLst>
                                      </p:cBhvr>
                                      <p:tavLst>
                                        <p:tav fmla="" tm="0">
                                          <p:val>
                                            <p:strVal val="#ppt_w"/>
                                          </p:val>
                                        </p:tav>
                                        <p:tav fmla="" tm="100000">
                                          <p:val>
                                            <p:strVal val="0"/>
                                          </p:val>
                                        </p:tav>
                                      </p:tavLst>
                                    </p:anim>
                                    <p:anim calcmode="lin" valueType="num">
                                      <p:cBhvr additive="base">
                                        <p:cTn dur="500"/>
                                        <p:tgtEl>
                                          <p:spTgt spid="162"/>
                                        </p:tgtEl>
                                        <p:attrNameLst>
                                          <p:attrName>ppt_h</p:attrName>
                                        </p:attrNameLst>
                                      </p:cBhvr>
                                      <p:tavLst>
                                        <p:tav fmla="" tm="0">
                                          <p:val>
                                            <p:strVal val="#ppt_h"/>
                                          </p:val>
                                        </p:tav>
                                        <p:tav fmla="" tm="100000">
                                          <p:val>
                                            <p:strVal val="0"/>
                                          </p:val>
                                        </p:tav>
                                      </p:tavLst>
                                    </p:anim>
                                    <p:set>
                                      <p:cBhvr>
                                        <p:cTn dur="1" fill="hold">
                                          <p:stCondLst>
                                            <p:cond delay="500"/>
                                          </p:stCondLst>
                                        </p:cTn>
                                        <p:tgtEl>
                                          <p:spTgt spid="16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3"/>
                                        </p:tgtEl>
                                        <p:attrNameLst>
                                          <p:attrName>ppt_w</p:attrName>
                                        </p:attrNameLst>
                                      </p:cBhvr>
                                      <p:tavLst>
                                        <p:tav fmla="" tm="0">
                                          <p:val>
                                            <p:strVal val="#ppt_w"/>
                                          </p:val>
                                        </p:tav>
                                        <p:tav fmla="" tm="100000">
                                          <p:val>
                                            <p:strVal val="0"/>
                                          </p:val>
                                        </p:tav>
                                      </p:tavLst>
                                    </p:anim>
                                    <p:anim calcmode="lin" valueType="num">
                                      <p:cBhvr additive="base">
                                        <p:cTn dur="500"/>
                                        <p:tgtEl>
                                          <p:spTgt spid="163"/>
                                        </p:tgtEl>
                                        <p:attrNameLst>
                                          <p:attrName>ppt_h</p:attrName>
                                        </p:attrNameLst>
                                      </p:cBhvr>
                                      <p:tavLst>
                                        <p:tav fmla="" tm="0">
                                          <p:val>
                                            <p:strVal val="#ppt_h"/>
                                          </p:val>
                                        </p:tav>
                                        <p:tav fmla="" tm="100000">
                                          <p:val>
                                            <p:strVal val="0"/>
                                          </p:val>
                                        </p:tav>
                                      </p:tavLst>
                                    </p:anim>
                                    <p:set>
                                      <p:cBhvr>
                                        <p:cTn dur="1" fill="hold">
                                          <p:stCondLst>
                                            <p:cond delay="500"/>
                                          </p:stCondLst>
                                        </p:cTn>
                                        <p:tgtEl>
                                          <p:spTgt spid="163"/>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4"/>
                                        </p:tgtEl>
                                        <p:attrNameLst>
                                          <p:attrName>ppt_w</p:attrName>
                                        </p:attrNameLst>
                                      </p:cBhvr>
                                      <p:tavLst>
                                        <p:tav fmla="" tm="0">
                                          <p:val>
                                            <p:strVal val="#ppt_w"/>
                                          </p:val>
                                        </p:tav>
                                        <p:tav fmla="" tm="100000">
                                          <p:val>
                                            <p:strVal val="0"/>
                                          </p:val>
                                        </p:tav>
                                      </p:tavLst>
                                    </p:anim>
                                    <p:anim calcmode="lin" valueType="num">
                                      <p:cBhvr additive="base">
                                        <p:cTn dur="500"/>
                                        <p:tgtEl>
                                          <p:spTgt spid="164"/>
                                        </p:tgtEl>
                                        <p:attrNameLst>
                                          <p:attrName>ppt_h</p:attrName>
                                        </p:attrNameLst>
                                      </p:cBhvr>
                                      <p:tavLst>
                                        <p:tav fmla="" tm="0">
                                          <p:val>
                                            <p:strVal val="#ppt_h"/>
                                          </p:val>
                                        </p:tav>
                                        <p:tav fmla="" tm="100000">
                                          <p:val>
                                            <p:strVal val="0"/>
                                          </p:val>
                                        </p:tav>
                                      </p:tavLst>
                                    </p:anim>
                                    <p:set>
                                      <p:cBhvr>
                                        <p:cTn dur="1" fill="hold">
                                          <p:stCondLst>
                                            <p:cond delay="500"/>
                                          </p:stCondLst>
                                        </p:cTn>
                                        <p:tgtEl>
                                          <p:spTgt spid="164"/>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5"/>
                                        </p:tgtEl>
                                        <p:attrNameLst>
                                          <p:attrName>ppt_w</p:attrName>
                                        </p:attrNameLst>
                                      </p:cBhvr>
                                      <p:tavLst>
                                        <p:tav fmla="" tm="0">
                                          <p:val>
                                            <p:strVal val="#ppt_w"/>
                                          </p:val>
                                        </p:tav>
                                        <p:tav fmla="" tm="100000">
                                          <p:val>
                                            <p:strVal val="0"/>
                                          </p:val>
                                        </p:tav>
                                      </p:tavLst>
                                    </p:anim>
                                    <p:anim calcmode="lin" valueType="num">
                                      <p:cBhvr additive="base">
                                        <p:cTn dur="500"/>
                                        <p:tgtEl>
                                          <p:spTgt spid="165"/>
                                        </p:tgtEl>
                                        <p:attrNameLst>
                                          <p:attrName>ppt_h</p:attrName>
                                        </p:attrNameLst>
                                      </p:cBhvr>
                                      <p:tavLst>
                                        <p:tav fmla="" tm="0">
                                          <p:val>
                                            <p:strVal val="#ppt_h"/>
                                          </p:val>
                                        </p:tav>
                                        <p:tav fmla="" tm="100000">
                                          <p:val>
                                            <p:strVal val="0"/>
                                          </p:val>
                                        </p:tav>
                                      </p:tavLst>
                                    </p:anim>
                                    <p:set>
                                      <p:cBhvr>
                                        <p:cTn dur="1" fill="hold">
                                          <p:stCondLst>
                                            <p:cond delay="500"/>
                                          </p:stCondLst>
                                        </p:cTn>
                                        <p:tgtEl>
                                          <p:spTgt spid="165"/>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7"/>
                                        </p:tgtEl>
                                        <p:attrNameLst>
                                          <p:attrName>ppt_w</p:attrName>
                                        </p:attrNameLst>
                                      </p:cBhvr>
                                      <p:tavLst>
                                        <p:tav fmla="" tm="0">
                                          <p:val>
                                            <p:strVal val="#ppt_w"/>
                                          </p:val>
                                        </p:tav>
                                        <p:tav fmla="" tm="100000">
                                          <p:val>
                                            <p:strVal val="0"/>
                                          </p:val>
                                        </p:tav>
                                      </p:tavLst>
                                    </p:anim>
                                    <p:anim calcmode="lin" valueType="num">
                                      <p:cBhvr additive="base">
                                        <p:cTn dur="500"/>
                                        <p:tgtEl>
                                          <p:spTgt spid="167"/>
                                        </p:tgtEl>
                                        <p:attrNameLst>
                                          <p:attrName>ppt_h</p:attrName>
                                        </p:attrNameLst>
                                      </p:cBhvr>
                                      <p:tavLst>
                                        <p:tav fmla="" tm="0">
                                          <p:val>
                                            <p:strVal val="#ppt_h"/>
                                          </p:val>
                                        </p:tav>
                                        <p:tav fmla="" tm="100000">
                                          <p:val>
                                            <p:strVal val="0"/>
                                          </p:val>
                                        </p:tav>
                                      </p:tavLst>
                                    </p:anim>
                                    <p:set>
                                      <p:cBhvr>
                                        <p:cTn dur="1" fill="hold">
                                          <p:stCondLst>
                                            <p:cond delay="500"/>
                                          </p:stCondLst>
                                        </p:cTn>
                                        <p:tgtEl>
                                          <p:spTgt spid="167"/>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8"/>
                                        </p:tgtEl>
                                        <p:attrNameLst>
                                          <p:attrName>ppt_w</p:attrName>
                                        </p:attrNameLst>
                                      </p:cBhvr>
                                      <p:tavLst>
                                        <p:tav fmla="" tm="0">
                                          <p:val>
                                            <p:strVal val="#ppt_w"/>
                                          </p:val>
                                        </p:tav>
                                        <p:tav fmla="" tm="100000">
                                          <p:val>
                                            <p:strVal val="0"/>
                                          </p:val>
                                        </p:tav>
                                      </p:tavLst>
                                    </p:anim>
                                    <p:anim calcmode="lin" valueType="num">
                                      <p:cBhvr additive="base">
                                        <p:cTn dur="500"/>
                                        <p:tgtEl>
                                          <p:spTgt spid="168"/>
                                        </p:tgtEl>
                                        <p:attrNameLst>
                                          <p:attrName>ppt_h</p:attrName>
                                        </p:attrNameLst>
                                      </p:cBhvr>
                                      <p:tavLst>
                                        <p:tav fmla="" tm="0">
                                          <p:val>
                                            <p:strVal val="#ppt_h"/>
                                          </p:val>
                                        </p:tav>
                                        <p:tav fmla="" tm="100000">
                                          <p:val>
                                            <p:strVal val="0"/>
                                          </p:val>
                                        </p:tav>
                                      </p:tavLst>
                                    </p:anim>
                                    <p:set>
                                      <p:cBhvr>
                                        <p:cTn dur="1" fill="hold">
                                          <p:stCondLst>
                                            <p:cond delay="500"/>
                                          </p:stCondLst>
                                        </p:cTn>
                                        <p:tgtEl>
                                          <p:spTgt spid="168"/>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69"/>
                                        </p:tgtEl>
                                        <p:attrNameLst>
                                          <p:attrName>ppt_w</p:attrName>
                                        </p:attrNameLst>
                                      </p:cBhvr>
                                      <p:tavLst>
                                        <p:tav fmla="" tm="0">
                                          <p:val>
                                            <p:strVal val="#ppt_w"/>
                                          </p:val>
                                        </p:tav>
                                        <p:tav fmla="" tm="100000">
                                          <p:val>
                                            <p:strVal val="0"/>
                                          </p:val>
                                        </p:tav>
                                      </p:tavLst>
                                    </p:anim>
                                    <p:anim calcmode="lin" valueType="num">
                                      <p:cBhvr additive="base">
                                        <p:cTn dur="500"/>
                                        <p:tgtEl>
                                          <p:spTgt spid="169"/>
                                        </p:tgtEl>
                                        <p:attrNameLst>
                                          <p:attrName>ppt_h</p:attrName>
                                        </p:attrNameLst>
                                      </p:cBhvr>
                                      <p:tavLst>
                                        <p:tav fmla="" tm="0">
                                          <p:val>
                                            <p:strVal val="#ppt_h"/>
                                          </p:val>
                                        </p:tav>
                                        <p:tav fmla="" tm="100000">
                                          <p:val>
                                            <p:strVal val="0"/>
                                          </p:val>
                                        </p:tav>
                                      </p:tavLst>
                                    </p:anim>
                                    <p:set>
                                      <p:cBhvr>
                                        <p:cTn dur="1" fill="hold">
                                          <p:stCondLst>
                                            <p:cond delay="500"/>
                                          </p:stCondLst>
                                        </p:cTn>
                                        <p:tgtEl>
                                          <p:spTgt spid="169"/>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0"/>
                                        </p:tgtEl>
                                        <p:attrNameLst>
                                          <p:attrName>ppt_w</p:attrName>
                                        </p:attrNameLst>
                                      </p:cBhvr>
                                      <p:tavLst>
                                        <p:tav fmla="" tm="0">
                                          <p:val>
                                            <p:strVal val="#ppt_w"/>
                                          </p:val>
                                        </p:tav>
                                        <p:tav fmla="" tm="100000">
                                          <p:val>
                                            <p:strVal val="0"/>
                                          </p:val>
                                        </p:tav>
                                      </p:tavLst>
                                    </p:anim>
                                    <p:anim calcmode="lin" valueType="num">
                                      <p:cBhvr additive="base">
                                        <p:cTn dur="500"/>
                                        <p:tgtEl>
                                          <p:spTgt spid="170"/>
                                        </p:tgtEl>
                                        <p:attrNameLst>
                                          <p:attrName>ppt_h</p:attrName>
                                        </p:attrNameLst>
                                      </p:cBhvr>
                                      <p:tavLst>
                                        <p:tav fmla="" tm="0">
                                          <p:val>
                                            <p:strVal val="#ppt_h"/>
                                          </p:val>
                                        </p:tav>
                                        <p:tav fmla="" tm="100000">
                                          <p:val>
                                            <p:strVal val="0"/>
                                          </p:val>
                                        </p:tav>
                                      </p:tavLst>
                                    </p:anim>
                                    <p:set>
                                      <p:cBhvr>
                                        <p:cTn dur="1" fill="hold">
                                          <p:stCondLst>
                                            <p:cond delay="500"/>
                                          </p:stCondLst>
                                        </p:cTn>
                                        <p:tgtEl>
                                          <p:spTgt spid="17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1"/>
                                        </p:tgtEl>
                                        <p:attrNameLst>
                                          <p:attrName>ppt_w</p:attrName>
                                        </p:attrNameLst>
                                      </p:cBhvr>
                                      <p:tavLst>
                                        <p:tav fmla="" tm="0">
                                          <p:val>
                                            <p:strVal val="#ppt_w"/>
                                          </p:val>
                                        </p:tav>
                                        <p:tav fmla="" tm="100000">
                                          <p:val>
                                            <p:strVal val="0"/>
                                          </p:val>
                                        </p:tav>
                                      </p:tavLst>
                                    </p:anim>
                                    <p:anim calcmode="lin" valueType="num">
                                      <p:cBhvr additive="base">
                                        <p:cTn dur="500"/>
                                        <p:tgtEl>
                                          <p:spTgt spid="171"/>
                                        </p:tgtEl>
                                        <p:attrNameLst>
                                          <p:attrName>ppt_h</p:attrName>
                                        </p:attrNameLst>
                                      </p:cBhvr>
                                      <p:tavLst>
                                        <p:tav fmla="" tm="0">
                                          <p:val>
                                            <p:strVal val="#ppt_h"/>
                                          </p:val>
                                        </p:tav>
                                        <p:tav fmla="" tm="100000">
                                          <p:val>
                                            <p:strVal val="0"/>
                                          </p:val>
                                        </p:tav>
                                      </p:tavLst>
                                    </p:anim>
                                    <p:set>
                                      <p:cBhvr>
                                        <p:cTn dur="1" fill="hold">
                                          <p:stCondLst>
                                            <p:cond delay="500"/>
                                          </p:stCondLst>
                                        </p:cTn>
                                        <p:tgtEl>
                                          <p:spTgt spid="171"/>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2"/>
                                        </p:tgtEl>
                                        <p:attrNameLst>
                                          <p:attrName>ppt_w</p:attrName>
                                        </p:attrNameLst>
                                      </p:cBhvr>
                                      <p:tavLst>
                                        <p:tav fmla="" tm="0">
                                          <p:val>
                                            <p:strVal val="#ppt_w"/>
                                          </p:val>
                                        </p:tav>
                                        <p:tav fmla="" tm="100000">
                                          <p:val>
                                            <p:strVal val="0"/>
                                          </p:val>
                                        </p:tav>
                                      </p:tavLst>
                                    </p:anim>
                                    <p:anim calcmode="lin" valueType="num">
                                      <p:cBhvr additive="base">
                                        <p:cTn dur="500"/>
                                        <p:tgtEl>
                                          <p:spTgt spid="172"/>
                                        </p:tgtEl>
                                        <p:attrNameLst>
                                          <p:attrName>ppt_h</p:attrName>
                                        </p:attrNameLst>
                                      </p:cBhvr>
                                      <p:tavLst>
                                        <p:tav fmla="" tm="0">
                                          <p:val>
                                            <p:strVal val="#ppt_h"/>
                                          </p:val>
                                        </p:tav>
                                        <p:tav fmla="" tm="100000">
                                          <p:val>
                                            <p:strVal val="0"/>
                                          </p:val>
                                        </p:tav>
                                      </p:tavLst>
                                    </p:anim>
                                    <p:set>
                                      <p:cBhvr>
                                        <p:cTn dur="1" fill="hold">
                                          <p:stCondLst>
                                            <p:cond delay="500"/>
                                          </p:stCondLst>
                                        </p:cTn>
                                        <p:tgtEl>
                                          <p:spTgt spid="17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3"/>
                                        </p:tgtEl>
                                        <p:attrNameLst>
                                          <p:attrName>ppt_w</p:attrName>
                                        </p:attrNameLst>
                                      </p:cBhvr>
                                      <p:tavLst>
                                        <p:tav fmla="" tm="0">
                                          <p:val>
                                            <p:strVal val="#ppt_w"/>
                                          </p:val>
                                        </p:tav>
                                        <p:tav fmla="" tm="100000">
                                          <p:val>
                                            <p:strVal val="0"/>
                                          </p:val>
                                        </p:tav>
                                      </p:tavLst>
                                    </p:anim>
                                    <p:anim calcmode="lin" valueType="num">
                                      <p:cBhvr additive="base">
                                        <p:cTn dur="500"/>
                                        <p:tgtEl>
                                          <p:spTgt spid="173"/>
                                        </p:tgtEl>
                                        <p:attrNameLst>
                                          <p:attrName>ppt_h</p:attrName>
                                        </p:attrNameLst>
                                      </p:cBhvr>
                                      <p:tavLst>
                                        <p:tav fmla="" tm="0">
                                          <p:val>
                                            <p:strVal val="#ppt_h"/>
                                          </p:val>
                                        </p:tav>
                                        <p:tav fmla="" tm="100000">
                                          <p:val>
                                            <p:strVal val="0"/>
                                          </p:val>
                                        </p:tav>
                                      </p:tavLst>
                                    </p:anim>
                                    <p:set>
                                      <p:cBhvr>
                                        <p:cTn dur="1" fill="hold">
                                          <p:stCondLst>
                                            <p:cond delay="500"/>
                                          </p:stCondLst>
                                        </p:cTn>
                                        <p:tgtEl>
                                          <p:spTgt spid="173"/>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4"/>
                                        </p:tgtEl>
                                        <p:attrNameLst>
                                          <p:attrName>ppt_w</p:attrName>
                                        </p:attrNameLst>
                                      </p:cBhvr>
                                      <p:tavLst>
                                        <p:tav fmla="" tm="0">
                                          <p:val>
                                            <p:strVal val="#ppt_w"/>
                                          </p:val>
                                        </p:tav>
                                        <p:tav fmla="" tm="100000">
                                          <p:val>
                                            <p:strVal val="0"/>
                                          </p:val>
                                        </p:tav>
                                      </p:tavLst>
                                    </p:anim>
                                    <p:anim calcmode="lin" valueType="num">
                                      <p:cBhvr additive="base">
                                        <p:cTn dur="500"/>
                                        <p:tgtEl>
                                          <p:spTgt spid="174"/>
                                        </p:tgtEl>
                                        <p:attrNameLst>
                                          <p:attrName>ppt_h</p:attrName>
                                        </p:attrNameLst>
                                      </p:cBhvr>
                                      <p:tavLst>
                                        <p:tav fmla="" tm="0">
                                          <p:val>
                                            <p:strVal val="#ppt_h"/>
                                          </p:val>
                                        </p:tav>
                                        <p:tav fmla="" tm="100000">
                                          <p:val>
                                            <p:strVal val="0"/>
                                          </p:val>
                                        </p:tav>
                                      </p:tavLst>
                                    </p:anim>
                                    <p:set>
                                      <p:cBhvr>
                                        <p:cTn dur="1" fill="hold">
                                          <p:stCondLst>
                                            <p:cond delay="500"/>
                                          </p:stCondLst>
                                        </p:cTn>
                                        <p:tgtEl>
                                          <p:spTgt spid="174"/>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5"/>
                                        </p:tgtEl>
                                        <p:attrNameLst>
                                          <p:attrName>ppt_w</p:attrName>
                                        </p:attrNameLst>
                                      </p:cBhvr>
                                      <p:tavLst>
                                        <p:tav fmla="" tm="0">
                                          <p:val>
                                            <p:strVal val="#ppt_w"/>
                                          </p:val>
                                        </p:tav>
                                        <p:tav fmla="" tm="100000">
                                          <p:val>
                                            <p:strVal val="0"/>
                                          </p:val>
                                        </p:tav>
                                      </p:tavLst>
                                    </p:anim>
                                    <p:anim calcmode="lin" valueType="num">
                                      <p:cBhvr additive="base">
                                        <p:cTn dur="500"/>
                                        <p:tgtEl>
                                          <p:spTgt spid="175"/>
                                        </p:tgtEl>
                                        <p:attrNameLst>
                                          <p:attrName>ppt_h</p:attrName>
                                        </p:attrNameLst>
                                      </p:cBhvr>
                                      <p:tavLst>
                                        <p:tav fmla="" tm="0">
                                          <p:val>
                                            <p:strVal val="#ppt_h"/>
                                          </p:val>
                                        </p:tav>
                                        <p:tav fmla="" tm="100000">
                                          <p:val>
                                            <p:strVal val="0"/>
                                          </p:val>
                                        </p:tav>
                                      </p:tavLst>
                                    </p:anim>
                                    <p:set>
                                      <p:cBhvr>
                                        <p:cTn dur="1" fill="hold">
                                          <p:stCondLst>
                                            <p:cond delay="500"/>
                                          </p:stCondLst>
                                        </p:cTn>
                                        <p:tgtEl>
                                          <p:spTgt spid="175"/>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6"/>
                                        </p:tgtEl>
                                        <p:attrNameLst>
                                          <p:attrName>ppt_w</p:attrName>
                                        </p:attrNameLst>
                                      </p:cBhvr>
                                      <p:tavLst>
                                        <p:tav fmla="" tm="0">
                                          <p:val>
                                            <p:strVal val="#ppt_w"/>
                                          </p:val>
                                        </p:tav>
                                        <p:tav fmla="" tm="100000">
                                          <p:val>
                                            <p:strVal val="0"/>
                                          </p:val>
                                        </p:tav>
                                      </p:tavLst>
                                    </p:anim>
                                    <p:anim calcmode="lin" valueType="num">
                                      <p:cBhvr additive="base">
                                        <p:cTn dur="500"/>
                                        <p:tgtEl>
                                          <p:spTgt spid="176"/>
                                        </p:tgtEl>
                                        <p:attrNameLst>
                                          <p:attrName>ppt_h</p:attrName>
                                        </p:attrNameLst>
                                      </p:cBhvr>
                                      <p:tavLst>
                                        <p:tav fmla="" tm="0">
                                          <p:val>
                                            <p:strVal val="#ppt_h"/>
                                          </p:val>
                                        </p:tav>
                                        <p:tav fmla="" tm="100000">
                                          <p:val>
                                            <p:strVal val="0"/>
                                          </p:val>
                                        </p:tav>
                                      </p:tavLst>
                                    </p:anim>
                                    <p:set>
                                      <p:cBhvr>
                                        <p:cTn dur="1" fill="hold">
                                          <p:stCondLst>
                                            <p:cond delay="500"/>
                                          </p:stCondLst>
                                        </p:cTn>
                                        <p:tgtEl>
                                          <p:spTgt spid="176"/>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7"/>
                                        </p:tgtEl>
                                        <p:attrNameLst>
                                          <p:attrName>ppt_w</p:attrName>
                                        </p:attrNameLst>
                                      </p:cBhvr>
                                      <p:tavLst>
                                        <p:tav fmla="" tm="0">
                                          <p:val>
                                            <p:strVal val="#ppt_w"/>
                                          </p:val>
                                        </p:tav>
                                        <p:tav fmla="" tm="100000">
                                          <p:val>
                                            <p:strVal val="0"/>
                                          </p:val>
                                        </p:tav>
                                      </p:tavLst>
                                    </p:anim>
                                    <p:anim calcmode="lin" valueType="num">
                                      <p:cBhvr additive="base">
                                        <p:cTn dur="500"/>
                                        <p:tgtEl>
                                          <p:spTgt spid="177"/>
                                        </p:tgtEl>
                                        <p:attrNameLst>
                                          <p:attrName>ppt_h</p:attrName>
                                        </p:attrNameLst>
                                      </p:cBhvr>
                                      <p:tavLst>
                                        <p:tav fmla="" tm="0">
                                          <p:val>
                                            <p:strVal val="#ppt_h"/>
                                          </p:val>
                                        </p:tav>
                                        <p:tav fmla="" tm="100000">
                                          <p:val>
                                            <p:strVal val="0"/>
                                          </p:val>
                                        </p:tav>
                                      </p:tavLst>
                                    </p:anim>
                                    <p:set>
                                      <p:cBhvr>
                                        <p:cTn dur="1" fill="hold">
                                          <p:stCondLst>
                                            <p:cond delay="500"/>
                                          </p:stCondLst>
                                        </p:cTn>
                                        <p:tgtEl>
                                          <p:spTgt spid="177"/>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8"/>
                                        </p:tgtEl>
                                        <p:attrNameLst>
                                          <p:attrName>ppt_w</p:attrName>
                                        </p:attrNameLst>
                                      </p:cBhvr>
                                      <p:tavLst>
                                        <p:tav fmla="" tm="0">
                                          <p:val>
                                            <p:strVal val="#ppt_w"/>
                                          </p:val>
                                        </p:tav>
                                        <p:tav fmla="" tm="100000">
                                          <p:val>
                                            <p:strVal val="0"/>
                                          </p:val>
                                        </p:tav>
                                      </p:tavLst>
                                    </p:anim>
                                    <p:anim calcmode="lin" valueType="num">
                                      <p:cBhvr additive="base">
                                        <p:cTn dur="500"/>
                                        <p:tgtEl>
                                          <p:spTgt spid="178"/>
                                        </p:tgtEl>
                                        <p:attrNameLst>
                                          <p:attrName>ppt_h</p:attrName>
                                        </p:attrNameLst>
                                      </p:cBhvr>
                                      <p:tavLst>
                                        <p:tav fmla="" tm="0">
                                          <p:val>
                                            <p:strVal val="#ppt_h"/>
                                          </p:val>
                                        </p:tav>
                                        <p:tav fmla="" tm="100000">
                                          <p:val>
                                            <p:strVal val="0"/>
                                          </p:val>
                                        </p:tav>
                                      </p:tavLst>
                                    </p:anim>
                                    <p:set>
                                      <p:cBhvr>
                                        <p:cTn dur="1" fill="hold">
                                          <p:stCondLst>
                                            <p:cond delay="500"/>
                                          </p:stCondLst>
                                        </p:cTn>
                                        <p:tgtEl>
                                          <p:spTgt spid="178"/>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79"/>
                                        </p:tgtEl>
                                        <p:attrNameLst>
                                          <p:attrName>ppt_w</p:attrName>
                                        </p:attrNameLst>
                                      </p:cBhvr>
                                      <p:tavLst>
                                        <p:tav fmla="" tm="0">
                                          <p:val>
                                            <p:strVal val="#ppt_w"/>
                                          </p:val>
                                        </p:tav>
                                        <p:tav fmla="" tm="100000">
                                          <p:val>
                                            <p:strVal val="0"/>
                                          </p:val>
                                        </p:tav>
                                      </p:tavLst>
                                    </p:anim>
                                    <p:anim calcmode="lin" valueType="num">
                                      <p:cBhvr additive="base">
                                        <p:cTn dur="500"/>
                                        <p:tgtEl>
                                          <p:spTgt spid="179"/>
                                        </p:tgtEl>
                                        <p:attrNameLst>
                                          <p:attrName>ppt_h</p:attrName>
                                        </p:attrNameLst>
                                      </p:cBhvr>
                                      <p:tavLst>
                                        <p:tav fmla="" tm="0">
                                          <p:val>
                                            <p:strVal val="#ppt_h"/>
                                          </p:val>
                                        </p:tav>
                                        <p:tav fmla="" tm="100000">
                                          <p:val>
                                            <p:strVal val="0"/>
                                          </p:val>
                                        </p:tav>
                                      </p:tavLst>
                                    </p:anim>
                                    <p:set>
                                      <p:cBhvr>
                                        <p:cTn dur="1" fill="hold">
                                          <p:stCondLst>
                                            <p:cond delay="500"/>
                                          </p:stCondLst>
                                        </p:cTn>
                                        <p:tgtEl>
                                          <p:spTgt spid="179"/>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80"/>
                                        </p:tgtEl>
                                        <p:attrNameLst>
                                          <p:attrName>ppt_w</p:attrName>
                                        </p:attrNameLst>
                                      </p:cBhvr>
                                      <p:tavLst>
                                        <p:tav fmla="" tm="0">
                                          <p:val>
                                            <p:strVal val="#ppt_w"/>
                                          </p:val>
                                        </p:tav>
                                        <p:tav fmla="" tm="100000">
                                          <p:val>
                                            <p:strVal val="0"/>
                                          </p:val>
                                        </p:tav>
                                      </p:tavLst>
                                    </p:anim>
                                    <p:anim calcmode="lin" valueType="num">
                                      <p:cBhvr additive="base">
                                        <p:cTn dur="500"/>
                                        <p:tgtEl>
                                          <p:spTgt spid="180"/>
                                        </p:tgtEl>
                                        <p:attrNameLst>
                                          <p:attrName>ppt_h</p:attrName>
                                        </p:attrNameLst>
                                      </p:cBhvr>
                                      <p:tavLst>
                                        <p:tav fmla="" tm="0">
                                          <p:val>
                                            <p:strVal val="#ppt_h"/>
                                          </p:val>
                                        </p:tav>
                                        <p:tav fmla="" tm="100000">
                                          <p:val>
                                            <p:strVal val="0"/>
                                          </p:val>
                                        </p:tav>
                                      </p:tavLst>
                                    </p:anim>
                                    <p:set>
                                      <p:cBhvr>
                                        <p:cTn dur="1" fill="hold">
                                          <p:stCondLst>
                                            <p:cond delay="500"/>
                                          </p:stCondLst>
                                        </p:cTn>
                                        <p:tgtEl>
                                          <p:spTgt spid="18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81"/>
                                        </p:tgtEl>
                                        <p:attrNameLst>
                                          <p:attrName>ppt_w</p:attrName>
                                        </p:attrNameLst>
                                      </p:cBhvr>
                                      <p:tavLst>
                                        <p:tav fmla="" tm="0">
                                          <p:val>
                                            <p:strVal val="#ppt_w"/>
                                          </p:val>
                                        </p:tav>
                                        <p:tav fmla="" tm="100000">
                                          <p:val>
                                            <p:strVal val="0"/>
                                          </p:val>
                                        </p:tav>
                                      </p:tavLst>
                                    </p:anim>
                                    <p:anim calcmode="lin" valueType="num">
                                      <p:cBhvr additive="base">
                                        <p:cTn dur="500"/>
                                        <p:tgtEl>
                                          <p:spTgt spid="181"/>
                                        </p:tgtEl>
                                        <p:attrNameLst>
                                          <p:attrName>ppt_h</p:attrName>
                                        </p:attrNameLst>
                                      </p:cBhvr>
                                      <p:tavLst>
                                        <p:tav fmla="" tm="0">
                                          <p:val>
                                            <p:strVal val="#ppt_h"/>
                                          </p:val>
                                        </p:tav>
                                        <p:tav fmla="" tm="100000">
                                          <p:val>
                                            <p:strVal val="0"/>
                                          </p:val>
                                        </p:tav>
                                      </p:tavLst>
                                    </p:anim>
                                    <p:set>
                                      <p:cBhvr>
                                        <p:cTn dur="1" fill="hold">
                                          <p:stCondLst>
                                            <p:cond delay="500"/>
                                          </p:stCondLst>
                                        </p:cTn>
                                        <p:tgtEl>
                                          <p:spTgt spid="181"/>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82"/>
                                        </p:tgtEl>
                                        <p:attrNameLst>
                                          <p:attrName>ppt_w</p:attrName>
                                        </p:attrNameLst>
                                      </p:cBhvr>
                                      <p:tavLst>
                                        <p:tav fmla="" tm="0">
                                          <p:val>
                                            <p:strVal val="#ppt_w"/>
                                          </p:val>
                                        </p:tav>
                                        <p:tav fmla="" tm="100000">
                                          <p:val>
                                            <p:strVal val="0"/>
                                          </p:val>
                                        </p:tav>
                                      </p:tavLst>
                                    </p:anim>
                                    <p:anim calcmode="lin" valueType="num">
                                      <p:cBhvr additive="base">
                                        <p:cTn dur="500"/>
                                        <p:tgtEl>
                                          <p:spTgt spid="182"/>
                                        </p:tgtEl>
                                        <p:attrNameLst>
                                          <p:attrName>ppt_h</p:attrName>
                                        </p:attrNameLst>
                                      </p:cBhvr>
                                      <p:tavLst>
                                        <p:tav fmla="" tm="0">
                                          <p:val>
                                            <p:strVal val="#ppt_h"/>
                                          </p:val>
                                        </p:tav>
                                        <p:tav fmla="" tm="100000">
                                          <p:val>
                                            <p:strVal val="0"/>
                                          </p:val>
                                        </p:tav>
                                      </p:tavLst>
                                    </p:anim>
                                    <p:set>
                                      <p:cBhvr>
                                        <p:cTn dur="1" fill="hold">
                                          <p:stCondLst>
                                            <p:cond delay="500"/>
                                          </p:stCondLst>
                                        </p:cTn>
                                        <p:tgtEl>
                                          <p:spTgt spid="18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83"/>
                                        </p:tgtEl>
                                        <p:attrNameLst>
                                          <p:attrName>ppt_w</p:attrName>
                                        </p:attrNameLst>
                                      </p:cBhvr>
                                      <p:tavLst>
                                        <p:tav fmla="" tm="0">
                                          <p:val>
                                            <p:strVal val="#ppt_w"/>
                                          </p:val>
                                        </p:tav>
                                        <p:tav fmla="" tm="100000">
                                          <p:val>
                                            <p:strVal val="0"/>
                                          </p:val>
                                        </p:tav>
                                      </p:tavLst>
                                    </p:anim>
                                    <p:anim calcmode="lin" valueType="num">
                                      <p:cBhvr additive="base">
                                        <p:cTn dur="500"/>
                                        <p:tgtEl>
                                          <p:spTgt spid="183"/>
                                        </p:tgtEl>
                                        <p:attrNameLst>
                                          <p:attrName>ppt_h</p:attrName>
                                        </p:attrNameLst>
                                      </p:cBhvr>
                                      <p:tavLst>
                                        <p:tav fmla="" tm="0">
                                          <p:val>
                                            <p:strVal val="#ppt_h"/>
                                          </p:val>
                                        </p:tav>
                                        <p:tav fmla="" tm="100000">
                                          <p:val>
                                            <p:strVal val="0"/>
                                          </p:val>
                                        </p:tav>
                                      </p:tavLst>
                                    </p:anim>
                                    <p:set>
                                      <p:cBhvr>
                                        <p:cTn dur="1" fill="hold">
                                          <p:stCondLst>
                                            <p:cond delay="500"/>
                                          </p:stCondLst>
                                        </p:cTn>
                                        <p:tgtEl>
                                          <p:spTgt spid="18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ppt_w</p:attrName>
                                        </p:attrNameLst>
                                      </p:cBhvr>
                                      <p:tavLst>
                                        <p:tav fmla="" tm="0">
                                          <p:val>
                                            <p:strVal val="0"/>
                                          </p:val>
                                        </p:tav>
                                        <p:tav fmla="" tm="100000">
                                          <p:val>
                                            <p:strVal val="#ppt_w"/>
                                          </p:val>
                                        </p:tav>
                                      </p:tavLst>
                                    </p:anim>
                                    <p:anim calcmode="lin" valueType="num">
                                      <p:cBhvr additive="base">
                                        <p:cTn dur="500"/>
                                        <p:tgtEl>
                                          <p:spTgt spid="18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0365"/>
        </a:solidFill>
      </p:bgPr>
    </p:bg>
    <p:spTree>
      <p:nvGrpSpPr>
        <p:cNvPr id="190" name="Shape 190"/>
        <p:cNvGrpSpPr/>
        <p:nvPr/>
      </p:nvGrpSpPr>
      <p:grpSpPr>
        <a:xfrm>
          <a:off x="0" y="0"/>
          <a:ext cx="0" cy="0"/>
          <a:chOff x="0" y="0"/>
          <a:chExt cx="0" cy="0"/>
        </a:xfrm>
      </p:grpSpPr>
      <p:sp>
        <p:nvSpPr>
          <p:cNvPr id="191" name="Google Shape;191;p13"/>
          <p:cNvSpPr/>
          <p:nvPr/>
        </p:nvSpPr>
        <p:spPr>
          <a:xfrm>
            <a:off x="4211859" y="3210925"/>
            <a:ext cx="1645791" cy="2918413"/>
          </a:xfrm>
          <a:prstGeom prst="rect">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 name="Google Shape;192;p13"/>
          <p:cNvSpPr/>
          <p:nvPr/>
        </p:nvSpPr>
        <p:spPr>
          <a:xfrm>
            <a:off x="6477726" y="3210925"/>
            <a:ext cx="1645791" cy="2918413"/>
          </a:xfrm>
          <a:prstGeom prst="rect">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13"/>
          <p:cNvSpPr/>
          <p:nvPr/>
        </p:nvSpPr>
        <p:spPr>
          <a:xfrm>
            <a:off x="755650" y="2076936"/>
            <a:ext cx="7632700"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As you might have realised, the micro:bit will not work on its own.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It needs someone to program instructions on to it. In computing, these instructions are called algorithms. Algorithms are used to create programs. These programs are written in code. </a:t>
            </a:r>
            <a:endParaRPr/>
          </a:p>
        </p:txBody>
      </p:sp>
      <p:sp>
        <p:nvSpPr>
          <p:cNvPr id="194" name="Google Shape;194;p13"/>
          <p:cNvSpPr/>
          <p:nvPr/>
        </p:nvSpPr>
        <p:spPr>
          <a:xfrm>
            <a:off x="755650" y="4032092"/>
            <a:ext cx="2930525"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To create a program you will need either:</a:t>
            </a:r>
            <a:endParaRPr sz="1800">
              <a:solidFill>
                <a:schemeClr val="dk1"/>
              </a:solidFill>
              <a:latin typeface="Arial"/>
              <a:ea typeface="Arial"/>
              <a:cs typeface="Arial"/>
              <a:sym typeface="Arial"/>
            </a:endParaRPr>
          </a:p>
        </p:txBody>
      </p:sp>
      <p:sp>
        <p:nvSpPr>
          <p:cNvPr id="195" name="Google Shape;195;p13"/>
          <p:cNvSpPr/>
          <p:nvPr/>
        </p:nvSpPr>
        <p:spPr>
          <a:xfrm>
            <a:off x="576263" y="4114334"/>
            <a:ext cx="2542089" cy="389513"/>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0" lIns="144000" spcFirstLastPara="1" rIns="0" wrap="square" tIns="0">
            <a:noAutofit/>
          </a:bodyPr>
          <a:lstStyle/>
          <a:p>
            <a:pPr indent="0" lvl="0" marL="0" marR="0" rtl="0" algn="l">
              <a:spcBef>
                <a:spcPts val="0"/>
              </a:spcBef>
              <a:spcAft>
                <a:spcPts val="0"/>
              </a:spcAft>
              <a:buClr>
                <a:schemeClr val="dk1"/>
              </a:buClr>
              <a:buSzPts val="1800"/>
              <a:buFont typeface="Arial"/>
              <a:buNone/>
            </a:pPr>
            <a:r>
              <a:rPr b="1" lang="en-GB" sz="1800">
                <a:solidFill>
                  <a:schemeClr val="dk1"/>
                </a:solidFill>
                <a:latin typeface="Arial"/>
                <a:ea typeface="Arial"/>
                <a:cs typeface="Arial"/>
                <a:sym typeface="Arial"/>
              </a:rPr>
              <a:t>How can I set it up?</a:t>
            </a:r>
            <a:endParaRPr/>
          </a:p>
        </p:txBody>
      </p:sp>
      <p:sp>
        <p:nvSpPr>
          <p:cNvPr id="196" name="Google Shape;196;p13"/>
          <p:cNvSpPr txBox="1"/>
          <p:nvPr/>
        </p:nvSpPr>
        <p:spPr>
          <a:xfrm>
            <a:off x="755647" y="738107"/>
            <a:ext cx="5125088"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CD0365"/>
              </a:buClr>
              <a:buSzPts val="2400"/>
              <a:buFont typeface="Arial"/>
              <a:buNone/>
            </a:pPr>
            <a:r>
              <a:rPr b="1" lang="en-GB" sz="2400">
                <a:solidFill>
                  <a:srgbClr val="CD0365"/>
                </a:solidFill>
                <a:latin typeface="Arial"/>
                <a:ea typeface="Arial"/>
                <a:cs typeface="Arial"/>
                <a:sym typeface="Arial"/>
              </a:rPr>
              <a:t>Let’s Get Started</a:t>
            </a:r>
            <a:endParaRPr/>
          </a:p>
        </p:txBody>
      </p:sp>
      <p:sp>
        <p:nvSpPr>
          <p:cNvPr id="197" name="Google Shape;197;p13"/>
          <p:cNvSpPr/>
          <p:nvPr/>
        </p:nvSpPr>
        <p:spPr>
          <a:xfrm>
            <a:off x="576263" y="1482374"/>
            <a:ext cx="2550395" cy="389513"/>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t" bIns="0" lIns="180000" spcFirstLastPara="1" rIns="0" wrap="square" tIns="0">
            <a:noAutofit/>
          </a:bodyPr>
          <a:lstStyle/>
          <a:p>
            <a:pPr indent="0" lvl="0" marL="0" marR="0" rtl="0" algn="l">
              <a:spcBef>
                <a:spcPts val="0"/>
              </a:spcBef>
              <a:spcAft>
                <a:spcPts val="0"/>
              </a:spcAft>
              <a:buNone/>
            </a:pPr>
            <a:r>
              <a:rPr b="1" lang="en-GB" sz="1800">
                <a:solidFill>
                  <a:schemeClr val="dk1"/>
                </a:solidFill>
                <a:latin typeface="Arial"/>
                <a:ea typeface="Arial"/>
                <a:cs typeface="Arial"/>
                <a:sym typeface="Arial"/>
              </a:rPr>
              <a:t>How to Get Started</a:t>
            </a:r>
            <a:endParaRPr sz="1800">
              <a:solidFill>
                <a:schemeClr val="dk1"/>
              </a:solidFill>
              <a:latin typeface="Arial"/>
              <a:ea typeface="Arial"/>
              <a:cs typeface="Arial"/>
              <a:sym typeface="Arial"/>
            </a:endParaRPr>
          </a:p>
        </p:txBody>
      </p:sp>
      <p:pic>
        <p:nvPicPr>
          <p:cNvPr descr="A computer with a keyboard and mouse&#10;&#10;Description automatically generated with medium confidence" id="198" name="Google Shape;198;p13"/>
          <p:cNvPicPr preferRelativeResize="0"/>
          <p:nvPr/>
        </p:nvPicPr>
        <p:blipFill rotWithShape="1">
          <a:blip r:embed="rId3">
            <a:alphaModFix/>
          </a:blip>
          <a:srcRect b="0" l="0" r="0" t="0"/>
          <a:stretch/>
        </p:blipFill>
        <p:spPr>
          <a:xfrm>
            <a:off x="3917559" y="4966065"/>
            <a:ext cx="2347351" cy="1289541"/>
          </a:xfrm>
          <a:prstGeom prst="rect">
            <a:avLst/>
          </a:prstGeom>
          <a:noFill/>
          <a:ln>
            <a:noFill/>
          </a:ln>
        </p:spPr>
      </p:pic>
      <p:pic>
        <p:nvPicPr>
          <p:cNvPr id="199" name="Google Shape;199;p13"/>
          <p:cNvPicPr preferRelativeResize="0"/>
          <p:nvPr/>
        </p:nvPicPr>
        <p:blipFill rotWithShape="1">
          <a:blip r:embed="rId4">
            <a:alphaModFix/>
          </a:blip>
          <a:srcRect b="0" l="0" r="0" t="0"/>
          <a:stretch/>
        </p:blipFill>
        <p:spPr>
          <a:xfrm>
            <a:off x="6439087" y="5000310"/>
            <a:ext cx="1918745" cy="1275103"/>
          </a:xfrm>
          <a:prstGeom prst="rect">
            <a:avLst/>
          </a:prstGeom>
          <a:noFill/>
          <a:ln>
            <a:noFill/>
          </a:ln>
        </p:spPr>
      </p:pic>
      <p:pic>
        <p:nvPicPr>
          <p:cNvPr id="200" name="Google Shape;200;p13"/>
          <p:cNvPicPr preferRelativeResize="0"/>
          <p:nvPr/>
        </p:nvPicPr>
        <p:blipFill rotWithShape="1">
          <a:blip r:embed="rId5">
            <a:alphaModFix/>
          </a:blip>
          <a:srcRect b="0" l="0" r="0" t="0"/>
          <a:stretch/>
        </p:blipFill>
        <p:spPr>
          <a:xfrm>
            <a:off x="6313792" y="5192152"/>
            <a:ext cx="590648" cy="1121886"/>
          </a:xfrm>
          <a:prstGeom prst="rect">
            <a:avLst/>
          </a:prstGeom>
          <a:noFill/>
          <a:ln>
            <a:noFill/>
          </a:ln>
        </p:spPr>
      </p:pic>
      <p:pic>
        <p:nvPicPr>
          <p:cNvPr id="201" name="Google Shape;201;p13"/>
          <p:cNvPicPr preferRelativeResize="0"/>
          <p:nvPr/>
        </p:nvPicPr>
        <p:blipFill rotWithShape="1">
          <a:blip r:embed="rId6">
            <a:alphaModFix/>
          </a:blip>
          <a:srcRect b="0" l="0" r="0" t="0"/>
          <a:stretch/>
        </p:blipFill>
        <p:spPr>
          <a:xfrm flipH="1">
            <a:off x="4756846" y="5239211"/>
            <a:ext cx="1382769" cy="1016395"/>
          </a:xfrm>
          <a:prstGeom prst="rect">
            <a:avLst/>
          </a:prstGeom>
          <a:noFill/>
          <a:ln>
            <a:noFill/>
          </a:ln>
        </p:spPr>
      </p:pic>
      <p:sp>
        <p:nvSpPr>
          <p:cNvPr id="202" name="Google Shape;202;p13"/>
          <p:cNvSpPr/>
          <p:nvPr/>
        </p:nvSpPr>
        <p:spPr>
          <a:xfrm>
            <a:off x="4326695" y="3375881"/>
            <a:ext cx="1421765" cy="129266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400"/>
              <a:buFont typeface="Arial"/>
              <a:buNone/>
            </a:pPr>
            <a:r>
              <a:rPr lang="en-GB" sz="1400">
                <a:solidFill>
                  <a:schemeClr val="lt1"/>
                </a:solidFill>
                <a:latin typeface="Arial"/>
                <a:ea typeface="Arial"/>
                <a:cs typeface="Arial"/>
                <a:sym typeface="Arial"/>
              </a:rPr>
              <a:t>a desktop or laptop computer with a web browser and Internet access access</a:t>
            </a:r>
            <a:endParaRPr/>
          </a:p>
        </p:txBody>
      </p:sp>
      <p:sp>
        <p:nvSpPr>
          <p:cNvPr id="203" name="Google Shape;203;p13"/>
          <p:cNvSpPr/>
          <p:nvPr/>
        </p:nvSpPr>
        <p:spPr>
          <a:xfrm>
            <a:off x="6601265" y="3375881"/>
            <a:ext cx="1421765" cy="86177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400"/>
              <a:buFont typeface="Arial"/>
              <a:buNone/>
            </a:pPr>
            <a:r>
              <a:rPr lang="en-GB" sz="1400">
                <a:solidFill>
                  <a:schemeClr val="lt1"/>
                </a:solidFill>
                <a:latin typeface="Arial"/>
                <a:ea typeface="Arial"/>
                <a:cs typeface="Arial"/>
                <a:sym typeface="Arial"/>
              </a:rPr>
              <a:t>a phone or tablet with the free micro:bit app for MakeCode coding</a:t>
            </a:r>
            <a:endParaRPr/>
          </a:p>
        </p:txBody>
      </p:sp>
      <p:sp>
        <p:nvSpPr>
          <p:cNvPr id="204" name="Google Shape;204;p13"/>
          <p:cNvSpPr/>
          <p:nvPr/>
        </p:nvSpPr>
        <p:spPr>
          <a:xfrm>
            <a:off x="5921444" y="4278695"/>
            <a:ext cx="516450" cy="43088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7645C"/>
              </a:buClr>
              <a:buSzPts val="2800"/>
              <a:buFont typeface="Arial"/>
              <a:buNone/>
            </a:pPr>
            <a:r>
              <a:rPr b="1" lang="en-GB" sz="2800">
                <a:solidFill>
                  <a:srgbClr val="E7645C"/>
                </a:solidFill>
                <a:latin typeface="Arial"/>
                <a:ea typeface="Arial"/>
                <a:cs typeface="Arial"/>
                <a:sym typeface="Arial"/>
              </a:rPr>
              <a:t>or</a:t>
            </a:r>
            <a:endParaRPr/>
          </a:p>
        </p:txBody>
      </p:sp>
      <p:sp>
        <p:nvSpPr>
          <p:cNvPr id="205" name="Google Shape;205;p13">
            <a:hlinkClick action="ppaction://hlinksldjump" r:id="rId7"/>
          </p:cNvPr>
          <p:cNvSpPr/>
          <p:nvPr/>
        </p:nvSpPr>
        <p:spPr>
          <a:xfrm>
            <a:off x="764362" y="4709582"/>
            <a:ext cx="2408398" cy="1245294"/>
          </a:xfrm>
          <a:prstGeom prst="rect">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Click here </a:t>
            </a:r>
            <a:br>
              <a:rPr lang="en-GB" sz="1800">
                <a:solidFill>
                  <a:schemeClr val="lt1"/>
                </a:solidFill>
                <a:latin typeface="Arial"/>
                <a:ea typeface="Arial"/>
                <a:cs typeface="Arial"/>
                <a:sym typeface="Arial"/>
              </a:rPr>
            </a:br>
            <a:r>
              <a:rPr lang="en-GB" sz="1800">
                <a:solidFill>
                  <a:schemeClr val="lt1"/>
                </a:solidFill>
                <a:latin typeface="Arial"/>
                <a:ea typeface="Arial"/>
                <a:cs typeface="Arial"/>
                <a:sym typeface="Arial"/>
              </a:rPr>
              <a:t>if you are connecting </a:t>
            </a:r>
            <a:br>
              <a:rPr lang="en-GB" sz="1800">
                <a:solidFill>
                  <a:schemeClr val="lt1"/>
                </a:solidFill>
                <a:latin typeface="Arial"/>
                <a:ea typeface="Arial"/>
                <a:cs typeface="Arial"/>
                <a:sym typeface="Arial"/>
              </a:rPr>
            </a:br>
            <a:r>
              <a:rPr b="1" lang="en-GB" sz="1800">
                <a:solidFill>
                  <a:schemeClr val="lt1"/>
                </a:solidFill>
                <a:latin typeface="Arial"/>
                <a:ea typeface="Arial"/>
                <a:cs typeface="Arial"/>
                <a:sym typeface="Arial"/>
              </a:rPr>
              <a:t>via a desktop or laptop computer.</a:t>
            </a:r>
            <a:endParaRPr/>
          </a:p>
        </p:txBody>
      </p:sp>
      <p:sp>
        <p:nvSpPr>
          <p:cNvPr id="206" name="Google Shape;206;p13">
            <a:hlinkClick action="ppaction://hlinksldjump" r:id="rId8"/>
          </p:cNvPr>
          <p:cNvSpPr/>
          <p:nvPr/>
        </p:nvSpPr>
        <p:spPr>
          <a:xfrm>
            <a:off x="3561359" y="4709582"/>
            <a:ext cx="2408397" cy="1245294"/>
          </a:xfrm>
          <a:prstGeom prst="rect">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Arial"/>
                <a:ea typeface="Arial"/>
                <a:cs typeface="Arial"/>
                <a:sym typeface="Arial"/>
              </a:rPr>
              <a:t>Click here</a:t>
            </a:r>
            <a:br>
              <a:rPr lang="en-GB" sz="1800">
                <a:solidFill>
                  <a:schemeClr val="lt1"/>
                </a:solidFill>
                <a:latin typeface="Arial"/>
                <a:ea typeface="Arial"/>
                <a:cs typeface="Arial"/>
                <a:sym typeface="Arial"/>
              </a:rPr>
            </a:br>
            <a:r>
              <a:rPr lang="en-GB" sz="1800">
                <a:solidFill>
                  <a:schemeClr val="lt1"/>
                </a:solidFill>
                <a:latin typeface="Arial"/>
                <a:ea typeface="Arial"/>
                <a:cs typeface="Arial"/>
                <a:sym typeface="Arial"/>
              </a:rPr>
              <a:t>if you are connecting </a:t>
            </a:r>
            <a:br>
              <a:rPr lang="en-GB" sz="1800">
                <a:solidFill>
                  <a:schemeClr val="lt1"/>
                </a:solidFill>
                <a:latin typeface="Arial"/>
                <a:ea typeface="Arial"/>
                <a:cs typeface="Arial"/>
                <a:sym typeface="Arial"/>
              </a:rPr>
            </a:br>
            <a:r>
              <a:rPr b="1" lang="en-GB" sz="1800">
                <a:solidFill>
                  <a:schemeClr val="lt1"/>
                </a:solidFill>
                <a:latin typeface="Arial"/>
                <a:ea typeface="Arial"/>
                <a:cs typeface="Arial"/>
                <a:sym typeface="Arial"/>
              </a:rPr>
              <a:t>via a mobile device.</a:t>
            </a:r>
            <a:endParaRPr/>
          </a:p>
        </p:txBody>
      </p:sp>
      <p:sp>
        <p:nvSpPr>
          <p:cNvPr id="207" name="Google Shape;207;p13"/>
          <p:cNvSpPr/>
          <p:nvPr/>
        </p:nvSpPr>
        <p:spPr>
          <a:xfrm>
            <a:off x="755650" y="1540850"/>
            <a:ext cx="7632700" cy="83099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Now that you have learnt all the different parts of the micro:bit and some of the things you can do with it, let’s get started on creating something fantastic with a micro:bit.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7"/>
                                        </p:tgtEl>
                                      </p:cBhvr>
                                    </p:animEffect>
                                    <p:set>
                                      <p:cBhvr>
                                        <p:cTn dur="1" fill="hold">
                                          <p:stCondLst>
                                            <p:cond delay="500"/>
                                          </p:stCondLst>
                                        </p:cTn>
                                        <p:tgtEl>
                                          <p:spTgt spid="20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8"/>
                                        </p:tgtEl>
                                        <p:attrNameLst>
                                          <p:attrName>style.visibility</p:attrName>
                                        </p:attrNameLst>
                                      </p:cBhvr>
                                      <p:to>
                                        <p:strVal val="visible"/>
                                      </p:to>
                                    </p:set>
                                    <p:anim calcmode="lin" valueType="num">
                                      <p:cBhvr additive="base">
                                        <p:cTn dur="500"/>
                                        <p:tgtEl>
                                          <p:spTgt spid="198"/>
                                        </p:tgtEl>
                                        <p:attrNameLst>
                                          <p:attrName>ppt_w</p:attrName>
                                        </p:attrNameLst>
                                      </p:cBhvr>
                                      <p:tavLst>
                                        <p:tav fmla="" tm="0">
                                          <p:val>
                                            <p:strVal val="0"/>
                                          </p:val>
                                        </p:tav>
                                        <p:tav fmla="" tm="100000">
                                          <p:val>
                                            <p:strVal val="#ppt_w"/>
                                          </p:val>
                                        </p:tav>
                                      </p:tavLst>
                                    </p:anim>
                                    <p:anim calcmode="lin" valueType="num">
                                      <p:cBhvr additive="base">
                                        <p:cTn dur="500"/>
                                        <p:tgtEl>
                                          <p:spTgt spid="19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500"/>
                                        <p:tgtEl>
                                          <p:spTgt spid="201"/>
                                        </p:tgtEl>
                                        <p:attrNameLst>
                                          <p:attrName>ppt_w</p:attrName>
                                        </p:attrNameLst>
                                      </p:cBhvr>
                                      <p:tavLst>
                                        <p:tav fmla="" tm="0">
                                          <p:val>
                                            <p:strVal val="0"/>
                                          </p:val>
                                        </p:tav>
                                        <p:tav fmla="" tm="100000">
                                          <p:val>
                                            <p:strVal val="#ppt_w"/>
                                          </p:val>
                                        </p:tav>
                                      </p:tavLst>
                                    </p:anim>
                                    <p:anim calcmode="lin" valueType="num">
                                      <p:cBhvr additive="base">
                                        <p:cTn dur="500"/>
                                        <p:tgtEl>
                                          <p:spTgt spid="201"/>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500"/>
                                        <p:tgtEl>
                                          <p:spTgt spid="204"/>
                                        </p:tgtEl>
                                        <p:attrNameLst>
                                          <p:attrName>ppt_w</p:attrName>
                                        </p:attrNameLst>
                                      </p:cBhvr>
                                      <p:tavLst>
                                        <p:tav fmla="" tm="0">
                                          <p:val>
                                            <p:strVal val="0"/>
                                          </p:val>
                                        </p:tav>
                                        <p:tav fmla="" tm="100000">
                                          <p:val>
                                            <p:strVal val="#ppt_w"/>
                                          </p:val>
                                        </p:tav>
                                      </p:tavLst>
                                    </p:anim>
                                    <p:anim calcmode="lin" valueType="num">
                                      <p:cBhvr additive="base">
                                        <p:cTn dur="500"/>
                                        <p:tgtEl>
                                          <p:spTgt spid="2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0"/>
                                        </p:tgtEl>
                                        <p:attrNameLst>
                                          <p:attrName>style.visibility</p:attrName>
                                        </p:attrNameLst>
                                      </p:cBhvr>
                                      <p:to>
                                        <p:strVal val="visible"/>
                                      </p:to>
                                    </p:set>
                                    <p:anim calcmode="lin" valueType="num">
                                      <p:cBhvr additive="base">
                                        <p:cTn dur="500"/>
                                        <p:tgtEl>
                                          <p:spTgt spid="200"/>
                                        </p:tgtEl>
                                        <p:attrNameLst>
                                          <p:attrName>ppt_w</p:attrName>
                                        </p:attrNameLst>
                                      </p:cBhvr>
                                      <p:tavLst>
                                        <p:tav fmla="" tm="0">
                                          <p:val>
                                            <p:strVal val="0"/>
                                          </p:val>
                                        </p:tav>
                                        <p:tav fmla="" tm="100000">
                                          <p:val>
                                            <p:strVal val="#ppt_w"/>
                                          </p:val>
                                        </p:tav>
                                      </p:tavLst>
                                    </p:anim>
                                    <p:anim calcmode="lin" valueType="num">
                                      <p:cBhvr additive="base">
                                        <p:cTn dur="500"/>
                                        <p:tgtEl>
                                          <p:spTgt spid="2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191"/>
                                        </p:tgtEl>
                                        <p:attrNameLst>
                                          <p:attrName>ppt_w</p:attrName>
                                        </p:attrNameLst>
                                      </p:cBhvr>
                                      <p:tavLst>
                                        <p:tav fmla="" tm="0">
                                          <p:val>
                                            <p:strVal val="#ppt_w"/>
                                          </p:val>
                                        </p:tav>
                                        <p:tav fmla="" tm="100000">
                                          <p:val>
                                            <p:strVal val="0"/>
                                          </p:val>
                                        </p:tav>
                                      </p:tavLst>
                                    </p:anim>
                                    <p:anim calcmode="lin" valueType="num">
                                      <p:cBhvr additive="base">
                                        <p:cTn dur="500"/>
                                        <p:tgtEl>
                                          <p:spTgt spid="191"/>
                                        </p:tgtEl>
                                        <p:attrNameLst>
                                          <p:attrName>ppt_h</p:attrName>
                                        </p:attrNameLst>
                                      </p:cBhvr>
                                      <p:tavLst>
                                        <p:tav fmla="" tm="0">
                                          <p:val>
                                            <p:strVal val="#ppt_h"/>
                                          </p:val>
                                        </p:tav>
                                        <p:tav fmla="" tm="100000">
                                          <p:val>
                                            <p:strVal val="0"/>
                                          </p:val>
                                        </p:tav>
                                      </p:tavLst>
                                    </p:anim>
                                    <p:set>
                                      <p:cBhvr>
                                        <p:cTn dur="1" fill="hold">
                                          <p:stCondLst>
                                            <p:cond delay="500"/>
                                          </p:stCondLst>
                                        </p:cTn>
                                        <p:tgtEl>
                                          <p:spTgt spid="191"/>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92"/>
                                        </p:tgtEl>
                                        <p:attrNameLst>
                                          <p:attrName>ppt_w</p:attrName>
                                        </p:attrNameLst>
                                      </p:cBhvr>
                                      <p:tavLst>
                                        <p:tav fmla="" tm="0">
                                          <p:val>
                                            <p:strVal val="#ppt_w"/>
                                          </p:val>
                                        </p:tav>
                                        <p:tav fmla="" tm="100000">
                                          <p:val>
                                            <p:strVal val="0"/>
                                          </p:val>
                                        </p:tav>
                                      </p:tavLst>
                                    </p:anim>
                                    <p:anim calcmode="lin" valueType="num">
                                      <p:cBhvr additive="base">
                                        <p:cTn dur="500"/>
                                        <p:tgtEl>
                                          <p:spTgt spid="192"/>
                                        </p:tgtEl>
                                        <p:attrNameLst>
                                          <p:attrName>ppt_h</p:attrName>
                                        </p:attrNameLst>
                                      </p:cBhvr>
                                      <p:tavLst>
                                        <p:tav fmla="" tm="0">
                                          <p:val>
                                            <p:strVal val="#ppt_h"/>
                                          </p:val>
                                        </p:tav>
                                        <p:tav fmla="" tm="100000">
                                          <p:val>
                                            <p:strVal val="0"/>
                                          </p:val>
                                        </p:tav>
                                      </p:tavLst>
                                    </p:anim>
                                    <p:set>
                                      <p:cBhvr>
                                        <p:cTn dur="1" fill="hold">
                                          <p:stCondLst>
                                            <p:cond delay="500"/>
                                          </p:stCondLst>
                                        </p:cTn>
                                        <p:tgtEl>
                                          <p:spTgt spid="19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94"/>
                                        </p:tgtEl>
                                        <p:attrNameLst>
                                          <p:attrName>ppt_w</p:attrName>
                                        </p:attrNameLst>
                                      </p:cBhvr>
                                      <p:tavLst>
                                        <p:tav fmla="" tm="0">
                                          <p:val>
                                            <p:strVal val="#ppt_w"/>
                                          </p:val>
                                        </p:tav>
                                        <p:tav fmla="" tm="100000">
                                          <p:val>
                                            <p:strVal val="0"/>
                                          </p:val>
                                        </p:tav>
                                      </p:tavLst>
                                    </p:anim>
                                    <p:anim calcmode="lin" valueType="num">
                                      <p:cBhvr additive="base">
                                        <p:cTn dur="500"/>
                                        <p:tgtEl>
                                          <p:spTgt spid="194"/>
                                        </p:tgtEl>
                                        <p:attrNameLst>
                                          <p:attrName>ppt_h</p:attrName>
                                        </p:attrNameLst>
                                      </p:cBhvr>
                                      <p:tavLst>
                                        <p:tav fmla="" tm="0">
                                          <p:val>
                                            <p:strVal val="#ppt_h"/>
                                          </p:val>
                                        </p:tav>
                                        <p:tav fmla="" tm="100000">
                                          <p:val>
                                            <p:strVal val="0"/>
                                          </p:val>
                                        </p:tav>
                                      </p:tavLst>
                                    </p:anim>
                                    <p:set>
                                      <p:cBhvr>
                                        <p:cTn dur="1" fill="hold">
                                          <p:stCondLst>
                                            <p:cond delay="500"/>
                                          </p:stCondLst>
                                        </p:cTn>
                                        <p:tgtEl>
                                          <p:spTgt spid="194"/>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98"/>
                                        </p:tgtEl>
                                        <p:attrNameLst>
                                          <p:attrName>ppt_w</p:attrName>
                                        </p:attrNameLst>
                                      </p:cBhvr>
                                      <p:tavLst>
                                        <p:tav fmla="" tm="0">
                                          <p:val>
                                            <p:strVal val="#ppt_w"/>
                                          </p:val>
                                        </p:tav>
                                        <p:tav fmla="" tm="100000">
                                          <p:val>
                                            <p:strVal val="0"/>
                                          </p:val>
                                        </p:tav>
                                      </p:tavLst>
                                    </p:anim>
                                    <p:anim calcmode="lin" valueType="num">
                                      <p:cBhvr additive="base">
                                        <p:cTn dur="500"/>
                                        <p:tgtEl>
                                          <p:spTgt spid="198"/>
                                        </p:tgtEl>
                                        <p:attrNameLst>
                                          <p:attrName>ppt_h</p:attrName>
                                        </p:attrNameLst>
                                      </p:cBhvr>
                                      <p:tavLst>
                                        <p:tav fmla="" tm="0">
                                          <p:val>
                                            <p:strVal val="#ppt_h"/>
                                          </p:val>
                                        </p:tav>
                                        <p:tav fmla="" tm="100000">
                                          <p:val>
                                            <p:strVal val="0"/>
                                          </p:val>
                                        </p:tav>
                                      </p:tavLst>
                                    </p:anim>
                                    <p:set>
                                      <p:cBhvr>
                                        <p:cTn dur="1" fill="hold">
                                          <p:stCondLst>
                                            <p:cond delay="500"/>
                                          </p:stCondLst>
                                        </p:cTn>
                                        <p:tgtEl>
                                          <p:spTgt spid="198"/>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199"/>
                                        </p:tgtEl>
                                        <p:attrNameLst>
                                          <p:attrName>ppt_w</p:attrName>
                                        </p:attrNameLst>
                                      </p:cBhvr>
                                      <p:tavLst>
                                        <p:tav fmla="" tm="0">
                                          <p:val>
                                            <p:strVal val="#ppt_w"/>
                                          </p:val>
                                        </p:tav>
                                        <p:tav fmla="" tm="100000">
                                          <p:val>
                                            <p:strVal val="0"/>
                                          </p:val>
                                        </p:tav>
                                      </p:tavLst>
                                    </p:anim>
                                    <p:anim calcmode="lin" valueType="num">
                                      <p:cBhvr additive="base">
                                        <p:cTn dur="500"/>
                                        <p:tgtEl>
                                          <p:spTgt spid="199"/>
                                        </p:tgtEl>
                                        <p:attrNameLst>
                                          <p:attrName>ppt_h</p:attrName>
                                        </p:attrNameLst>
                                      </p:cBhvr>
                                      <p:tavLst>
                                        <p:tav fmla="" tm="0">
                                          <p:val>
                                            <p:strVal val="#ppt_h"/>
                                          </p:val>
                                        </p:tav>
                                        <p:tav fmla="" tm="100000">
                                          <p:val>
                                            <p:strVal val="0"/>
                                          </p:val>
                                        </p:tav>
                                      </p:tavLst>
                                    </p:anim>
                                    <p:set>
                                      <p:cBhvr>
                                        <p:cTn dur="1" fill="hold">
                                          <p:stCondLst>
                                            <p:cond delay="500"/>
                                          </p:stCondLst>
                                        </p:cTn>
                                        <p:tgtEl>
                                          <p:spTgt spid="199"/>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200"/>
                                        </p:tgtEl>
                                        <p:attrNameLst>
                                          <p:attrName>ppt_w</p:attrName>
                                        </p:attrNameLst>
                                      </p:cBhvr>
                                      <p:tavLst>
                                        <p:tav fmla="" tm="0">
                                          <p:val>
                                            <p:strVal val="#ppt_w"/>
                                          </p:val>
                                        </p:tav>
                                        <p:tav fmla="" tm="100000">
                                          <p:val>
                                            <p:strVal val="0"/>
                                          </p:val>
                                        </p:tav>
                                      </p:tavLst>
                                    </p:anim>
                                    <p:anim calcmode="lin" valueType="num">
                                      <p:cBhvr additive="base">
                                        <p:cTn dur="500"/>
                                        <p:tgtEl>
                                          <p:spTgt spid="200"/>
                                        </p:tgtEl>
                                        <p:attrNameLst>
                                          <p:attrName>ppt_h</p:attrName>
                                        </p:attrNameLst>
                                      </p:cBhvr>
                                      <p:tavLst>
                                        <p:tav fmla="" tm="0">
                                          <p:val>
                                            <p:strVal val="#ppt_h"/>
                                          </p:val>
                                        </p:tav>
                                        <p:tav fmla="" tm="100000">
                                          <p:val>
                                            <p:strVal val="0"/>
                                          </p:val>
                                        </p:tav>
                                      </p:tavLst>
                                    </p:anim>
                                    <p:set>
                                      <p:cBhvr>
                                        <p:cTn dur="1" fill="hold">
                                          <p:stCondLst>
                                            <p:cond delay="500"/>
                                          </p:stCondLst>
                                        </p:cTn>
                                        <p:tgtEl>
                                          <p:spTgt spid="20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201"/>
                                        </p:tgtEl>
                                        <p:attrNameLst>
                                          <p:attrName>ppt_w</p:attrName>
                                        </p:attrNameLst>
                                      </p:cBhvr>
                                      <p:tavLst>
                                        <p:tav fmla="" tm="0">
                                          <p:val>
                                            <p:strVal val="#ppt_w"/>
                                          </p:val>
                                        </p:tav>
                                        <p:tav fmla="" tm="100000">
                                          <p:val>
                                            <p:strVal val="0"/>
                                          </p:val>
                                        </p:tav>
                                      </p:tavLst>
                                    </p:anim>
                                    <p:anim calcmode="lin" valueType="num">
                                      <p:cBhvr additive="base">
                                        <p:cTn dur="500"/>
                                        <p:tgtEl>
                                          <p:spTgt spid="201"/>
                                        </p:tgtEl>
                                        <p:attrNameLst>
                                          <p:attrName>ppt_h</p:attrName>
                                        </p:attrNameLst>
                                      </p:cBhvr>
                                      <p:tavLst>
                                        <p:tav fmla="" tm="0">
                                          <p:val>
                                            <p:strVal val="#ppt_h"/>
                                          </p:val>
                                        </p:tav>
                                        <p:tav fmla="" tm="100000">
                                          <p:val>
                                            <p:strVal val="0"/>
                                          </p:val>
                                        </p:tav>
                                      </p:tavLst>
                                    </p:anim>
                                    <p:set>
                                      <p:cBhvr>
                                        <p:cTn dur="1" fill="hold">
                                          <p:stCondLst>
                                            <p:cond delay="500"/>
                                          </p:stCondLst>
                                        </p:cTn>
                                        <p:tgtEl>
                                          <p:spTgt spid="201"/>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202"/>
                                        </p:tgtEl>
                                        <p:attrNameLst>
                                          <p:attrName>ppt_w</p:attrName>
                                        </p:attrNameLst>
                                      </p:cBhvr>
                                      <p:tavLst>
                                        <p:tav fmla="" tm="0">
                                          <p:val>
                                            <p:strVal val="#ppt_w"/>
                                          </p:val>
                                        </p:tav>
                                        <p:tav fmla="" tm="100000">
                                          <p:val>
                                            <p:strVal val="0"/>
                                          </p:val>
                                        </p:tav>
                                      </p:tavLst>
                                    </p:anim>
                                    <p:anim calcmode="lin" valueType="num">
                                      <p:cBhvr additive="base">
                                        <p:cTn dur="500"/>
                                        <p:tgtEl>
                                          <p:spTgt spid="202"/>
                                        </p:tgtEl>
                                        <p:attrNameLst>
                                          <p:attrName>ppt_h</p:attrName>
                                        </p:attrNameLst>
                                      </p:cBhvr>
                                      <p:tavLst>
                                        <p:tav fmla="" tm="0">
                                          <p:val>
                                            <p:strVal val="#ppt_h"/>
                                          </p:val>
                                        </p:tav>
                                        <p:tav fmla="" tm="100000">
                                          <p:val>
                                            <p:strVal val="0"/>
                                          </p:val>
                                        </p:tav>
                                      </p:tavLst>
                                    </p:anim>
                                    <p:set>
                                      <p:cBhvr>
                                        <p:cTn dur="1" fill="hold">
                                          <p:stCondLst>
                                            <p:cond delay="500"/>
                                          </p:stCondLst>
                                        </p:cTn>
                                        <p:tgtEl>
                                          <p:spTgt spid="20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203"/>
                                        </p:tgtEl>
                                        <p:attrNameLst>
                                          <p:attrName>ppt_w</p:attrName>
                                        </p:attrNameLst>
                                      </p:cBhvr>
                                      <p:tavLst>
                                        <p:tav fmla="" tm="0">
                                          <p:val>
                                            <p:strVal val="#ppt_w"/>
                                          </p:val>
                                        </p:tav>
                                        <p:tav fmla="" tm="100000">
                                          <p:val>
                                            <p:strVal val="0"/>
                                          </p:val>
                                        </p:tav>
                                      </p:tavLst>
                                    </p:anim>
                                    <p:anim calcmode="lin" valueType="num">
                                      <p:cBhvr additive="base">
                                        <p:cTn dur="500"/>
                                        <p:tgtEl>
                                          <p:spTgt spid="203"/>
                                        </p:tgtEl>
                                        <p:attrNameLst>
                                          <p:attrName>ppt_h</p:attrName>
                                        </p:attrNameLst>
                                      </p:cBhvr>
                                      <p:tavLst>
                                        <p:tav fmla="" tm="0">
                                          <p:val>
                                            <p:strVal val="#ppt_h"/>
                                          </p:val>
                                        </p:tav>
                                        <p:tav fmla="" tm="100000">
                                          <p:val>
                                            <p:strVal val="0"/>
                                          </p:val>
                                        </p:tav>
                                      </p:tavLst>
                                    </p:anim>
                                    <p:set>
                                      <p:cBhvr>
                                        <p:cTn dur="1" fill="hold">
                                          <p:stCondLst>
                                            <p:cond delay="500"/>
                                          </p:stCondLst>
                                        </p:cTn>
                                        <p:tgtEl>
                                          <p:spTgt spid="203"/>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204"/>
                                        </p:tgtEl>
                                        <p:attrNameLst>
                                          <p:attrName>ppt_w</p:attrName>
                                        </p:attrNameLst>
                                      </p:cBhvr>
                                      <p:tavLst>
                                        <p:tav fmla="" tm="0">
                                          <p:val>
                                            <p:strVal val="#ppt_w"/>
                                          </p:val>
                                        </p:tav>
                                        <p:tav fmla="" tm="100000">
                                          <p:val>
                                            <p:strVal val="0"/>
                                          </p:val>
                                        </p:tav>
                                      </p:tavLst>
                                    </p:anim>
                                    <p:anim calcmode="lin" valueType="num">
                                      <p:cBhvr additive="base">
                                        <p:cTn dur="500"/>
                                        <p:tgtEl>
                                          <p:spTgt spid="204"/>
                                        </p:tgtEl>
                                        <p:attrNameLst>
                                          <p:attrName>ppt_h</p:attrName>
                                        </p:attrNameLst>
                                      </p:cBhvr>
                                      <p:tavLst>
                                        <p:tav fmla="" tm="0">
                                          <p:val>
                                            <p:strVal val="#ppt_h"/>
                                          </p:val>
                                        </p:tav>
                                        <p:tav fmla="" tm="100000">
                                          <p:val>
                                            <p:strVal val="0"/>
                                          </p:val>
                                        </p:tav>
                                      </p:tavLst>
                                    </p:anim>
                                    <p:set>
                                      <p:cBhvr>
                                        <p:cTn dur="1" fill="hold">
                                          <p:stCondLst>
                                            <p:cond delay="500"/>
                                          </p:stCondLst>
                                        </p:cTn>
                                        <p:tgtEl>
                                          <p:spTgt spid="20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500"/>
                                        <p:tgtEl>
                                          <p:spTgt spid="205"/>
                                        </p:tgtEl>
                                        <p:attrNameLst>
                                          <p:attrName>ppt_w</p:attrName>
                                        </p:attrNameLst>
                                      </p:cBhvr>
                                      <p:tavLst>
                                        <p:tav fmla="" tm="0">
                                          <p:val>
                                            <p:strVal val="0"/>
                                          </p:val>
                                        </p:tav>
                                        <p:tav fmla="" tm="100000">
                                          <p:val>
                                            <p:strVal val="#ppt_w"/>
                                          </p:val>
                                        </p:tav>
                                      </p:tavLst>
                                    </p:anim>
                                    <p:anim calcmode="lin" valueType="num">
                                      <p:cBhvr additive="base">
                                        <p:cTn dur="500"/>
                                        <p:tgtEl>
                                          <p:spTgt spid="20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ppt_w</p:attrName>
                                        </p:attrNameLst>
                                      </p:cBhvr>
                                      <p:tavLst>
                                        <p:tav fmla="" tm="0">
                                          <p:val>
                                            <p:strVal val="0"/>
                                          </p:val>
                                        </p:tav>
                                        <p:tav fmla="" tm="100000">
                                          <p:val>
                                            <p:strVal val="#ppt_w"/>
                                          </p:val>
                                        </p:tav>
                                      </p:tavLst>
                                    </p:anim>
                                    <p:anim calcmode="lin" valueType="num">
                                      <p:cBhvr additive="base">
                                        <p:cTn dur="500"/>
                                        <p:tgtEl>
                                          <p:spTgt spid="20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0365"/>
        </a:solidFill>
      </p:bgPr>
    </p:bg>
    <p:spTree>
      <p:nvGrpSpPr>
        <p:cNvPr id="211" name="Shape 211"/>
        <p:cNvGrpSpPr/>
        <p:nvPr/>
      </p:nvGrpSpPr>
      <p:grpSpPr>
        <a:xfrm>
          <a:off x="0" y="0"/>
          <a:ext cx="0" cy="0"/>
          <a:chOff x="0" y="0"/>
          <a:chExt cx="0" cy="0"/>
        </a:xfrm>
      </p:grpSpPr>
      <p:pic>
        <p:nvPicPr>
          <p:cNvPr descr="A close-up of a usb cable&#10;&#10;Description automatically generated with medium confidence" id="212" name="Google Shape;212;p14"/>
          <p:cNvPicPr preferRelativeResize="0"/>
          <p:nvPr/>
        </p:nvPicPr>
        <p:blipFill rotWithShape="1">
          <a:blip r:embed="rId3">
            <a:alphaModFix/>
          </a:blip>
          <a:srcRect b="0" l="0" r="0" t="0"/>
          <a:stretch/>
        </p:blipFill>
        <p:spPr>
          <a:xfrm>
            <a:off x="5537834" y="3531865"/>
            <a:ext cx="3154681" cy="2728221"/>
          </a:xfrm>
          <a:prstGeom prst="rect">
            <a:avLst/>
          </a:prstGeom>
          <a:noFill/>
          <a:ln>
            <a:noFill/>
          </a:ln>
        </p:spPr>
      </p:pic>
      <p:sp>
        <p:nvSpPr>
          <p:cNvPr id="213" name="Google Shape;213;p14"/>
          <p:cNvSpPr/>
          <p:nvPr/>
        </p:nvSpPr>
        <p:spPr>
          <a:xfrm>
            <a:off x="755650" y="1976568"/>
            <a:ext cx="3484880"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If you're using a desktop or laptop computer to connect to the micro:bit, you will need a micro USB data cable. </a:t>
            </a:r>
            <a:endParaRPr/>
          </a:p>
        </p:txBody>
      </p:sp>
      <p:sp>
        <p:nvSpPr>
          <p:cNvPr id="214" name="Google Shape;214;p14"/>
          <p:cNvSpPr/>
          <p:nvPr/>
        </p:nvSpPr>
        <p:spPr>
          <a:xfrm>
            <a:off x="755651" y="4342508"/>
            <a:ext cx="4387850" cy="1603104"/>
          </a:xfrm>
          <a:prstGeom prst="rect">
            <a:avLst/>
          </a:prstGeom>
          <a:solidFill>
            <a:srgbClr val="CD0365"/>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Plug the micro USB data cable into your micro:bit and then into your desktop or laptop computer. The BBC micro:bit will show up as a disk drive called </a:t>
            </a:r>
            <a:r>
              <a:rPr b="1" lang="en-GB" sz="1800">
                <a:solidFill>
                  <a:schemeClr val="lt1"/>
                </a:solidFill>
                <a:latin typeface="Arial"/>
                <a:ea typeface="Arial"/>
                <a:cs typeface="Arial"/>
                <a:sym typeface="Arial"/>
              </a:rPr>
              <a:t>MICROBIT</a:t>
            </a:r>
            <a:r>
              <a:rPr lang="en-GB" sz="1800">
                <a:solidFill>
                  <a:schemeClr val="lt1"/>
                </a:solidFill>
                <a:latin typeface="Arial"/>
                <a:ea typeface="Arial"/>
                <a:cs typeface="Arial"/>
                <a:sym typeface="Arial"/>
              </a:rPr>
              <a:t>.</a:t>
            </a:r>
            <a:endParaRPr/>
          </a:p>
        </p:txBody>
      </p:sp>
      <p:grpSp>
        <p:nvGrpSpPr>
          <p:cNvPr id="215" name="Google Shape;215;p14"/>
          <p:cNvGrpSpPr/>
          <p:nvPr/>
        </p:nvGrpSpPr>
        <p:grpSpPr>
          <a:xfrm>
            <a:off x="7406640" y="549275"/>
            <a:ext cx="1219778" cy="952965"/>
            <a:chOff x="1242641" y="3964917"/>
            <a:chExt cx="2211702" cy="1727916"/>
          </a:xfrm>
        </p:grpSpPr>
        <p:sp>
          <p:nvSpPr>
            <p:cNvPr id="216" name="Google Shape;216;p14"/>
            <p:cNvSpPr/>
            <p:nvPr/>
          </p:nvSpPr>
          <p:spPr>
            <a:xfrm>
              <a:off x="1334928" y="3964917"/>
              <a:ext cx="1768317" cy="1727916"/>
            </a:xfrm>
            <a:prstGeom prst="ellipse">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lt1"/>
                </a:solidFill>
                <a:latin typeface="Roboto"/>
                <a:ea typeface="Roboto"/>
                <a:cs typeface="Roboto"/>
                <a:sym typeface="Roboto"/>
              </a:endParaRPr>
            </a:p>
          </p:txBody>
        </p:sp>
        <p:pic>
          <p:nvPicPr>
            <p:cNvPr descr="A computer with a keyboard and mouse&#10;&#10;Description automatically generated with medium confidence" id="217" name="Google Shape;217;p14"/>
            <p:cNvPicPr preferRelativeResize="0"/>
            <p:nvPr/>
          </p:nvPicPr>
          <p:blipFill rotWithShape="1">
            <a:blip r:embed="rId4">
              <a:alphaModFix/>
            </a:blip>
            <a:srcRect b="0" l="0" r="0" t="0"/>
            <a:stretch/>
          </p:blipFill>
          <p:spPr>
            <a:xfrm>
              <a:off x="1242641" y="4284886"/>
              <a:ext cx="2211702" cy="1215021"/>
            </a:xfrm>
            <a:prstGeom prst="rect">
              <a:avLst/>
            </a:prstGeom>
            <a:noFill/>
            <a:ln>
              <a:noFill/>
            </a:ln>
          </p:spPr>
        </p:pic>
      </p:grpSp>
      <p:sp>
        <p:nvSpPr>
          <p:cNvPr id="218" name="Google Shape;218;p14"/>
          <p:cNvSpPr txBox="1"/>
          <p:nvPr/>
        </p:nvSpPr>
        <p:spPr>
          <a:xfrm>
            <a:off x="755646" y="738107"/>
            <a:ext cx="6235089"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CD0365"/>
              </a:buClr>
              <a:buSzPts val="2400"/>
              <a:buFont typeface="Arial"/>
              <a:buNone/>
            </a:pPr>
            <a:r>
              <a:rPr b="1" lang="en-GB" sz="2400">
                <a:solidFill>
                  <a:srgbClr val="CD0365"/>
                </a:solidFill>
                <a:latin typeface="Arial"/>
                <a:ea typeface="Arial"/>
                <a:cs typeface="Arial"/>
                <a:sym typeface="Arial"/>
              </a:rPr>
              <a:t>Connecting via Desktop or Laptop Computer</a:t>
            </a:r>
            <a:endParaRPr/>
          </a:p>
        </p:txBody>
      </p:sp>
      <p:pic>
        <p:nvPicPr>
          <p:cNvPr descr="A picture containing text, box&#10;&#10;Description automatically generated" id="219" name="Google Shape;219;p14"/>
          <p:cNvPicPr preferRelativeResize="0"/>
          <p:nvPr/>
        </p:nvPicPr>
        <p:blipFill rotWithShape="1">
          <a:blip r:embed="rId5">
            <a:alphaModFix/>
          </a:blip>
          <a:srcRect b="0" l="0" r="0" t="0"/>
          <a:stretch/>
        </p:blipFill>
        <p:spPr>
          <a:xfrm>
            <a:off x="4570727" y="1610811"/>
            <a:ext cx="2544446" cy="2544446"/>
          </a:xfrm>
          <a:prstGeom prst="rect">
            <a:avLst/>
          </a:prstGeom>
          <a:noFill/>
          <a:ln>
            <a:noFill/>
          </a:ln>
        </p:spPr>
      </p:pic>
      <p:sp>
        <p:nvSpPr>
          <p:cNvPr id="220" name="Google Shape;220;p14"/>
          <p:cNvSpPr/>
          <p:nvPr/>
        </p:nvSpPr>
        <p:spPr>
          <a:xfrm>
            <a:off x="5537834" y="3179432"/>
            <a:ext cx="965836" cy="352433"/>
          </a:xfrm>
          <a:prstGeom prst="roundRect">
            <a:avLst>
              <a:gd fmla="val 50000" name="adj"/>
            </a:avLst>
          </a:prstGeom>
          <a:noFill/>
          <a:ln cap="flat" cmpd="sng" w="38100">
            <a:solidFill>
              <a:srgbClr val="CD036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21" name="Google Shape;221;p14"/>
          <p:cNvCxnSpPr/>
          <p:nvPr/>
        </p:nvCxnSpPr>
        <p:spPr>
          <a:xfrm>
            <a:off x="6400800" y="3531865"/>
            <a:ext cx="497203" cy="1097285"/>
          </a:xfrm>
          <a:prstGeom prst="straightConnector1">
            <a:avLst/>
          </a:prstGeom>
          <a:noFill/>
          <a:ln cap="rnd" cmpd="sng" w="25400">
            <a:solidFill>
              <a:srgbClr val="CD0365"/>
            </a:solidFill>
            <a:prstDash val="dot"/>
            <a:round/>
            <a:headEnd len="sm" w="sm" type="none"/>
            <a:tailEnd len="med" w="med" type="oval"/>
          </a:ln>
        </p:spPr>
      </p:cxnSp>
      <p:sp>
        <p:nvSpPr>
          <p:cNvPr id="222" name="Google Shape;222;p14"/>
          <p:cNvSpPr/>
          <p:nvPr/>
        </p:nvSpPr>
        <p:spPr>
          <a:xfrm>
            <a:off x="755650" y="3324260"/>
            <a:ext cx="3484880" cy="83099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You should have received 30 of these in your BBC micro:bit start up boxes.</a:t>
            </a:r>
            <a:endParaRPr/>
          </a:p>
        </p:txBody>
      </p:sp>
      <p:grpSp>
        <p:nvGrpSpPr>
          <p:cNvPr id="223" name="Google Shape;223;p14"/>
          <p:cNvGrpSpPr/>
          <p:nvPr/>
        </p:nvGrpSpPr>
        <p:grpSpPr>
          <a:xfrm>
            <a:off x="3654290" y="5588815"/>
            <a:ext cx="952865" cy="619001"/>
            <a:chOff x="3654290" y="5588815"/>
            <a:chExt cx="952865" cy="619001"/>
          </a:xfrm>
        </p:grpSpPr>
        <p:pic>
          <p:nvPicPr>
            <p:cNvPr descr="A white rectangular object with a green light&#10;&#10;Description automatically generated" id="224" name="Google Shape;224;p14"/>
            <p:cNvPicPr preferRelativeResize="0"/>
            <p:nvPr/>
          </p:nvPicPr>
          <p:blipFill rotWithShape="1">
            <a:blip r:embed="rId6">
              <a:alphaModFix/>
            </a:blip>
            <a:srcRect b="0" l="0" r="0" t="0"/>
            <a:stretch/>
          </p:blipFill>
          <p:spPr>
            <a:xfrm>
              <a:off x="3654290" y="5588815"/>
              <a:ext cx="952865" cy="489959"/>
            </a:xfrm>
            <a:prstGeom prst="rect">
              <a:avLst/>
            </a:prstGeom>
            <a:noFill/>
            <a:ln>
              <a:noFill/>
            </a:ln>
          </p:spPr>
        </p:pic>
        <p:sp>
          <p:nvSpPr>
            <p:cNvPr id="225" name="Google Shape;225;p14"/>
            <p:cNvSpPr/>
            <p:nvPr/>
          </p:nvSpPr>
          <p:spPr>
            <a:xfrm>
              <a:off x="3780885" y="6084705"/>
              <a:ext cx="552085" cy="123111"/>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Roboto"/>
                <a:buNone/>
              </a:pPr>
              <a:r>
                <a:rPr lang="en-GB" sz="800">
                  <a:solidFill>
                    <a:schemeClr val="dk1"/>
                  </a:solidFill>
                  <a:latin typeface="Roboto"/>
                  <a:ea typeface="Roboto"/>
                  <a:cs typeface="Roboto"/>
                  <a:sym typeface="Roboto"/>
                </a:rPr>
                <a:t>MICROBIT</a:t>
              </a:r>
              <a:endParaRPr/>
            </a:p>
          </p:txBody>
        </p:sp>
      </p:grpSp>
      <p:cxnSp>
        <p:nvCxnSpPr>
          <p:cNvPr id="226" name="Google Shape;226;p14"/>
          <p:cNvCxnSpPr/>
          <p:nvPr/>
        </p:nvCxnSpPr>
        <p:spPr>
          <a:xfrm>
            <a:off x="7020234" y="967494"/>
            <a:ext cx="289821" cy="0"/>
          </a:xfrm>
          <a:prstGeom prst="straightConnector1">
            <a:avLst/>
          </a:prstGeom>
          <a:noFill/>
          <a:ln cap="rnd" cmpd="sng" w="38100">
            <a:solidFill>
              <a:schemeClr val="accent1"/>
            </a:solidFill>
            <a:prstDash val="dot"/>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500"/>
                                        <p:tgtEl>
                                          <p:spTgt spid="226"/>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500"/>
                                        <p:tgtEl>
                                          <p:spTgt spid="215"/>
                                        </p:tgtEl>
                                        <p:attrNameLst>
                                          <p:attrName>ppt_w</p:attrName>
                                        </p:attrNameLst>
                                      </p:cBhvr>
                                      <p:tavLst>
                                        <p:tav fmla="" tm="0">
                                          <p:val>
                                            <p:strVal val="0"/>
                                          </p:val>
                                        </p:tav>
                                        <p:tav fmla="" tm="100000">
                                          <p:val>
                                            <p:strVal val="#ppt_w"/>
                                          </p:val>
                                        </p:tav>
                                      </p:tavLst>
                                    </p:anim>
                                    <p:anim calcmode="lin" valueType="num">
                                      <p:cBhvr additive="base">
                                        <p:cTn dur="500"/>
                                        <p:tgtEl>
                                          <p:spTgt spid="215"/>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ppt_w</p:attrName>
                                        </p:attrNameLst>
                                      </p:cBhvr>
                                      <p:tavLst>
                                        <p:tav fmla="" tm="0">
                                          <p:val>
                                            <p:strVal val="0"/>
                                          </p:val>
                                        </p:tav>
                                        <p:tav fmla="" tm="100000">
                                          <p:val>
                                            <p:strVal val="#ppt_w"/>
                                          </p:val>
                                        </p:tav>
                                      </p:tavLst>
                                    </p:anim>
                                    <p:anim calcmode="lin" valueType="num">
                                      <p:cBhvr additive="base">
                                        <p:cTn dur="500"/>
                                        <p:tgtEl>
                                          <p:spTgt spid="22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CD0365"/>
        </a:solidFill>
      </p:bgPr>
    </p:bg>
    <p:spTree>
      <p:nvGrpSpPr>
        <p:cNvPr id="230" name="Shape 230"/>
        <p:cNvGrpSpPr/>
        <p:nvPr/>
      </p:nvGrpSpPr>
      <p:grpSpPr>
        <a:xfrm>
          <a:off x="0" y="0"/>
          <a:ext cx="0" cy="0"/>
          <a:chOff x="0" y="0"/>
          <a:chExt cx="0" cy="0"/>
        </a:xfrm>
      </p:grpSpPr>
      <p:pic>
        <p:nvPicPr>
          <p:cNvPr id="231" name="Google Shape;231;p15"/>
          <p:cNvPicPr preferRelativeResize="0"/>
          <p:nvPr/>
        </p:nvPicPr>
        <p:blipFill rotWithShape="1">
          <a:blip r:embed="rId3">
            <a:alphaModFix/>
          </a:blip>
          <a:srcRect b="0" l="0" r="0" t="0"/>
          <a:stretch/>
        </p:blipFill>
        <p:spPr>
          <a:xfrm>
            <a:off x="701915" y="3478508"/>
            <a:ext cx="1697336" cy="1364750"/>
          </a:xfrm>
          <a:prstGeom prst="rect">
            <a:avLst/>
          </a:prstGeom>
          <a:noFill/>
          <a:ln>
            <a:noFill/>
          </a:ln>
        </p:spPr>
      </p:pic>
      <p:pic>
        <p:nvPicPr>
          <p:cNvPr id="232" name="Google Shape;232;p15"/>
          <p:cNvPicPr preferRelativeResize="0"/>
          <p:nvPr/>
        </p:nvPicPr>
        <p:blipFill rotWithShape="1">
          <a:blip r:embed="rId4">
            <a:alphaModFix/>
          </a:blip>
          <a:srcRect b="0" l="0" r="0" t="0"/>
          <a:stretch/>
        </p:blipFill>
        <p:spPr>
          <a:xfrm rot="5400000">
            <a:off x="4601157" y="2337663"/>
            <a:ext cx="4422955" cy="3160395"/>
          </a:xfrm>
          <a:prstGeom prst="rect">
            <a:avLst/>
          </a:prstGeom>
          <a:noFill/>
          <a:ln>
            <a:noFill/>
          </a:ln>
        </p:spPr>
      </p:pic>
      <p:sp>
        <p:nvSpPr>
          <p:cNvPr id="233" name="Google Shape;233;p15"/>
          <p:cNvSpPr/>
          <p:nvPr/>
        </p:nvSpPr>
        <p:spPr>
          <a:xfrm>
            <a:off x="755650" y="1899591"/>
            <a:ext cx="3816350"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If you're using a mobile device to connect to the micro:bit, you will need to connect them wirelessly through Bluetooth.</a:t>
            </a:r>
            <a:endParaRPr/>
          </a:p>
        </p:txBody>
      </p:sp>
      <p:pic>
        <p:nvPicPr>
          <p:cNvPr id="234" name="Google Shape;234;p15"/>
          <p:cNvPicPr preferRelativeResize="0"/>
          <p:nvPr/>
        </p:nvPicPr>
        <p:blipFill rotWithShape="1">
          <a:blip r:embed="rId5">
            <a:alphaModFix/>
          </a:blip>
          <a:srcRect b="0" l="0" r="0" t="0"/>
          <a:stretch/>
        </p:blipFill>
        <p:spPr>
          <a:xfrm>
            <a:off x="3132793" y="3657595"/>
            <a:ext cx="559098" cy="982980"/>
          </a:xfrm>
          <a:prstGeom prst="rect">
            <a:avLst/>
          </a:prstGeom>
          <a:noFill/>
          <a:ln>
            <a:noFill/>
          </a:ln>
        </p:spPr>
      </p:pic>
      <p:grpSp>
        <p:nvGrpSpPr>
          <p:cNvPr id="235" name="Google Shape;235;p15"/>
          <p:cNvGrpSpPr/>
          <p:nvPr/>
        </p:nvGrpSpPr>
        <p:grpSpPr>
          <a:xfrm>
            <a:off x="7592492" y="472315"/>
            <a:ext cx="975246" cy="1010081"/>
            <a:chOff x="4095273" y="3861353"/>
            <a:chExt cx="1768317" cy="1831480"/>
          </a:xfrm>
        </p:grpSpPr>
        <p:sp>
          <p:nvSpPr>
            <p:cNvPr id="236" name="Google Shape;236;p15"/>
            <p:cNvSpPr/>
            <p:nvPr/>
          </p:nvSpPr>
          <p:spPr>
            <a:xfrm>
              <a:off x="4095273" y="3964917"/>
              <a:ext cx="1768317" cy="1727916"/>
            </a:xfrm>
            <a:prstGeom prst="ellipse">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lt1"/>
                </a:solidFill>
                <a:latin typeface="Roboto"/>
                <a:ea typeface="Roboto"/>
                <a:cs typeface="Roboto"/>
                <a:sym typeface="Roboto"/>
              </a:endParaRPr>
            </a:p>
          </p:txBody>
        </p:sp>
        <p:pic>
          <p:nvPicPr>
            <p:cNvPr id="237" name="Google Shape;237;p15"/>
            <p:cNvPicPr preferRelativeResize="0"/>
            <p:nvPr/>
          </p:nvPicPr>
          <p:blipFill rotWithShape="1">
            <a:blip r:embed="rId6">
              <a:alphaModFix/>
            </a:blip>
            <a:srcRect b="0" l="0" r="0" t="0"/>
            <a:stretch/>
          </p:blipFill>
          <p:spPr>
            <a:xfrm>
              <a:off x="4539411" y="3861353"/>
              <a:ext cx="880041" cy="1671563"/>
            </a:xfrm>
            <a:prstGeom prst="rect">
              <a:avLst/>
            </a:prstGeom>
            <a:noFill/>
            <a:ln>
              <a:noFill/>
            </a:ln>
          </p:spPr>
        </p:pic>
      </p:grpSp>
      <p:sp>
        <p:nvSpPr>
          <p:cNvPr id="238" name="Google Shape;238;p15"/>
          <p:cNvSpPr txBox="1"/>
          <p:nvPr/>
        </p:nvSpPr>
        <p:spPr>
          <a:xfrm>
            <a:off x="755648" y="738107"/>
            <a:ext cx="4361360"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CD0365"/>
              </a:buClr>
              <a:buSzPts val="2400"/>
              <a:buFont typeface="Arial"/>
              <a:buNone/>
            </a:pPr>
            <a:r>
              <a:rPr b="1" lang="en-GB" sz="2400">
                <a:solidFill>
                  <a:srgbClr val="CD0365"/>
                </a:solidFill>
                <a:latin typeface="Arial"/>
                <a:ea typeface="Arial"/>
                <a:cs typeface="Arial"/>
                <a:sym typeface="Arial"/>
              </a:rPr>
              <a:t>Connecting via a Mobile Device</a:t>
            </a:r>
            <a:endParaRPr/>
          </a:p>
        </p:txBody>
      </p:sp>
      <p:pic>
        <p:nvPicPr>
          <p:cNvPr id="239" name="Google Shape;239;p15"/>
          <p:cNvPicPr preferRelativeResize="0"/>
          <p:nvPr/>
        </p:nvPicPr>
        <p:blipFill rotWithShape="1">
          <a:blip r:embed="rId7">
            <a:alphaModFix/>
          </a:blip>
          <a:srcRect b="0" l="0" r="0" t="0"/>
          <a:stretch/>
        </p:blipFill>
        <p:spPr>
          <a:xfrm>
            <a:off x="4805187" y="2988266"/>
            <a:ext cx="1559713" cy="3160394"/>
          </a:xfrm>
          <a:prstGeom prst="rect">
            <a:avLst/>
          </a:prstGeom>
          <a:noFill/>
          <a:ln>
            <a:noFill/>
          </a:ln>
        </p:spPr>
      </p:pic>
      <p:cxnSp>
        <p:nvCxnSpPr>
          <p:cNvPr id="240" name="Google Shape;240;p15"/>
          <p:cNvCxnSpPr/>
          <p:nvPr/>
        </p:nvCxnSpPr>
        <p:spPr>
          <a:xfrm rot="10800000">
            <a:off x="3629025" y="4149085"/>
            <a:ext cx="1794510" cy="0"/>
          </a:xfrm>
          <a:prstGeom prst="straightConnector1">
            <a:avLst/>
          </a:prstGeom>
          <a:noFill/>
          <a:ln cap="rnd" cmpd="sng" w="50800">
            <a:solidFill>
              <a:srgbClr val="CD0365"/>
            </a:solidFill>
            <a:prstDash val="dot"/>
            <a:round/>
            <a:headEnd len="sm" w="sm" type="none"/>
            <a:tailEnd len="sm" w="sm" type="none"/>
          </a:ln>
        </p:spPr>
      </p:cxnSp>
      <p:cxnSp>
        <p:nvCxnSpPr>
          <p:cNvPr id="241" name="Google Shape;241;p15"/>
          <p:cNvCxnSpPr/>
          <p:nvPr/>
        </p:nvCxnSpPr>
        <p:spPr>
          <a:xfrm rot="10800000">
            <a:off x="1484036" y="4149085"/>
            <a:ext cx="1596349" cy="0"/>
          </a:xfrm>
          <a:prstGeom prst="straightConnector1">
            <a:avLst/>
          </a:prstGeom>
          <a:noFill/>
          <a:ln cap="rnd" cmpd="sng" w="50800">
            <a:solidFill>
              <a:srgbClr val="CD0365"/>
            </a:solidFill>
            <a:prstDash val="dot"/>
            <a:round/>
            <a:headEnd len="sm" w="sm" type="none"/>
            <a:tailEnd len="sm" w="sm" type="none"/>
          </a:ln>
        </p:spPr>
      </p:cxnSp>
      <p:cxnSp>
        <p:nvCxnSpPr>
          <p:cNvPr id="242" name="Google Shape;242;p15"/>
          <p:cNvCxnSpPr/>
          <p:nvPr/>
        </p:nvCxnSpPr>
        <p:spPr>
          <a:xfrm>
            <a:off x="5232437" y="967494"/>
            <a:ext cx="2141757" cy="0"/>
          </a:xfrm>
          <a:prstGeom prst="straightConnector1">
            <a:avLst/>
          </a:prstGeom>
          <a:noFill/>
          <a:ln cap="rnd" cmpd="sng" w="38100">
            <a:solidFill>
              <a:schemeClr val="accent1"/>
            </a:solidFill>
            <a:prstDash val="dot"/>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500"/>
                                        <p:tgtEl>
                                          <p:spTgt spid="242"/>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500"/>
                                        <p:tgtEl>
                                          <p:spTgt spid="235"/>
                                        </p:tgtEl>
                                        <p:attrNameLst>
                                          <p:attrName>ppt_w</p:attrName>
                                        </p:attrNameLst>
                                      </p:cBhvr>
                                      <p:tavLst>
                                        <p:tav fmla="" tm="0">
                                          <p:val>
                                            <p:strVal val="0"/>
                                          </p:val>
                                        </p:tav>
                                        <p:tav fmla="" tm="100000">
                                          <p:val>
                                            <p:strVal val="#ppt_w"/>
                                          </p:val>
                                        </p:tav>
                                      </p:tavLst>
                                    </p:anim>
                                    <p:anim calcmode="lin" valueType="num">
                                      <p:cBhvr additive="base">
                                        <p:cTn dur="500"/>
                                        <p:tgtEl>
                                          <p:spTgt spid="235"/>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500"/>
                                        <p:tgtEl>
                                          <p:spTgt spid="234"/>
                                        </p:tgtEl>
                                        <p:attrNameLst>
                                          <p:attrName>ppt_w</p:attrName>
                                        </p:attrNameLst>
                                      </p:cBhvr>
                                      <p:tavLst>
                                        <p:tav fmla="" tm="0">
                                          <p:val>
                                            <p:strVal val="0"/>
                                          </p:val>
                                        </p:tav>
                                        <p:tav fmla="" tm="100000">
                                          <p:val>
                                            <p:strVal val="#ppt_w"/>
                                          </p:val>
                                        </p:tav>
                                      </p:tavLst>
                                    </p:anim>
                                    <p:anim calcmode="lin" valueType="num">
                                      <p:cBhvr additive="base">
                                        <p:cTn dur="500"/>
                                        <p:tgtEl>
                                          <p:spTgt spid="234"/>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23" presetSubtype="16">
                                  <p:stCondLst>
                                    <p:cond delay="50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ppt_w</p:attrName>
                                        </p:attrNameLst>
                                      </p:cBhvr>
                                      <p:tavLst>
                                        <p:tav fmla="" tm="0">
                                          <p:val>
                                            <p:strVal val="0"/>
                                          </p:val>
                                        </p:tav>
                                        <p:tav fmla="" tm="100000">
                                          <p:val>
                                            <p:strVal val="#ppt_w"/>
                                          </p:val>
                                        </p:tav>
                                      </p:tavLst>
                                    </p:anim>
                                    <p:anim calcmode="lin" valueType="num">
                                      <p:cBhvr additive="base">
                                        <p:cTn dur="500"/>
                                        <p:tgtEl>
                                          <p:spTgt spid="23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DB7FE"/>
        </a:solidFill>
      </p:bgPr>
    </p:bg>
    <p:spTree>
      <p:nvGrpSpPr>
        <p:cNvPr id="246" name="Shape 246"/>
        <p:cNvGrpSpPr/>
        <p:nvPr/>
      </p:nvGrpSpPr>
      <p:grpSpPr>
        <a:xfrm>
          <a:off x="0" y="0"/>
          <a:ext cx="0" cy="0"/>
          <a:chOff x="0" y="0"/>
          <a:chExt cx="0" cy="0"/>
        </a:xfrm>
      </p:grpSpPr>
      <p:grpSp>
        <p:nvGrpSpPr>
          <p:cNvPr id="247" name="Google Shape;247;p16"/>
          <p:cNvGrpSpPr/>
          <p:nvPr/>
        </p:nvGrpSpPr>
        <p:grpSpPr>
          <a:xfrm>
            <a:off x="576263" y="1539730"/>
            <a:ext cx="8001168" cy="4500657"/>
            <a:chOff x="576263" y="1539730"/>
            <a:chExt cx="8001168" cy="4500657"/>
          </a:xfrm>
        </p:grpSpPr>
        <p:pic>
          <p:nvPicPr>
            <p:cNvPr id="248" name="Google Shape;248;p16"/>
            <p:cNvPicPr preferRelativeResize="0"/>
            <p:nvPr/>
          </p:nvPicPr>
          <p:blipFill rotWithShape="1">
            <a:blip r:embed="rId3">
              <a:alphaModFix/>
            </a:blip>
            <a:srcRect b="0" l="0" r="0" t="0"/>
            <a:stretch/>
          </p:blipFill>
          <p:spPr>
            <a:xfrm>
              <a:off x="576263" y="1539730"/>
              <a:ext cx="8001168" cy="4500657"/>
            </a:xfrm>
            <a:prstGeom prst="rect">
              <a:avLst/>
            </a:prstGeom>
            <a:noFill/>
            <a:ln>
              <a:noFill/>
            </a:ln>
          </p:spPr>
        </p:pic>
        <p:sp>
          <p:nvSpPr>
            <p:cNvPr id="249" name="Google Shape;249;p16"/>
            <p:cNvSpPr/>
            <p:nvPr/>
          </p:nvSpPr>
          <p:spPr>
            <a:xfrm>
              <a:off x="2813992" y="1878947"/>
              <a:ext cx="1569229" cy="516191"/>
            </a:xfrm>
            <a:prstGeom prst="rect">
              <a:avLst/>
            </a:prstGeom>
            <a:solidFill>
              <a:srgbClr val="EDF1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50" name="Google Shape;250;p16"/>
          <p:cNvSpPr txBox="1"/>
          <p:nvPr/>
        </p:nvSpPr>
        <p:spPr>
          <a:xfrm>
            <a:off x="755648" y="738107"/>
            <a:ext cx="4361360"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3DB7FE"/>
              </a:buClr>
              <a:buSzPts val="2400"/>
              <a:buFont typeface="Arial"/>
              <a:buNone/>
            </a:pPr>
            <a:r>
              <a:rPr b="1" lang="en-GB" sz="2400">
                <a:solidFill>
                  <a:srgbClr val="3DB7FE"/>
                </a:solidFill>
                <a:latin typeface="Arial"/>
                <a:ea typeface="Arial"/>
                <a:cs typeface="Arial"/>
                <a:sym typeface="Arial"/>
              </a:rPr>
              <a:t>Let’s Get Coding</a:t>
            </a:r>
            <a:endParaRPr/>
          </a:p>
        </p:txBody>
      </p:sp>
      <p:sp>
        <p:nvSpPr>
          <p:cNvPr id="251" name="Google Shape;251;p16"/>
          <p:cNvSpPr/>
          <p:nvPr/>
        </p:nvSpPr>
        <p:spPr>
          <a:xfrm>
            <a:off x="755650" y="1480737"/>
            <a:ext cx="7632700"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Now that your BBC micro:bit is connected, it’s time to start coding.</a:t>
            </a:r>
            <a:endParaRPr/>
          </a:p>
        </p:txBody>
      </p:sp>
      <p:sp>
        <p:nvSpPr>
          <p:cNvPr id="252" name="Google Shape;252;p16"/>
          <p:cNvSpPr/>
          <p:nvPr/>
        </p:nvSpPr>
        <p:spPr>
          <a:xfrm>
            <a:off x="755650" y="1854035"/>
            <a:ext cx="7632700"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There is a lot of different software that you can use to create programs for your micro:bit. We will be using Microsoft MakeCode.</a:t>
            </a:r>
            <a:endParaRPr/>
          </a:p>
        </p:txBody>
      </p:sp>
      <p:sp>
        <p:nvSpPr>
          <p:cNvPr id="253" name="Google Shape;253;p16"/>
          <p:cNvSpPr/>
          <p:nvPr/>
        </p:nvSpPr>
        <p:spPr>
          <a:xfrm>
            <a:off x="755650" y="1480737"/>
            <a:ext cx="7632700" cy="83099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Microsoft MakeCode’s interface may look similar to other coding software you have used. In this lesson we will be using the coding blocks to create our programs.</a:t>
            </a:r>
            <a:endParaRPr sz="1800">
              <a:solidFill>
                <a:schemeClr val="dk1"/>
              </a:solidFill>
              <a:latin typeface="Arial"/>
              <a:ea typeface="Arial"/>
              <a:cs typeface="Arial"/>
              <a:sym typeface="Arial"/>
            </a:endParaRPr>
          </a:p>
        </p:txBody>
      </p:sp>
      <p:sp>
        <p:nvSpPr>
          <p:cNvPr id="254" name="Google Shape;254;p16"/>
          <p:cNvSpPr/>
          <p:nvPr/>
        </p:nvSpPr>
        <p:spPr>
          <a:xfrm>
            <a:off x="3849329" y="1421744"/>
            <a:ext cx="1445342" cy="418854"/>
          </a:xfrm>
          <a:prstGeom prst="roundRect">
            <a:avLst>
              <a:gd fmla="val 50000"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5" name="Google Shape;255;p16"/>
          <p:cNvSpPr/>
          <p:nvPr/>
        </p:nvSpPr>
        <p:spPr>
          <a:xfrm>
            <a:off x="486696" y="1655802"/>
            <a:ext cx="1513185" cy="1423662"/>
          </a:xfrm>
          <a:prstGeom prst="roundRect">
            <a:avLst>
              <a:gd fmla="val 20492"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6" name="Google Shape;256;p16"/>
          <p:cNvSpPr/>
          <p:nvPr/>
        </p:nvSpPr>
        <p:spPr>
          <a:xfrm>
            <a:off x="1769876" y="1539730"/>
            <a:ext cx="885840" cy="1946789"/>
          </a:xfrm>
          <a:prstGeom prst="roundRect">
            <a:avLst>
              <a:gd fmla="val 50000" name="adj"/>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16"/>
          <p:cNvSpPr/>
          <p:nvPr/>
        </p:nvSpPr>
        <p:spPr>
          <a:xfrm>
            <a:off x="4383221" y="3098227"/>
            <a:ext cx="3248601" cy="1684531"/>
          </a:xfrm>
          <a:prstGeom prst="rect">
            <a:avLst/>
          </a:prstGeom>
          <a:gradFill>
            <a:gsLst>
              <a:gs pos="0">
                <a:srgbClr val="00C800"/>
              </a:gs>
              <a:gs pos="100000">
                <a:srgbClr val="3DB7FE"/>
              </a:gs>
            </a:gsLst>
            <a:lin ang="0" scaled="0"/>
          </a:gra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This section of the interface is called the </a:t>
            </a:r>
            <a:r>
              <a:rPr b="1" lang="en-GB" sz="1800">
                <a:solidFill>
                  <a:schemeClr val="lt1"/>
                </a:solidFill>
                <a:latin typeface="Arial"/>
                <a:ea typeface="Arial"/>
                <a:cs typeface="Arial"/>
                <a:sym typeface="Arial"/>
              </a:rPr>
              <a:t>blocks editor</a:t>
            </a:r>
            <a:r>
              <a:rPr lang="en-GB" sz="1800">
                <a:solidFill>
                  <a:schemeClr val="lt1"/>
                </a:solidFill>
                <a:latin typeface="Arial"/>
                <a:ea typeface="Arial"/>
                <a:cs typeface="Arial"/>
                <a:sym typeface="Arial"/>
              </a:rPr>
              <a:t>, select here to change it to the </a:t>
            </a:r>
            <a:r>
              <a:rPr b="1" lang="en-GB" sz="1800">
                <a:solidFill>
                  <a:schemeClr val="lt1"/>
                </a:solidFill>
                <a:latin typeface="Arial"/>
                <a:ea typeface="Arial"/>
                <a:cs typeface="Arial"/>
                <a:sym typeface="Arial"/>
              </a:rPr>
              <a:t>language editor</a:t>
            </a:r>
            <a:r>
              <a:rPr lang="en-GB" sz="1800">
                <a:solidFill>
                  <a:schemeClr val="lt1"/>
                </a:solidFill>
                <a:latin typeface="Arial"/>
                <a:ea typeface="Arial"/>
                <a:cs typeface="Arial"/>
                <a:sym typeface="Arial"/>
              </a:rPr>
              <a:t>.</a:t>
            </a:r>
            <a:endParaRPr b="1" sz="1800">
              <a:solidFill>
                <a:schemeClr val="lt1"/>
              </a:solidFill>
              <a:latin typeface="Arial"/>
              <a:ea typeface="Arial"/>
              <a:cs typeface="Arial"/>
              <a:sym typeface="Arial"/>
            </a:endParaRPr>
          </a:p>
        </p:txBody>
      </p:sp>
      <p:cxnSp>
        <p:nvCxnSpPr>
          <p:cNvPr id="258" name="Google Shape;258;p16"/>
          <p:cNvCxnSpPr/>
          <p:nvPr/>
        </p:nvCxnSpPr>
        <p:spPr>
          <a:xfrm rot="10800000">
            <a:off x="4583799" y="1840598"/>
            <a:ext cx="0" cy="1257629"/>
          </a:xfrm>
          <a:prstGeom prst="straightConnector1">
            <a:avLst/>
          </a:prstGeom>
          <a:noFill/>
          <a:ln cap="flat" cmpd="sng" w="38100">
            <a:solidFill>
              <a:srgbClr val="00C800"/>
            </a:solidFill>
            <a:prstDash val="solid"/>
            <a:miter lim="800000"/>
            <a:headEnd len="sm" w="sm" type="none"/>
            <a:tailEnd len="sm" w="sm" type="none"/>
          </a:ln>
        </p:spPr>
      </p:cxnSp>
      <p:sp>
        <p:nvSpPr>
          <p:cNvPr id="259" name="Google Shape;259;p16"/>
          <p:cNvSpPr/>
          <p:nvPr/>
        </p:nvSpPr>
        <p:spPr>
          <a:xfrm>
            <a:off x="2856294" y="3790058"/>
            <a:ext cx="5532056" cy="1731459"/>
          </a:xfrm>
          <a:prstGeom prst="rect">
            <a:avLst/>
          </a:prstGeom>
          <a:gradFill>
            <a:gsLst>
              <a:gs pos="0">
                <a:srgbClr val="00C800"/>
              </a:gs>
              <a:gs pos="100000">
                <a:srgbClr val="3DB7FE"/>
              </a:gs>
            </a:gsLst>
            <a:lin ang="0" scaled="0"/>
          </a:gra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The </a:t>
            </a:r>
            <a:r>
              <a:rPr b="1" lang="en-GB" sz="1800">
                <a:solidFill>
                  <a:schemeClr val="lt1"/>
                </a:solidFill>
                <a:latin typeface="Arial"/>
                <a:ea typeface="Arial"/>
                <a:cs typeface="Arial"/>
                <a:sym typeface="Arial"/>
              </a:rPr>
              <a:t>blocks editor </a:t>
            </a:r>
            <a:r>
              <a:rPr lang="en-GB" sz="1800">
                <a:solidFill>
                  <a:schemeClr val="lt1"/>
                </a:solidFill>
                <a:latin typeface="Arial"/>
                <a:ea typeface="Arial"/>
                <a:cs typeface="Arial"/>
                <a:sym typeface="Arial"/>
              </a:rPr>
              <a:t>offers a user blocks to slot together to create a program. The blocks can be found in the </a:t>
            </a:r>
            <a:r>
              <a:rPr b="1" lang="en-GB" sz="1800">
                <a:solidFill>
                  <a:schemeClr val="lt1"/>
                </a:solidFill>
                <a:latin typeface="Arial"/>
                <a:ea typeface="Arial"/>
                <a:cs typeface="Arial"/>
                <a:sym typeface="Arial"/>
              </a:rPr>
              <a:t>Blocks Toolbox. </a:t>
            </a:r>
            <a:r>
              <a:rPr lang="en-GB" sz="1800">
                <a:solidFill>
                  <a:schemeClr val="lt1"/>
                </a:solidFill>
                <a:latin typeface="Arial"/>
                <a:ea typeface="Arial"/>
                <a:cs typeface="Arial"/>
                <a:sym typeface="Arial"/>
              </a:rPr>
              <a:t>The </a:t>
            </a:r>
            <a:r>
              <a:rPr b="1" lang="en-GB" sz="1800">
                <a:solidFill>
                  <a:schemeClr val="lt1"/>
                </a:solidFill>
                <a:latin typeface="Arial"/>
                <a:ea typeface="Arial"/>
                <a:cs typeface="Arial"/>
                <a:sym typeface="Arial"/>
              </a:rPr>
              <a:t>Blocks Toolbox </a:t>
            </a:r>
            <a:r>
              <a:rPr lang="en-GB" sz="1800">
                <a:solidFill>
                  <a:schemeClr val="lt1"/>
                </a:solidFill>
                <a:latin typeface="Arial"/>
                <a:ea typeface="Arial"/>
                <a:cs typeface="Arial"/>
                <a:sym typeface="Arial"/>
              </a:rPr>
              <a:t>is split into different categories. The blocks colours correspond to the colour of the category names. </a:t>
            </a:r>
            <a:r>
              <a:rPr b="1" lang="en-GB" sz="1800">
                <a:solidFill>
                  <a:schemeClr val="lt1"/>
                </a:solidFill>
                <a:latin typeface="Arial"/>
                <a:ea typeface="Arial"/>
                <a:cs typeface="Arial"/>
                <a:sym typeface="Arial"/>
              </a:rPr>
              <a:t> </a:t>
            </a:r>
            <a:endParaRPr/>
          </a:p>
        </p:txBody>
      </p:sp>
      <p:sp>
        <p:nvSpPr>
          <p:cNvPr id="260" name="Google Shape;260;p16"/>
          <p:cNvSpPr/>
          <p:nvPr/>
        </p:nvSpPr>
        <p:spPr>
          <a:xfrm>
            <a:off x="2856294" y="3793498"/>
            <a:ext cx="3349827" cy="1516135"/>
          </a:xfrm>
          <a:prstGeom prst="rect">
            <a:avLst/>
          </a:prstGeom>
          <a:gradFill>
            <a:gsLst>
              <a:gs pos="0">
                <a:srgbClr val="00C800"/>
              </a:gs>
              <a:gs pos="100000">
                <a:srgbClr val="3DB7FE"/>
              </a:gs>
            </a:gsLst>
            <a:lin ang="0" scaled="0"/>
          </a:gra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The blocks represent coding actions. Here you will find coding elements such as loops and conditional statements.</a:t>
            </a:r>
            <a:endParaRPr b="1" sz="1800">
              <a:solidFill>
                <a:schemeClr val="lt1"/>
              </a:solidFill>
              <a:latin typeface="Arial"/>
              <a:ea typeface="Arial"/>
              <a:cs typeface="Arial"/>
              <a:sym typeface="Arial"/>
            </a:endParaRPr>
          </a:p>
        </p:txBody>
      </p:sp>
      <p:sp>
        <p:nvSpPr>
          <p:cNvPr id="261" name="Google Shape;261;p16"/>
          <p:cNvSpPr/>
          <p:nvPr/>
        </p:nvSpPr>
        <p:spPr>
          <a:xfrm>
            <a:off x="6287708" y="3790058"/>
            <a:ext cx="2092662" cy="1516135"/>
          </a:xfrm>
          <a:prstGeom prst="rect">
            <a:avLst/>
          </a:prstGeom>
          <a:gradFill>
            <a:gsLst>
              <a:gs pos="0">
                <a:srgbClr val="00C800"/>
              </a:gs>
              <a:gs pos="100000">
                <a:srgbClr val="3DB7FE"/>
              </a:gs>
            </a:gsLst>
            <a:lin ang="0" scaled="0"/>
          </a:gra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Blocks should be dragged from the </a:t>
            </a:r>
            <a:r>
              <a:rPr b="1" lang="en-GB" sz="1800">
                <a:solidFill>
                  <a:schemeClr val="lt1"/>
                </a:solidFill>
                <a:latin typeface="Arial"/>
                <a:ea typeface="Arial"/>
                <a:cs typeface="Arial"/>
                <a:sym typeface="Arial"/>
              </a:rPr>
              <a:t>Blocks Toolbox </a:t>
            </a:r>
            <a:r>
              <a:rPr lang="en-GB" sz="1800">
                <a:solidFill>
                  <a:schemeClr val="lt1"/>
                </a:solidFill>
                <a:latin typeface="Arial"/>
                <a:ea typeface="Arial"/>
                <a:cs typeface="Arial"/>
                <a:sym typeface="Arial"/>
              </a:rPr>
              <a:t>in to the </a:t>
            </a:r>
            <a:r>
              <a:rPr b="1" lang="en-GB" sz="1800">
                <a:solidFill>
                  <a:schemeClr val="lt1"/>
                </a:solidFill>
                <a:latin typeface="Arial"/>
                <a:ea typeface="Arial"/>
                <a:cs typeface="Arial"/>
                <a:sym typeface="Arial"/>
              </a:rPr>
              <a:t>editor workspace.  </a:t>
            </a:r>
            <a:endParaRPr/>
          </a:p>
        </p:txBody>
      </p:sp>
      <p:pic>
        <p:nvPicPr>
          <p:cNvPr id="262" name="Google Shape;262;p16"/>
          <p:cNvPicPr preferRelativeResize="0"/>
          <p:nvPr/>
        </p:nvPicPr>
        <p:blipFill rotWithShape="1">
          <a:blip r:embed="rId4">
            <a:alphaModFix/>
          </a:blip>
          <a:srcRect b="0" l="0" r="50000" t="69771"/>
          <a:stretch/>
        </p:blipFill>
        <p:spPr>
          <a:xfrm>
            <a:off x="2183194" y="3486518"/>
            <a:ext cx="673100" cy="844591"/>
          </a:xfrm>
          <a:prstGeom prst="rect">
            <a:avLst/>
          </a:prstGeom>
          <a:noFill/>
          <a:ln>
            <a:noFill/>
          </a:ln>
        </p:spPr>
      </p:pic>
      <p:pic>
        <p:nvPicPr>
          <p:cNvPr id="263" name="Google Shape;263;p16"/>
          <p:cNvPicPr preferRelativeResize="0"/>
          <p:nvPr/>
        </p:nvPicPr>
        <p:blipFill rotWithShape="1">
          <a:blip r:embed="rId5">
            <a:alphaModFix/>
          </a:blip>
          <a:srcRect b="0" l="0" r="0" t="0"/>
          <a:stretch/>
        </p:blipFill>
        <p:spPr>
          <a:xfrm>
            <a:off x="2554110" y="1746585"/>
            <a:ext cx="832120" cy="4068140"/>
          </a:xfrm>
          <a:prstGeom prst="rect">
            <a:avLst/>
          </a:prstGeom>
          <a:noFill/>
          <a:ln>
            <a:noFill/>
          </a:ln>
        </p:spPr>
      </p:pic>
      <p:pic>
        <p:nvPicPr>
          <p:cNvPr id="264" name="Google Shape;264;p16"/>
          <p:cNvPicPr preferRelativeResize="0"/>
          <p:nvPr/>
        </p:nvPicPr>
        <p:blipFill rotWithShape="1">
          <a:blip r:embed="rId6">
            <a:alphaModFix/>
          </a:blip>
          <a:srcRect b="0" l="0" r="0" t="0"/>
          <a:stretch/>
        </p:blipFill>
        <p:spPr>
          <a:xfrm>
            <a:off x="1929872" y="1871771"/>
            <a:ext cx="624238" cy="122338"/>
          </a:xfrm>
          <a:prstGeom prst="rect">
            <a:avLst/>
          </a:prstGeom>
          <a:noFill/>
          <a:ln>
            <a:noFill/>
          </a:ln>
        </p:spPr>
      </p:pic>
      <p:pic>
        <p:nvPicPr>
          <p:cNvPr id="265" name="Google Shape;265;p16"/>
          <p:cNvPicPr preferRelativeResize="0"/>
          <p:nvPr/>
        </p:nvPicPr>
        <p:blipFill rotWithShape="1">
          <a:blip r:embed="rId7">
            <a:alphaModFix/>
          </a:blip>
          <a:srcRect b="0" l="0" r="0" t="0"/>
          <a:stretch/>
        </p:blipFill>
        <p:spPr>
          <a:xfrm>
            <a:off x="2552402" y="1747861"/>
            <a:ext cx="904158" cy="4059846"/>
          </a:xfrm>
          <a:prstGeom prst="rect">
            <a:avLst/>
          </a:prstGeom>
          <a:noFill/>
          <a:ln>
            <a:noFill/>
          </a:ln>
        </p:spPr>
      </p:pic>
      <p:pic>
        <p:nvPicPr>
          <p:cNvPr id="266" name="Google Shape;266;p16"/>
          <p:cNvPicPr preferRelativeResize="0"/>
          <p:nvPr/>
        </p:nvPicPr>
        <p:blipFill rotWithShape="1">
          <a:blip r:embed="rId8">
            <a:alphaModFix/>
          </a:blip>
          <a:srcRect b="0" l="0" r="0" t="0"/>
          <a:stretch/>
        </p:blipFill>
        <p:spPr>
          <a:xfrm>
            <a:off x="1929872" y="1994109"/>
            <a:ext cx="624238" cy="119201"/>
          </a:xfrm>
          <a:prstGeom prst="rect">
            <a:avLst/>
          </a:prstGeom>
          <a:noFill/>
          <a:ln>
            <a:noFill/>
          </a:ln>
        </p:spPr>
      </p:pic>
      <p:pic>
        <p:nvPicPr>
          <p:cNvPr id="267" name="Google Shape;267;p16"/>
          <p:cNvPicPr preferRelativeResize="0"/>
          <p:nvPr/>
        </p:nvPicPr>
        <p:blipFill rotWithShape="1">
          <a:blip r:embed="rId9">
            <a:alphaModFix/>
          </a:blip>
          <a:srcRect b="0" l="0" r="0" t="0"/>
          <a:stretch/>
        </p:blipFill>
        <p:spPr>
          <a:xfrm>
            <a:off x="2552290" y="1746584"/>
            <a:ext cx="1137944" cy="4071705"/>
          </a:xfrm>
          <a:prstGeom prst="rect">
            <a:avLst/>
          </a:prstGeom>
          <a:noFill/>
          <a:ln>
            <a:noFill/>
          </a:ln>
        </p:spPr>
      </p:pic>
      <p:pic>
        <p:nvPicPr>
          <p:cNvPr id="268" name="Google Shape;268;p16"/>
          <p:cNvPicPr preferRelativeResize="0"/>
          <p:nvPr/>
        </p:nvPicPr>
        <p:blipFill rotWithShape="1">
          <a:blip r:embed="rId10">
            <a:alphaModFix/>
          </a:blip>
          <a:srcRect b="0" l="0" r="0" t="0"/>
          <a:stretch/>
        </p:blipFill>
        <p:spPr>
          <a:xfrm>
            <a:off x="1929873" y="2483053"/>
            <a:ext cx="624236" cy="119201"/>
          </a:xfrm>
          <a:prstGeom prst="rect">
            <a:avLst/>
          </a:prstGeom>
          <a:noFill/>
          <a:ln>
            <a:noFill/>
          </a:ln>
        </p:spPr>
      </p:pic>
      <p:sp>
        <p:nvSpPr>
          <p:cNvPr id="269" name="Google Shape;269;p16"/>
          <p:cNvSpPr/>
          <p:nvPr/>
        </p:nvSpPr>
        <p:spPr>
          <a:xfrm>
            <a:off x="2849816" y="1946223"/>
            <a:ext cx="3852279" cy="1731460"/>
          </a:xfrm>
          <a:prstGeom prst="rect">
            <a:avLst/>
          </a:prstGeom>
          <a:gradFill>
            <a:gsLst>
              <a:gs pos="0">
                <a:srgbClr val="00C800"/>
              </a:gs>
              <a:gs pos="100000">
                <a:srgbClr val="3DB7FE"/>
              </a:gs>
            </a:gsLst>
            <a:lin ang="0" scaled="0"/>
          </a:gra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A simulator of a micro:bit can be seen on the interface. This simulator will simulate what will happen on the micro:bit. It can be a great tool for debugging errors.</a:t>
            </a:r>
            <a:endParaRPr b="1" sz="1800">
              <a:solidFill>
                <a:schemeClr val="lt1"/>
              </a:solidFill>
              <a:latin typeface="Arial"/>
              <a:ea typeface="Arial"/>
              <a:cs typeface="Arial"/>
              <a:sym typeface="Arial"/>
            </a:endParaRPr>
          </a:p>
        </p:txBody>
      </p:sp>
      <p:cxnSp>
        <p:nvCxnSpPr>
          <p:cNvPr id="270" name="Google Shape;270;p16"/>
          <p:cNvCxnSpPr/>
          <p:nvPr/>
        </p:nvCxnSpPr>
        <p:spPr>
          <a:xfrm>
            <a:off x="1999881" y="2389877"/>
            <a:ext cx="849935" cy="0"/>
          </a:xfrm>
          <a:prstGeom prst="straightConnector1">
            <a:avLst/>
          </a:prstGeom>
          <a:noFill/>
          <a:ln cap="flat" cmpd="sng" w="38100">
            <a:solidFill>
              <a:srgbClr val="00C800"/>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2"/>
                                        </p:tgtEl>
                                      </p:cBhvr>
                                    </p:animEffect>
                                    <p:set>
                                      <p:cBhvr>
                                        <p:cTn dur="1" fill="hold">
                                          <p:stCondLst>
                                            <p:cond delay="500"/>
                                          </p:stCondLst>
                                        </p:cTn>
                                        <p:tgtEl>
                                          <p:spTgt spid="25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1"/>
                                        </p:tgtEl>
                                      </p:cBhvr>
                                    </p:animEffect>
                                    <p:set>
                                      <p:cBhvr>
                                        <p:cTn dur="1" fill="hold">
                                          <p:stCondLst>
                                            <p:cond delay="500"/>
                                          </p:stCondLst>
                                        </p:cTn>
                                        <p:tgtEl>
                                          <p:spTgt spid="25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3"/>
                                        </p:tgtEl>
                                      </p:cBhvr>
                                    </p:animEffect>
                                    <p:set>
                                      <p:cBhvr>
                                        <p:cTn dur="1" fill="hold">
                                          <p:stCondLst>
                                            <p:cond delay="500"/>
                                          </p:stCondLst>
                                        </p:cTn>
                                        <p:tgtEl>
                                          <p:spTgt spid="25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ppt_w</p:attrName>
                                        </p:attrNameLst>
                                      </p:cBhvr>
                                      <p:tavLst>
                                        <p:tav fmla="" tm="0">
                                          <p:val>
                                            <p:strVal val="0"/>
                                          </p:val>
                                        </p:tav>
                                        <p:tav fmla="" tm="100000">
                                          <p:val>
                                            <p:strVal val="#ppt_w"/>
                                          </p:val>
                                        </p:tav>
                                      </p:tavLst>
                                    </p:anim>
                                    <p:anim calcmode="lin" valueType="num">
                                      <p:cBhvr additive="base">
                                        <p:cTn dur="500"/>
                                        <p:tgtEl>
                                          <p:spTgt spid="2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7"/>
                                        </p:tgtEl>
                                      </p:cBhvr>
                                    </p:animEffect>
                                    <p:set>
                                      <p:cBhvr>
                                        <p:cTn dur="1" fill="hold">
                                          <p:stCondLst>
                                            <p:cond delay="500"/>
                                          </p:stCondLst>
                                        </p:cTn>
                                        <p:tgtEl>
                                          <p:spTgt spid="257"/>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258"/>
                                        </p:tgtEl>
                                      </p:cBhvr>
                                    </p:animEffect>
                                    <p:set>
                                      <p:cBhvr>
                                        <p:cTn dur="1" fill="hold">
                                          <p:stCondLst>
                                            <p:cond delay="500"/>
                                          </p:stCondLst>
                                        </p:cTn>
                                        <p:tgtEl>
                                          <p:spTgt spid="25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254"/>
                                        </p:tgtEl>
                                      </p:cBhvr>
                                    </p:animEffect>
                                    <p:set>
                                      <p:cBhvr>
                                        <p:cTn dur="1" fill="hold">
                                          <p:stCondLst>
                                            <p:cond delay="500"/>
                                          </p:stCondLst>
                                        </p:cTn>
                                        <p:tgtEl>
                                          <p:spTgt spid="254"/>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9"/>
                                        </p:tgtEl>
                                      </p:cBhvr>
                                    </p:animEffect>
                                    <p:set>
                                      <p:cBhvr>
                                        <p:cTn dur="1" fill="hold">
                                          <p:stCondLst>
                                            <p:cond delay="500"/>
                                          </p:stCondLst>
                                        </p:cTn>
                                        <p:tgtEl>
                                          <p:spTgt spid="259"/>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262"/>
                                        </p:tgtEl>
                                      </p:cBhvr>
                                    </p:animEffect>
                                    <p:set>
                                      <p:cBhvr>
                                        <p:cTn dur="1" fill="hold">
                                          <p:stCondLst>
                                            <p:cond delay="500"/>
                                          </p:stCondLst>
                                        </p:cTn>
                                        <p:tgtEl>
                                          <p:spTgt spid="26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256"/>
                                        </p:tgtEl>
                                      </p:cBhvr>
                                    </p:animEffect>
                                    <p:set>
                                      <p:cBhvr>
                                        <p:cTn dur="1" fill="hold">
                                          <p:stCondLst>
                                            <p:cond delay="500"/>
                                          </p:stCondLst>
                                        </p:cTn>
                                        <p:tgtEl>
                                          <p:spTgt spid="256"/>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par>
                          <p:cTn fill="hold">
                            <p:stCondLst>
                              <p:cond delay="2000"/>
                            </p:stCondLst>
                            <p:childTnLst>
                              <p:par>
                                <p:cTn fill="hold" nodeType="afterEffect" presetClass="exit" presetID="10" presetSubtype="0">
                                  <p:stCondLst>
                                    <p:cond delay="500"/>
                                  </p:stCondLst>
                                  <p:childTnLst>
                                    <p:animEffect filter="fade" transition="out">
                                      <p:cBhvr>
                                        <p:cTn dur="500"/>
                                        <p:tgtEl>
                                          <p:spTgt spid="263"/>
                                        </p:tgtEl>
                                      </p:cBhvr>
                                    </p:animEffect>
                                    <p:set>
                                      <p:cBhvr>
                                        <p:cTn dur="1" fill="hold">
                                          <p:stCondLst>
                                            <p:cond delay="500"/>
                                          </p:stCondLst>
                                        </p:cTn>
                                        <p:tgtEl>
                                          <p:spTgt spid="263"/>
                                        </p:tgtEl>
                                        <p:attrNameLst>
                                          <p:attrName>style.visibility</p:attrName>
                                        </p:attrNameLst>
                                      </p:cBhvr>
                                      <p:to>
                                        <p:strVal val="hidden"/>
                                      </p:to>
                                    </p:set>
                                  </p:childTnLst>
                                </p:cTn>
                              </p:par>
                              <p:par>
                                <p:cTn fill="hold" nodeType="withEffect" presetClass="exit" presetID="10" presetSubtype="0">
                                  <p:stCondLst>
                                    <p:cond delay="500"/>
                                  </p:stCondLst>
                                  <p:childTnLst>
                                    <p:animEffect filter="fade" transition="out">
                                      <p:cBhvr>
                                        <p:cTn dur="500"/>
                                        <p:tgtEl>
                                          <p:spTgt spid="264"/>
                                        </p:tgtEl>
                                      </p:cBhvr>
                                    </p:animEffect>
                                    <p:set>
                                      <p:cBhvr>
                                        <p:cTn dur="1" fill="hold">
                                          <p:stCondLst>
                                            <p:cond delay="500"/>
                                          </p:stCondLst>
                                        </p:cTn>
                                        <p:tgtEl>
                                          <p:spTgt spid="264"/>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par>
                          <p:cTn fill="hold">
                            <p:stCondLst>
                              <p:cond delay="3000"/>
                            </p:stCondLst>
                            <p:childTnLst>
                              <p:par>
                                <p:cTn fill="hold" nodeType="afterEffect" presetClass="exit" presetID="10" presetSubtype="0">
                                  <p:stCondLst>
                                    <p:cond delay="500"/>
                                  </p:stCondLst>
                                  <p:childTnLst>
                                    <p:animEffect filter="fade" transition="out">
                                      <p:cBhvr>
                                        <p:cTn dur="500"/>
                                        <p:tgtEl>
                                          <p:spTgt spid="265"/>
                                        </p:tgtEl>
                                      </p:cBhvr>
                                    </p:animEffect>
                                    <p:set>
                                      <p:cBhvr>
                                        <p:cTn dur="1" fill="hold">
                                          <p:stCondLst>
                                            <p:cond delay="500"/>
                                          </p:stCondLst>
                                        </p:cTn>
                                        <p:tgtEl>
                                          <p:spTgt spid="265"/>
                                        </p:tgtEl>
                                        <p:attrNameLst>
                                          <p:attrName>style.visibility</p:attrName>
                                        </p:attrNameLst>
                                      </p:cBhvr>
                                      <p:to>
                                        <p:strVal val="hidden"/>
                                      </p:to>
                                    </p:set>
                                  </p:childTnLst>
                                </p:cTn>
                              </p:par>
                              <p:par>
                                <p:cTn fill="hold" nodeType="withEffect" presetClass="exit" presetID="10" presetSubtype="0">
                                  <p:stCondLst>
                                    <p:cond delay="500"/>
                                  </p:stCondLst>
                                  <p:childTnLst>
                                    <p:animEffect filter="fade" transition="out">
                                      <p:cBhvr>
                                        <p:cTn dur="500"/>
                                        <p:tgtEl>
                                          <p:spTgt spid="266"/>
                                        </p:tgtEl>
                                      </p:cBhvr>
                                    </p:animEffect>
                                    <p:set>
                                      <p:cBhvr>
                                        <p:cTn dur="1" fill="hold">
                                          <p:stCondLst>
                                            <p:cond delay="500"/>
                                          </p:stCondLst>
                                        </p:cTn>
                                        <p:tgtEl>
                                          <p:spTgt spid="266"/>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par>
                          <p:cTn fill="hold">
                            <p:stCondLst>
                              <p:cond delay="4000"/>
                            </p:stCondLst>
                            <p:childTnLst>
                              <p:par>
                                <p:cTn fill="hold" nodeType="afterEffect" presetClass="exit" presetID="10" presetSubtype="0">
                                  <p:stCondLst>
                                    <p:cond delay="500"/>
                                  </p:stCondLst>
                                  <p:childTnLst>
                                    <p:animEffect filter="fade" transition="out">
                                      <p:cBhvr>
                                        <p:cTn dur="500"/>
                                        <p:tgtEl>
                                          <p:spTgt spid="267"/>
                                        </p:tgtEl>
                                      </p:cBhvr>
                                    </p:animEffect>
                                    <p:set>
                                      <p:cBhvr>
                                        <p:cTn dur="1" fill="hold">
                                          <p:stCondLst>
                                            <p:cond delay="500"/>
                                          </p:stCondLst>
                                        </p:cTn>
                                        <p:tgtEl>
                                          <p:spTgt spid="267"/>
                                        </p:tgtEl>
                                        <p:attrNameLst>
                                          <p:attrName>style.visibility</p:attrName>
                                        </p:attrNameLst>
                                      </p:cBhvr>
                                      <p:to>
                                        <p:strVal val="hidden"/>
                                      </p:to>
                                    </p:set>
                                  </p:childTnLst>
                                </p:cTn>
                              </p:par>
                              <p:par>
                                <p:cTn fill="hold" nodeType="withEffect" presetClass="exit" presetID="10" presetSubtype="0">
                                  <p:stCondLst>
                                    <p:cond delay="500"/>
                                  </p:stCondLst>
                                  <p:childTnLst>
                                    <p:animEffect filter="fade" transition="out">
                                      <p:cBhvr>
                                        <p:cTn dur="500"/>
                                        <p:tgtEl>
                                          <p:spTgt spid="268"/>
                                        </p:tgtEl>
                                      </p:cBhvr>
                                    </p:animEffect>
                                    <p:set>
                                      <p:cBhvr>
                                        <p:cTn dur="1" fill="hold">
                                          <p:stCondLst>
                                            <p:cond delay="500"/>
                                          </p:stCondLst>
                                        </p:cTn>
                                        <p:tgtEl>
                                          <p:spTgt spid="268"/>
                                        </p:tgtEl>
                                        <p:attrNameLst>
                                          <p:attrName>style.visibility</p:attrName>
                                        </p:attrNameLst>
                                      </p:cBhvr>
                                      <p:to>
                                        <p:strVal val="hidden"/>
                                      </p:to>
                                    </p:se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1"/>
                                        </p:tgtEl>
                                      </p:cBhvr>
                                    </p:animEffect>
                                    <p:set>
                                      <p:cBhvr>
                                        <p:cTn dur="1" fill="hold">
                                          <p:stCondLst>
                                            <p:cond delay="500"/>
                                          </p:stCondLst>
                                        </p:cTn>
                                        <p:tgtEl>
                                          <p:spTgt spid="261"/>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260"/>
                                        </p:tgtEl>
                                      </p:cBhvr>
                                    </p:animEffect>
                                    <p:set>
                                      <p:cBhvr>
                                        <p:cTn dur="1" fill="hold">
                                          <p:stCondLst>
                                            <p:cond delay="500"/>
                                          </p:stCondLst>
                                        </p:cTn>
                                        <p:tgtEl>
                                          <p:spTgt spid="260"/>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9"/>
                                        </p:tgtEl>
                                      </p:cBhvr>
                                    </p:animEffect>
                                    <p:set>
                                      <p:cBhvr>
                                        <p:cTn dur="1" fill="hold">
                                          <p:stCondLst>
                                            <p:cond delay="500"/>
                                          </p:stCondLst>
                                        </p:cTn>
                                        <p:tgtEl>
                                          <p:spTgt spid="269"/>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270"/>
                                        </p:tgtEl>
                                      </p:cBhvr>
                                    </p:animEffect>
                                    <p:set>
                                      <p:cBhvr>
                                        <p:cTn dur="1" fill="hold">
                                          <p:stCondLst>
                                            <p:cond delay="500"/>
                                          </p:stCondLst>
                                        </p:cTn>
                                        <p:tgtEl>
                                          <p:spTgt spid="270"/>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255"/>
                                        </p:tgtEl>
                                      </p:cBhvr>
                                    </p:animEffect>
                                    <p:set>
                                      <p:cBhvr>
                                        <p:cTn dur="1" fill="hold">
                                          <p:stCondLst>
                                            <p:cond delay="500"/>
                                          </p:stCondLst>
                                        </p:cTn>
                                        <p:tgtEl>
                                          <p:spTgt spid="2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274" name="Shape 274"/>
        <p:cNvGrpSpPr/>
        <p:nvPr/>
      </p:nvGrpSpPr>
      <p:grpSpPr>
        <a:xfrm>
          <a:off x="0" y="0"/>
          <a:ext cx="0" cy="0"/>
          <a:chOff x="0" y="0"/>
          <a:chExt cx="0" cy="0"/>
        </a:xfrm>
      </p:grpSpPr>
      <p:sp>
        <p:nvSpPr>
          <p:cNvPr id="275" name="Google Shape;275;p17"/>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 name="Google Shape;276;p17"/>
          <p:cNvSpPr/>
          <p:nvPr/>
        </p:nvSpPr>
        <p:spPr>
          <a:xfrm rot="-5400000">
            <a:off x="1414108" y="894589"/>
            <a:ext cx="384149" cy="1861088"/>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7" name="Google Shape;277;p17"/>
          <p:cNvSpPr/>
          <p:nvPr/>
        </p:nvSpPr>
        <p:spPr>
          <a:xfrm>
            <a:off x="755651" y="1692421"/>
            <a:ext cx="1687678"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Getting Started</a:t>
            </a:r>
            <a:endParaRPr sz="1800">
              <a:solidFill>
                <a:schemeClr val="lt1"/>
              </a:solidFill>
              <a:latin typeface="Arial"/>
              <a:ea typeface="Arial"/>
              <a:cs typeface="Arial"/>
              <a:sym typeface="Arial"/>
            </a:endParaRPr>
          </a:p>
        </p:txBody>
      </p:sp>
      <p:sp>
        <p:nvSpPr>
          <p:cNvPr id="278" name="Google Shape;278;p17"/>
          <p:cNvSpPr txBox="1"/>
          <p:nvPr/>
        </p:nvSpPr>
        <p:spPr>
          <a:xfrm>
            <a:off x="755647" y="749905"/>
            <a:ext cx="2347414"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LED Image</a:t>
            </a:r>
            <a:endParaRPr/>
          </a:p>
        </p:txBody>
      </p:sp>
      <p:sp>
        <p:nvSpPr>
          <p:cNvPr id="279" name="Google Shape;279;p17"/>
          <p:cNvSpPr/>
          <p:nvPr/>
        </p:nvSpPr>
        <p:spPr>
          <a:xfrm rot="-5400000">
            <a:off x="841871" y="3487738"/>
            <a:ext cx="384149" cy="716612"/>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 name="Google Shape;280;p17"/>
          <p:cNvSpPr/>
          <p:nvPr/>
        </p:nvSpPr>
        <p:spPr>
          <a:xfrm>
            <a:off x="975017" y="4195081"/>
            <a:ext cx="3596983"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Select a </a:t>
            </a:r>
            <a:r>
              <a:rPr b="1" lang="en-GB" sz="1800">
                <a:solidFill>
                  <a:srgbClr val="3DB7FE"/>
                </a:solidFill>
                <a:latin typeface="Arial"/>
                <a:ea typeface="Arial"/>
                <a:cs typeface="Arial"/>
                <a:sym typeface="Arial"/>
              </a:rPr>
              <a:t>forever</a:t>
            </a:r>
            <a:r>
              <a:rPr lang="en-GB" sz="1800">
                <a:solidFill>
                  <a:srgbClr val="3DB7FE"/>
                </a:solidFill>
                <a:latin typeface="Arial"/>
                <a:ea typeface="Arial"/>
                <a:cs typeface="Arial"/>
                <a:sym typeface="Arial"/>
              </a:rPr>
              <a:t> </a:t>
            </a:r>
            <a:r>
              <a:rPr b="1" lang="en-GB" sz="1800">
                <a:solidFill>
                  <a:srgbClr val="3DB7FE"/>
                </a:solidFill>
                <a:latin typeface="Arial"/>
                <a:ea typeface="Arial"/>
                <a:cs typeface="Arial"/>
                <a:sym typeface="Arial"/>
              </a:rPr>
              <a:t>Basic</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Slot in a </a:t>
            </a:r>
            <a:r>
              <a:rPr b="1" lang="en-GB" sz="1800">
                <a:solidFill>
                  <a:srgbClr val="3DB7FE"/>
                </a:solidFill>
                <a:latin typeface="Arial"/>
                <a:ea typeface="Arial"/>
                <a:cs typeface="Arial"/>
                <a:sym typeface="Arial"/>
              </a:rPr>
              <a:t>show icon Basic</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Choose an image from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the drop-down box.</a:t>
            </a:r>
            <a:endParaRPr sz="1800">
              <a:solidFill>
                <a:schemeClr val="dk1"/>
              </a:solidFill>
              <a:latin typeface="Arial"/>
              <a:ea typeface="Arial"/>
              <a:cs typeface="Arial"/>
              <a:sym typeface="Arial"/>
            </a:endParaRPr>
          </a:p>
        </p:txBody>
      </p:sp>
      <p:sp>
        <p:nvSpPr>
          <p:cNvPr id="281" name="Google Shape;281;p17"/>
          <p:cNvSpPr/>
          <p:nvPr/>
        </p:nvSpPr>
        <p:spPr>
          <a:xfrm>
            <a:off x="755651" y="3711946"/>
            <a:ext cx="571705"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Code</a:t>
            </a:r>
            <a:endParaRPr sz="1800">
              <a:solidFill>
                <a:schemeClr val="lt1"/>
              </a:solidFill>
              <a:latin typeface="Arial"/>
              <a:ea typeface="Arial"/>
              <a:cs typeface="Arial"/>
              <a:sym typeface="Arial"/>
            </a:endParaRPr>
          </a:p>
        </p:txBody>
      </p:sp>
      <p:sp>
        <p:nvSpPr>
          <p:cNvPr id="282" name="Google Shape;282;p17"/>
          <p:cNvSpPr txBox="1"/>
          <p:nvPr/>
        </p:nvSpPr>
        <p:spPr>
          <a:xfrm>
            <a:off x="841628" y="2232233"/>
            <a:ext cx="3730372" cy="830997"/>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Ensure your micro:bit is connected.</a:t>
            </a:r>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Open Microsoft MakeCode.</a:t>
            </a:r>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Start a </a:t>
            </a:r>
            <a:r>
              <a:rPr b="1" lang="en-GB" sz="1800">
                <a:solidFill>
                  <a:srgbClr val="6C4BC0"/>
                </a:solidFill>
                <a:latin typeface="Arial"/>
                <a:ea typeface="Arial"/>
                <a:cs typeface="Arial"/>
                <a:sym typeface="Arial"/>
              </a:rPr>
              <a:t>New Project</a:t>
            </a:r>
            <a:r>
              <a:rPr lang="en-GB" sz="1800">
                <a:solidFill>
                  <a:schemeClr val="dk1"/>
                </a:solidFill>
                <a:latin typeface="Arial"/>
                <a:ea typeface="Arial"/>
                <a:cs typeface="Arial"/>
                <a:sym typeface="Arial"/>
              </a:rPr>
              <a:t>.</a:t>
            </a:r>
            <a:endParaRPr/>
          </a:p>
        </p:txBody>
      </p:sp>
      <p:sp>
        <p:nvSpPr>
          <p:cNvPr id="283" name="Google Shape;283;p17"/>
          <p:cNvSpPr/>
          <p:nvPr/>
        </p:nvSpPr>
        <p:spPr>
          <a:xfrm rot="5400000">
            <a:off x="674143" y="228140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 name="Google Shape;284;p17"/>
          <p:cNvSpPr/>
          <p:nvPr/>
        </p:nvSpPr>
        <p:spPr>
          <a:xfrm rot="5400000">
            <a:off x="674143" y="256487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 name="Google Shape;285;p17"/>
          <p:cNvSpPr/>
          <p:nvPr/>
        </p:nvSpPr>
        <p:spPr>
          <a:xfrm rot="5400000">
            <a:off x="674143" y="2854410"/>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86" name="Google Shape;286;p17"/>
          <p:cNvPicPr preferRelativeResize="0"/>
          <p:nvPr/>
        </p:nvPicPr>
        <p:blipFill rotWithShape="1">
          <a:blip r:embed="rId3">
            <a:alphaModFix/>
          </a:blip>
          <a:srcRect b="0" l="0" r="0" t="0"/>
          <a:stretch/>
        </p:blipFill>
        <p:spPr>
          <a:xfrm>
            <a:off x="5666986" y="2455147"/>
            <a:ext cx="1885950" cy="1333500"/>
          </a:xfrm>
          <a:prstGeom prst="rect">
            <a:avLst/>
          </a:prstGeom>
          <a:noFill/>
          <a:ln>
            <a:noFill/>
          </a:ln>
        </p:spPr>
      </p:pic>
      <p:sp>
        <p:nvSpPr>
          <p:cNvPr id="287" name="Google Shape;287;p17"/>
          <p:cNvSpPr/>
          <p:nvPr/>
        </p:nvSpPr>
        <p:spPr>
          <a:xfrm>
            <a:off x="4831572" y="1521547"/>
            <a:ext cx="3556778" cy="3262343"/>
          </a:xfrm>
          <a:prstGeom prst="roundRect">
            <a:avLst>
              <a:gd fmla="val 4811" name="adj"/>
            </a:avLst>
          </a:prstGeom>
          <a:no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 name="Google Shape;288;p17"/>
          <p:cNvSpPr/>
          <p:nvPr/>
        </p:nvSpPr>
        <p:spPr>
          <a:xfrm rot="5400000">
            <a:off x="674143" y="425768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 name="Google Shape;289;p17"/>
          <p:cNvSpPr/>
          <p:nvPr/>
        </p:nvSpPr>
        <p:spPr>
          <a:xfrm rot="5400000">
            <a:off x="674143" y="4529056"/>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 name="Google Shape;290;p17"/>
          <p:cNvSpPr/>
          <p:nvPr/>
        </p:nvSpPr>
        <p:spPr>
          <a:xfrm rot="5400000">
            <a:off x="674143" y="481222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91" name="Google Shape;291;p17"/>
          <p:cNvPicPr preferRelativeResize="0"/>
          <p:nvPr/>
        </p:nvPicPr>
        <p:blipFill rotWithShape="1">
          <a:blip r:embed="rId4">
            <a:alphaModFix/>
          </a:blip>
          <a:srcRect b="0" l="0" r="0" t="0"/>
          <a:stretch/>
        </p:blipFill>
        <p:spPr>
          <a:xfrm>
            <a:off x="5706753" y="2430167"/>
            <a:ext cx="1654400" cy="1086617"/>
          </a:xfrm>
          <a:prstGeom prst="rect">
            <a:avLst/>
          </a:prstGeom>
          <a:noFill/>
          <a:ln>
            <a:noFill/>
          </a:ln>
        </p:spPr>
      </p:pic>
      <p:pic>
        <p:nvPicPr>
          <p:cNvPr id="292" name="Google Shape;292;p17"/>
          <p:cNvPicPr preferRelativeResize="0"/>
          <p:nvPr/>
        </p:nvPicPr>
        <p:blipFill rotWithShape="1">
          <a:blip r:embed="rId5">
            <a:alphaModFix/>
          </a:blip>
          <a:srcRect b="0" l="0" r="0" t="0"/>
          <a:stretch/>
        </p:blipFill>
        <p:spPr>
          <a:xfrm>
            <a:off x="5706753" y="2416593"/>
            <a:ext cx="1984583" cy="1485130"/>
          </a:xfrm>
          <a:prstGeom prst="rect">
            <a:avLst/>
          </a:prstGeom>
          <a:noFill/>
          <a:ln>
            <a:noFill/>
          </a:ln>
        </p:spPr>
      </p:pic>
      <p:sp>
        <p:nvSpPr>
          <p:cNvPr id="293" name="Google Shape;293;p17"/>
          <p:cNvSpPr/>
          <p:nvPr/>
        </p:nvSpPr>
        <p:spPr>
          <a:xfrm>
            <a:off x="6617279" y="2660662"/>
            <a:ext cx="996991" cy="996991"/>
          </a:xfrm>
          <a:prstGeom prst="donut">
            <a:avLst>
              <a:gd fmla="val 5469" name="adj"/>
            </a:avLst>
          </a:prstGeom>
          <a:solidFill>
            <a:srgbClr val="6C4B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294" name="Google Shape;294;p17"/>
          <p:cNvPicPr preferRelativeResize="0"/>
          <p:nvPr/>
        </p:nvPicPr>
        <p:blipFill rotWithShape="1">
          <a:blip r:embed="rId6">
            <a:alphaModFix/>
          </a:blip>
          <a:srcRect b="0" l="0" r="93808" t="39350"/>
          <a:stretch/>
        </p:blipFill>
        <p:spPr>
          <a:xfrm>
            <a:off x="6532156" y="1536954"/>
            <a:ext cx="209155" cy="1317130"/>
          </a:xfrm>
          <a:prstGeom prst="rect">
            <a:avLst/>
          </a:prstGeom>
          <a:noFill/>
          <a:ln>
            <a:noFill/>
          </a:ln>
        </p:spPr>
      </p:pic>
      <p:pic>
        <p:nvPicPr>
          <p:cNvPr id="295" name="Google Shape;295;p17"/>
          <p:cNvPicPr preferRelativeResize="0"/>
          <p:nvPr/>
        </p:nvPicPr>
        <p:blipFill rotWithShape="1">
          <a:blip r:embed="rId7">
            <a:alphaModFix/>
          </a:blip>
          <a:srcRect b="0" l="0" r="0" t="0"/>
          <a:stretch/>
        </p:blipFill>
        <p:spPr>
          <a:xfrm>
            <a:off x="5571138" y="2675679"/>
            <a:ext cx="2134044" cy="17158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283"/>
                                        </p:tgtEl>
                                        <p:attrNameLst>
                                          <p:attrName>style.visibility</p:attrName>
                                        </p:attrNameLst>
                                      </p:cBhvr>
                                      <p:to>
                                        <p:strVal val="visible"/>
                                      </p:to>
                                    </p:set>
                                    <p:anim calcmode="lin" valueType="num">
                                      <p:cBhvr additive="base">
                                        <p:cTn dur="500"/>
                                        <p:tgtEl>
                                          <p:spTgt spid="283"/>
                                        </p:tgtEl>
                                        <p:attrNameLst>
                                          <p:attrName>ppt_w</p:attrName>
                                        </p:attrNameLst>
                                      </p:cBhvr>
                                      <p:tavLst>
                                        <p:tav fmla="" tm="0">
                                          <p:val>
                                            <p:strVal val="0"/>
                                          </p:val>
                                        </p:tav>
                                        <p:tav fmla="" tm="100000">
                                          <p:val>
                                            <p:strVal val="#ppt_w"/>
                                          </p:val>
                                        </p:tav>
                                      </p:tavLst>
                                    </p:anim>
                                    <p:anim calcmode="lin" valueType="num">
                                      <p:cBhvr additive="base">
                                        <p:cTn dur="500"/>
                                        <p:tgtEl>
                                          <p:spTgt spid="283"/>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Effect filter="fade" transition="in">
                                      <p:cBhvr>
                                        <p:cTn dur="500"/>
                                        <p:tgtEl>
                                          <p:spTgt spid="282">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Effect filter="fade" transition="in">
                                      <p:cBhvr>
                                        <p:cTn dur="500"/>
                                        <p:tgtEl>
                                          <p:spTgt spid="282">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Effect filter="fade" transition="in">
                                      <p:cBhvr>
                                        <p:cTn dur="500"/>
                                        <p:tgtEl>
                                          <p:spTgt spid="282">
                                            <p:txEl>
                                              <p:pRg end="2" st="2"/>
                                            </p:txEl>
                                          </p:spTgt>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ppt_w</p:attrName>
                                        </p:attrNameLst>
                                      </p:cBhvr>
                                      <p:tavLst>
                                        <p:tav fmla="" tm="0">
                                          <p:val>
                                            <p:strVal val="0"/>
                                          </p:val>
                                        </p:tav>
                                        <p:tav fmla="" tm="100000">
                                          <p:val>
                                            <p:strVal val="#ppt_w"/>
                                          </p:val>
                                        </p:tav>
                                      </p:tavLst>
                                    </p:anim>
                                    <p:anim calcmode="lin" valueType="num">
                                      <p:cBhvr additive="base">
                                        <p:cTn dur="500"/>
                                        <p:tgtEl>
                                          <p:spTgt spid="295"/>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295"/>
                                        </p:tgtEl>
                                        <p:attrNameLst>
                                          <p:attrName>ppt_w</p:attrName>
                                        </p:attrNameLst>
                                      </p:cBhvr>
                                      <p:tavLst>
                                        <p:tav fmla="" tm="0">
                                          <p:val>
                                            <p:strVal val="#ppt_w"/>
                                          </p:val>
                                        </p:tav>
                                        <p:tav fmla="" tm="100000">
                                          <p:val>
                                            <p:strVal val="0"/>
                                          </p:val>
                                        </p:tav>
                                      </p:tavLst>
                                    </p:anim>
                                    <p:anim calcmode="lin" valueType="num">
                                      <p:cBhvr additive="base">
                                        <p:cTn dur="500"/>
                                        <p:tgtEl>
                                          <p:spTgt spid="295"/>
                                        </p:tgtEl>
                                        <p:attrNameLst>
                                          <p:attrName>ppt_h</p:attrName>
                                        </p:attrNameLst>
                                      </p:cBhvr>
                                      <p:tavLst>
                                        <p:tav fmla="" tm="0">
                                          <p:val>
                                            <p:strVal val="#ppt_h"/>
                                          </p:val>
                                        </p:tav>
                                        <p:tav fmla="" tm="100000">
                                          <p:val>
                                            <p:strVal val="0"/>
                                          </p:val>
                                        </p:tav>
                                      </p:tavLst>
                                    </p:anim>
                                    <p:set>
                                      <p:cBhvr>
                                        <p:cTn dur="1" fill="hold">
                                          <p:stCondLst>
                                            <p:cond delay="500"/>
                                          </p:stCondLst>
                                        </p:cTn>
                                        <p:tgtEl>
                                          <p:spTgt spid="29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94"/>
                                        </p:tgtEl>
                                      </p:cBhvr>
                                    </p:animEffect>
                                    <p:set>
                                      <p:cBhvr>
                                        <p:cTn dur="1" fill="hold">
                                          <p:stCondLst>
                                            <p:cond delay="500"/>
                                          </p:stCondLst>
                                        </p:cTn>
                                        <p:tgtEl>
                                          <p:spTgt spid="29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ppt_w</p:attrName>
                                        </p:attrNameLst>
                                      </p:cBhvr>
                                      <p:tavLst>
                                        <p:tav fmla="" tm="0">
                                          <p:val>
                                            <p:strVal val="0"/>
                                          </p:val>
                                        </p:tav>
                                        <p:tav fmla="" tm="100000">
                                          <p:val>
                                            <p:strVal val="#ppt_w"/>
                                          </p:val>
                                        </p:tav>
                                      </p:tavLst>
                                    </p:anim>
                                    <p:anim calcmode="lin" valueType="num">
                                      <p:cBhvr additive="base">
                                        <p:cTn dur="500"/>
                                        <p:tgtEl>
                                          <p:spTgt spid="2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286"/>
                                        </p:tgtEl>
                                        <p:attrNameLst>
                                          <p:attrName>ppt_w</p:attrName>
                                        </p:attrNameLst>
                                      </p:cBhvr>
                                      <p:tavLst>
                                        <p:tav fmla="" tm="0">
                                          <p:val>
                                            <p:strVal val="#ppt_w"/>
                                          </p:val>
                                        </p:tav>
                                        <p:tav fmla="" tm="100000">
                                          <p:val>
                                            <p:strVal val="0"/>
                                          </p:val>
                                        </p:tav>
                                      </p:tavLst>
                                    </p:anim>
                                    <p:anim calcmode="lin" valueType="num">
                                      <p:cBhvr additive="base">
                                        <p:cTn dur="500"/>
                                        <p:tgtEl>
                                          <p:spTgt spid="286"/>
                                        </p:tgtEl>
                                        <p:attrNameLst>
                                          <p:attrName>ppt_h</p:attrName>
                                        </p:attrNameLst>
                                      </p:cBhvr>
                                      <p:tavLst>
                                        <p:tav fmla="" tm="0">
                                          <p:val>
                                            <p:strVal val="#ppt_h"/>
                                          </p:val>
                                        </p:tav>
                                        <p:tav fmla="" tm="100000">
                                          <p:val>
                                            <p:strVal val="0"/>
                                          </p:val>
                                        </p:tav>
                                      </p:tavLst>
                                    </p:anim>
                                    <p:set>
                                      <p:cBhvr>
                                        <p:cTn dur="1" fill="hold">
                                          <p:stCondLst>
                                            <p:cond delay="500"/>
                                          </p:stCondLst>
                                        </p:cTn>
                                        <p:tgtEl>
                                          <p:spTgt spid="286"/>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ppt_w</p:attrName>
                                        </p:attrNameLst>
                                      </p:cBhvr>
                                      <p:tavLst>
                                        <p:tav fmla="" tm="0">
                                          <p:val>
                                            <p:strVal val="0"/>
                                          </p:val>
                                        </p:tav>
                                        <p:tav fmla="" tm="100000">
                                          <p:val>
                                            <p:strVal val="#ppt_w"/>
                                          </p:val>
                                        </p:tav>
                                      </p:tavLst>
                                    </p:anim>
                                    <p:anim calcmode="lin" valueType="num">
                                      <p:cBhvr additive="base">
                                        <p:cTn dur="500"/>
                                        <p:tgtEl>
                                          <p:spTgt spid="288"/>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Effect filter="fade" transition="in">
                                      <p:cBhvr>
                                        <p:cTn dur="500"/>
                                        <p:tgtEl>
                                          <p:spTgt spid="280">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Effect filter="fade" transition="in">
                                      <p:cBhvr>
                                        <p:cTn dur="500"/>
                                        <p:tgtEl>
                                          <p:spTgt spid="280">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animEffect filter="fade" transition="in">
                                      <p:cBhvr>
                                        <p:cTn dur="500"/>
                                        <p:tgtEl>
                                          <p:spTgt spid="280">
                                            <p:txEl>
                                              <p:pRg end="2" st="2"/>
                                            </p:txEl>
                                          </p:spTgt>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ppt_w</p:attrName>
                                        </p:attrNameLst>
                                      </p:cBhvr>
                                      <p:tavLst>
                                        <p:tav fmla="" tm="0">
                                          <p:val>
                                            <p:strVal val="0"/>
                                          </p:val>
                                        </p:tav>
                                        <p:tav fmla="" tm="100000">
                                          <p:val>
                                            <p:strVal val="#ppt_w"/>
                                          </p:val>
                                        </p:tav>
                                      </p:tavLst>
                                    </p:anim>
                                    <p:anim calcmode="lin" valueType="num">
                                      <p:cBhvr additive="base">
                                        <p:cTn dur="500"/>
                                        <p:tgtEl>
                                          <p:spTgt spid="29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500"/>
                                        <p:tgtEl>
                                          <p:spTgt spid="289"/>
                                        </p:tgtEl>
                                        <p:attrNameLst>
                                          <p:attrName>ppt_w</p:attrName>
                                        </p:attrNameLst>
                                      </p:cBhvr>
                                      <p:tavLst>
                                        <p:tav fmla="" tm="0">
                                          <p:val>
                                            <p:strVal val="0"/>
                                          </p:val>
                                        </p:tav>
                                        <p:tav fmla="" tm="100000">
                                          <p:val>
                                            <p:strVal val="#ppt_w"/>
                                          </p:val>
                                        </p:tav>
                                      </p:tavLst>
                                    </p:anim>
                                    <p:anim calcmode="lin" valueType="num">
                                      <p:cBhvr additive="base">
                                        <p:cTn dur="500"/>
                                        <p:tgtEl>
                                          <p:spTgt spid="289"/>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xit" presetID="23" presetSubtype="32">
                                  <p:stCondLst>
                                    <p:cond delay="0"/>
                                  </p:stCondLst>
                                  <p:childTnLst>
                                    <p:anim calcmode="lin" valueType="num">
                                      <p:cBhvr additive="base">
                                        <p:cTn dur="500"/>
                                        <p:tgtEl>
                                          <p:spTgt spid="291"/>
                                        </p:tgtEl>
                                        <p:attrNameLst>
                                          <p:attrName>ppt_w</p:attrName>
                                        </p:attrNameLst>
                                      </p:cBhvr>
                                      <p:tavLst>
                                        <p:tav fmla="" tm="0">
                                          <p:val>
                                            <p:strVal val="#ppt_w"/>
                                          </p:val>
                                        </p:tav>
                                        <p:tav fmla="" tm="100000">
                                          <p:val>
                                            <p:strVal val="0"/>
                                          </p:val>
                                        </p:tav>
                                      </p:tavLst>
                                    </p:anim>
                                    <p:anim calcmode="lin" valueType="num">
                                      <p:cBhvr additive="base">
                                        <p:cTn dur="500"/>
                                        <p:tgtEl>
                                          <p:spTgt spid="291"/>
                                        </p:tgtEl>
                                        <p:attrNameLst>
                                          <p:attrName>ppt_h</p:attrName>
                                        </p:attrNameLst>
                                      </p:cBhvr>
                                      <p:tavLst>
                                        <p:tav fmla="" tm="0">
                                          <p:val>
                                            <p:strVal val="#ppt_h"/>
                                          </p:val>
                                        </p:tav>
                                        <p:tav fmla="" tm="100000">
                                          <p:val>
                                            <p:strVal val="0"/>
                                          </p:val>
                                        </p:tav>
                                      </p:tavLst>
                                    </p:anim>
                                    <p:set>
                                      <p:cBhvr>
                                        <p:cTn dur="1" fill="hold">
                                          <p:stCondLst>
                                            <p:cond delay="500"/>
                                          </p:stCondLst>
                                        </p:cTn>
                                        <p:tgtEl>
                                          <p:spTgt spid="291"/>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500"/>
                                        <p:tgtEl>
                                          <p:spTgt spid="292"/>
                                        </p:tgtEl>
                                        <p:attrNameLst>
                                          <p:attrName>ppt_w</p:attrName>
                                        </p:attrNameLst>
                                      </p:cBhvr>
                                      <p:tavLst>
                                        <p:tav fmla="" tm="0">
                                          <p:val>
                                            <p:strVal val="0"/>
                                          </p:val>
                                        </p:tav>
                                        <p:tav fmla="" tm="100000">
                                          <p:val>
                                            <p:strVal val="#ppt_w"/>
                                          </p:val>
                                        </p:tav>
                                      </p:tavLst>
                                    </p:anim>
                                    <p:anim calcmode="lin" valueType="num">
                                      <p:cBhvr additive="base">
                                        <p:cTn dur="500"/>
                                        <p:tgtEl>
                                          <p:spTgt spid="29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ppt_w</p:attrName>
                                        </p:attrNameLst>
                                      </p:cBhvr>
                                      <p:tavLst>
                                        <p:tav fmla="" tm="0">
                                          <p:val>
                                            <p:strVal val="0"/>
                                          </p:val>
                                        </p:tav>
                                        <p:tav fmla="" tm="100000">
                                          <p:val>
                                            <p:strVal val="#ppt_w"/>
                                          </p:val>
                                        </p:tav>
                                      </p:tavLst>
                                    </p:anim>
                                    <p:anim calcmode="lin" valueType="num">
                                      <p:cBhvr additive="base">
                                        <p:cTn dur="500"/>
                                        <p:tgtEl>
                                          <p:spTgt spid="290"/>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299" name="Shape 299"/>
        <p:cNvGrpSpPr/>
        <p:nvPr/>
      </p:nvGrpSpPr>
      <p:grpSpPr>
        <a:xfrm>
          <a:off x="0" y="0"/>
          <a:ext cx="0" cy="0"/>
          <a:chOff x="0" y="0"/>
          <a:chExt cx="0" cy="0"/>
        </a:xfrm>
      </p:grpSpPr>
      <p:sp>
        <p:nvSpPr>
          <p:cNvPr id="300" name="Google Shape;300;p18"/>
          <p:cNvSpPr/>
          <p:nvPr/>
        </p:nvSpPr>
        <p:spPr>
          <a:xfrm>
            <a:off x="4696399" y="2700287"/>
            <a:ext cx="3580826" cy="2069748"/>
          </a:xfrm>
          <a:prstGeom prst="roundRect">
            <a:avLst>
              <a:gd fmla="val 9256" name="adj"/>
            </a:avLst>
          </a:prstGeom>
          <a:solidFill>
            <a:srgbClr val="3DB7FE"/>
          </a:solidFill>
          <a:ln>
            <a:noFill/>
          </a:ln>
        </p:spPr>
        <p:txBody>
          <a:bodyPr anchorCtr="0" anchor="b" bIns="108000" lIns="108000" spcFirstLastPara="1" rIns="108000" wrap="square" tIns="108000">
            <a:noAutofit/>
          </a:bodyPr>
          <a:lstStyle/>
          <a:p>
            <a:pPr indent="0" lvl="0" marL="0" marR="0" rtl="0" algn="ctr">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The </a:t>
            </a:r>
            <a:r>
              <a:rPr b="1" lang="en-GB" sz="1800">
                <a:solidFill>
                  <a:schemeClr val="lt1"/>
                </a:solidFill>
                <a:latin typeface="Arial"/>
                <a:ea typeface="Arial"/>
                <a:cs typeface="Arial"/>
                <a:sym typeface="Arial"/>
              </a:rPr>
              <a:t>simulator</a:t>
            </a:r>
            <a:r>
              <a:rPr lang="en-GB" sz="1800">
                <a:solidFill>
                  <a:schemeClr val="lt1"/>
                </a:solidFill>
                <a:latin typeface="Arial"/>
                <a:ea typeface="Arial"/>
                <a:cs typeface="Arial"/>
                <a:sym typeface="Arial"/>
              </a:rPr>
              <a:t> can be a great tool for seeing the program run before </a:t>
            </a:r>
            <a:r>
              <a:rPr b="1" lang="en-GB" sz="1800">
                <a:solidFill>
                  <a:schemeClr val="lt1"/>
                </a:solidFill>
                <a:latin typeface="Arial"/>
                <a:ea typeface="Arial"/>
                <a:cs typeface="Arial"/>
                <a:sym typeface="Arial"/>
              </a:rPr>
              <a:t>flashing</a:t>
            </a:r>
            <a:r>
              <a:rPr lang="en-GB" sz="1800">
                <a:solidFill>
                  <a:schemeClr val="lt1"/>
                </a:solidFill>
                <a:latin typeface="Arial"/>
                <a:ea typeface="Arial"/>
                <a:cs typeface="Arial"/>
                <a:sym typeface="Arial"/>
              </a:rPr>
              <a:t> to allow opportunity for debugging.</a:t>
            </a:r>
            <a:endParaRPr/>
          </a:p>
        </p:txBody>
      </p:sp>
      <p:sp>
        <p:nvSpPr>
          <p:cNvPr id="301" name="Google Shape;301;p18"/>
          <p:cNvSpPr/>
          <p:nvPr/>
        </p:nvSpPr>
        <p:spPr>
          <a:xfrm>
            <a:off x="4704572" y="1521547"/>
            <a:ext cx="3556778" cy="3262343"/>
          </a:xfrm>
          <a:prstGeom prst="roundRect">
            <a:avLst>
              <a:gd fmla="val 4811" name="adj"/>
            </a:avLst>
          </a:prstGeom>
          <a:solidFill>
            <a:schemeClr val="lt1"/>
          </a:solid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2" name="Google Shape;302;p18"/>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3" name="Google Shape;303;p18"/>
          <p:cNvSpPr/>
          <p:nvPr/>
        </p:nvSpPr>
        <p:spPr>
          <a:xfrm rot="-5400000">
            <a:off x="809424" y="1499273"/>
            <a:ext cx="384149" cy="651719"/>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 name="Google Shape;304;p18"/>
          <p:cNvSpPr/>
          <p:nvPr/>
        </p:nvSpPr>
        <p:spPr>
          <a:xfrm>
            <a:off x="755651" y="1692421"/>
            <a:ext cx="524509"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Test</a:t>
            </a:r>
            <a:endParaRPr sz="1800">
              <a:solidFill>
                <a:schemeClr val="lt1"/>
              </a:solidFill>
              <a:latin typeface="Arial"/>
              <a:ea typeface="Arial"/>
              <a:cs typeface="Arial"/>
              <a:sym typeface="Arial"/>
            </a:endParaRPr>
          </a:p>
        </p:txBody>
      </p:sp>
      <p:sp>
        <p:nvSpPr>
          <p:cNvPr id="305" name="Google Shape;305;p18"/>
          <p:cNvSpPr txBox="1"/>
          <p:nvPr/>
        </p:nvSpPr>
        <p:spPr>
          <a:xfrm>
            <a:off x="755647" y="738107"/>
            <a:ext cx="2347414"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Beating Heart</a:t>
            </a:r>
            <a:endParaRPr/>
          </a:p>
        </p:txBody>
      </p:sp>
      <p:sp>
        <p:nvSpPr>
          <p:cNvPr id="306" name="Google Shape;306;p18"/>
          <p:cNvSpPr/>
          <p:nvPr/>
        </p:nvSpPr>
        <p:spPr>
          <a:xfrm rot="-5400000">
            <a:off x="1116190" y="2646718"/>
            <a:ext cx="384149" cy="1265251"/>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7" name="Google Shape;307;p18"/>
          <p:cNvSpPr/>
          <p:nvPr/>
        </p:nvSpPr>
        <p:spPr>
          <a:xfrm>
            <a:off x="975018" y="3628381"/>
            <a:ext cx="3408204"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Now you need to flash your </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program onto your micro:bit.</a:t>
            </a:r>
            <a:endParaRPr/>
          </a:p>
        </p:txBody>
      </p:sp>
      <p:sp>
        <p:nvSpPr>
          <p:cNvPr id="308" name="Google Shape;308;p18"/>
          <p:cNvSpPr/>
          <p:nvPr/>
        </p:nvSpPr>
        <p:spPr>
          <a:xfrm>
            <a:off x="755651" y="3145246"/>
            <a:ext cx="1362217"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Download</a:t>
            </a:r>
            <a:endParaRPr sz="1800">
              <a:solidFill>
                <a:schemeClr val="lt1"/>
              </a:solidFill>
              <a:latin typeface="Arial"/>
              <a:ea typeface="Arial"/>
              <a:cs typeface="Arial"/>
              <a:sym typeface="Arial"/>
            </a:endParaRPr>
          </a:p>
        </p:txBody>
      </p:sp>
      <p:sp>
        <p:nvSpPr>
          <p:cNvPr id="309" name="Google Shape;309;p18"/>
          <p:cNvSpPr/>
          <p:nvPr/>
        </p:nvSpPr>
        <p:spPr>
          <a:xfrm>
            <a:off x="11194774" y="2723606"/>
            <a:ext cx="1011555" cy="1011555"/>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10" name="Google Shape;310;p18"/>
          <p:cNvPicPr preferRelativeResize="0"/>
          <p:nvPr/>
        </p:nvPicPr>
        <p:blipFill rotWithShape="1">
          <a:blip r:embed="rId3">
            <a:alphaModFix/>
          </a:blip>
          <a:srcRect b="0" l="0" r="0" t="0"/>
          <a:stretch/>
        </p:blipFill>
        <p:spPr>
          <a:xfrm>
            <a:off x="5414383" y="3956480"/>
            <a:ext cx="2396363" cy="359604"/>
          </a:xfrm>
          <a:prstGeom prst="rect">
            <a:avLst/>
          </a:prstGeom>
          <a:noFill/>
          <a:ln>
            <a:noFill/>
          </a:ln>
        </p:spPr>
      </p:pic>
      <p:sp>
        <p:nvSpPr>
          <p:cNvPr id="311" name="Google Shape;311;p18"/>
          <p:cNvSpPr txBox="1"/>
          <p:nvPr/>
        </p:nvSpPr>
        <p:spPr>
          <a:xfrm>
            <a:off x="841628" y="2232233"/>
            <a:ext cx="3730372" cy="553998"/>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Test your code by selecting the play button to start the </a:t>
            </a:r>
            <a:r>
              <a:rPr b="1" lang="en-GB" sz="1800">
                <a:solidFill>
                  <a:srgbClr val="3DB7FE"/>
                </a:solidFill>
                <a:latin typeface="Arial"/>
                <a:ea typeface="Arial"/>
                <a:cs typeface="Arial"/>
                <a:sym typeface="Arial"/>
              </a:rPr>
              <a:t>simulator</a:t>
            </a:r>
            <a:r>
              <a:rPr lang="en-GB" sz="1800">
                <a:solidFill>
                  <a:schemeClr val="dk1"/>
                </a:solidFill>
                <a:latin typeface="Arial"/>
                <a:ea typeface="Arial"/>
                <a:cs typeface="Arial"/>
                <a:sym typeface="Arial"/>
              </a:rPr>
              <a:t>.</a:t>
            </a:r>
            <a:endParaRPr sz="1800">
              <a:solidFill>
                <a:srgbClr val="3DB7FE"/>
              </a:solidFill>
              <a:latin typeface="Arial"/>
              <a:ea typeface="Arial"/>
              <a:cs typeface="Arial"/>
              <a:sym typeface="Arial"/>
            </a:endParaRPr>
          </a:p>
        </p:txBody>
      </p:sp>
      <p:sp>
        <p:nvSpPr>
          <p:cNvPr id="312" name="Google Shape;312;p18"/>
          <p:cNvSpPr/>
          <p:nvPr/>
        </p:nvSpPr>
        <p:spPr>
          <a:xfrm rot="5400000">
            <a:off x="674143" y="228140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3" name="Google Shape;313;p18"/>
          <p:cNvSpPr/>
          <p:nvPr/>
        </p:nvSpPr>
        <p:spPr>
          <a:xfrm rot="5400000">
            <a:off x="674143" y="369098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14" name="Google Shape;314;p18"/>
          <p:cNvPicPr preferRelativeResize="0"/>
          <p:nvPr/>
        </p:nvPicPr>
        <p:blipFill rotWithShape="1">
          <a:blip r:embed="rId4">
            <a:alphaModFix/>
          </a:blip>
          <a:srcRect b="0" l="0" r="0" t="0"/>
          <a:stretch/>
        </p:blipFill>
        <p:spPr>
          <a:xfrm>
            <a:off x="5491084" y="2057639"/>
            <a:ext cx="2214429" cy="1801777"/>
          </a:xfrm>
          <a:prstGeom prst="rect">
            <a:avLst/>
          </a:prstGeom>
          <a:noFill/>
          <a:ln>
            <a:noFill/>
          </a:ln>
        </p:spPr>
      </p:pic>
      <p:grpSp>
        <p:nvGrpSpPr>
          <p:cNvPr id="315" name="Google Shape;315;p18"/>
          <p:cNvGrpSpPr/>
          <p:nvPr/>
        </p:nvGrpSpPr>
        <p:grpSpPr>
          <a:xfrm>
            <a:off x="6227036" y="2643593"/>
            <a:ext cx="754407" cy="777799"/>
            <a:chOff x="2042161" y="3904827"/>
            <a:chExt cx="873759" cy="900852"/>
          </a:xfrm>
        </p:grpSpPr>
        <p:sp>
          <p:nvSpPr>
            <p:cNvPr id="316" name="Google Shape;316;p18"/>
            <p:cNvSpPr/>
            <p:nvPr/>
          </p:nvSpPr>
          <p:spPr>
            <a:xfrm>
              <a:off x="2241974" y="390482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 name="Google Shape;317;p18"/>
            <p:cNvSpPr/>
            <p:nvPr/>
          </p:nvSpPr>
          <p:spPr>
            <a:xfrm>
              <a:off x="2658534" y="390482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8" name="Google Shape;318;p18"/>
            <p:cNvSpPr/>
            <p:nvPr/>
          </p:nvSpPr>
          <p:spPr>
            <a:xfrm>
              <a:off x="2441787"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9" name="Google Shape;319;p18"/>
            <p:cNvSpPr/>
            <p:nvPr/>
          </p:nvSpPr>
          <p:spPr>
            <a:xfrm>
              <a:off x="2241974"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0" name="Google Shape;320;p18"/>
            <p:cNvSpPr/>
            <p:nvPr/>
          </p:nvSpPr>
          <p:spPr>
            <a:xfrm>
              <a:off x="2042161"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1" name="Google Shape;321;p18"/>
            <p:cNvSpPr/>
            <p:nvPr/>
          </p:nvSpPr>
          <p:spPr>
            <a:xfrm>
              <a:off x="2858347"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2" name="Google Shape;322;p18"/>
            <p:cNvSpPr/>
            <p:nvPr/>
          </p:nvSpPr>
          <p:spPr>
            <a:xfrm>
              <a:off x="2658534"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3" name="Google Shape;323;p18"/>
            <p:cNvSpPr/>
            <p:nvPr/>
          </p:nvSpPr>
          <p:spPr>
            <a:xfrm>
              <a:off x="2441787"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4" name="Google Shape;324;p18"/>
            <p:cNvSpPr/>
            <p:nvPr/>
          </p:nvSpPr>
          <p:spPr>
            <a:xfrm>
              <a:off x="2241974"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5" name="Google Shape;325;p18"/>
            <p:cNvSpPr/>
            <p:nvPr/>
          </p:nvSpPr>
          <p:spPr>
            <a:xfrm>
              <a:off x="2042161"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6" name="Google Shape;326;p18"/>
            <p:cNvSpPr/>
            <p:nvPr/>
          </p:nvSpPr>
          <p:spPr>
            <a:xfrm>
              <a:off x="2858347"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7" name="Google Shape;327;p18"/>
            <p:cNvSpPr/>
            <p:nvPr/>
          </p:nvSpPr>
          <p:spPr>
            <a:xfrm>
              <a:off x="2658534"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8" name="Google Shape;328;p18"/>
            <p:cNvSpPr/>
            <p:nvPr/>
          </p:nvSpPr>
          <p:spPr>
            <a:xfrm>
              <a:off x="2441787" y="451104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9" name="Google Shape;329;p18"/>
            <p:cNvSpPr/>
            <p:nvPr/>
          </p:nvSpPr>
          <p:spPr>
            <a:xfrm>
              <a:off x="2241974" y="451104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0" name="Google Shape;330;p18"/>
            <p:cNvSpPr/>
            <p:nvPr/>
          </p:nvSpPr>
          <p:spPr>
            <a:xfrm>
              <a:off x="2658534" y="451104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1" name="Google Shape;331;p18"/>
            <p:cNvSpPr/>
            <p:nvPr/>
          </p:nvSpPr>
          <p:spPr>
            <a:xfrm>
              <a:off x="2441787" y="4700693"/>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id="332" name="Google Shape;332;p18"/>
          <p:cNvPicPr preferRelativeResize="0"/>
          <p:nvPr/>
        </p:nvPicPr>
        <p:blipFill rotWithShape="1">
          <a:blip r:embed="rId5">
            <a:alphaModFix/>
          </a:blip>
          <a:srcRect b="0" l="0" r="0" t="0"/>
          <a:stretch/>
        </p:blipFill>
        <p:spPr>
          <a:xfrm>
            <a:off x="5827298" y="3992597"/>
            <a:ext cx="292795" cy="275572"/>
          </a:xfrm>
          <a:prstGeom prst="rect">
            <a:avLst/>
          </a:prstGeom>
          <a:noFill/>
          <a:ln>
            <a:noFill/>
          </a:ln>
        </p:spPr>
      </p:pic>
      <p:cxnSp>
        <p:nvCxnSpPr>
          <p:cNvPr id="333" name="Google Shape;333;p18"/>
          <p:cNvCxnSpPr/>
          <p:nvPr/>
        </p:nvCxnSpPr>
        <p:spPr>
          <a:xfrm rot="10800000">
            <a:off x="5973695" y="4124484"/>
            <a:ext cx="0" cy="653507"/>
          </a:xfrm>
          <a:prstGeom prst="straightConnector1">
            <a:avLst/>
          </a:prstGeom>
          <a:noFill/>
          <a:ln cap="rnd" cmpd="sng" w="38100">
            <a:solidFill>
              <a:srgbClr val="3DB7FE"/>
            </a:solidFill>
            <a:prstDash val="solid"/>
            <a:round/>
            <a:headEnd len="sm" w="sm" type="none"/>
            <a:tailEnd len="sm" w="sm" type="none"/>
          </a:ln>
        </p:spPr>
      </p:cxnSp>
      <p:sp>
        <p:nvSpPr>
          <p:cNvPr id="334" name="Google Shape;334;p18">
            <a:hlinkClick action="ppaction://hlinksldjump" r:id="rId6"/>
          </p:cNvPr>
          <p:cNvSpPr/>
          <p:nvPr/>
        </p:nvSpPr>
        <p:spPr>
          <a:xfrm>
            <a:off x="603242" y="4654260"/>
            <a:ext cx="2144712" cy="1465633"/>
          </a:xfrm>
          <a:prstGeom prst="roundRect">
            <a:avLst>
              <a:gd fmla="val 9067" name="adj"/>
            </a:avLst>
          </a:prstGeom>
          <a:solidFill>
            <a:srgbClr val="00C800"/>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Click here if you are flashing via a </a:t>
            </a:r>
            <a:r>
              <a:rPr b="1" lang="en-GB" sz="1800">
                <a:solidFill>
                  <a:schemeClr val="lt1"/>
                </a:solidFill>
                <a:latin typeface="Arial"/>
                <a:ea typeface="Arial"/>
                <a:cs typeface="Arial"/>
                <a:sym typeface="Arial"/>
              </a:rPr>
              <a:t>desktop or laptop computer</a:t>
            </a:r>
            <a:r>
              <a:rPr lang="en-GB" sz="1800">
                <a:solidFill>
                  <a:schemeClr val="lt1"/>
                </a:solidFill>
                <a:latin typeface="Arial"/>
                <a:ea typeface="Arial"/>
                <a:cs typeface="Arial"/>
                <a:sym typeface="Arial"/>
              </a:rPr>
              <a:t>. </a:t>
            </a:r>
            <a:endParaRPr sz="1800">
              <a:solidFill>
                <a:schemeClr val="lt1"/>
              </a:solidFill>
              <a:latin typeface="Arial"/>
              <a:ea typeface="Arial"/>
              <a:cs typeface="Arial"/>
              <a:sym typeface="Arial"/>
            </a:endParaRPr>
          </a:p>
        </p:txBody>
      </p:sp>
      <p:sp>
        <p:nvSpPr>
          <p:cNvPr id="335" name="Google Shape;335;p18">
            <a:hlinkClick action="ppaction://hlinksldjump" r:id="rId7"/>
          </p:cNvPr>
          <p:cNvSpPr/>
          <p:nvPr/>
        </p:nvSpPr>
        <p:spPr>
          <a:xfrm>
            <a:off x="2810209" y="4652642"/>
            <a:ext cx="1828077" cy="1465632"/>
          </a:xfrm>
          <a:prstGeom prst="roundRect">
            <a:avLst>
              <a:gd fmla="val 7867" name="adj"/>
            </a:avLst>
          </a:prstGeom>
          <a:solidFill>
            <a:srgbClr val="3DB7FE"/>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lang="en-GB" sz="1800">
                <a:solidFill>
                  <a:schemeClr val="lt1"/>
                </a:solidFill>
                <a:latin typeface="Arial"/>
                <a:ea typeface="Arial"/>
                <a:cs typeface="Arial"/>
                <a:sym typeface="Arial"/>
              </a:rPr>
              <a:t>Click here if you are flashing via a </a:t>
            </a:r>
            <a:r>
              <a:rPr b="1" lang="en-GB" sz="1800">
                <a:solidFill>
                  <a:schemeClr val="lt1"/>
                </a:solidFill>
                <a:latin typeface="Arial"/>
                <a:ea typeface="Arial"/>
                <a:cs typeface="Arial"/>
                <a:sym typeface="Arial"/>
              </a:rPr>
              <a:t>mobile device</a:t>
            </a:r>
            <a:r>
              <a:rPr lang="en-GB" sz="1800">
                <a:solidFill>
                  <a:schemeClr val="lt1"/>
                </a:solidFill>
                <a:latin typeface="Arial"/>
                <a:ea typeface="Arial"/>
                <a:cs typeface="Arial"/>
                <a:sym typeface="Arial"/>
              </a:rPr>
              <a:t>.</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500"/>
                                        <p:tgtEl>
                                          <p:spTgt spid="312"/>
                                        </p:tgtEl>
                                        <p:attrNameLst>
                                          <p:attrName>ppt_w</p:attrName>
                                        </p:attrNameLst>
                                      </p:cBhvr>
                                      <p:tavLst>
                                        <p:tav fmla="" tm="0">
                                          <p:val>
                                            <p:strVal val="0"/>
                                          </p:val>
                                        </p:tav>
                                        <p:tav fmla="" tm="100000">
                                          <p:val>
                                            <p:strVal val="#ppt_w"/>
                                          </p:val>
                                        </p:tav>
                                      </p:tavLst>
                                    </p:anim>
                                    <p:anim calcmode="lin" valueType="num">
                                      <p:cBhvr additive="base">
                                        <p:cTn dur="500"/>
                                        <p:tgtEl>
                                          <p:spTgt spid="312"/>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Effect filter="fade" transition="in">
                                      <p:cBhvr>
                                        <p:cTn dur="500"/>
                                        <p:tgtEl>
                                          <p:spTgt spid="3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par>
                          <p:cTn fill="hold">
                            <p:stCondLst>
                              <p:cond delay="1001"/>
                            </p:stCondLst>
                            <p:childTnLst>
                              <p:par>
                                <p:cTn fill="hold" nodeType="after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00"/>
                                        </p:tgtEl>
                                      </p:cBhvr>
                                    </p:animEffect>
                                    <p:set>
                                      <p:cBhvr>
                                        <p:cTn dur="1" fill="hold">
                                          <p:stCondLst>
                                            <p:cond delay="500"/>
                                          </p:stCondLst>
                                        </p:cTn>
                                        <p:tgtEl>
                                          <p:spTgt spid="300"/>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333"/>
                                        </p:tgtEl>
                                      </p:cBhvr>
                                    </p:animEffect>
                                    <p:set>
                                      <p:cBhvr>
                                        <p:cTn dur="1" fill="hold">
                                          <p:stCondLst>
                                            <p:cond delay="500"/>
                                          </p:stCondLst>
                                        </p:cTn>
                                        <p:tgtEl>
                                          <p:spTgt spid="333"/>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ppt_w</p:attrName>
                                        </p:attrNameLst>
                                      </p:cBhvr>
                                      <p:tavLst>
                                        <p:tav fmla="" tm="0">
                                          <p:val>
                                            <p:strVal val="0"/>
                                          </p:val>
                                        </p:tav>
                                        <p:tav fmla="" tm="100000">
                                          <p:val>
                                            <p:strVal val="#ppt_w"/>
                                          </p:val>
                                        </p:tav>
                                      </p:tavLst>
                                    </p:anim>
                                    <p:anim calcmode="lin" valueType="num">
                                      <p:cBhvr additive="base">
                                        <p:cTn dur="500"/>
                                        <p:tgtEl>
                                          <p:spTgt spid="313"/>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animEffect filter="fade" transition="in">
                                      <p:cBhvr>
                                        <p:cTn dur="500"/>
                                        <p:tgtEl>
                                          <p:spTgt spid="307">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animEffect filter="fade" transition="in">
                                      <p:cBhvr>
                                        <p:cTn dur="500"/>
                                        <p:tgtEl>
                                          <p:spTgt spid="3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314"/>
                                        </p:tgtEl>
                                        <p:attrNameLst>
                                          <p:attrName>ppt_w</p:attrName>
                                        </p:attrNameLst>
                                      </p:cBhvr>
                                      <p:tavLst>
                                        <p:tav fmla="" tm="0">
                                          <p:val>
                                            <p:strVal val="#ppt_w"/>
                                          </p:val>
                                        </p:tav>
                                        <p:tav fmla="" tm="100000">
                                          <p:val>
                                            <p:strVal val="0"/>
                                          </p:val>
                                        </p:tav>
                                      </p:tavLst>
                                    </p:anim>
                                    <p:anim calcmode="lin" valueType="num">
                                      <p:cBhvr additive="base">
                                        <p:cTn dur="500"/>
                                        <p:tgtEl>
                                          <p:spTgt spid="314"/>
                                        </p:tgtEl>
                                        <p:attrNameLst>
                                          <p:attrName>ppt_h</p:attrName>
                                        </p:attrNameLst>
                                      </p:cBhvr>
                                      <p:tavLst>
                                        <p:tav fmla="" tm="0">
                                          <p:val>
                                            <p:strVal val="#ppt_h"/>
                                          </p:val>
                                        </p:tav>
                                        <p:tav fmla="" tm="100000">
                                          <p:val>
                                            <p:strVal val="0"/>
                                          </p:val>
                                        </p:tav>
                                      </p:tavLst>
                                    </p:anim>
                                    <p:set>
                                      <p:cBhvr>
                                        <p:cTn dur="1" fill="hold">
                                          <p:stCondLst>
                                            <p:cond delay="500"/>
                                          </p:stCondLst>
                                        </p:cTn>
                                        <p:tgtEl>
                                          <p:spTgt spid="314"/>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310"/>
                                        </p:tgtEl>
                                        <p:attrNameLst>
                                          <p:attrName>ppt_w</p:attrName>
                                        </p:attrNameLst>
                                      </p:cBhvr>
                                      <p:tavLst>
                                        <p:tav fmla="" tm="0">
                                          <p:val>
                                            <p:strVal val="#ppt_w"/>
                                          </p:val>
                                        </p:tav>
                                        <p:tav fmla="" tm="100000">
                                          <p:val>
                                            <p:strVal val="0"/>
                                          </p:val>
                                        </p:tav>
                                      </p:tavLst>
                                    </p:anim>
                                    <p:anim calcmode="lin" valueType="num">
                                      <p:cBhvr additive="base">
                                        <p:cTn dur="500"/>
                                        <p:tgtEl>
                                          <p:spTgt spid="310"/>
                                        </p:tgtEl>
                                        <p:attrNameLst>
                                          <p:attrName>ppt_h</p:attrName>
                                        </p:attrNameLst>
                                      </p:cBhvr>
                                      <p:tavLst>
                                        <p:tav fmla="" tm="0">
                                          <p:val>
                                            <p:strVal val="#ppt_h"/>
                                          </p:val>
                                        </p:tav>
                                        <p:tav fmla="" tm="100000">
                                          <p:val>
                                            <p:strVal val="0"/>
                                          </p:val>
                                        </p:tav>
                                      </p:tavLst>
                                    </p:anim>
                                    <p:set>
                                      <p:cBhvr>
                                        <p:cTn dur="1" fill="hold">
                                          <p:stCondLst>
                                            <p:cond delay="500"/>
                                          </p:stCondLst>
                                        </p:cTn>
                                        <p:tgtEl>
                                          <p:spTgt spid="31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315"/>
                                        </p:tgtEl>
                                        <p:attrNameLst>
                                          <p:attrName>ppt_w</p:attrName>
                                        </p:attrNameLst>
                                      </p:cBhvr>
                                      <p:tavLst>
                                        <p:tav fmla="" tm="0">
                                          <p:val>
                                            <p:strVal val="#ppt_w"/>
                                          </p:val>
                                        </p:tav>
                                        <p:tav fmla="" tm="100000">
                                          <p:val>
                                            <p:strVal val="0"/>
                                          </p:val>
                                        </p:tav>
                                      </p:tavLst>
                                    </p:anim>
                                    <p:anim calcmode="lin" valueType="num">
                                      <p:cBhvr additive="base">
                                        <p:cTn dur="500"/>
                                        <p:tgtEl>
                                          <p:spTgt spid="315"/>
                                        </p:tgtEl>
                                        <p:attrNameLst>
                                          <p:attrName>ppt_h</p:attrName>
                                        </p:attrNameLst>
                                      </p:cBhvr>
                                      <p:tavLst>
                                        <p:tav fmla="" tm="0">
                                          <p:val>
                                            <p:strVal val="#ppt_h"/>
                                          </p:val>
                                        </p:tav>
                                        <p:tav fmla="" tm="100000">
                                          <p:val>
                                            <p:strVal val="0"/>
                                          </p:val>
                                        </p:tav>
                                      </p:tavLst>
                                    </p:anim>
                                    <p:set>
                                      <p:cBhvr>
                                        <p:cTn dur="1" fill="hold">
                                          <p:stCondLst>
                                            <p:cond delay="500"/>
                                          </p:stCondLst>
                                        </p:cTn>
                                        <p:tgtEl>
                                          <p:spTgt spid="315"/>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332"/>
                                        </p:tgtEl>
                                        <p:attrNameLst>
                                          <p:attrName>ppt_w</p:attrName>
                                        </p:attrNameLst>
                                      </p:cBhvr>
                                      <p:tavLst>
                                        <p:tav fmla="" tm="0">
                                          <p:val>
                                            <p:strVal val="#ppt_w"/>
                                          </p:val>
                                        </p:tav>
                                        <p:tav fmla="" tm="100000">
                                          <p:val>
                                            <p:strVal val="0"/>
                                          </p:val>
                                        </p:tav>
                                      </p:tavLst>
                                    </p:anim>
                                    <p:anim calcmode="lin" valueType="num">
                                      <p:cBhvr additive="base">
                                        <p:cTn dur="500"/>
                                        <p:tgtEl>
                                          <p:spTgt spid="332"/>
                                        </p:tgtEl>
                                        <p:attrNameLst>
                                          <p:attrName>ppt_h</p:attrName>
                                        </p:attrNameLst>
                                      </p:cBhvr>
                                      <p:tavLst>
                                        <p:tav fmla="" tm="0">
                                          <p:val>
                                            <p:strVal val="#ppt_h"/>
                                          </p:val>
                                        </p:tav>
                                        <p:tav fmla="" tm="100000">
                                          <p:val>
                                            <p:strVal val="0"/>
                                          </p:val>
                                        </p:tav>
                                      </p:tavLst>
                                    </p:anim>
                                    <p:set>
                                      <p:cBhvr>
                                        <p:cTn dur="1" fill="hold">
                                          <p:stCondLst>
                                            <p:cond delay="500"/>
                                          </p:stCondLst>
                                        </p:cTn>
                                        <p:tgtEl>
                                          <p:spTgt spid="33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0365"/>
        </a:solidFill>
      </p:bgPr>
    </p:bg>
    <p:spTree>
      <p:nvGrpSpPr>
        <p:cNvPr id="339" name="Shape 339"/>
        <p:cNvGrpSpPr/>
        <p:nvPr/>
      </p:nvGrpSpPr>
      <p:grpSpPr>
        <a:xfrm>
          <a:off x="0" y="0"/>
          <a:ext cx="0" cy="0"/>
          <a:chOff x="0" y="0"/>
          <a:chExt cx="0" cy="0"/>
        </a:xfrm>
      </p:grpSpPr>
      <p:sp>
        <p:nvSpPr>
          <p:cNvPr id="340" name="Google Shape;340;p19"/>
          <p:cNvSpPr/>
          <p:nvPr/>
        </p:nvSpPr>
        <p:spPr>
          <a:xfrm>
            <a:off x="755650" y="1764972"/>
            <a:ext cx="7632700"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Transferring a program to a micro:bit is called </a:t>
            </a:r>
            <a:r>
              <a:rPr b="1" lang="en-GB" sz="1800">
                <a:solidFill>
                  <a:srgbClr val="CD0365"/>
                </a:solidFill>
                <a:latin typeface="Arial"/>
                <a:ea typeface="Arial"/>
                <a:cs typeface="Arial"/>
                <a:sym typeface="Arial"/>
              </a:rPr>
              <a:t>flashing</a:t>
            </a:r>
            <a:r>
              <a:rPr lang="en-GB" sz="1800">
                <a:solidFill>
                  <a:schemeClr val="dk1"/>
                </a:solidFill>
                <a:latin typeface="Arial"/>
                <a:ea typeface="Arial"/>
                <a:cs typeface="Arial"/>
                <a:sym typeface="Arial"/>
              </a:rPr>
              <a:t>. </a:t>
            </a:r>
            <a:endParaRPr/>
          </a:p>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This is because the program is copied to the micro:bit’s flash memory.</a:t>
            </a:r>
            <a:endParaRPr/>
          </a:p>
        </p:txBody>
      </p:sp>
      <p:sp>
        <p:nvSpPr>
          <p:cNvPr id="341" name="Google Shape;341;p19"/>
          <p:cNvSpPr/>
          <p:nvPr/>
        </p:nvSpPr>
        <p:spPr>
          <a:xfrm>
            <a:off x="755647" y="1764972"/>
            <a:ext cx="7632700"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When the .hex file has been transferred to the </a:t>
            </a:r>
            <a:r>
              <a:rPr b="1" lang="en-GB" sz="1800">
                <a:solidFill>
                  <a:schemeClr val="dk1"/>
                </a:solidFill>
                <a:latin typeface="Arial"/>
                <a:ea typeface="Arial"/>
                <a:cs typeface="Arial"/>
                <a:sym typeface="Arial"/>
              </a:rPr>
              <a:t>MICROBIT</a:t>
            </a:r>
            <a:r>
              <a:rPr lang="en-GB" sz="1800">
                <a:solidFill>
                  <a:schemeClr val="dk1"/>
                </a:solidFill>
                <a:latin typeface="Arial"/>
                <a:ea typeface="Arial"/>
                <a:cs typeface="Arial"/>
                <a:sym typeface="Arial"/>
              </a:rPr>
              <a:t> drive, the </a:t>
            </a:r>
            <a:r>
              <a:rPr b="1" lang="en-GB" sz="1800">
                <a:solidFill>
                  <a:schemeClr val="dk1"/>
                </a:solidFill>
                <a:latin typeface="Arial"/>
                <a:ea typeface="Arial"/>
                <a:cs typeface="Arial"/>
                <a:sym typeface="Arial"/>
              </a:rPr>
              <a:t>MICROBIT</a:t>
            </a:r>
            <a:r>
              <a:rPr lang="en-GB" sz="1800">
                <a:solidFill>
                  <a:schemeClr val="dk1"/>
                </a:solidFill>
                <a:latin typeface="Arial"/>
                <a:ea typeface="Arial"/>
                <a:cs typeface="Arial"/>
                <a:sym typeface="Arial"/>
              </a:rPr>
              <a:t> drive will disconnect and reconnect as the micro:bit resets. The .hex file will not be visible on the </a:t>
            </a:r>
            <a:r>
              <a:rPr b="1" lang="en-GB" sz="1800">
                <a:solidFill>
                  <a:schemeClr val="dk1"/>
                </a:solidFill>
                <a:latin typeface="Arial"/>
                <a:ea typeface="Arial"/>
                <a:cs typeface="Arial"/>
                <a:sym typeface="Arial"/>
              </a:rPr>
              <a:t>MICROBIT</a:t>
            </a:r>
            <a:r>
              <a:rPr lang="en-GB" sz="1800">
                <a:solidFill>
                  <a:schemeClr val="dk1"/>
                </a:solidFill>
                <a:latin typeface="Arial"/>
                <a:ea typeface="Arial"/>
                <a:cs typeface="Arial"/>
                <a:sym typeface="Arial"/>
              </a:rPr>
              <a:t> drive but the program will be on the micro:bit.</a:t>
            </a:r>
            <a:endParaRPr/>
          </a:p>
        </p:txBody>
      </p:sp>
      <p:grpSp>
        <p:nvGrpSpPr>
          <p:cNvPr id="342" name="Google Shape;342;p19"/>
          <p:cNvGrpSpPr/>
          <p:nvPr/>
        </p:nvGrpSpPr>
        <p:grpSpPr>
          <a:xfrm>
            <a:off x="7406640" y="549275"/>
            <a:ext cx="1219778" cy="952965"/>
            <a:chOff x="1242641" y="3964917"/>
            <a:chExt cx="2211702" cy="1727916"/>
          </a:xfrm>
        </p:grpSpPr>
        <p:sp>
          <p:nvSpPr>
            <p:cNvPr id="343" name="Google Shape;343;p19"/>
            <p:cNvSpPr/>
            <p:nvPr/>
          </p:nvSpPr>
          <p:spPr>
            <a:xfrm>
              <a:off x="1334928" y="3964917"/>
              <a:ext cx="1768317" cy="1727916"/>
            </a:xfrm>
            <a:prstGeom prst="ellipse">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lt1"/>
                </a:solidFill>
                <a:latin typeface="Roboto"/>
                <a:ea typeface="Roboto"/>
                <a:cs typeface="Roboto"/>
                <a:sym typeface="Roboto"/>
              </a:endParaRPr>
            </a:p>
          </p:txBody>
        </p:sp>
        <p:pic>
          <p:nvPicPr>
            <p:cNvPr descr="A computer with a keyboard and mouse&#10;&#10;Description automatically generated with medium confidence" id="344" name="Google Shape;344;p19"/>
            <p:cNvPicPr preferRelativeResize="0"/>
            <p:nvPr/>
          </p:nvPicPr>
          <p:blipFill rotWithShape="1">
            <a:blip r:embed="rId3">
              <a:alphaModFix/>
            </a:blip>
            <a:srcRect b="0" l="0" r="0" t="0"/>
            <a:stretch/>
          </p:blipFill>
          <p:spPr>
            <a:xfrm>
              <a:off x="1242641" y="4284886"/>
              <a:ext cx="2211702" cy="1215021"/>
            </a:xfrm>
            <a:prstGeom prst="rect">
              <a:avLst/>
            </a:prstGeom>
            <a:noFill/>
            <a:ln>
              <a:noFill/>
            </a:ln>
          </p:spPr>
        </p:pic>
      </p:grpSp>
      <p:sp>
        <p:nvSpPr>
          <p:cNvPr id="345" name="Google Shape;345;p19"/>
          <p:cNvSpPr txBox="1"/>
          <p:nvPr/>
        </p:nvSpPr>
        <p:spPr>
          <a:xfrm>
            <a:off x="755646" y="753496"/>
            <a:ext cx="6967355" cy="33855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CD0365"/>
              </a:buClr>
              <a:buSzPts val="2200"/>
              <a:buFont typeface="Arial"/>
              <a:buNone/>
            </a:pPr>
            <a:r>
              <a:rPr b="1" lang="en-GB" sz="2200">
                <a:solidFill>
                  <a:srgbClr val="CD0365"/>
                </a:solidFill>
                <a:latin typeface="Arial"/>
                <a:ea typeface="Arial"/>
                <a:cs typeface="Arial"/>
                <a:sym typeface="Arial"/>
              </a:rPr>
              <a:t>Transferring Files via Desktop or Laptop Computer</a:t>
            </a:r>
            <a:endParaRPr/>
          </a:p>
        </p:txBody>
      </p:sp>
      <p:pic>
        <p:nvPicPr>
          <p:cNvPr id="346" name="Google Shape;346;p19"/>
          <p:cNvPicPr preferRelativeResize="0"/>
          <p:nvPr/>
        </p:nvPicPr>
        <p:blipFill rotWithShape="1">
          <a:blip r:embed="rId4">
            <a:alphaModFix/>
          </a:blip>
          <a:srcRect b="0" l="0" r="0" t="0"/>
          <a:stretch/>
        </p:blipFill>
        <p:spPr>
          <a:xfrm>
            <a:off x="4572000" y="3087085"/>
            <a:ext cx="3668863" cy="2714588"/>
          </a:xfrm>
          <a:prstGeom prst="rect">
            <a:avLst/>
          </a:prstGeom>
          <a:noFill/>
          <a:ln>
            <a:noFill/>
          </a:ln>
        </p:spPr>
      </p:pic>
      <p:pic>
        <p:nvPicPr>
          <p:cNvPr id="347" name="Google Shape;347;p19"/>
          <p:cNvPicPr preferRelativeResize="0"/>
          <p:nvPr/>
        </p:nvPicPr>
        <p:blipFill rotWithShape="1">
          <a:blip r:embed="rId5">
            <a:alphaModFix/>
          </a:blip>
          <a:srcRect b="0" l="0" r="0" t="0"/>
          <a:stretch/>
        </p:blipFill>
        <p:spPr>
          <a:xfrm>
            <a:off x="6545362" y="3642512"/>
            <a:ext cx="665825" cy="665825"/>
          </a:xfrm>
          <a:prstGeom prst="rect">
            <a:avLst/>
          </a:prstGeom>
          <a:noFill/>
          <a:ln>
            <a:noFill/>
          </a:ln>
        </p:spPr>
      </p:pic>
      <p:sp>
        <p:nvSpPr>
          <p:cNvPr id="348" name="Google Shape;348;p19"/>
          <p:cNvSpPr/>
          <p:nvPr/>
        </p:nvSpPr>
        <p:spPr>
          <a:xfrm>
            <a:off x="755647" y="1767688"/>
            <a:ext cx="6062348"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To flash a program on to the micro:bit, you should:</a:t>
            </a:r>
            <a:endParaRPr/>
          </a:p>
        </p:txBody>
      </p:sp>
      <p:sp>
        <p:nvSpPr>
          <p:cNvPr id="349" name="Google Shape;349;p19"/>
          <p:cNvSpPr/>
          <p:nvPr/>
        </p:nvSpPr>
        <p:spPr>
          <a:xfrm>
            <a:off x="576263" y="2380676"/>
            <a:ext cx="8140579"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 download your program as a .hex file from the code editor to your desktop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or laptop computer;</a:t>
            </a:r>
            <a:endParaRPr/>
          </a:p>
        </p:txBody>
      </p:sp>
      <p:grpSp>
        <p:nvGrpSpPr>
          <p:cNvPr id="350" name="Google Shape;350;p19"/>
          <p:cNvGrpSpPr/>
          <p:nvPr/>
        </p:nvGrpSpPr>
        <p:grpSpPr>
          <a:xfrm>
            <a:off x="6594950" y="3680581"/>
            <a:ext cx="566648" cy="763798"/>
            <a:chOff x="6983408" y="3642512"/>
            <a:chExt cx="566648" cy="763798"/>
          </a:xfrm>
        </p:grpSpPr>
        <p:sp>
          <p:nvSpPr>
            <p:cNvPr id="351" name="Google Shape;351;p19"/>
            <p:cNvSpPr/>
            <p:nvPr/>
          </p:nvSpPr>
          <p:spPr>
            <a:xfrm>
              <a:off x="7032404" y="3890937"/>
              <a:ext cx="517652"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Roboto"/>
                <a:buNone/>
              </a:pPr>
              <a:r>
                <a:rPr b="1" lang="en-GB" sz="1800">
                  <a:solidFill>
                    <a:schemeClr val="dk1"/>
                  </a:solidFill>
                  <a:latin typeface="Roboto"/>
                  <a:ea typeface="Roboto"/>
                  <a:cs typeface="Roboto"/>
                  <a:sym typeface="Roboto"/>
                </a:rPr>
                <a:t>.hex</a:t>
              </a:r>
              <a:endParaRPr/>
            </a:p>
          </p:txBody>
        </p:sp>
        <p:pic>
          <p:nvPicPr>
            <p:cNvPr id="352" name="Google Shape;352;p19"/>
            <p:cNvPicPr preferRelativeResize="0"/>
            <p:nvPr/>
          </p:nvPicPr>
          <p:blipFill rotWithShape="1">
            <a:blip r:embed="rId6">
              <a:alphaModFix/>
            </a:blip>
            <a:srcRect b="0" l="0" r="0" t="0"/>
            <a:stretch/>
          </p:blipFill>
          <p:spPr>
            <a:xfrm>
              <a:off x="6983408" y="3642512"/>
              <a:ext cx="558495" cy="763798"/>
            </a:xfrm>
            <a:prstGeom prst="rect">
              <a:avLst/>
            </a:prstGeom>
            <a:noFill/>
            <a:ln>
              <a:noFill/>
            </a:ln>
          </p:spPr>
        </p:pic>
      </p:grpSp>
      <p:sp>
        <p:nvSpPr>
          <p:cNvPr id="353" name="Google Shape;353;p19"/>
          <p:cNvSpPr/>
          <p:nvPr/>
        </p:nvSpPr>
        <p:spPr>
          <a:xfrm>
            <a:off x="576263" y="2380676"/>
            <a:ext cx="7789227"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 drag and drop the .hex file on to the </a:t>
            </a:r>
            <a:r>
              <a:rPr b="1" lang="en-GB" sz="1800">
                <a:solidFill>
                  <a:schemeClr val="dk1"/>
                </a:solidFill>
                <a:latin typeface="Arial"/>
                <a:ea typeface="Arial"/>
                <a:cs typeface="Arial"/>
                <a:sym typeface="Arial"/>
              </a:rPr>
              <a:t>MICROBIT</a:t>
            </a:r>
            <a:r>
              <a:rPr lang="en-GB" sz="1800">
                <a:solidFill>
                  <a:schemeClr val="dk1"/>
                </a:solidFill>
                <a:latin typeface="Arial"/>
                <a:ea typeface="Arial"/>
                <a:cs typeface="Arial"/>
                <a:sym typeface="Arial"/>
              </a:rPr>
              <a:t> drive.</a:t>
            </a:r>
            <a:endParaRPr/>
          </a:p>
        </p:txBody>
      </p:sp>
      <p:grpSp>
        <p:nvGrpSpPr>
          <p:cNvPr id="354" name="Google Shape;354;p19"/>
          <p:cNvGrpSpPr/>
          <p:nvPr/>
        </p:nvGrpSpPr>
        <p:grpSpPr>
          <a:xfrm>
            <a:off x="7261446" y="4009815"/>
            <a:ext cx="512453" cy="597043"/>
            <a:chOff x="6945084" y="4062480"/>
            <a:chExt cx="512453" cy="597043"/>
          </a:xfrm>
        </p:grpSpPr>
        <p:pic>
          <p:nvPicPr>
            <p:cNvPr id="355" name="Google Shape;355;p19"/>
            <p:cNvPicPr preferRelativeResize="0"/>
            <p:nvPr/>
          </p:nvPicPr>
          <p:blipFill rotWithShape="1">
            <a:blip r:embed="rId7">
              <a:alphaModFix/>
            </a:blip>
            <a:srcRect b="0" l="0" r="0" t="0"/>
            <a:stretch/>
          </p:blipFill>
          <p:spPr>
            <a:xfrm>
              <a:off x="6945084" y="4062480"/>
              <a:ext cx="512453" cy="431539"/>
            </a:xfrm>
            <a:prstGeom prst="rect">
              <a:avLst/>
            </a:prstGeom>
            <a:noFill/>
            <a:ln>
              <a:noFill/>
            </a:ln>
          </p:spPr>
        </p:pic>
        <p:sp>
          <p:nvSpPr>
            <p:cNvPr id="356" name="Google Shape;356;p19"/>
            <p:cNvSpPr/>
            <p:nvPr/>
          </p:nvSpPr>
          <p:spPr>
            <a:xfrm>
              <a:off x="7002145" y="4536412"/>
              <a:ext cx="404495" cy="123111"/>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Roboto"/>
                <a:buNone/>
              </a:pPr>
              <a:r>
                <a:rPr lang="en-GB" sz="800">
                  <a:solidFill>
                    <a:schemeClr val="dk1"/>
                  </a:solidFill>
                  <a:latin typeface="Roboto"/>
                  <a:ea typeface="Roboto"/>
                  <a:cs typeface="Roboto"/>
                  <a:sym typeface="Roboto"/>
                </a:rPr>
                <a:t>Microbit</a:t>
              </a:r>
              <a:endParaRPr sz="800">
                <a:solidFill>
                  <a:schemeClr val="dk1"/>
                </a:solidFill>
                <a:latin typeface="Roboto"/>
                <a:ea typeface="Roboto"/>
                <a:cs typeface="Roboto"/>
                <a:sym typeface="Roboto"/>
              </a:endParaRPr>
            </a:p>
          </p:txBody>
        </p:sp>
      </p:grpSp>
      <p:sp>
        <p:nvSpPr>
          <p:cNvPr id="357" name="Google Shape;357;p19"/>
          <p:cNvSpPr/>
          <p:nvPr/>
        </p:nvSpPr>
        <p:spPr>
          <a:xfrm>
            <a:off x="1501558" y="3186142"/>
            <a:ext cx="2285263" cy="16619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When programs are being flashed on to the micro:bit, the micro:bit will pause and the yellow LED on the back will blink.</a:t>
            </a:r>
            <a:endParaRPr/>
          </a:p>
        </p:txBody>
      </p:sp>
      <p:pic>
        <p:nvPicPr>
          <p:cNvPr id="358" name="Google Shape;358;p19"/>
          <p:cNvPicPr preferRelativeResize="0"/>
          <p:nvPr/>
        </p:nvPicPr>
        <p:blipFill rotWithShape="1">
          <a:blip r:embed="rId8">
            <a:alphaModFix/>
          </a:blip>
          <a:srcRect b="0" l="0" r="0" t="0"/>
          <a:stretch/>
        </p:blipFill>
        <p:spPr>
          <a:xfrm>
            <a:off x="1210356" y="3042224"/>
            <a:ext cx="3378200" cy="2171700"/>
          </a:xfrm>
          <a:prstGeom prst="rect">
            <a:avLst/>
          </a:prstGeom>
          <a:noFill/>
          <a:ln>
            <a:noFill/>
          </a:ln>
        </p:spPr>
      </p:pic>
      <p:grpSp>
        <p:nvGrpSpPr>
          <p:cNvPr id="359" name="Google Shape;359;p19"/>
          <p:cNvGrpSpPr/>
          <p:nvPr/>
        </p:nvGrpSpPr>
        <p:grpSpPr>
          <a:xfrm>
            <a:off x="787242" y="4732348"/>
            <a:ext cx="1022535" cy="329758"/>
            <a:chOff x="787242" y="4732348"/>
            <a:chExt cx="1022535" cy="329758"/>
          </a:xfrm>
        </p:grpSpPr>
        <p:cxnSp>
          <p:nvCxnSpPr>
            <p:cNvPr id="360" name="Google Shape;360;p19"/>
            <p:cNvCxnSpPr/>
            <p:nvPr/>
          </p:nvCxnSpPr>
          <p:spPr>
            <a:xfrm flipH="1" rot="10800000">
              <a:off x="1584932" y="4884929"/>
              <a:ext cx="224845" cy="177177"/>
            </a:xfrm>
            <a:prstGeom prst="straightConnector1">
              <a:avLst/>
            </a:prstGeom>
            <a:noFill/>
            <a:ln cap="rnd" cmpd="sng" w="57150">
              <a:solidFill>
                <a:srgbClr val="FFEA00"/>
              </a:solidFill>
              <a:prstDash val="solid"/>
              <a:round/>
              <a:headEnd len="sm" w="sm" type="none"/>
              <a:tailEnd len="sm" w="sm" type="none"/>
            </a:ln>
          </p:spPr>
        </p:cxnSp>
        <p:cxnSp>
          <p:nvCxnSpPr>
            <p:cNvPr id="361" name="Google Shape;361;p19"/>
            <p:cNvCxnSpPr/>
            <p:nvPr/>
          </p:nvCxnSpPr>
          <p:spPr>
            <a:xfrm flipH="1" rot="10800000">
              <a:off x="1489925" y="4732348"/>
              <a:ext cx="165735" cy="265512"/>
            </a:xfrm>
            <a:prstGeom prst="straightConnector1">
              <a:avLst/>
            </a:prstGeom>
            <a:noFill/>
            <a:ln cap="rnd" cmpd="sng" w="57150">
              <a:solidFill>
                <a:srgbClr val="FFEA00"/>
              </a:solidFill>
              <a:prstDash val="solid"/>
              <a:round/>
              <a:headEnd len="sm" w="sm" type="none"/>
              <a:tailEnd len="sm" w="sm" type="none"/>
            </a:ln>
          </p:spPr>
        </p:cxnSp>
        <p:cxnSp>
          <p:nvCxnSpPr>
            <p:cNvPr id="362" name="Google Shape;362;p19"/>
            <p:cNvCxnSpPr/>
            <p:nvPr/>
          </p:nvCxnSpPr>
          <p:spPr>
            <a:xfrm rot="10800000">
              <a:off x="787242" y="4881923"/>
              <a:ext cx="224845" cy="177177"/>
            </a:xfrm>
            <a:prstGeom prst="straightConnector1">
              <a:avLst/>
            </a:prstGeom>
            <a:noFill/>
            <a:ln cap="rnd" cmpd="sng" w="57150">
              <a:solidFill>
                <a:srgbClr val="FFEA00"/>
              </a:solidFill>
              <a:prstDash val="solid"/>
              <a:round/>
              <a:headEnd len="sm" w="sm" type="none"/>
              <a:tailEnd len="sm" w="sm" type="none"/>
            </a:ln>
          </p:spPr>
        </p:cxnSp>
        <p:cxnSp>
          <p:nvCxnSpPr>
            <p:cNvPr id="363" name="Google Shape;363;p19"/>
            <p:cNvCxnSpPr/>
            <p:nvPr/>
          </p:nvCxnSpPr>
          <p:spPr>
            <a:xfrm rot="10800000">
              <a:off x="972143" y="4759946"/>
              <a:ext cx="165735" cy="265512"/>
            </a:xfrm>
            <a:prstGeom prst="straightConnector1">
              <a:avLst/>
            </a:prstGeom>
            <a:noFill/>
            <a:ln cap="rnd" cmpd="sng" w="57150">
              <a:solidFill>
                <a:srgbClr val="FFEA00"/>
              </a:solidFill>
              <a:prstDash val="solid"/>
              <a:round/>
              <a:headEnd len="sm" w="sm" type="none"/>
              <a:tailEnd len="sm" w="sm" type="none"/>
            </a:ln>
          </p:spPr>
        </p:cxnSp>
      </p:grpSp>
      <p:pic>
        <p:nvPicPr>
          <p:cNvPr id="364" name="Google Shape;364;p19"/>
          <p:cNvPicPr preferRelativeResize="0"/>
          <p:nvPr/>
        </p:nvPicPr>
        <p:blipFill rotWithShape="1">
          <a:blip r:embed="rId9">
            <a:alphaModFix/>
          </a:blip>
          <a:srcRect b="0" l="0" r="0" t="0"/>
          <a:stretch/>
        </p:blipFill>
        <p:spPr>
          <a:xfrm>
            <a:off x="475984" y="5071448"/>
            <a:ext cx="1697336" cy="1364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40"/>
                                        </p:tgtEl>
                                      </p:cBhvr>
                                    </p:animEffect>
                                    <p:set>
                                      <p:cBhvr>
                                        <p:cTn dur="1" fill="hold">
                                          <p:stCondLst>
                                            <p:cond delay="500"/>
                                          </p:stCondLst>
                                        </p:cTn>
                                        <p:tgtEl>
                                          <p:spTgt spid="340"/>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46"/>
                                        </p:tgtEl>
                                        <p:attrNameLst>
                                          <p:attrName>style.visibility</p:attrName>
                                        </p:attrNameLst>
                                      </p:cBhvr>
                                      <p:to>
                                        <p:strVal val="visible"/>
                                      </p:to>
                                    </p:set>
                                    <p:anim calcmode="lin" valueType="num">
                                      <p:cBhvr additive="base">
                                        <p:cTn dur="500"/>
                                        <p:tgtEl>
                                          <p:spTgt spid="346"/>
                                        </p:tgtEl>
                                        <p:attrNameLst>
                                          <p:attrName>ppt_w</p:attrName>
                                        </p:attrNameLst>
                                      </p:cBhvr>
                                      <p:tavLst>
                                        <p:tav fmla="" tm="0">
                                          <p:val>
                                            <p:strVal val="0"/>
                                          </p:val>
                                        </p:tav>
                                        <p:tav fmla="" tm="100000">
                                          <p:val>
                                            <p:strVal val="#ppt_w"/>
                                          </p:val>
                                        </p:tav>
                                      </p:tavLst>
                                    </p:anim>
                                    <p:anim calcmode="lin" valueType="num">
                                      <p:cBhvr additive="base">
                                        <p:cTn dur="500"/>
                                        <p:tgtEl>
                                          <p:spTgt spid="3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7"/>
                                        </p:tgtEl>
                                        <p:attrNameLst>
                                          <p:attrName>style.visibility</p:attrName>
                                        </p:attrNameLst>
                                      </p:cBhvr>
                                      <p:to>
                                        <p:strVal val="visible"/>
                                      </p:to>
                                    </p:set>
                                    <p:anim calcmode="lin" valueType="num">
                                      <p:cBhvr additive="base">
                                        <p:cTn dur="500"/>
                                        <p:tgtEl>
                                          <p:spTgt spid="347"/>
                                        </p:tgtEl>
                                        <p:attrNameLst>
                                          <p:attrName>ppt_w</p:attrName>
                                        </p:attrNameLst>
                                      </p:cBhvr>
                                      <p:tavLst>
                                        <p:tav fmla="" tm="0">
                                          <p:val>
                                            <p:strVal val="0"/>
                                          </p:val>
                                        </p:tav>
                                        <p:tav fmla="" tm="100000">
                                          <p:val>
                                            <p:strVal val="#ppt_w"/>
                                          </p:val>
                                        </p:tav>
                                      </p:tavLst>
                                    </p:anim>
                                    <p:anim calcmode="lin" valueType="num">
                                      <p:cBhvr additive="base">
                                        <p:cTn dur="500"/>
                                        <p:tgtEl>
                                          <p:spTgt spid="347"/>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xit" presetID="23" presetSubtype="32">
                                  <p:stCondLst>
                                    <p:cond delay="0"/>
                                  </p:stCondLst>
                                  <p:childTnLst>
                                    <p:anim calcmode="lin" valueType="num">
                                      <p:cBhvr additive="base">
                                        <p:cTn dur="500"/>
                                        <p:tgtEl>
                                          <p:spTgt spid="347"/>
                                        </p:tgtEl>
                                        <p:attrNameLst>
                                          <p:attrName>ppt_w</p:attrName>
                                        </p:attrNameLst>
                                      </p:cBhvr>
                                      <p:tavLst>
                                        <p:tav fmla="" tm="0">
                                          <p:val>
                                            <p:strVal val="#ppt_w"/>
                                          </p:val>
                                        </p:tav>
                                        <p:tav fmla="" tm="100000">
                                          <p:val>
                                            <p:strVal val="0"/>
                                          </p:val>
                                        </p:tav>
                                      </p:tavLst>
                                    </p:anim>
                                    <p:anim calcmode="lin" valueType="num">
                                      <p:cBhvr additive="base">
                                        <p:cTn dur="500"/>
                                        <p:tgtEl>
                                          <p:spTgt spid="347"/>
                                        </p:tgtEl>
                                        <p:attrNameLst>
                                          <p:attrName>ppt_h</p:attrName>
                                        </p:attrNameLst>
                                      </p:cBhvr>
                                      <p:tavLst>
                                        <p:tav fmla="" tm="0">
                                          <p:val>
                                            <p:strVal val="#ppt_h"/>
                                          </p:val>
                                        </p:tav>
                                        <p:tav fmla="" tm="100000">
                                          <p:val>
                                            <p:strVal val="0"/>
                                          </p:val>
                                        </p:tav>
                                      </p:tavLst>
                                    </p:anim>
                                    <p:set>
                                      <p:cBhvr>
                                        <p:cTn dur="1" fill="hold">
                                          <p:stCondLst>
                                            <p:cond delay="500"/>
                                          </p:stCondLst>
                                        </p:cTn>
                                        <p:tgtEl>
                                          <p:spTgt spid="347"/>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500"/>
                                        <p:tgtEl>
                                          <p:spTgt spid="350"/>
                                        </p:tgtEl>
                                        <p:attrNameLst>
                                          <p:attrName>ppt_w</p:attrName>
                                        </p:attrNameLst>
                                      </p:cBhvr>
                                      <p:tavLst>
                                        <p:tav fmla="" tm="0">
                                          <p:val>
                                            <p:strVal val="0"/>
                                          </p:val>
                                        </p:tav>
                                        <p:tav fmla="" tm="100000">
                                          <p:val>
                                            <p:strVal val="#ppt_w"/>
                                          </p:val>
                                        </p:tav>
                                      </p:tavLst>
                                    </p:anim>
                                    <p:anim calcmode="lin" valueType="num">
                                      <p:cBhvr additive="base">
                                        <p:cTn dur="500"/>
                                        <p:tgtEl>
                                          <p:spTgt spid="3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49"/>
                                        </p:tgtEl>
                                      </p:cBhvr>
                                    </p:animEffect>
                                    <p:set>
                                      <p:cBhvr>
                                        <p:cTn dur="1" fill="hold">
                                          <p:stCondLst>
                                            <p:cond delay="500"/>
                                          </p:stCondLst>
                                        </p:cTn>
                                        <p:tgtEl>
                                          <p:spTgt spid="34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par>
                          <p:cTn fill="hold">
                            <p:stCondLst>
                              <p:cond delay="500"/>
                            </p:stCondLst>
                            <p:childTnLst>
                              <p:par>
                                <p:cTn fill="hold" nodeType="afterEffect" presetClass="exit" presetID="10" presetSubtype="0">
                                  <p:stCondLst>
                                    <p:cond delay="1000"/>
                                  </p:stCondLst>
                                  <p:childTnLst>
                                    <p:animEffect filter="fade" transition="out">
                                      <p:cBhvr>
                                        <p:cTn dur="500"/>
                                        <p:tgtEl>
                                          <p:spTgt spid="350"/>
                                        </p:tgtEl>
                                      </p:cBhvr>
                                    </p:animEffect>
                                    <p:set>
                                      <p:cBhvr>
                                        <p:cTn dur="1" fill="hold">
                                          <p:stCondLst>
                                            <p:cond delay="500"/>
                                          </p:stCondLst>
                                        </p:cTn>
                                        <p:tgtEl>
                                          <p:spTgt spid="3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3"/>
                                        </p:tgtEl>
                                      </p:cBhvr>
                                    </p:animEffect>
                                    <p:set>
                                      <p:cBhvr>
                                        <p:cTn dur="1" fill="hold">
                                          <p:stCondLst>
                                            <p:cond delay="500"/>
                                          </p:stCondLst>
                                        </p:cTn>
                                        <p:tgtEl>
                                          <p:spTgt spid="35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0"/>
                                  </p:stCondLst>
                                  <p:childTnLst>
                                    <p:set>
                                      <p:cBhvr>
                                        <p:cTn dur="1" fill="hold">
                                          <p:stCondLst>
                                            <p:cond delay="1"/>
                                          </p:stCondLst>
                                        </p:cTn>
                                        <p:tgtEl>
                                          <p:spTgt spid="359"/>
                                        </p:tgtEl>
                                        <p:attrNameLst>
                                          <p:attrName>style.visibility</p:attrName>
                                        </p:attrNameLst>
                                      </p:cBhvr>
                                      <p:to>
                                        <p:strVal val="hidden"/>
                                      </p:to>
                                    </p:set>
                                  </p:childTnLst>
                                </p:cTn>
                              </p:par>
                            </p:childTnLst>
                          </p:cTn>
                        </p:par>
                        <p:par>
                          <p:cTn fill="hold">
                            <p:stCondLst>
                              <p:cond delay="2"/>
                            </p:stCondLst>
                            <p:childTnLst>
                              <p:par>
                                <p:cTn fill="hold" nodeType="afterEffect" presetClass="exit" presetID="10" presetSubtype="0">
                                  <p:stCondLst>
                                    <p:cond delay="0"/>
                                  </p:stCondLst>
                                  <p:childTnLst>
                                    <p:animEffect filter="fade" transition="out">
                                      <p:cBhvr>
                                        <p:cTn dur="500"/>
                                        <p:tgtEl>
                                          <p:spTgt spid="357"/>
                                        </p:tgtEl>
                                      </p:cBhvr>
                                    </p:animEffect>
                                    <p:set>
                                      <p:cBhvr>
                                        <p:cTn dur="1" fill="hold">
                                          <p:stCondLst>
                                            <p:cond delay="500"/>
                                          </p:stCondLst>
                                        </p:cTn>
                                        <p:tgtEl>
                                          <p:spTgt spid="3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8"/>
                                        </p:tgtEl>
                                      </p:cBhvr>
                                    </p:animEffect>
                                    <p:set>
                                      <p:cBhvr>
                                        <p:cTn dur="1" fill="hold">
                                          <p:stCondLst>
                                            <p:cond delay="500"/>
                                          </p:stCondLst>
                                        </p:cTn>
                                        <p:tgtEl>
                                          <p:spTgt spid="348"/>
                                        </p:tgtEl>
                                        <p:attrNameLst>
                                          <p:attrName>style.visibility</p:attrName>
                                        </p:attrNameLst>
                                      </p:cBhvr>
                                      <p:to>
                                        <p:strVal val="hidden"/>
                                      </p:to>
                                    </p:set>
                                  </p:childTnLst>
                                </p:cTn>
                              </p:par>
                            </p:childTnLst>
                          </p:cTn>
                        </p:par>
                        <p:par>
                          <p:cTn fill="hold">
                            <p:stCondLst>
                              <p:cond delay="502"/>
                            </p:stCondLst>
                            <p:childTnLst>
                              <p:par>
                                <p:cTn fill="hold" nodeType="after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CD0365"/>
        </a:solidFill>
      </p:bgPr>
    </p:bg>
    <p:spTree>
      <p:nvGrpSpPr>
        <p:cNvPr id="368" name="Shape 368"/>
        <p:cNvGrpSpPr/>
        <p:nvPr/>
      </p:nvGrpSpPr>
      <p:grpSpPr>
        <a:xfrm>
          <a:off x="0" y="0"/>
          <a:ext cx="0" cy="0"/>
          <a:chOff x="0" y="0"/>
          <a:chExt cx="0" cy="0"/>
        </a:xfrm>
      </p:grpSpPr>
      <p:grpSp>
        <p:nvGrpSpPr>
          <p:cNvPr id="369" name="Google Shape;369;p20"/>
          <p:cNvGrpSpPr/>
          <p:nvPr/>
        </p:nvGrpSpPr>
        <p:grpSpPr>
          <a:xfrm>
            <a:off x="6217920" y="2382838"/>
            <a:ext cx="1858503" cy="3765822"/>
            <a:chOff x="6217920" y="2382838"/>
            <a:chExt cx="1858503" cy="3765822"/>
          </a:xfrm>
        </p:grpSpPr>
        <p:pic>
          <p:nvPicPr>
            <p:cNvPr id="370" name="Google Shape;370;p20"/>
            <p:cNvPicPr preferRelativeResize="0"/>
            <p:nvPr/>
          </p:nvPicPr>
          <p:blipFill rotWithShape="1">
            <a:blip r:embed="rId3">
              <a:alphaModFix/>
            </a:blip>
            <a:srcRect b="0" l="0" r="0" t="0"/>
            <a:stretch/>
          </p:blipFill>
          <p:spPr>
            <a:xfrm>
              <a:off x="6217920" y="2382838"/>
              <a:ext cx="1858503" cy="3765822"/>
            </a:xfrm>
            <a:prstGeom prst="rect">
              <a:avLst/>
            </a:prstGeom>
            <a:noFill/>
            <a:ln>
              <a:noFill/>
            </a:ln>
          </p:spPr>
        </p:pic>
        <p:sp>
          <p:nvSpPr>
            <p:cNvPr id="371" name="Google Shape;371;p20"/>
            <p:cNvSpPr/>
            <p:nvPr/>
          </p:nvSpPr>
          <p:spPr>
            <a:xfrm>
              <a:off x="6384466" y="514350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2" name="Google Shape;372;p20"/>
            <p:cNvSpPr/>
            <p:nvPr/>
          </p:nvSpPr>
          <p:spPr>
            <a:xfrm>
              <a:off x="7493493" y="514350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3" name="Google Shape;373;p20"/>
            <p:cNvSpPr/>
            <p:nvPr/>
          </p:nvSpPr>
          <p:spPr>
            <a:xfrm>
              <a:off x="6384466" y="454914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4" name="Google Shape;374;p20"/>
            <p:cNvSpPr/>
            <p:nvPr/>
          </p:nvSpPr>
          <p:spPr>
            <a:xfrm>
              <a:off x="7493493" y="454914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5" name="Google Shape;375;p20"/>
            <p:cNvSpPr/>
            <p:nvPr/>
          </p:nvSpPr>
          <p:spPr>
            <a:xfrm>
              <a:off x="6944853" y="454914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 name="Google Shape;376;p20"/>
            <p:cNvSpPr/>
            <p:nvPr/>
          </p:nvSpPr>
          <p:spPr>
            <a:xfrm>
              <a:off x="6384466" y="3971925"/>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7" name="Google Shape;377;p20"/>
            <p:cNvSpPr/>
            <p:nvPr/>
          </p:nvSpPr>
          <p:spPr>
            <a:xfrm>
              <a:off x="7493493" y="3971925"/>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8" name="Google Shape;378;p20"/>
            <p:cNvSpPr/>
            <p:nvPr/>
          </p:nvSpPr>
          <p:spPr>
            <a:xfrm>
              <a:off x="6944853" y="3971925"/>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20"/>
            <p:cNvSpPr/>
            <p:nvPr/>
          </p:nvSpPr>
          <p:spPr>
            <a:xfrm>
              <a:off x="6384466" y="337185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20"/>
            <p:cNvSpPr/>
            <p:nvPr/>
          </p:nvSpPr>
          <p:spPr>
            <a:xfrm>
              <a:off x="7493493" y="337185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20"/>
            <p:cNvSpPr/>
            <p:nvPr/>
          </p:nvSpPr>
          <p:spPr>
            <a:xfrm>
              <a:off x="6944853" y="3371850"/>
              <a:ext cx="411480" cy="41148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82" name="Google Shape;382;p20"/>
          <p:cNvSpPr/>
          <p:nvPr/>
        </p:nvSpPr>
        <p:spPr>
          <a:xfrm>
            <a:off x="755650" y="1767688"/>
            <a:ext cx="7632700"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Transferring a program to a micro:bit is called </a:t>
            </a:r>
            <a:r>
              <a:rPr b="1" lang="en-GB" sz="1800">
                <a:solidFill>
                  <a:srgbClr val="CD0365"/>
                </a:solidFill>
                <a:latin typeface="Arial"/>
                <a:ea typeface="Arial"/>
                <a:cs typeface="Arial"/>
                <a:sym typeface="Arial"/>
              </a:rPr>
              <a:t>flashing</a:t>
            </a:r>
            <a:r>
              <a:rPr lang="en-GB" sz="1800">
                <a:solidFill>
                  <a:schemeClr val="dk1"/>
                </a:solidFill>
                <a:latin typeface="Arial"/>
                <a:ea typeface="Arial"/>
                <a:cs typeface="Arial"/>
                <a:sym typeface="Arial"/>
              </a:rPr>
              <a:t>.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This is because the program is copied to the micro:bit’s flash memory.</a:t>
            </a:r>
            <a:endParaRPr/>
          </a:p>
        </p:txBody>
      </p:sp>
      <p:grpSp>
        <p:nvGrpSpPr>
          <p:cNvPr id="383" name="Google Shape;383;p20"/>
          <p:cNvGrpSpPr/>
          <p:nvPr/>
        </p:nvGrpSpPr>
        <p:grpSpPr>
          <a:xfrm>
            <a:off x="755647" y="4427878"/>
            <a:ext cx="1114427" cy="384149"/>
            <a:chOff x="755647" y="4427878"/>
            <a:chExt cx="1114427" cy="384149"/>
          </a:xfrm>
        </p:grpSpPr>
        <p:sp>
          <p:nvSpPr>
            <p:cNvPr id="384" name="Google Shape;384;p20"/>
            <p:cNvSpPr/>
            <p:nvPr/>
          </p:nvSpPr>
          <p:spPr>
            <a:xfrm rot="-5400000">
              <a:off x="1120786" y="4062739"/>
              <a:ext cx="384149" cy="1114427"/>
            </a:xfrm>
            <a:prstGeom prst="rect">
              <a:avLst/>
            </a:prstGeom>
            <a:gradFill>
              <a:gsLst>
                <a:gs pos="0">
                  <a:srgbClr val="E7645C"/>
                </a:gs>
                <a:gs pos="100000">
                  <a:srgbClr val="CD03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5" name="Google Shape;385;p20"/>
            <p:cNvSpPr/>
            <p:nvPr/>
          </p:nvSpPr>
          <p:spPr>
            <a:xfrm>
              <a:off x="882648" y="4486667"/>
              <a:ext cx="905020"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To Note:</a:t>
              </a:r>
              <a:endParaRPr/>
            </a:p>
          </p:txBody>
        </p:sp>
      </p:grpSp>
      <p:sp>
        <p:nvSpPr>
          <p:cNvPr id="386" name="Google Shape;386;p20"/>
          <p:cNvSpPr txBox="1"/>
          <p:nvPr/>
        </p:nvSpPr>
        <p:spPr>
          <a:xfrm>
            <a:off x="755646" y="738107"/>
            <a:ext cx="5751342"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CD0365"/>
              </a:buClr>
              <a:buSzPts val="2400"/>
              <a:buFont typeface="Arial"/>
              <a:buNone/>
            </a:pPr>
            <a:r>
              <a:rPr b="1" lang="en-GB" sz="2400">
                <a:solidFill>
                  <a:srgbClr val="CD0365"/>
                </a:solidFill>
                <a:latin typeface="Arial"/>
                <a:ea typeface="Arial"/>
                <a:cs typeface="Arial"/>
                <a:sym typeface="Arial"/>
              </a:rPr>
              <a:t>Transferring Files via a Mobile Device</a:t>
            </a:r>
            <a:endParaRPr/>
          </a:p>
        </p:txBody>
      </p:sp>
      <p:grpSp>
        <p:nvGrpSpPr>
          <p:cNvPr id="387" name="Google Shape;387;p20"/>
          <p:cNvGrpSpPr/>
          <p:nvPr/>
        </p:nvGrpSpPr>
        <p:grpSpPr>
          <a:xfrm>
            <a:off x="7592492" y="472315"/>
            <a:ext cx="975246" cy="1010081"/>
            <a:chOff x="4095273" y="3861353"/>
            <a:chExt cx="1768317" cy="1831480"/>
          </a:xfrm>
        </p:grpSpPr>
        <p:sp>
          <p:nvSpPr>
            <p:cNvPr id="388" name="Google Shape;388;p20"/>
            <p:cNvSpPr/>
            <p:nvPr/>
          </p:nvSpPr>
          <p:spPr>
            <a:xfrm>
              <a:off x="4095273" y="3964917"/>
              <a:ext cx="1768317" cy="1727916"/>
            </a:xfrm>
            <a:prstGeom prst="ellipse">
              <a:avLst/>
            </a:prstGeom>
            <a:gradFill>
              <a:gsLst>
                <a:gs pos="0">
                  <a:srgbClr val="CD0365"/>
                </a:gs>
                <a:gs pos="100000">
                  <a:srgbClr val="E7645C"/>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lt1"/>
                </a:solidFill>
                <a:latin typeface="Roboto"/>
                <a:ea typeface="Roboto"/>
                <a:cs typeface="Roboto"/>
                <a:sym typeface="Roboto"/>
              </a:endParaRPr>
            </a:p>
          </p:txBody>
        </p:sp>
        <p:pic>
          <p:nvPicPr>
            <p:cNvPr id="389" name="Google Shape;389;p20"/>
            <p:cNvPicPr preferRelativeResize="0"/>
            <p:nvPr/>
          </p:nvPicPr>
          <p:blipFill rotWithShape="1">
            <a:blip r:embed="rId4">
              <a:alphaModFix/>
            </a:blip>
            <a:srcRect b="0" l="0" r="0" t="0"/>
            <a:stretch/>
          </p:blipFill>
          <p:spPr>
            <a:xfrm>
              <a:off x="4539411" y="3861353"/>
              <a:ext cx="880041" cy="1671563"/>
            </a:xfrm>
            <a:prstGeom prst="rect">
              <a:avLst/>
            </a:prstGeom>
            <a:noFill/>
            <a:ln>
              <a:noFill/>
            </a:ln>
          </p:spPr>
        </p:pic>
      </p:grpSp>
      <p:sp>
        <p:nvSpPr>
          <p:cNvPr id="390" name="Google Shape;390;p20"/>
          <p:cNvSpPr/>
          <p:nvPr/>
        </p:nvSpPr>
        <p:spPr>
          <a:xfrm>
            <a:off x="755647" y="1767688"/>
            <a:ext cx="6062348"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To flash a program on to the micro:bit, you should:</a:t>
            </a:r>
            <a:endParaRPr/>
          </a:p>
        </p:txBody>
      </p:sp>
      <p:sp>
        <p:nvSpPr>
          <p:cNvPr id="391" name="Google Shape;391;p20"/>
          <p:cNvSpPr/>
          <p:nvPr/>
        </p:nvSpPr>
        <p:spPr>
          <a:xfrm>
            <a:off x="755647" y="2380676"/>
            <a:ext cx="5462273"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 download the free micro:bit app to a mobile device;</a:t>
            </a:r>
            <a:endParaRPr/>
          </a:p>
        </p:txBody>
      </p:sp>
      <p:grpSp>
        <p:nvGrpSpPr>
          <p:cNvPr id="392" name="Google Shape;392;p20"/>
          <p:cNvGrpSpPr/>
          <p:nvPr/>
        </p:nvGrpSpPr>
        <p:grpSpPr>
          <a:xfrm>
            <a:off x="6937938" y="5143500"/>
            <a:ext cx="411480" cy="411480"/>
            <a:chOff x="2071915" y="3600450"/>
            <a:chExt cx="2234565" cy="2234565"/>
          </a:xfrm>
        </p:grpSpPr>
        <p:sp>
          <p:nvSpPr>
            <p:cNvPr id="393" name="Google Shape;393;p20"/>
            <p:cNvSpPr/>
            <p:nvPr/>
          </p:nvSpPr>
          <p:spPr>
            <a:xfrm>
              <a:off x="2071915" y="3600450"/>
              <a:ext cx="2234565" cy="2234565"/>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a:effectLst>
              <a:outerShdw blurRad="50800" sx="95983" rotWithShape="0" algn="t" dir="5400000" dist="38100" sy="95983">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94" name="Google Shape;394;p20"/>
            <p:cNvPicPr preferRelativeResize="0"/>
            <p:nvPr/>
          </p:nvPicPr>
          <p:blipFill rotWithShape="1">
            <a:blip r:embed="rId5">
              <a:alphaModFix/>
            </a:blip>
            <a:srcRect b="0" l="0" r="0" t="0"/>
            <a:stretch/>
          </p:blipFill>
          <p:spPr>
            <a:xfrm>
              <a:off x="2363682" y="4245327"/>
              <a:ext cx="1651030" cy="944809"/>
            </a:xfrm>
            <a:prstGeom prst="rect">
              <a:avLst/>
            </a:prstGeom>
            <a:noFill/>
            <a:ln>
              <a:noFill/>
            </a:ln>
          </p:spPr>
        </p:pic>
      </p:grpSp>
      <p:sp>
        <p:nvSpPr>
          <p:cNvPr id="395" name="Google Shape;395;p20"/>
          <p:cNvSpPr/>
          <p:nvPr/>
        </p:nvSpPr>
        <p:spPr>
          <a:xfrm>
            <a:off x="6944923" y="5613627"/>
            <a:ext cx="404495" cy="123111"/>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Roboto"/>
              <a:buNone/>
            </a:pPr>
            <a:r>
              <a:rPr lang="en-GB" sz="800">
                <a:solidFill>
                  <a:schemeClr val="dk1"/>
                </a:solidFill>
                <a:latin typeface="Roboto"/>
                <a:ea typeface="Roboto"/>
                <a:cs typeface="Roboto"/>
                <a:sym typeface="Roboto"/>
              </a:rPr>
              <a:t>micro:bit</a:t>
            </a:r>
            <a:endParaRPr sz="800">
              <a:solidFill>
                <a:schemeClr val="dk1"/>
              </a:solidFill>
              <a:latin typeface="Roboto"/>
              <a:ea typeface="Roboto"/>
              <a:cs typeface="Roboto"/>
              <a:sym typeface="Roboto"/>
            </a:endParaRPr>
          </a:p>
        </p:txBody>
      </p:sp>
      <p:pic>
        <p:nvPicPr>
          <p:cNvPr id="396" name="Google Shape;396;p20"/>
          <p:cNvPicPr preferRelativeResize="0"/>
          <p:nvPr/>
        </p:nvPicPr>
        <p:blipFill rotWithShape="1">
          <a:blip r:embed="rId3">
            <a:alphaModFix/>
          </a:blip>
          <a:srcRect b="0" l="0" r="0" t="0"/>
          <a:stretch/>
        </p:blipFill>
        <p:spPr>
          <a:xfrm>
            <a:off x="6214426" y="2382838"/>
            <a:ext cx="1858503" cy="3765822"/>
          </a:xfrm>
          <a:prstGeom prst="rect">
            <a:avLst/>
          </a:prstGeom>
          <a:noFill/>
          <a:ln>
            <a:noFill/>
          </a:ln>
        </p:spPr>
      </p:pic>
      <p:sp>
        <p:nvSpPr>
          <p:cNvPr id="397" name="Google Shape;397;p20"/>
          <p:cNvSpPr/>
          <p:nvPr/>
        </p:nvSpPr>
        <p:spPr>
          <a:xfrm>
            <a:off x="748659" y="2704936"/>
            <a:ext cx="5462273"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 enable Bluetooth on your mobile device;</a:t>
            </a:r>
            <a:endParaRPr/>
          </a:p>
        </p:txBody>
      </p:sp>
      <p:sp>
        <p:nvSpPr>
          <p:cNvPr id="398" name="Google Shape;398;p20"/>
          <p:cNvSpPr/>
          <p:nvPr/>
        </p:nvSpPr>
        <p:spPr>
          <a:xfrm>
            <a:off x="6367780" y="3310698"/>
            <a:ext cx="1537193" cy="204799"/>
          </a:xfrm>
          <a:prstGeom prst="roundRect">
            <a:avLst>
              <a:gd fmla="val 16667" name="adj"/>
            </a:avLst>
          </a:prstGeom>
          <a:solidFill>
            <a:srgbClr val="54545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800">
                <a:solidFill>
                  <a:schemeClr val="lt1"/>
                </a:solidFill>
                <a:latin typeface="Roboto"/>
                <a:ea typeface="Roboto"/>
                <a:cs typeface="Roboto"/>
                <a:sym typeface="Roboto"/>
              </a:rPr>
              <a:t>Bluetooth</a:t>
            </a:r>
            <a:endParaRPr/>
          </a:p>
        </p:txBody>
      </p:sp>
      <p:sp>
        <p:nvSpPr>
          <p:cNvPr id="399" name="Google Shape;399;p20"/>
          <p:cNvSpPr/>
          <p:nvPr/>
        </p:nvSpPr>
        <p:spPr>
          <a:xfrm>
            <a:off x="7558398" y="3338077"/>
            <a:ext cx="282992" cy="148094"/>
          </a:xfrm>
          <a:prstGeom prst="roundRect">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0" name="Google Shape;400;p20"/>
          <p:cNvSpPr/>
          <p:nvPr/>
        </p:nvSpPr>
        <p:spPr>
          <a:xfrm>
            <a:off x="7559864" y="3338077"/>
            <a:ext cx="148094" cy="148094"/>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01" name="Google Shape;401;p20"/>
          <p:cNvPicPr preferRelativeResize="0"/>
          <p:nvPr/>
        </p:nvPicPr>
        <p:blipFill rotWithShape="1">
          <a:blip r:embed="rId6">
            <a:alphaModFix/>
          </a:blip>
          <a:srcRect b="0" l="0" r="0" t="0"/>
          <a:stretch/>
        </p:blipFill>
        <p:spPr>
          <a:xfrm>
            <a:off x="7053508" y="2905787"/>
            <a:ext cx="165736" cy="291389"/>
          </a:xfrm>
          <a:prstGeom prst="rect">
            <a:avLst/>
          </a:prstGeom>
          <a:noFill/>
          <a:ln>
            <a:noFill/>
          </a:ln>
        </p:spPr>
      </p:pic>
      <p:sp>
        <p:nvSpPr>
          <p:cNvPr id="402" name="Google Shape;402;p20"/>
          <p:cNvSpPr/>
          <p:nvPr/>
        </p:nvSpPr>
        <p:spPr>
          <a:xfrm>
            <a:off x="748659" y="3019261"/>
            <a:ext cx="5462273"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 follow the on-screen instructions.</a:t>
            </a:r>
            <a:endParaRPr/>
          </a:p>
        </p:txBody>
      </p:sp>
      <p:sp>
        <p:nvSpPr>
          <p:cNvPr id="403" name="Google Shape;403;p20"/>
          <p:cNvSpPr/>
          <p:nvPr/>
        </p:nvSpPr>
        <p:spPr>
          <a:xfrm rot="-5400000">
            <a:off x="5340685" y="3406278"/>
            <a:ext cx="3612514" cy="1712592"/>
          </a:xfrm>
          <a:custGeom>
            <a:rect b="b" l="l" r="r" t="t"/>
            <a:pathLst>
              <a:path extrusionOk="0" h="1712592" w="3612514">
                <a:moveTo>
                  <a:pt x="3612514" y="260040"/>
                </a:moveTo>
                <a:lnTo>
                  <a:pt x="3612514" y="398140"/>
                </a:lnTo>
                <a:lnTo>
                  <a:pt x="3567864" y="398140"/>
                </a:lnTo>
                <a:cubicBezTo>
                  <a:pt x="3497209" y="398140"/>
                  <a:pt x="3439931" y="455418"/>
                  <a:pt x="3439931" y="526073"/>
                </a:cubicBezTo>
                <a:lnTo>
                  <a:pt x="3439931" y="1172973"/>
                </a:lnTo>
                <a:cubicBezTo>
                  <a:pt x="3439931" y="1243628"/>
                  <a:pt x="3497209" y="1300906"/>
                  <a:pt x="3567864" y="1300906"/>
                </a:cubicBezTo>
                <a:lnTo>
                  <a:pt x="3612514" y="1300906"/>
                </a:lnTo>
                <a:lnTo>
                  <a:pt x="3612514" y="1452552"/>
                </a:lnTo>
                <a:cubicBezTo>
                  <a:pt x="3612514" y="1596168"/>
                  <a:pt x="3496090" y="1712592"/>
                  <a:pt x="3352474" y="1712592"/>
                </a:cubicBezTo>
                <a:lnTo>
                  <a:pt x="260040" y="1712592"/>
                </a:lnTo>
                <a:cubicBezTo>
                  <a:pt x="116424" y="1712592"/>
                  <a:pt x="0" y="1596168"/>
                  <a:pt x="0" y="1452552"/>
                </a:cubicBezTo>
                <a:lnTo>
                  <a:pt x="0" y="260040"/>
                </a:lnTo>
                <a:cubicBezTo>
                  <a:pt x="0" y="116424"/>
                  <a:pt x="116424" y="0"/>
                  <a:pt x="260040" y="0"/>
                </a:cubicBezTo>
                <a:lnTo>
                  <a:pt x="3352474" y="0"/>
                </a:lnTo>
                <a:cubicBezTo>
                  <a:pt x="3496090" y="0"/>
                  <a:pt x="3612514" y="116424"/>
                  <a:pt x="3612514" y="260040"/>
                </a:cubicBezTo>
                <a:close/>
              </a:path>
            </a:pathLst>
          </a:cu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04" name="Google Shape;404;p20"/>
          <p:cNvPicPr preferRelativeResize="0"/>
          <p:nvPr/>
        </p:nvPicPr>
        <p:blipFill rotWithShape="1">
          <a:blip r:embed="rId7">
            <a:alphaModFix/>
          </a:blip>
          <a:srcRect b="0" l="0" r="0" t="0"/>
          <a:stretch/>
        </p:blipFill>
        <p:spPr>
          <a:xfrm>
            <a:off x="6766081" y="4004074"/>
            <a:ext cx="740590" cy="423806"/>
          </a:xfrm>
          <a:prstGeom prst="rect">
            <a:avLst/>
          </a:prstGeom>
          <a:noFill/>
          <a:ln>
            <a:noFill/>
          </a:ln>
        </p:spPr>
      </p:pic>
      <p:grpSp>
        <p:nvGrpSpPr>
          <p:cNvPr id="405" name="Google Shape;405;p20"/>
          <p:cNvGrpSpPr/>
          <p:nvPr/>
        </p:nvGrpSpPr>
        <p:grpSpPr>
          <a:xfrm>
            <a:off x="6990357" y="3448583"/>
            <a:ext cx="866892" cy="482331"/>
            <a:chOff x="4628612" y="3448583"/>
            <a:chExt cx="866892" cy="482331"/>
          </a:xfrm>
        </p:grpSpPr>
        <p:pic>
          <p:nvPicPr>
            <p:cNvPr id="406" name="Google Shape;406;p20"/>
            <p:cNvPicPr preferRelativeResize="0"/>
            <p:nvPr/>
          </p:nvPicPr>
          <p:blipFill rotWithShape="1">
            <a:blip r:embed="rId8">
              <a:alphaModFix/>
            </a:blip>
            <a:srcRect b="0" l="0" r="0" t="0"/>
            <a:stretch/>
          </p:blipFill>
          <p:spPr>
            <a:xfrm>
              <a:off x="4628612" y="3448583"/>
              <a:ext cx="866892" cy="482331"/>
            </a:xfrm>
            <a:prstGeom prst="rect">
              <a:avLst/>
            </a:prstGeom>
            <a:noFill/>
            <a:ln>
              <a:noFill/>
            </a:ln>
          </p:spPr>
        </p:pic>
        <p:sp>
          <p:nvSpPr>
            <p:cNvPr id="407" name="Google Shape;407;p20"/>
            <p:cNvSpPr/>
            <p:nvPr/>
          </p:nvSpPr>
          <p:spPr>
            <a:xfrm>
              <a:off x="4848380" y="3532979"/>
              <a:ext cx="404495" cy="18466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200"/>
                <a:buFont typeface="Roboto"/>
                <a:buNone/>
              </a:pPr>
              <a:r>
                <a:rPr b="1" lang="en-GB" sz="1200">
                  <a:solidFill>
                    <a:schemeClr val="lt1"/>
                  </a:solidFill>
                  <a:latin typeface="Roboto"/>
                  <a:ea typeface="Roboto"/>
                  <a:cs typeface="Roboto"/>
                  <a:sym typeface="Roboto"/>
                </a:rPr>
                <a:t>Hello</a:t>
              </a:r>
              <a:endParaRPr/>
            </a:p>
          </p:txBody>
        </p:sp>
      </p:grpSp>
      <p:sp>
        <p:nvSpPr>
          <p:cNvPr id="408" name="Google Shape;408;p20"/>
          <p:cNvSpPr/>
          <p:nvPr/>
        </p:nvSpPr>
        <p:spPr>
          <a:xfrm>
            <a:off x="755650" y="4894438"/>
            <a:ext cx="3776345"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The instructions will differ from mobile devices using different operating systems such as iOS and Android.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2"/>
                                        </p:tgtEl>
                                      </p:cBhvr>
                                    </p:animEffect>
                                    <p:set>
                                      <p:cBhvr>
                                        <p:cTn dur="1" fill="hold">
                                          <p:stCondLst>
                                            <p:cond delay="500"/>
                                          </p:stCondLst>
                                        </p:cTn>
                                        <p:tgtEl>
                                          <p:spTgt spid="38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92"/>
                                        </p:tgtEl>
                                        <p:attrNameLst>
                                          <p:attrName>style.visibility</p:attrName>
                                        </p:attrNameLst>
                                      </p:cBhvr>
                                      <p:to>
                                        <p:strVal val="visible"/>
                                      </p:to>
                                    </p:set>
                                    <p:anim calcmode="lin" valueType="num">
                                      <p:cBhvr additive="base">
                                        <p:cTn dur="500"/>
                                        <p:tgtEl>
                                          <p:spTgt spid="392"/>
                                        </p:tgtEl>
                                        <p:attrNameLst>
                                          <p:attrName>ppt_w</p:attrName>
                                        </p:attrNameLst>
                                      </p:cBhvr>
                                      <p:tavLst>
                                        <p:tav fmla="" tm="0">
                                          <p:val>
                                            <p:strVal val="0"/>
                                          </p:val>
                                        </p:tav>
                                        <p:tav fmla="" tm="100000">
                                          <p:val>
                                            <p:strVal val="#ppt_w"/>
                                          </p:val>
                                        </p:tav>
                                      </p:tavLst>
                                    </p:anim>
                                    <p:anim calcmode="lin" valueType="num">
                                      <p:cBhvr additive="base">
                                        <p:cTn dur="500"/>
                                        <p:tgtEl>
                                          <p:spTgt spid="392"/>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par>
                          <p:cTn fill="hold">
                            <p:stCondLst>
                              <p:cond delay="500"/>
                            </p:stCondLst>
                            <p:childTnLst>
                              <p:par>
                                <p:cTn fill="hold" nodeType="afterEffect" presetClass="exit" presetID="1" presetSubtype="0">
                                  <p:stCondLst>
                                    <p:cond delay="0"/>
                                  </p:stCondLst>
                                  <p:childTnLst>
                                    <p:set>
                                      <p:cBhvr>
                                        <p:cTn dur="1" fill="hold">
                                          <p:stCondLst>
                                            <p:cond delay="1"/>
                                          </p:stCondLst>
                                        </p:cTn>
                                        <p:tgtEl>
                                          <p:spTgt spid="36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par>
                                <p:cTn fill="hold" nodeType="withEffect" presetClass="exit" presetID="1" presetSubtype="0">
                                  <p:stCondLst>
                                    <p:cond delay="0"/>
                                  </p:stCondLst>
                                  <p:childTnLst>
                                    <p:set>
                                      <p:cBhvr>
                                        <p:cTn dur="1" fill="hold">
                                          <p:stCondLst>
                                            <p:cond delay="1"/>
                                          </p:stCondLst>
                                        </p:cTn>
                                        <p:tgtEl>
                                          <p:spTgt spid="39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0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0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405"/>
                                        </p:tgtEl>
                                        <p:attrNameLst>
                                          <p:attrName>style.visibility</p:attrName>
                                        </p:attrNameLst>
                                      </p:cBhvr>
                                      <p:to>
                                        <p:strVal val="visible"/>
                                      </p:to>
                                    </p:set>
                                    <p:anim calcmode="lin" valueType="num">
                                      <p:cBhvr additive="base">
                                        <p:cTn dur="500"/>
                                        <p:tgtEl>
                                          <p:spTgt spid="405"/>
                                        </p:tgtEl>
                                        <p:attrNameLst>
                                          <p:attrName>ppt_w</p:attrName>
                                        </p:attrNameLst>
                                      </p:cBhvr>
                                      <p:tavLst>
                                        <p:tav fmla="" tm="0">
                                          <p:val>
                                            <p:strVal val="0"/>
                                          </p:val>
                                        </p:tav>
                                        <p:tav fmla="" tm="100000">
                                          <p:val>
                                            <p:strVal val="#ppt_w"/>
                                          </p:val>
                                        </p:tav>
                                      </p:tavLst>
                                    </p:anim>
                                    <p:anim calcmode="lin" valueType="num">
                                      <p:cBhvr additive="base">
                                        <p:cTn dur="500"/>
                                        <p:tgtEl>
                                          <p:spTgt spid="40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0165"/>
        </a:solidFill>
      </p:bgPr>
    </p:bg>
    <p:spTree>
      <p:nvGrpSpPr>
        <p:cNvPr id="412" name="Shape 412"/>
        <p:cNvGrpSpPr/>
        <p:nvPr/>
      </p:nvGrpSpPr>
      <p:grpSpPr>
        <a:xfrm>
          <a:off x="0" y="0"/>
          <a:ext cx="0" cy="0"/>
          <a:chOff x="0" y="0"/>
          <a:chExt cx="0" cy="0"/>
        </a:xfrm>
      </p:grpSpPr>
      <p:pic>
        <p:nvPicPr>
          <p:cNvPr id="413" name="Google Shape;413;p21"/>
          <p:cNvPicPr preferRelativeResize="0"/>
          <p:nvPr/>
        </p:nvPicPr>
        <p:blipFill rotWithShape="1">
          <a:blip r:embed="rId3">
            <a:alphaModFix/>
          </a:blip>
          <a:srcRect b="0" l="0" r="0" t="0"/>
          <a:stretch/>
        </p:blipFill>
        <p:spPr>
          <a:xfrm>
            <a:off x="3278826" y="3408967"/>
            <a:ext cx="2564767" cy="2086831"/>
          </a:xfrm>
          <a:prstGeom prst="rect">
            <a:avLst/>
          </a:prstGeom>
          <a:noFill/>
          <a:ln>
            <a:noFill/>
          </a:ln>
        </p:spPr>
      </p:pic>
      <p:sp>
        <p:nvSpPr>
          <p:cNvPr id="414" name="Google Shape;414;p21"/>
          <p:cNvSpPr/>
          <p:nvPr/>
        </p:nvSpPr>
        <p:spPr>
          <a:xfrm>
            <a:off x="3225353" y="2214585"/>
            <a:ext cx="2693294" cy="389513"/>
          </a:xfrm>
          <a:prstGeom prst="roundRect">
            <a:avLst>
              <a:gd fmla="val 50000" name="adj"/>
            </a:avLst>
          </a:prstGeom>
          <a:noFill/>
          <a:ln cap="flat" cmpd="sng" w="28575">
            <a:solidFill>
              <a:srgbClr val="CD0165"/>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rgbClr val="CD0165"/>
                </a:solidFill>
                <a:latin typeface="Arial"/>
                <a:ea typeface="Arial"/>
                <a:cs typeface="Arial"/>
                <a:sym typeface="Arial"/>
              </a:rPr>
              <a:t>Isn’t that amazing?</a:t>
            </a:r>
            <a:endParaRPr/>
          </a:p>
        </p:txBody>
      </p:sp>
      <p:sp>
        <p:nvSpPr>
          <p:cNvPr id="415" name="Google Shape;415;p21"/>
          <p:cNvSpPr/>
          <p:nvPr/>
        </p:nvSpPr>
        <p:spPr>
          <a:xfrm>
            <a:off x="3813695" y="1455469"/>
            <a:ext cx="1516610" cy="605909"/>
          </a:xfrm>
          <a:prstGeom prst="roundRect">
            <a:avLst>
              <a:gd fmla="val 50000" name="adj"/>
            </a:avLst>
          </a:prstGeom>
          <a:solidFill>
            <a:srgbClr val="CD0165"/>
          </a:solidFill>
          <a:ln cap="flat" cmpd="sng" w="28575">
            <a:solidFill>
              <a:srgbClr val="CD0165"/>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GB" sz="2800">
                <a:solidFill>
                  <a:schemeClr val="lt1"/>
                </a:solidFill>
                <a:latin typeface="Arial"/>
                <a:ea typeface="Arial"/>
                <a:cs typeface="Arial"/>
                <a:sym typeface="Arial"/>
              </a:rPr>
              <a:t>Wow!</a:t>
            </a:r>
            <a:endParaRPr/>
          </a:p>
        </p:txBody>
      </p:sp>
      <p:sp>
        <p:nvSpPr>
          <p:cNvPr id="416" name="Google Shape;416;p21"/>
          <p:cNvSpPr/>
          <p:nvPr/>
        </p:nvSpPr>
        <p:spPr>
          <a:xfrm>
            <a:off x="755650" y="2688058"/>
            <a:ext cx="7632700" cy="55399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GB" sz="1800">
                <a:solidFill>
                  <a:schemeClr val="dk1"/>
                </a:solidFill>
                <a:latin typeface="Arial"/>
                <a:ea typeface="Arial"/>
                <a:cs typeface="Arial"/>
                <a:sym typeface="Arial"/>
              </a:rPr>
              <a:t>You should now see you chosen image appear</a:t>
            </a:r>
            <a:endParaRPr/>
          </a:p>
          <a:p>
            <a:pPr indent="0" lvl="0" marL="0" marR="0" rtl="0" algn="ctr">
              <a:spcBef>
                <a:spcPts val="0"/>
              </a:spcBef>
              <a:spcAft>
                <a:spcPts val="0"/>
              </a:spcAft>
              <a:buNone/>
            </a:pPr>
            <a:r>
              <a:rPr lang="en-GB" sz="1800">
                <a:solidFill>
                  <a:schemeClr val="dk1"/>
                </a:solidFill>
                <a:latin typeface="Arial"/>
                <a:ea typeface="Arial"/>
                <a:cs typeface="Arial"/>
                <a:sym typeface="Arial"/>
              </a:rPr>
              <a:t>in LED lights on your micro:bit.</a:t>
            </a:r>
            <a:endParaRPr/>
          </a:p>
        </p:txBody>
      </p:sp>
      <p:grpSp>
        <p:nvGrpSpPr>
          <p:cNvPr id="417" name="Google Shape;417;p21"/>
          <p:cNvGrpSpPr/>
          <p:nvPr/>
        </p:nvGrpSpPr>
        <p:grpSpPr>
          <a:xfrm>
            <a:off x="4135786" y="4081508"/>
            <a:ext cx="873759" cy="900852"/>
            <a:chOff x="2042161" y="3904827"/>
            <a:chExt cx="873759" cy="900852"/>
          </a:xfrm>
        </p:grpSpPr>
        <p:sp>
          <p:nvSpPr>
            <p:cNvPr id="418" name="Google Shape;418;p21"/>
            <p:cNvSpPr/>
            <p:nvPr/>
          </p:nvSpPr>
          <p:spPr>
            <a:xfrm>
              <a:off x="2241974" y="390482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9" name="Google Shape;419;p21"/>
            <p:cNvSpPr/>
            <p:nvPr/>
          </p:nvSpPr>
          <p:spPr>
            <a:xfrm>
              <a:off x="2658534" y="390482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0" name="Google Shape;420;p21"/>
            <p:cNvSpPr/>
            <p:nvPr/>
          </p:nvSpPr>
          <p:spPr>
            <a:xfrm>
              <a:off x="2441787"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1" name="Google Shape;421;p21"/>
            <p:cNvSpPr/>
            <p:nvPr/>
          </p:nvSpPr>
          <p:spPr>
            <a:xfrm>
              <a:off x="2241974"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2" name="Google Shape;422;p21"/>
            <p:cNvSpPr/>
            <p:nvPr/>
          </p:nvSpPr>
          <p:spPr>
            <a:xfrm>
              <a:off x="2042161"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3" name="Google Shape;423;p21"/>
            <p:cNvSpPr/>
            <p:nvPr/>
          </p:nvSpPr>
          <p:spPr>
            <a:xfrm>
              <a:off x="2858347"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4" name="Google Shape;424;p21"/>
            <p:cNvSpPr/>
            <p:nvPr/>
          </p:nvSpPr>
          <p:spPr>
            <a:xfrm>
              <a:off x="2658534" y="411480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5" name="Google Shape;425;p21"/>
            <p:cNvSpPr/>
            <p:nvPr/>
          </p:nvSpPr>
          <p:spPr>
            <a:xfrm>
              <a:off x="2441787"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6" name="Google Shape;426;p21"/>
            <p:cNvSpPr/>
            <p:nvPr/>
          </p:nvSpPr>
          <p:spPr>
            <a:xfrm>
              <a:off x="2241974"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7" name="Google Shape;427;p21"/>
            <p:cNvSpPr/>
            <p:nvPr/>
          </p:nvSpPr>
          <p:spPr>
            <a:xfrm>
              <a:off x="2042161"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8" name="Google Shape;428;p21"/>
            <p:cNvSpPr/>
            <p:nvPr/>
          </p:nvSpPr>
          <p:spPr>
            <a:xfrm>
              <a:off x="2858347"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9" name="Google Shape;429;p21"/>
            <p:cNvSpPr/>
            <p:nvPr/>
          </p:nvSpPr>
          <p:spPr>
            <a:xfrm>
              <a:off x="2658534" y="4301067"/>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0" name="Google Shape;430;p21"/>
            <p:cNvSpPr/>
            <p:nvPr/>
          </p:nvSpPr>
          <p:spPr>
            <a:xfrm>
              <a:off x="2441787" y="451104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1" name="Google Shape;431;p21"/>
            <p:cNvSpPr/>
            <p:nvPr/>
          </p:nvSpPr>
          <p:spPr>
            <a:xfrm>
              <a:off x="2241974" y="451104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2" name="Google Shape;432;p21"/>
            <p:cNvSpPr/>
            <p:nvPr/>
          </p:nvSpPr>
          <p:spPr>
            <a:xfrm>
              <a:off x="2658534" y="4511040"/>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3" name="Google Shape;433;p21"/>
            <p:cNvSpPr/>
            <p:nvPr/>
          </p:nvSpPr>
          <p:spPr>
            <a:xfrm>
              <a:off x="2441787" y="4700693"/>
              <a:ext cx="57573" cy="1049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14"/>
                                        </p:tgtEl>
                                        <p:attrNameLst>
                                          <p:attrName>style.visibility</p:attrName>
                                        </p:attrNameLst>
                                      </p:cBhvr>
                                      <p:to>
                                        <p:strVal val="visible"/>
                                      </p:to>
                                    </p:set>
                                    <p:anim calcmode="lin" valueType="num">
                                      <p:cBhvr additive="base">
                                        <p:cTn dur="500"/>
                                        <p:tgtEl>
                                          <p:spTgt spid="414"/>
                                        </p:tgtEl>
                                        <p:attrNameLst>
                                          <p:attrName>ppt_w</p:attrName>
                                        </p:attrNameLst>
                                      </p:cBhvr>
                                      <p:tavLst>
                                        <p:tav fmla="" tm="0">
                                          <p:val>
                                            <p:strVal val="0"/>
                                          </p:val>
                                        </p:tav>
                                        <p:tav fmla="" tm="100000">
                                          <p:val>
                                            <p:strVal val="#ppt_w"/>
                                          </p:val>
                                        </p:tav>
                                      </p:tavLst>
                                    </p:anim>
                                    <p:anim calcmode="lin" valueType="num">
                                      <p:cBhvr additive="base">
                                        <p:cTn dur="500"/>
                                        <p:tgtEl>
                                          <p:spTgt spid="414"/>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413"/>
                                        </p:tgtEl>
                                        <p:attrNameLst>
                                          <p:attrName>style.visibility</p:attrName>
                                        </p:attrNameLst>
                                      </p:cBhvr>
                                      <p:to>
                                        <p:strVal val="visible"/>
                                      </p:to>
                                    </p:set>
                                    <p:anim calcmode="lin" valueType="num">
                                      <p:cBhvr additive="base">
                                        <p:cTn dur="500"/>
                                        <p:tgtEl>
                                          <p:spTgt spid="413"/>
                                        </p:tgtEl>
                                        <p:attrNameLst>
                                          <p:attrName>ppt_w</p:attrName>
                                        </p:attrNameLst>
                                      </p:cBhvr>
                                      <p:tavLst>
                                        <p:tav fmla="" tm="0">
                                          <p:val>
                                            <p:strVal val="0"/>
                                          </p:val>
                                        </p:tav>
                                        <p:tav fmla="" tm="100000">
                                          <p:val>
                                            <p:strVal val="#ppt_w"/>
                                          </p:val>
                                        </p:tav>
                                      </p:tavLst>
                                    </p:anim>
                                    <p:anim calcmode="lin" valueType="num">
                                      <p:cBhvr additive="base">
                                        <p:cTn dur="500"/>
                                        <p:tgtEl>
                                          <p:spTgt spid="413"/>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415"/>
                                        </p:tgtEl>
                                        <p:attrNameLst>
                                          <p:attrName>ppt_w</p:attrName>
                                        </p:attrNameLst>
                                      </p:cBhvr>
                                      <p:tavLst>
                                        <p:tav fmla="" tm="0">
                                          <p:val>
                                            <p:strVal val="#ppt_w"/>
                                          </p:val>
                                        </p:tav>
                                        <p:tav fmla="" tm="100000">
                                          <p:val>
                                            <p:strVal val="0"/>
                                          </p:val>
                                        </p:tav>
                                      </p:tavLst>
                                    </p:anim>
                                    <p:anim calcmode="lin" valueType="num">
                                      <p:cBhvr additive="base">
                                        <p:cTn dur="500"/>
                                        <p:tgtEl>
                                          <p:spTgt spid="415"/>
                                        </p:tgtEl>
                                        <p:attrNameLst>
                                          <p:attrName>ppt_h</p:attrName>
                                        </p:attrNameLst>
                                      </p:cBhvr>
                                      <p:tavLst>
                                        <p:tav fmla="" tm="0">
                                          <p:val>
                                            <p:strVal val="#ppt_h"/>
                                          </p:val>
                                        </p:tav>
                                        <p:tav fmla="" tm="100000">
                                          <p:val>
                                            <p:strVal val="0"/>
                                          </p:val>
                                        </p:tav>
                                      </p:tavLst>
                                    </p:anim>
                                    <p:set>
                                      <p:cBhvr>
                                        <p:cTn dur="1" fill="hold">
                                          <p:stCondLst>
                                            <p:cond delay="500"/>
                                          </p:stCondLst>
                                        </p:cTn>
                                        <p:tgtEl>
                                          <p:spTgt spid="415"/>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414"/>
                                        </p:tgtEl>
                                        <p:attrNameLst>
                                          <p:attrName>ppt_w</p:attrName>
                                        </p:attrNameLst>
                                      </p:cBhvr>
                                      <p:tavLst>
                                        <p:tav fmla="" tm="0">
                                          <p:val>
                                            <p:strVal val="#ppt_w"/>
                                          </p:val>
                                        </p:tav>
                                        <p:tav fmla="" tm="100000">
                                          <p:val>
                                            <p:strVal val="0"/>
                                          </p:val>
                                        </p:tav>
                                      </p:tavLst>
                                    </p:anim>
                                    <p:anim calcmode="lin" valueType="num">
                                      <p:cBhvr additive="base">
                                        <p:cTn dur="500"/>
                                        <p:tgtEl>
                                          <p:spTgt spid="414"/>
                                        </p:tgtEl>
                                        <p:attrNameLst>
                                          <p:attrName>ppt_h</p:attrName>
                                        </p:attrNameLst>
                                      </p:cBhvr>
                                      <p:tavLst>
                                        <p:tav fmla="" tm="0">
                                          <p:val>
                                            <p:strVal val="#ppt_h"/>
                                          </p:val>
                                        </p:tav>
                                        <p:tav fmla="" tm="100000">
                                          <p:val>
                                            <p:strVal val="0"/>
                                          </p:val>
                                        </p:tav>
                                      </p:tavLst>
                                    </p:anim>
                                    <p:set>
                                      <p:cBhvr>
                                        <p:cTn dur="1" fill="hold">
                                          <p:stCondLst>
                                            <p:cond delay="500"/>
                                          </p:stCondLst>
                                        </p:cTn>
                                        <p:tgtEl>
                                          <p:spTgt spid="414"/>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416"/>
                                        </p:tgtEl>
                                        <p:attrNameLst>
                                          <p:attrName>ppt_w</p:attrName>
                                        </p:attrNameLst>
                                      </p:cBhvr>
                                      <p:tavLst>
                                        <p:tav fmla="" tm="0">
                                          <p:val>
                                            <p:strVal val="#ppt_w"/>
                                          </p:val>
                                        </p:tav>
                                        <p:tav fmla="" tm="100000">
                                          <p:val>
                                            <p:strVal val="0"/>
                                          </p:val>
                                        </p:tav>
                                      </p:tavLst>
                                    </p:anim>
                                    <p:anim calcmode="lin" valueType="num">
                                      <p:cBhvr additive="base">
                                        <p:cTn dur="500"/>
                                        <p:tgtEl>
                                          <p:spTgt spid="416"/>
                                        </p:tgtEl>
                                        <p:attrNameLst>
                                          <p:attrName>ppt_h</p:attrName>
                                        </p:attrNameLst>
                                      </p:cBhvr>
                                      <p:tavLst>
                                        <p:tav fmla="" tm="0">
                                          <p:val>
                                            <p:strVal val="#ppt_h"/>
                                          </p:val>
                                        </p:tav>
                                        <p:tav fmla="" tm="100000">
                                          <p:val>
                                            <p:strVal val="0"/>
                                          </p:val>
                                        </p:tav>
                                      </p:tavLst>
                                    </p:anim>
                                    <p:set>
                                      <p:cBhvr>
                                        <p:cTn dur="1" fill="hold">
                                          <p:stCondLst>
                                            <p:cond delay="500"/>
                                          </p:stCondLst>
                                        </p:cTn>
                                        <p:tgtEl>
                                          <p:spTgt spid="416"/>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417"/>
                                        </p:tgtEl>
                                        <p:attrNameLst>
                                          <p:attrName>ppt_w</p:attrName>
                                        </p:attrNameLst>
                                      </p:cBhvr>
                                      <p:tavLst>
                                        <p:tav fmla="" tm="0">
                                          <p:val>
                                            <p:strVal val="#ppt_w"/>
                                          </p:val>
                                        </p:tav>
                                        <p:tav fmla="" tm="100000">
                                          <p:val>
                                            <p:strVal val="0"/>
                                          </p:val>
                                        </p:tav>
                                      </p:tavLst>
                                    </p:anim>
                                    <p:anim calcmode="lin" valueType="num">
                                      <p:cBhvr additive="base">
                                        <p:cTn dur="500"/>
                                        <p:tgtEl>
                                          <p:spTgt spid="417"/>
                                        </p:tgtEl>
                                        <p:attrNameLst>
                                          <p:attrName>ppt_h</p:attrName>
                                        </p:attrNameLst>
                                      </p:cBhvr>
                                      <p:tavLst>
                                        <p:tav fmla="" tm="0">
                                          <p:val>
                                            <p:strVal val="#ppt_h"/>
                                          </p:val>
                                        </p:tav>
                                        <p:tav fmla="" tm="100000">
                                          <p:val>
                                            <p:strVal val="0"/>
                                          </p:val>
                                        </p:tav>
                                      </p:tavLst>
                                    </p:anim>
                                    <p:set>
                                      <p:cBhvr>
                                        <p:cTn dur="1" fill="hold">
                                          <p:stCondLst>
                                            <p:cond delay="500"/>
                                          </p:stCondLst>
                                        </p:cTn>
                                        <p:tgtEl>
                                          <p:spTgt spid="417"/>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413"/>
                                        </p:tgtEl>
                                        <p:attrNameLst>
                                          <p:attrName>ppt_w</p:attrName>
                                        </p:attrNameLst>
                                      </p:cBhvr>
                                      <p:tavLst>
                                        <p:tav fmla="" tm="0">
                                          <p:val>
                                            <p:strVal val="#ppt_w"/>
                                          </p:val>
                                        </p:tav>
                                        <p:tav fmla="" tm="100000">
                                          <p:val>
                                            <p:strVal val="0"/>
                                          </p:val>
                                        </p:tav>
                                      </p:tavLst>
                                    </p:anim>
                                    <p:anim calcmode="lin" valueType="num">
                                      <p:cBhvr additive="base">
                                        <p:cTn dur="500"/>
                                        <p:tgtEl>
                                          <p:spTgt spid="413"/>
                                        </p:tgtEl>
                                        <p:attrNameLst>
                                          <p:attrName>ppt_h</p:attrName>
                                        </p:attrNameLst>
                                      </p:cBhvr>
                                      <p:tavLst>
                                        <p:tav fmla="" tm="0">
                                          <p:val>
                                            <p:strVal val="#ppt_h"/>
                                          </p:val>
                                        </p:tav>
                                        <p:tav fmla="" tm="100000">
                                          <p:val>
                                            <p:strVal val="0"/>
                                          </p:val>
                                        </p:tav>
                                      </p:tavLst>
                                    </p:anim>
                                    <p:set>
                                      <p:cBhvr>
                                        <p:cTn dur="1" fill="hold">
                                          <p:stCondLst>
                                            <p:cond delay="500"/>
                                          </p:stCondLst>
                                        </p:cTn>
                                        <p:tgtEl>
                                          <p:spTgt spid="4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0365"/>
        </a:solidFill>
      </p:bgPr>
    </p:bg>
    <p:spTree>
      <p:nvGrpSpPr>
        <p:cNvPr id="437" name="Shape 437"/>
        <p:cNvGrpSpPr/>
        <p:nvPr/>
      </p:nvGrpSpPr>
      <p:grpSpPr>
        <a:xfrm>
          <a:off x="0" y="0"/>
          <a:ext cx="0" cy="0"/>
          <a:chOff x="0" y="0"/>
          <a:chExt cx="0" cy="0"/>
        </a:xfrm>
      </p:grpSpPr>
      <p:sp>
        <p:nvSpPr>
          <p:cNvPr id="438" name="Google Shape;438;p22"/>
          <p:cNvSpPr/>
          <p:nvPr/>
        </p:nvSpPr>
        <p:spPr>
          <a:xfrm>
            <a:off x="755650" y="2893791"/>
            <a:ext cx="7632700"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As with all technology, micro:bits can experience problems, although these are minor. </a:t>
            </a:r>
            <a:endParaRPr/>
          </a:p>
        </p:txBody>
      </p:sp>
      <p:sp>
        <p:nvSpPr>
          <p:cNvPr id="439" name="Google Shape;439;p22"/>
          <p:cNvSpPr txBox="1"/>
          <p:nvPr/>
        </p:nvSpPr>
        <p:spPr>
          <a:xfrm>
            <a:off x="755647" y="738107"/>
            <a:ext cx="2564767"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rgbClr val="CD0365"/>
              </a:buClr>
              <a:buSzPts val="2400"/>
              <a:buFont typeface="Arial"/>
              <a:buNone/>
            </a:pPr>
            <a:r>
              <a:rPr b="1" lang="en-GB" sz="2400">
                <a:solidFill>
                  <a:srgbClr val="CD0365"/>
                </a:solidFill>
                <a:latin typeface="Arial"/>
                <a:ea typeface="Arial"/>
                <a:cs typeface="Arial"/>
                <a:sym typeface="Arial"/>
              </a:rPr>
              <a:t>Error Codes</a:t>
            </a:r>
            <a:endParaRPr/>
          </a:p>
        </p:txBody>
      </p:sp>
      <p:sp>
        <p:nvSpPr>
          <p:cNvPr id="440" name="Google Shape;440;p22"/>
          <p:cNvSpPr/>
          <p:nvPr/>
        </p:nvSpPr>
        <p:spPr>
          <a:xfrm>
            <a:off x="747395" y="3646751"/>
            <a:ext cx="3444634" cy="19389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Luckily, if the micro:bit detects a fault it will enter a ‘panic’ routine. In this ‘panic’ routine the micro:bit will display a sad face on the LED screen followed by a number. The number corresponds to a specific error.</a:t>
            </a:r>
            <a:endParaRPr/>
          </a:p>
        </p:txBody>
      </p:sp>
      <p:sp>
        <p:nvSpPr>
          <p:cNvPr id="441" name="Google Shape;441;p22"/>
          <p:cNvSpPr/>
          <p:nvPr/>
        </p:nvSpPr>
        <p:spPr>
          <a:xfrm>
            <a:off x="747395" y="3646751"/>
            <a:ext cx="3607889" cy="13849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lang="en-GB" sz="1800">
                <a:solidFill>
                  <a:schemeClr val="dk1"/>
                </a:solidFill>
                <a:latin typeface="Arial"/>
                <a:ea typeface="Arial"/>
                <a:cs typeface="Arial"/>
                <a:sym typeface="Arial"/>
              </a:rPr>
              <a:t>In all error cases, pressing the reset button on the back of the micro:bit will restart the program. Restarting the program will clear out the RAM memory.</a:t>
            </a:r>
            <a:endParaRPr/>
          </a:p>
        </p:txBody>
      </p:sp>
      <p:sp>
        <p:nvSpPr>
          <p:cNvPr id="442" name="Google Shape;442;p22"/>
          <p:cNvSpPr/>
          <p:nvPr/>
        </p:nvSpPr>
        <p:spPr>
          <a:xfrm>
            <a:off x="1024816" y="4200748"/>
            <a:ext cx="3400561"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D0365"/>
              </a:buClr>
              <a:buSzPts val="1800"/>
              <a:buFont typeface="Arial"/>
              <a:buNone/>
            </a:pPr>
            <a:r>
              <a:rPr lang="en-GB" sz="1800">
                <a:solidFill>
                  <a:srgbClr val="CD0365"/>
                </a:solidFill>
                <a:latin typeface="Arial"/>
                <a:ea typeface="Arial"/>
                <a:cs typeface="Arial"/>
                <a:sym typeface="Arial"/>
              </a:rPr>
              <a:t>If restarting the micro:bit does not resolve the error, </a:t>
            </a:r>
            <a:br>
              <a:rPr lang="en-GB" sz="1800">
                <a:solidFill>
                  <a:srgbClr val="CD0365"/>
                </a:solidFill>
                <a:latin typeface="Arial"/>
                <a:ea typeface="Arial"/>
                <a:cs typeface="Arial"/>
                <a:sym typeface="Arial"/>
              </a:rPr>
            </a:br>
            <a:r>
              <a:rPr lang="en-GB" sz="1800">
                <a:solidFill>
                  <a:srgbClr val="CD0365"/>
                </a:solidFill>
                <a:latin typeface="Arial"/>
                <a:ea typeface="Arial"/>
                <a:cs typeface="Arial"/>
                <a:sym typeface="Arial"/>
              </a:rPr>
              <a:t>there is more help and support on the </a:t>
            </a:r>
            <a:r>
              <a:rPr lang="en-GB" sz="1800" u="sng">
                <a:solidFill>
                  <a:schemeClr val="hlink"/>
                </a:solidFill>
                <a:latin typeface="Arial"/>
                <a:ea typeface="Arial"/>
                <a:cs typeface="Arial"/>
                <a:sym typeface="Arial"/>
                <a:hlinkClick r:id="rId3"/>
              </a:rPr>
              <a:t>micro:bit website</a:t>
            </a:r>
            <a:r>
              <a:rPr lang="en-GB" sz="1800">
                <a:solidFill>
                  <a:srgbClr val="CD0365"/>
                </a:solidFill>
                <a:latin typeface="Arial"/>
                <a:ea typeface="Arial"/>
                <a:cs typeface="Arial"/>
                <a:sym typeface="Arial"/>
              </a:rPr>
              <a:t>.</a:t>
            </a:r>
            <a:endParaRPr/>
          </a:p>
        </p:txBody>
      </p:sp>
      <p:sp>
        <p:nvSpPr>
          <p:cNvPr id="443" name="Google Shape;443;p22"/>
          <p:cNvSpPr/>
          <p:nvPr/>
        </p:nvSpPr>
        <p:spPr>
          <a:xfrm>
            <a:off x="3813695" y="1508516"/>
            <a:ext cx="1516610" cy="605909"/>
          </a:xfrm>
          <a:prstGeom prst="roundRect">
            <a:avLst>
              <a:gd fmla="val 50000" name="adj"/>
            </a:avLst>
          </a:prstGeom>
          <a:solidFill>
            <a:srgbClr val="CD0165"/>
          </a:solidFill>
          <a:ln cap="flat" cmpd="sng" w="28575">
            <a:solidFill>
              <a:srgbClr val="CD0165"/>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GB" sz="2800">
                <a:solidFill>
                  <a:schemeClr val="lt1"/>
                </a:solidFill>
                <a:latin typeface="Arial"/>
                <a:ea typeface="Arial"/>
                <a:cs typeface="Arial"/>
                <a:sym typeface="Arial"/>
              </a:rPr>
              <a:t>Oh no!</a:t>
            </a:r>
            <a:endParaRPr/>
          </a:p>
        </p:txBody>
      </p:sp>
      <p:sp>
        <p:nvSpPr>
          <p:cNvPr id="444" name="Google Shape;444;p22"/>
          <p:cNvSpPr/>
          <p:nvPr/>
        </p:nvSpPr>
        <p:spPr>
          <a:xfrm>
            <a:off x="1810400" y="2214585"/>
            <a:ext cx="5507595" cy="389513"/>
          </a:xfrm>
          <a:prstGeom prst="roundRect">
            <a:avLst>
              <a:gd fmla="val 50000" name="adj"/>
            </a:avLst>
          </a:prstGeom>
          <a:noFill/>
          <a:ln cap="flat" cmpd="sng" w="28575">
            <a:solidFill>
              <a:srgbClr val="CD0165"/>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GB" sz="1800">
                <a:solidFill>
                  <a:srgbClr val="CD0165"/>
                </a:solidFill>
                <a:latin typeface="Arial"/>
                <a:ea typeface="Arial"/>
                <a:cs typeface="Arial"/>
                <a:sym typeface="Arial"/>
              </a:rPr>
              <a:t>What happens if an error code has appeared?</a:t>
            </a:r>
            <a:endParaRPr/>
          </a:p>
        </p:txBody>
      </p:sp>
      <p:pic>
        <p:nvPicPr>
          <p:cNvPr id="445" name="Google Shape;445;p22"/>
          <p:cNvPicPr preferRelativeResize="0"/>
          <p:nvPr/>
        </p:nvPicPr>
        <p:blipFill rotWithShape="1">
          <a:blip r:embed="rId4">
            <a:alphaModFix/>
          </a:blip>
          <a:srcRect b="0" l="0" r="0" t="0"/>
          <a:stretch/>
        </p:blipFill>
        <p:spPr>
          <a:xfrm>
            <a:off x="5266493" y="3696798"/>
            <a:ext cx="2564767" cy="2086831"/>
          </a:xfrm>
          <a:prstGeom prst="rect">
            <a:avLst/>
          </a:prstGeom>
          <a:noFill/>
          <a:ln>
            <a:noFill/>
          </a:ln>
        </p:spPr>
      </p:pic>
      <p:grpSp>
        <p:nvGrpSpPr>
          <p:cNvPr id="446" name="Google Shape;446;p22"/>
          <p:cNvGrpSpPr/>
          <p:nvPr/>
        </p:nvGrpSpPr>
        <p:grpSpPr>
          <a:xfrm>
            <a:off x="6131201" y="4391396"/>
            <a:ext cx="864032" cy="704940"/>
            <a:chOff x="6137275" y="3648075"/>
            <a:chExt cx="1000125" cy="815975"/>
          </a:xfrm>
        </p:grpSpPr>
        <p:sp>
          <p:nvSpPr>
            <p:cNvPr id="447" name="Google Shape;447;p22"/>
            <p:cNvSpPr/>
            <p:nvPr/>
          </p:nvSpPr>
          <p:spPr>
            <a:xfrm>
              <a:off x="6369050" y="3648075"/>
              <a:ext cx="69850" cy="1524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8" name="Google Shape;448;p22"/>
            <p:cNvSpPr/>
            <p:nvPr/>
          </p:nvSpPr>
          <p:spPr>
            <a:xfrm>
              <a:off x="6835775" y="3648075"/>
              <a:ext cx="69850" cy="1524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9" name="Google Shape;449;p22"/>
            <p:cNvSpPr/>
            <p:nvPr/>
          </p:nvSpPr>
          <p:spPr>
            <a:xfrm>
              <a:off x="6369050" y="4083050"/>
              <a:ext cx="69850" cy="1524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0" name="Google Shape;450;p22"/>
            <p:cNvSpPr/>
            <p:nvPr/>
          </p:nvSpPr>
          <p:spPr>
            <a:xfrm>
              <a:off x="6835775" y="4083050"/>
              <a:ext cx="69850" cy="1524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1" name="Google Shape;451;p22"/>
            <p:cNvSpPr/>
            <p:nvPr/>
          </p:nvSpPr>
          <p:spPr>
            <a:xfrm>
              <a:off x="6604000" y="4083050"/>
              <a:ext cx="69850" cy="1524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2" name="Google Shape;452;p22"/>
            <p:cNvSpPr/>
            <p:nvPr/>
          </p:nvSpPr>
          <p:spPr>
            <a:xfrm>
              <a:off x="6137275" y="4311650"/>
              <a:ext cx="69850" cy="1524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3" name="Google Shape;453;p22"/>
            <p:cNvSpPr/>
            <p:nvPr/>
          </p:nvSpPr>
          <p:spPr>
            <a:xfrm>
              <a:off x="7067550" y="4311650"/>
              <a:ext cx="69850" cy="1524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id="454" name="Google Shape;454;p22"/>
          <p:cNvPicPr preferRelativeResize="0"/>
          <p:nvPr/>
        </p:nvPicPr>
        <p:blipFill rotWithShape="1">
          <a:blip r:embed="rId5">
            <a:alphaModFix/>
          </a:blip>
          <a:srcRect b="0" l="0" r="0" t="0"/>
          <a:stretch/>
        </p:blipFill>
        <p:spPr>
          <a:xfrm>
            <a:off x="5168719" y="3671135"/>
            <a:ext cx="2742316" cy="2195754"/>
          </a:xfrm>
          <a:prstGeom prst="rect">
            <a:avLst/>
          </a:prstGeom>
          <a:noFill/>
          <a:ln>
            <a:noFill/>
          </a:ln>
        </p:spPr>
      </p:pic>
      <p:sp>
        <p:nvSpPr>
          <p:cNvPr id="455" name="Google Shape;455;p22"/>
          <p:cNvSpPr/>
          <p:nvPr/>
        </p:nvSpPr>
        <p:spPr>
          <a:xfrm>
            <a:off x="6665902" y="3595124"/>
            <a:ext cx="694055" cy="694055"/>
          </a:xfrm>
          <a:prstGeom prst="ellipse">
            <a:avLst/>
          </a:prstGeom>
          <a:noFill/>
          <a:ln cap="flat" cmpd="sng" w="76200">
            <a:solidFill>
              <a:srgbClr val="CD036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6" name="Google Shape;456;p22"/>
          <p:cNvSpPr/>
          <p:nvPr/>
        </p:nvSpPr>
        <p:spPr>
          <a:xfrm>
            <a:off x="746065" y="3684990"/>
            <a:ext cx="3825935" cy="2181899"/>
          </a:xfrm>
          <a:prstGeom prst="roundRect">
            <a:avLst>
              <a:gd fmla="val 7474" name="adj"/>
            </a:avLst>
          </a:prstGeom>
          <a:noFill/>
          <a:ln cap="flat" cmpd="sng" w="28575">
            <a:solidFill>
              <a:srgbClr val="CD016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44"/>
                                        </p:tgtEl>
                                        <p:attrNameLst>
                                          <p:attrName>style.visibility</p:attrName>
                                        </p:attrNameLst>
                                      </p:cBhvr>
                                      <p:to>
                                        <p:strVal val="visible"/>
                                      </p:to>
                                    </p:set>
                                    <p:anim calcmode="lin" valueType="num">
                                      <p:cBhvr additive="base">
                                        <p:cTn dur="500"/>
                                        <p:tgtEl>
                                          <p:spTgt spid="444"/>
                                        </p:tgtEl>
                                        <p:attrNameLst>
                                          <p:attrName>ppt_w</p:attrName>
                                        </p:attrNameLst>
                                      </p:cBhvr>
                                      <p:tavLst>
                                        <p:tav fmla="" tm="0">
                                          <p:val>
                                            <p:strVal val="0"/>
                                          </p:val>
                                        </p:tav>
                                        <p:tav fmla="" tm="100000">
                                          <p:val>
                                            <p:strVal val="#ppt_w"/>
                                          </p:val>
                                        </p:tav>
                                      </p:tavLst>
                                    </p:anim>
                                    <p:anim calcmode="lin" valueType="num">
                                      <p:cBhvr additive="base">
                                        <p:cTn dur="500"/>
                                        <p:tgtEl>
                                          <p:spTgt spid="444"/>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45"/>
                                        </p:tgtEl>
                                        <p:attrNameLst>
                                          <p:attrName>style.visibility</p:attrName>
                                        </p:attrNameLst>
                                      </p:cBhvr>
                                      <p:to>
                                        <p:strVal val="visible"/>
                                      </p:to>
                                    </p:set>
                                    <p:anim calcmode="lin" valueType="num">
                                      <p:cBhvr additive="base">
                                        <p:cTn dur="500"/>
                                        <p:tgtEl>
                                          <p:spTgt spid="445"/>
                                        </p:tgtEl>
                                        <p:attrNameLst>
                                          <p:attrName>ppt_w</p:attrName>
                                        </p:attrNameLst>
                                      </p:cBhvr>
                                      <p:tavLst>
                                        <p:tav fmla="" tm="0">
                                          <p:val>
                                            <p:strVal val="0"/>
                                          </p:val>
                                        </p:tav>
                                        <p:tav fmla="" tm="100000">
                                          <p:val>
                                            <p:strVal val="#ppt_w"/>
                                          </p:val>
                                        </p:tav>
                                      </p:tavLst>
                                    </p:anim>
                                    <p:anim calcmode="lin" valueType="num">
                                      <p:cBhvr additive="base">
                                        <p:cTn dur="500"/>
                                        <p:tgtEl>
                                          <p:spTgt spid="445"/>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46"/>
                                        </p:tgtEl>
                                      </p:cBhvr>
                                    </p:animEffect>
                                    <p:set>
                                      <p:cBhvr>
                                        <p:cTn dur="1" fill="hold">
                                          <p:stCondLst>
                                            <p:cond delay="500"/>
                                          </p:stCondLst>
                                        </p:cTn>
                                        <p:tgtEl>
                                          <p:spTgt spid="446"/>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440"/>
                                        </p:tgtEl>
                                      </p:cBhvr>
                                    </p:animEffect>
                                    <p:set>
                                      <p:cBhvr>
                                        <p:cTn dur="1" fill="hold">
                                          <p:stCondLst>
                                            <p:cond delay="500"/>
                                          </p:stCondLst>
                                        </p:cTn>
                                        <p:tgtEl>
                                          <p:spTgt spid="440"/>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45"/>
                                        </p:tgtEl>
                                      </p:cBhvr>
                                    </p:animEffect>
                                    <p:set>
                                      <p:cBhvr>
                                        <p:cTn dur="1" fill="hold">
                                          <p:stCondLst>
                                            <p:cond delay="500"/>
                                          </p:stCondLst>
                                        </p:cTn>
                                        <p:tgtEl>
                                          <p:spTgt spid="44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41"/>
                                        </p:tgtEl>
                                      </p:cBhvr>
                                    </p:animEffect>
                                    <p:set>
                                      <p:cBhvr>
                                        <p:cTn dur="1" fill="hold">
                                          <p:stCondLst>
                                            <p:cond delay="500"/>
                                          </p:stCondLst>
                                        </p:cTn>
                                        <p:tgtEl>
                                          <p:spTgt spid="44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460" name="Shape 460"/>
        <p:cNvGrpSpPr/>
        <p:nvPr/>
      </p:nvGrpSpPr>
      <p:grpSpPr>
        <a:xfrm>
          <a:off x="0" y="0"/>
          <a:ext cx="0" cy="0"/>
          <a:chOff x="0" y="0"/>
          <a:chExt cx="0" cy="0"/>
        </a:xfrm>
      </p:grpSpPr>
      <p:sp>
        <p:nvSpPr>
          <p:cNvPr id="461" name="Google Shape;461;p23"/>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2" name="Google Shape;462;p23"/>
          <p:cNvSpPr/>
          <p:nvPr/>
        </p:nvSpPr>
        <p:spPr>
          <a:xfrm rot="-5400000">
            <a:off x="1414108" y="894589"/>
            <a:ext cx="384149" cy="1861088"/>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3" name="Google Shape;463;p23"/>
          <p:cNvSpPr/>
          <p:nvPr/>
        </p:nvSpPr>
        <p:spPr>
          <a:xfrm>
            <a:off x="755651" y="1692421"/>
            <a:ext cx="1687678"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Getting Started</a:t>
            </a:r>
            <a:endParaRPr sz="1800">
              <a:solidFill>
                <a:schemeClr val="lt1"/>
              </a:solidFill>
              <a:latin typeface="Arial"/>
              <a:ea typeface="Arial"/>
              <a:cs typeface="Arial"/>
              <a:sym typeface="Arial"/>
            </a:endParaRPr>
          </a:p>
        </p:txBody>
      </p:sp>
      <p:sp>
        <p:nvSpPr>
          <p:cNvPr id="464" name="Google Shape;464;p23"/>
          <p:cNvSpPr txBox="1"/>
          <p:nvPr/>
        </p:nvSpPr>
        <p:spPr>
          <a:xfrm>
            <a:off x="755647" y="738107"/>
            <a:ext cx="2347414"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Beating Heart</a:t>
            </a:r>
            <a:endParaRPr/>
          </a:p>
        </p:txBody>
      </p:sp>
      <p:sp>
        <p:nvSpPr>
          <p:cNvPr id="465" name="Google Shape;465;p23"/>
          <p:cNvSpPr/>
          <p:nvPr/>
        </p:nvSpPr>
        <p:spPr>
          <a:xfrm rot="-5400000">
            <a:off x="841871" y="3487738"/>
            <a:ext cx="384149" cy="716612"/>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6" name="Google Shape;466;p23"/>
          <p:cNvSpPr/>
          <p:nvPr/>
        </p:nvSpPr>
        <p:spPr>
          <a:xfrm>
            <a:off x="975017" y="4195081"/>
            <a:ext cx="7413333" cy="13849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Select a </a:t>
            </a:r>
            <a:r>
              <a:rPr b="1" lang="en-GB" sz="1800">
                <a:solidFill>
                  <a:srgbClr val="3DB7FE"/>
                </a:solidFill>
                <a:latin typeface="Arial"/>
                <a:ea typeface="Arial"/>
                <a:cs typeface="Arial"/>
                <a:sym typeface="Arial"/>
              </a:rPr>
              <a:t>forever</a:t>
            </a:r>
            <a:r>
              <a:rPr lang="en-GB" sz="1800">
                <a:solidFill>
                  <a:srgbClr val="3DB7FE"/>
                </a:solidFill>
                <a:latin typeface="Arial"/>
                <a:ea typeface="Arial"/>
                <a:cs typeface="Arial"/>
                <a:sym typeface="Arial"/>
              </a:rPr>
              <a:t> </a:t>
            </a:r>
            <a:r>
              <a:rPr b="1" lang="en-GB" sz="1800">
                <a:solidFill>
                  <a:srgbClr val="3DB7FE"/>
                </a:solidFill>
                <a:latin typeface="Arial"/>
                <a:ea typeface="Arial"/>
                <a:cs typeface="Arial"/>
                <a:sym typeface="Arial"/>
              </a:rPr>
              <a:t>Basic</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Slot in a </a:t>
            </a:r>
            <a:r>
              <a:rPr b="1" lang="en-GB" sz="1800">
                <a:solidFill>
                  <a:srgbClr val="3DB7FE"/>
                </a:solidFill>
                <a:latin typeface="Arial"/>
                <a:ea typeface="Arial"/>
                <a:cs typeface="Arial"/>
                <a:sym typeface="Arial"/>
              </a:rPr>
              <a:t>show icon Basic</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Ensure the heart is showing in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the drop-down menu.</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Add another </a:t>
            </a:r>
            <a:r>
              <a:rPr b="1" lang="en-GB" sz="1800">
                <a:solidFill>
                  <a:srgbClr val="3DB7FE"/>
                </a:solidFill>
                <a:latin typeface="Arial"/>
                <a:ea typeface="Arial"/>
                <a:cs typeface="Arial"/>
                <a:sym typeface="Arial"/>
              </a:rPr>
              <a:t>show icon Basic</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a:t>
            </a:r>
            <a:endParaRPr/>
          </a:p>
        </p:txBody>
      </p:sp>
      <p:sp>
        <p:nvSpPr>
          <p:cNvPr id="467" name="Google Shape;467;p23"/>
          <p:cNvSpPr/>
          <p:nvPr/>
        </p:nvSpPr>
        <p:spPr>
          <a:xfrm>
            <a:off x="755651" y="3711946"/>
            <a:ext cx="571705"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Code</a:t>
            </a:r>
            <a:endParaRPr sz="1800">
              <a:solidFill>
                <a:schemeClr val="lt1"/>
              </a:solidFill>
              <a:latin typeface="Arial"/>
              <a:ea typeface="Arial"/>
              <a:cs typeface="Arial"/>
              <a:sym typeface="Arial"/>
            </a:endParaRPr>
          </a:p>
        </p:txBody>
      </p:sp>
      <p:sp>
        <p:nvSpPr>
          <p:cNvPr id="468" name="Google Shape;468;p23"/>
          <p:cNvSpPr txBox="1"/>
          <p:nvPr/>
        </p:nvSpPr>
        <p:spPr>
          <a:xfrm>
            <a:off x="841628" y="2232233"/>
            <a:ext cx="3730372" cy="830997"/>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Ensure your micro:bit is connected.</a:t>
            </a:r>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Open Microsoft MakeCode.</a:t>
            </a:r>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Start a </a:t>
            </a:r>
            <a:r>
              <a:rPr b="1" lang="en-GB" sz="1800">
                <a:solidFill>
                  <a:srgbClr val="6C4BC0"/>
                </a:solidFill>
                <a:latin typeface="Arial"/>
                <a:ea typeface="Arial"/>
                <a:cs typeface="Arial"/>
                <a:sym typeface="Arial"/>
              </a:rPr>
              <a:t>New Project</a:t>
            </a:r>
            <a:r>
              <a:rPr lang="en-GB" sz="1800">
                <a:solidFill>
                  <a:schemeClr val="dk1"/>
                </a:solidFill>
                <a:latin typeface="Arial"/>
                <a:ea typeface="Arial"/>
                <a:cs typeface="Arial"/>
                <a:sym typeface="Arial"/>
              </a:rPr>
              <a:t>.</a:t>
            </a:r>
            <a:endParaRPr/>
          </a:p>
        </p:txBody>
      </p:sp>
      <p:sp>
        <p:nvSpPr>
          <p:cNvPr id="469" name="Google Shape;469;p23"/>
          <p:cNvSpPr/>
          <p:nvPr/>
        </p:nvSpPr>
        <p:spPr>
          <a:xfrm rot="5400000">
            <a:off x="674143" y="228140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0" name="Google Shape;470;p23"/>
          <p:cNvSpPr/>
          <p:nvPr/>
        </p:nvSpPr>
        <p:spPr>
          <a:xfrm rot="5400000">
            <a:off x="674143" y="256487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1" name="Google Shape;471;p23"/>
          <p:cNvSpPr/>
          <p:nvPr/>
        </p:nvSpPr>
        <p:spPr>
          <a:xfrm rot="5400000">
            <a:off x="674143" y="2854410"/>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72" name="Google Shape;472;p23"/>
          <p:cNvPicPr preferRelativeResize="0"/>
          <p:nvPr/>
        </p:nvPicPr>
        <p:blipFill rotWithShape="1">
          <a:blip r:embed="rId3">
            <a:alphaModFix/>
          </a:blip>
          <a:srcRect b="0" l="0" r="0" t="0"/>
          <a:stretch/>
        </p:blipFill>
        <p:spPr>
          <a:xfrm>
            <a:off x="5666986" y="2455147"/>
            <a:ext cx="1885950" cy="1333500"/>
          </a:xfrm>
          <a:prstGeom prst="rect">
            <a:avLst/>
          </a:prstGeom>
          <a:noFill/>
          <a:ln>
            <a:noFill/>
          </a:ln>
        </p:spPr>
      </p:pic>
      <p:sp>
        <p:nvSpPr>
          <p:cNvPr id="473" name="Google Shape;473;p23"/>
          <p:cNvSpPr/>
          <p:nvPr/>
        </p:nvSpPr>
        <p:spPr>
          <a:xfrm>
            <a:off x="4831572" y="1521547"/>
            <a:ext cx="3556778" cy="3262343"/>
          </a:xfrm>
          <a:prstGeom prst="roundRect">
            <a:avLst>
              <a:gd fmla="val 4811" name="adj"/>
            </a:avLst>
          </a:prstGeom>
          <a:no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4" name="Google Shape;474;p23"/>
          <p:cNvSpPr/>
          <p:nvPr/>
        </p:nvSpPr>
        <p:spPr>
          <a:xfrm rot="5400000">
            <a:off x="674143" y="425768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5" name="Google Shape;475;p23"/>
          <p:cNvSpPr/>
          <p:nvPr/>
        </p:nvSpPr>
        <p:spPr>
          <a:xfrm rot="5400000">
            <a:off x="674143" y="4529056"/>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6" name="Google Shape;476;p23"/>
          <p:cNvSpPr/>
          <p:nvPr/>
        </p:nvSpPr>
        <p:spPr>
          <a:xfrm rot="5400000">
            <a:off x="674143" y="481222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7" name="Google Shape;477;p23"/>
          <p:cNvSpPr/>
          <p:nvPr/>
        </p:nvSpPr>
        <p:spPr>
          <a:xfrm rot="5400000">
            <a:off x="674143" y="5366764"/>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8" name="Google Shape;478;p23"/>
          <p:cNvSpPr/>
          <p:nvPr/>
        </p:nvSpPr>
        <p:spPr>
          <a:xfrm rot="5400000">
            <a:off x="674143" y="563813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79" name="Google Shape;479;p23"/>
          <p:cNvPicPr preferRelativeResize="0"/>
          <p:nvPr/>
        </p:nvPicPr>
        <p:blipFill rotWithShape="1">
          <a:blip r:embed="rId4">
            <a:alphaModFix/>
          </a:blip>
          <a:srcRect b="0" l="0" r="0" t="0"/>
          <a:stretch/>
        </p:blipFill>
        <p:spPr>
          <a:xfrm>
            <a:off x="5706753" y="2430167"/>
            <a:ext cx="1654400" cy="1086617"/>
          </a:xfrm>
          <a:prstGeom prst="rect">
            <a:avLst/>
          </a:prstGeom>
          <a:noFill/>
          <a:ln>
            <a:noFill/>
          </a:ln>
        </p:spPr>
      </p:pic>
      <p:pic>
        <p:nvPicPr>
          <p:cNvPr id="480" name="Google Shape;480;p23"/>
          <p:cNvPicPr preferRelativeResize="0"/>
          <p:nvPr/>
        </p:nvPicPr>
        <p:blipFill rotWithShape="1">
          <a:blip r:embed="rId5">
            <a:alphaModFix/>
          </a:blip>
          <a:srcRect b="0" l="0" r="0" t="0"/>
          <a:stretch/>
        </p:blipFill>
        <p:spPr>
          <a:xfrm>
            <a:off x="5706753" y="2416593"/>
            <a:ext cx="1984583" cy="1485130"/>
          </a:xfrm>
          <a:prstGeom prst="rect">
            <a:avLst/>
          </a:prstGeom>
          <a:noFill/>
          <a:ln>
            <a:noFill/>
          </a:ln>
        </p:spPr>
      </p:pic>
      <p:sp>
        <p:nvSpPr>
          <p:cNvPr id="481" name="Google Shape;481;p23"/>
          <p:cNvSpPr/>
          <p:nvPr/>
        </p:nvSpPr>
        <p:spPr>
          <a:xfrm>
            <a:off x="6617279" y="2660662"/>
            <a:ext cx="996991" cy="996991"/>
          </a:xfrm>
          <a:prstGeom prst="donut">
            <a:avLst>
              <a:gd fmla="val 5469" name="adj"/>
            </a:avLst>
          </a:prstGeom>
          <a:solidFill>
            <a:srgbClr val="6C4B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82" name="Google Shape;482;p23"/>
          <p:cNvSpPr txBox="1"/>
          <p:nvPr/>
        </p:nvSpPr>
        <p:spPr>
          <a:xfrm>
            <a:off x="886522" y="5546409"/>
            <a:ext cx="5939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Select the smaller heart from the drop-down menu.</a:t>
            </a:r>
            <a:endParaRPr sz="1800">
              <a:solidFill>
                <a:schemeClr val="dk1"/>
              </a:solidFill>
              <a:latin typeface="Arial"/>
              <a:ea typeface="Arial"/>
              <a:cs typeface="Arial"/>
              <a:sym typeface="Arial"/>
            </a:endParaRPr>
          </a:p>
        </p:txBody>
      </p:sp>
      <p:pic>
        <p:nvPicPr>
          <p:cNvPr id="483" name="Google Shape;483;p23"/>
          <p:cNvPicPr preferRelativeResize="0"/>
          <p:nvPr/>
        </p:nvPicPr>
        <p:blipFill rotWithShape="1">
          <a:blip r:embed="rId6">
            <a:alphaModFix/>
          </a:blip>
          <a:srcRect b="0" l="0" r="0" t="0"/>
          <a:stretch/>
        </p:blipFill>
        <p:spPr>
          <a:xfrm>
            <a:off x="5770480" y="2432603"/>
            <a:ext cx="1885950" cy="1896199"/>
          </a:xfrm>
          <a:prstGeom prst="rect">
            <a:avLst/>
          </a:prstGeom>
          <a:noFill/>
          <a:ln>
            <a:noFill/>
          </a:ln>
        </p:spPr>
      </p:pic>
      <p:sp>
        <p:nvSpPr>
          <p:cNvPr id="484" name="Google Shape;484;p23"/>
          <p:cNvSpPr/>
          <p:nvPr/>
        </p:nvSpPr>
        <p:spPr>
          <a:xfrm>
            <a:off x="6604435" y="3189749"/>
            <a:ext cx="996991" cy="996991"/>
          </a:xfrm>
          <a:prstGeom prst="donut">
            <a:avLst>
              <a:gd fmla="val 5469" name="adj"/>
            </a:avLst>
          </a:prstGeom>
          <a:solidFill>
            <a:srgbClr val="6C4B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485" name="Google Shape;485;p23"/>
          <p:cNvPicPr preferRelativeResize="0"/>
          <p:nvPr/>
        </p:nvPicPr>
        <p:blipFill rotWithShape="1">
          <a:blip r:embed="rId7">
            <a:alphaModFix/>
          </a:blip>
          <a:srcRect b="0" l="0" r="93808" t="39350"/>
          <a:stretch/>
        </p:blipFill>
        <p:spPr>
          <a:xfrm>
            <a:off x="6532156" y="1536954"/>
            <a:ext cx="209155" cy="1317130"/>
          </a:xfrm>
          <a:prstGeom prst="rect">
            <a:avLst/>
          </a:prstGeom>
          <a:noFill/>
          <a:ln>
            <a:noFill/>
          </a:ln>
        </p:spPr>
      </p:pic>
      <p:pic>
        <p:nvPicPr>
          <p:cNvPr id="486" name="Google Shape;486;p23"/>
          <p:cNvPicPr preferRelativeResize="0"/>
          <p:nvPr/>
        </p:nvPicPr>
        <p:blipFill rotWithShape="1">
          <a:blip r:embed="rId8">
            <a:alphaModFix/>
          </a:blip>
          <a:srcRect b="0" l="0" r="0" t="0"/>
          <a:stretch/>
        </p:blipFill>
        <p:spPr>
          <a:xfrm>
            <a:off x="5571138" y="2675679"/>
            <a:ext cx="2134044" cy="17158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469"/>
                                        </p:tgtEl>
                                        <p:attrNameLst>
                                          <p:attrName>style.visibility</p:attrName>
                                        </p:attrNameLst>
                                      </p:cBhvr>
                                      <p:to>
                                        <p:strVal val="visible"/>
                                      </p:to>
                                    </p:set>
                                    <p:anim calcmode="lin" valueType="num">
                                      <p:cBhvr additive="base">
                                        <p:cTn dur="500"/>
                                        <p:tgtEl>
                                          <p:spTgt spid="469"/>
                                        </p:tgtEl>
                                        <p:attrNameLst>
                                          <p:attrName>ppt_w</p:attrName>
                                        </p:attrNameLst>
                                      </p:cBhvr>
                                      <p:tavLst>
                                        <p:tav fmla="" tm="0">
                                          <p:val>
                                            <p:strVal val="0"/>
                                          </p:val>
                                        </p:tav>
                                        <p:tav fmla="" tm="100000">
                                          <p:val>
                                            <p:strVal val="#ppt_w"/>
                                          </p:val>
                                        </p:tav>
                                      </p:tavLst>
                                    </p:anim>
                                    <p:anim calcmode="lin" valueType="num">
                                      <p:cBhvr additive="base">
                                        <p:cTn dur="500"/>
                                        <p:tgtEl>
                                          <p:spTgt spid="469"/>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8">
                                            <p:txEl>
                                              <p:pRg end="0" st="0"/>
                                            </p:txEl>
                                          </p:spTgt>
                                        </p:tgtEl>
                                        <p:attrNameLst>
                                          <p:attrName>style.visibility</p:attrName>
                                        </p:attrNameLst>
                                      </p:cBhvr>
                                      <p:to>
                                        <p:strVal val="visible"/>
                                      </p:to>
                                    </p:set>
                                    <p:animEffect filter="fade" transition="in">
                                      <p:cBhvr>
                                        <p:cTn dur="500"/>
                                        <p:tgtEl>
                                          <p:spTgt spid="468">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8">
                                            <p:txEl>
                                              <p:pRg end="1" st="1"/>
                                            </p:txEl>
                                          </p:spTgt>
                                        </p:tgtEl>
                                        <p:attrNameLst>
                                          <p:attrName>style.visibility</p:attrName>
                                        </p:attrNameLst>
                                      </p:cBhvr>
                                      <p:to>
                                        <p:strVal val="visible"/>
                                      </p:to>
                                    </p:set>
                                    <p:animEffect filter="fade" transition="in">
                                      <p:cBhvr>
                                        <p:cTn dur="500"/>
                                        <p:tgtEl>
                                          <p:spTgt spid="468">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68">
                                            <p:txEl>
                                              <p:pRg end="2" st="2"/>
                                            </p:txEl>
                                          </p:spTgt>
                                        </p:tgtEl>
                                        <p:attrNameLst>
                                          <p:attrName>style.visibility</p:attrName>
                                        </p:attrNameLst>
                                      </p:cBhvr>
                                      <p:to>
                                        <p:strVal val="visible"/>
                                      </p:to>
                                    </p:set>
                                    <p:animEffect filter="fade" transition="in">
                                      <p:cBhvr>
                                        <p:cTn dur="500"/>
                                        <p:tgtEl>
                                          <p:spTgt spid="468">
                                            <p:txEl>
                                              <p:pRg end="2" st="2"/>
                                            </p:txEl>
                                          </p:spTgt>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486"/>
                                        </p:tgtEl>
                                        <p:attrNameLst>
                                          <p:attrName>style.visibility</p:attrName>
                                        </p:attrNameLst>
                                      </p:cBhvr>
                                      <p:to>
                                        <p:strVal val="visible"/>
                                      </p:to>
                                    </p:set>
                                    <p:anim calcmode="lin" valueType="num">
                                      <p:cBhvr additive="base">
                                        <p:cTn dur="500"/>
                                        <p:tgtEl>
                                          <p:spTgt spid="486"/>
                                        </p:tgtEl>
                                        <p:attrNameLst>
                                          <p:attrName>ppt_w</p:attrName>
                                        </p:attrNameLst>
                                      </p:cBhvr>
                                      <p:tavLst>
                                        <p:tav fmla="" tm="0">
                                          <p:val>
                                            <p:strVal val="0"/>
                                          </p:val>
                                        </p:tav>
                                        <p:tav fmla="" tm="100000">
                                          <p:val>
                                            <p:strVal val="#ppt_w"/>
                                          </p:val>
                                        </p:tav>
                                      </p:tavLst>
                                    </p:anim>
                                    <p:anim calcmode="lin" valueType="num">
                                      <p:cBhvr additive="base">
                                        <p:cTn dur="500"/>
                                        <p:tgtEl>
                                          <p:spTgt spid="486"/>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486"/>
                                        </p:tgtEl>
                                        <p:attrNameLst>
                                          <p:attrName>ppt_w</p:attrName>
                                        </p:attrNameLst>
                                      </p:cBhvr>
                                      <p:tavLst>
                                        <p:tav fmla="" tm="0">
                                          <p:val>
                                            <p:strVal val="#ppt_w"/>
                                          </p:val>
                                        </p:tav>
                                        <p:tav fmla="" tm="100000">
                                          <p:val>
                                            <p:strVal val="0"/>
                                          </p:val>
                                        </p:tav>
                                      </p:tavLst>
                                    </p:anim>
                                    <p:anim calcmode="lin" valueType="num">
                                      <p:cBhvr additive="base">
                                        <p:cTn dur="500"/>
                                        <p:tgtEl>
                                          <p:spTgt spid="486"/>
                                        </p:tgtEl>
                                        <p:attrNameLst>
                                          <p:attrName>ppt_h</p:attrName>
                                        </p:attrNameLst>
                                      </p:cBhvr>
                                      <p:tavLst>
                                        <p:tav fmla="" tm="0">
                                          <p:val>
                                            <p:strVal val="#ppt_h"/>
                                          </p:val>
                                        </p:tav>
                                        <p:tav fmla="" tm="100000">
                                          <p:val>
                                            <p:strVal val="0"/>
                                          </p:val>
                                        </p:tav>
                                      </p:tavLst>
                                    </p:anim>
                                    <p:set>
                                      <p:cBhvr>
                                        <p:cTn dur="1" fill="hold">
                                          <p:stCondLst>
                                            <p:cond delay="500"/>
                                          </p:stCondLst>
                                        </p:cTn>
                                        <p:tgtEl>
                                          <p:spTgt spid="4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85"/>
                                        </p:tgtEl>
                                      </p:cBhvr>
                                    </p:animEffect>
                                    <p:set>
                                      <p:cBhvr>
                                        <p:cTn dur="1" fill="hold">
                                          <p:stCondLst>
                                            <p:cond delay="500"/>
                                          </p:stCondLst>
                                        </p:cTn>
                                        <p:tgtEl>
                                          <p:spTgt spid="485"/>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70"/>
                                        </p:tgtEl>
                                        <p:attrNameLst>
                                          <p:attrName>style.visibility</p:attrName>
                                        </p:attrNameLst>
                                      </p:cBhvr>
                                      <p:to>
                                        <p:strVal val="visible"/>
                                      </p:to>
                                    </p:set>
                                    <p:anim calcmode="lin" valueType="num">
                                      <p:cBhvr additive="base">
                                        <p:cTn dur="500"/>
                                        <p:tgtEl>
                                          <p:spTgt spid="470"/>
                                        </p:tgtEl>
                                        <p:attrNameLst>
                                          <p:attrName>ppt_w</p:attrName>
                                        </p:attrNameLst>
                                      </p:cBhvr>
                                      <p:tavLst>
                                        <p:tav fmla="" tm="0">
                                          <p:val>
                                            <p:strVal val="0"/>
                                          </p:val>
                                        </p:tav>
                                        <p:tav fmla="" tm="100000">
                                          <p:val>
                                            <p:strVal val="#ppt_w"/>
                                          </p:val>
                                        </p:tav>
                                      </p:tavLst>
                                    </p:anim>
                                    <p:anim calcmode="lin" valueType="num">
                                      <p:cBhvr additive="base">
                                        <p:cTn dur="500"/>
                                        <p:tgtEl>
                                          <p:spTgt spid="47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1"/>
                                        </p:tgtEl>
                                        <p:attrNameLst>
                                          <p:attrName>style.visibility</p:attrName>
                                        </p:attrNameLst>
                                      </p:cBhvr>
                                      <p:to>
                                        <p:strVal val="visible"/>
                                      </p:to>
                                    </p:set>
                                    <p:anim calcmode="lin" valueType="num">
                                      <p:cBhvr additive="base">
                                        <p:cTn dur="500"/>
                                        <p:tgtEl>
                                          <p:spTgt spid="471"/>
                                        </p:tgtEl>
                                        <p:attrNameLst>
                                          <p:attrName>ppt_w</p:attrName>
                                        </p:attrNameLst>
                                      </p:cBhvr>
                                      <p:tavLst>
                                        <p:tav fmla="" tm="0">
                                          <p:val>
                                            <p:strVal val="0"/>
                                          </p:val>
                                        </p:tav>
                                        <p:tav fmla="" tm="100000">
                                          <p:val>
                                            <p:strVal val="#ppt_w"/>
                                          </p:val>
                                        </p:tav>
                                      </p:tavLst>
                                    </p:anim>
                                    <p:anim calcmode="lin" valueType="num">
                                      <p:cBhvr additive="base">
                                        <p:cTn dur="500"/>
                                        <p:tgtEl>
                                          <p:spTgt spid="471"/>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72"/>
                                        </p:tgtEl>
                                        <p:attrNameLst>
                                          <p:attrName>style.visibility</p:attrName>
                                        </p:attrNameLst>
                                      </p:cBhvr>
                                      <p:to>
                                        <p:strVal val="visible"/>
                                      </p:to>
                                    </p:set>
                                    <p:anim calcmode="lin" valueType="num">
                                      <p:cBhvr additive="base">
                                        <p:cTn dur="500"/>
                                        <p:tgtEl>
                                          <p:spTgt spid="472"/>
                                        </p:tgtEl>
                                        <p:attrNameLst>
                                          <p:attrName>ppt_w</p:attrName>
                                        </p:attrNameLst>
                                      </p:cBhvr>
                                      <p:tavLst>
                                        <p:tav fmla="" tm="0">
                                          <p:val>
                                            <p:strVal val="0"/>
                                          </p:val>
                                        </p:tav>
                                        <p:tav fmla="" tm="100000">
                                          <p:val>
                                            <p:strVal val="#ppt_w"/>
                                          </p:val>
                                        </p:tav>
                                      </p:tavLst>
                                    </p:anim>
                                    <p:anim calcmode="lin" valueType="num">
                                      <p:cBhvr additive="base">
                                        <p:cTn dur="500"/>
                                        <p:tgtEl>
                                          <p:spTgt spid="4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472"/>
                                        </p:tgtEl>
                                        <p:attrNameLst>
                                          <p:attrName>ppt_w</p:attrName>
                                        </p:attrNameLst>
                                      </p:cBhvr>
                                      <p:tavLst>
                                        <p:tav fmla="" tm="0">
                                          <p:val>
                                            <p:strVal val="#ppt_w"/>
                                          </p:val>
                                        </p:tav>
                                        <p:tav fmla="" tm="100000">
                                          <p:val>
                                            <p:strVal val="0"/>
                                          </p:val>
                                        </p:tav>
                                      </p:tavLst>
                                    </p:anim>
                                    <p:anim calcmode="lin" valueType="num">
                                      <p:cBhvr additive="base">
                                        <p:cTn dur="500"/>
                                        <p:tgtEl>
                                          <p:spTgt spid="472"/>
                                        </p:tgtEl>
                                        <p:attrNameLst>
                                          <p:attrName>ppt_h</p:attrName>
                                        </p:attrNameLst>
                                      </p:cBhvr>
                                      <p:tavLst>
                                        <p:tav fmla="" tm="0">
                                          <p:val>
                                            <p:strVal val="#ppt_h"/>
                                          </p:val>
                                        </p:tav>
                                        <p:tav fmla="" tm="100000">
                                          <p:val>
                                            <p:strVal val="0"/>
                                          </p:val>
                                        </p:tav>
                                      </p:tavLst>
                                    </p:anim>
                                    <p:set>
                                      <p:cBhvr>
                                        <p:cTn dur="1" fill="hold">
                                          <p:stCondLst>
                                            <p:cond delay="500"/>
                                          </p:stCondLst>
                                        </p:cTn>
                                        <p:tgtEl>
                                          <p:spTgt spid="47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474"/>
                                        </p:tgtEl>
                                        <p:attrNameLst>
                                          <p:attrName>style.visibility</p:attrName>
                                        </p:attrNameLst>
                                      </p:cBhvr>
                                      <p:to>
                                        <p:strVal val="visible"/>
                                      </p:to>
                                    </p:set>
                                    <p:anim calcmode="lin" valueType="num">
                                      <p:cBhvr additive="base">
                                        <p:cTn dur="500"/>
                                        <p:tgtEl>
                                          <p:spTgt spid="474"/>
                                        </p:tgtEl>
                                        <p:attrNameLst>
                                          <p:attrName>ppt_w</p:attrName>
                                        </p:attrNameLst>
                                      </p:cBhvr>
                                      <p:tavLst>
                                        <p:tav fmla="" tm="0">
                                          <p:val>
                                            <p:strVal val="0"/>
                                          </p:val>
                                        </p:tav>
                                        <p:tav fmla="" tm="100000">
                                          <p:val>
                                            <p:strVal val="#ppt_w"/>
                                          </p:val>
                                        </p:tav>
                                      </p:tavLst>
                                    </p:anim>
                                    <p:anim calcmode="lin" valueType="num">
                                      <p:cBhvr additive="base">
                                        <p:cTn dur="500"/>
                                        <p:tgtEl>
                                          <p:spTgt spid="474"/>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6">
                                            <p:txEl>
                                              <p:pRg end="0" st="0"/>
                                            </p:txEl>
                                          </p:spTgt>
                                        </p:tgtEl>
                                        <p:attrNameLst>
                                          <p:attrName>style.visibility</p:attrName>
                                        </p:attrNameLst>
                                      </p:cBhvr>
                                      <p:to>
                                        <p:strVal val="visible"/>
                                      </p:to>
                                    </p:set>
                                    <p:animEffect filter="fade" transition="in">
                                      <p:cBhvr>
                                        <p:cTn dur="500"/>
                                        <p:tgtEl>
                                          <p:spTgt spid="466">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6">
                                            <p:txEl>
                                              <p:pRg end="1" st="1"/>
                                            </p:txEl>
                                          </p:spTgt>
                                        </p:tgtEl>
                                        <p:attrNameLst>
                                          <p:attrName>style.visibility</p:attrName>
                                        </p:attrNameLst>
                                      </p:cBhvr>
                                      <p:to>
                                        <p:strVal val="visible"/>
                                      </p:to>
                                    </p:set>
                                    <p:animEffect filter="fade" transition="in">
                                      <p:cBhvr>
                                        <p:cTn dur="500"/>
                                        <p:tgtEl>
                                          <p:spTgt spid="466">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66">
                                            <p:txEl>
                                              <p:pRg end="2" st="2"/>
                                            </p:txEl>
                                          </p:spTgt>
                                        </p:tgtEl>
                                        <p:attrNameLst>
                                          <p:attrName>style.visibility</p:attrName>
                                        </p:attrNameLst>
                                      </p:cBhvr>
                                      <p:to>
                                        <p:strVal val="visible"/>
                                      </p:to>
                                    </p:set>
                                    <p:animEffect filter="fade" transition="in">
                                      <p:cBhvr>
                                        <p:cTn dur="500"/>
                                        <p:tgtEl>
                                          <p:spTgt spid="466">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66">
                                            <p:txEl>
                                              <p:pRg end="3" st="3"/>
                                            </p:txEl>
                                          </p:spTgt>
                                        </p:tgtEl>
                                        <p:attrNameLst>
                                          <p:attrName>style.visibility</p:attrName>
                                        </p:attrNameLst>
                                      </p:cBhvr>
                                      <p:to>
                                        <p:strVal val="visible"/>
                                      </p:to>
                                    </p:set>
                                    <p:animEffect filter="fade" transition="in">
                                      <p:cBhvr>
                                        <p:cTn dur="500"/>
                                        <p:tgtEl>
                                          <p:spTgt spid="466">
                                            <p:txEl>
                                              <p:pRg end="3" st="3"/>
                                            </p:txEl>
                                          </p:spTgt>
                                        </p:tgtEl>
                                      </p:cBhvr>
                                    </p:animEffect>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479"/>
                                        </p:tgtEl>
                                        <p:attrNameLst>
                                          <p:attrName>style.visibility</p:attrName>
                                        </p:attrNameLst>
                                      </p:cBhvr>
                                      <p:to>
                                        <p:strVal val="visible"/>
                                      </p:to>
                                    </p:set>
                                    <p:anim calcmode="lin" valueType="num">
                                      <p:cBhvr additive="base">
                                        <p:cTn dur="500"/>
                                        <p:tgtEl>
                                          <p:spTgt spid="479"/>
                                        </p:tgtEl>
                                        <p:attrNameLst>
                                          <p:attrName>ppt_w</p:attrName>
                                        </p:attrNameLst>
                                      </p:cBhvr>
                                      <p:tavLst>
                                        <p:tav fmla="" tm="0">
                                          <p:val>
                                            <p:strVal val="0"/>
                                          </p:val>
                                        </p:tav>
                                        <p:tav fmla="" tm="100000">
                                          <p:val>
                                            <p:strVal val="#ppt_w"/>
                                          </p:val>
                                        </p:tav>
                                      </p:tavLst>
                                    </p:anim>
                                    <p:anim calcmode="lin" valueType="num">
                                      <p:cBhvr additive="base">
                                        <p:cTn dur="500"/>
                                        <p:tgtEl>
                                          <p:spTgt spid="4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5"/>
                                        </p:tgtEl>
                                        <p:attrNameLst>
                                          <p:attrName>style.visibility</p:attrName>
                                        </p:attrNameLst>
                                      </p:cBhvr>
                                      <p:to>
                                        <p:strVal val="visible"/>
                                      </p:to>
                                    </p:set>
                                    <p:anim calcmode="lin" valueType="num">
                                      <p:cBhvr additive="base">
                                        <p:cTn dur="500"/>
                                        <p:tgtEl>
                                          <p:spTgt spid="475"/>
                                        </p:tgtEl>
                                        <p:attrNameLst>
                                          <p:attrName>ppt_w</p:attrName>
                                        </p:attrNameLst>
                                      </p:cBhvr>
                                      <p:tavLst>
                                        <p:tav fmla="" tm="0">
                                          <p:val>
                                            <p:strVal val="0"/>
                                          </p:val>
                                        </p:tav>
                                        <p:tav fmla="" tm="100000">
                                          <p:val>
                                            <p:strVal val="#ppt_w"/>
                                          </p:val>
                                        </p:tav>
                                      </p:tavLst>
                                    </p:anim>
                                    <p:anim calcmode="lin" valueType="num">
                                      <p:cBhvr additive="base">
                                        <p:cTn dur="500"/>
                                        <p:tgtEl>
                                          <p:spTgt spid="475"/>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xit" presetID="23" presetSubtype="32">
                                  <p:stCondLst>
                                    <p:cond delay="0"/>
                                  </p:stCondLst>
                                  <p:childTnLst>
                                    <p:anim calcmode="lin" valueType="num">
                                      <p:cBhvr additive="base">
                                        <p:cTn dur="500"/>
                                        <p:tgtEl>
                                          <p:spTgt spid="479"/>
                                        </p:tgtEl>
                                        <p:attrNameLst>
                                          <p:attrName>ppt_w</p:attrName>
                                        </p:attrNameLst>
                                      </p:cBhvr>
                                      <p:tavLst>
                                        <p:tav fmla="" tm="0">
                                          <p:val>
                                            <p:strVal val="#ppt_w"/>
                                          </p:val>
                                        </p:tav>
                                        <p:tav fmla="" tm="100000">
                                          <p:val>
                                            <p:strVal val="0"/>
                                          </p:val>
                                        </p:tav>
                                      </p:tavLst>
                                    </p:anim>
                                    <p:anim calcmode="lin" valueType="num">
                                      <p:cBhvr additive="base">
                                        <p:cTn dur="500"/>
                                        <p:tgtEl>
                                          <p:spTgt spid="479"/>
                                        </p:tgtEl>
                                        <p:attrNameLst>
                                          <p:attrName>ppt_h</p:attrName>
                                        </p:attrNameLst>
                                      </p:cBhvr>
                                      <p:tavLst>
                                        <p:tav fmla="" tm="0">
                                          <p:val>
                                            <p:strVal val="#ppt_h"/>
                                          </p:val>
                                        </p:tav>
                                        <p:tav fmla="" tm="100000">
                                          <p:val>
                                            <p:strVal val="0"/>
                                          </p:val>
                                        </p:tav>
                                      </p:tavLst>
                                    </p:anim>
                                    <p:set>
                                      <p:cBhvr>
                                        <p:cTn dur="1" fill="hold">
                                          <p:stCondLst>
                                            <p:cond delay="500"/>
                                          </p:stCondLst>
                                        </p:cTn>
                                        <p:tgtEl>
                                          <p:spTgt spid="479"/>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480"/>
                                        </p:tgtEl>
                                        <p:attrNameLst>
                                          <p:attrName>style.visibility</p:attrName>
                                        </p:attrNameLst>
                                      </p:cBhvr>
                                      <p:to>
                                        <p:strVal val="visible"/>
                                      </p:to>
                                    </p:set>
                                    <p:anim calcmode="lin" valueType="num">
                                      <p:cBhvr additive="base">
                                        <p:cTn dur="500"/>
                                        <p:tgtEl>
                                          <p:spTgt spid="480"/>
                                        </p:tgtEl>
                                        <p:attrNameLst>
                                          <p:attrName>ppt_w</p:attrName>
                                        </p:attrNameLst>
                                      </p:cBhvr>
                                      <p:tavLst>
                                        <p:tav fmla="" tm="0">
                                          <p:val>
                                            <p:strVal val="0"/>
                                          </p:val>
                                        </p:tav>
                                        <p:tav fmla="" tm="100000">
                                          <p:val>
                                            <p:strVal val="#ppt_w"/>
                                          </p:val>
                                        </p:tav>
                                      </p:tavLst>
                                    </p:anim>
                                    <p:anim calcmode="lin" valueType="num">
                                      <p:cBhvr additive="base">
                                        <p:cTn dur="500"/>
                                        <p:tgtEl>
                                          <p:spTgt spid="4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6"/>
                                        </p:tgtEl>
                                        <p:attrNameLst>
                                          <p:attrName>style.visibility</p:attrName>
                                        </p:attrNameLst>
                                      </p:cBhvr>
                                      <p:to>
                                        <p:strVal val="visible"/>
                                      </p:to>
                                    </p:set>
                                    <p:anim calcmode="lin" valueType="num">
                                      <p:cBhvr additive="base">
                                        <p:cTn dur="500"/>
                                        <p:tgtEl>
                                          <p:spTgt spid="476"/>
                                        </p:tgtEl>
                                        <p:attrNameLst>
                                          <p:attrName>ppt_w</p:attrName>
                                        </p:attrNameLst>
                                      </p:cBhvr>
                                      <p:tavLst>
                                        <p:tav fmla="" tm="0">
                                          <p:val>
                                            <p:strVal val="0"/>
                                          </p:val>
                                        </p:tav>
                                        <p:tav fmla="" tm="100000">
                                          <p:val>
                                            <p:strVal val="#ppt_w"/>
                                          </p:val>
                                        </p:tav>
                                      </p:tavLst>
                                    </p:anim>
                                    <p:anim calcmode="lin" valueType="num">
                                      <p:cBhvr additive="base">
                                        <p:cTn dur="500"/>
                                        <p:tgtEl>
                                          <p:spTgt spid="476"/>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81"/>
                                        </p:tgtEl>
                                      </p:cBhvr>
                                    </p:animEffect>
                                    <p:set>
                                      <p:cBhvr>
                                        <p:cTn dur="1" fill="hold">
                                          <p:stCondLst>
                                            <p:cond delay="500"/>
                                          </p:stCondLst>
                                        </p:cTn>
                                        <p:tgtEl>
                                          <p:spTgt spid="48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77"/>
                                        </p:tgtEl>
                                        <p:attrNameLst>
                                          <p:attrName>style.visibility</p:attrName>
                                        </p:attrNameLst>
                                      </p:cBhvr>
                                      <p:to>
                                        <p:strVal val="visible"/>
                                      </p:to>
                                    </p:set>
                                    <p:anim calcmode="lin" valueType="num">
                                      <p:cBhvr additive="base">
                                        <p:cTn dur="500"/>
                                        <p:tgtEl>
                                          <p:spTgt spid="477"/>
                                        </p:tgtEl>
                                        <p:attrNameLst>
                                          <p:attrName>ppt_w</p:attrName>
                                        </p:attrNameLst>
                                      </p:cBhvr>
                                      <p:tavLst>
                                        <p:tav fmla="" tm="0">
                                          <p:val>
                                            <p:strVal val="0"/>
                                          </p:val>
                                        </p:tav>
                                        <p:tav fmla="" tm="100000">
                                          <p:val>
                                            <p:strVal val="#ppt_w"/>
                                          </p:val>
                                        </p:tav>
                                      </p:tavLst>
                                    </p:anim>
                                    <p:anim calcmode="lin" valueType="num">
                                      <p:cBhvr additive="base">
                                        <p:cTn dur="500"/>
                                        <p:tgtEl>
                                          <p:spTgt spid="4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480"/>
                                        </p:tgtEl>
                                        <p:attrNameLst>
                                          <p:attrName>ppt_w</p:attrName>
                                        </p:attrNameLst>
                                      </p:cBhvr>
                                      <p:tavLst>
                                        <p:tav fmla="" tm="0">
                                          <p:val>
                                            <p:strVal val="#ppt_w"/>
                                          </p:val>
                                        </p:tav>
                                        <p:tav fmla="" tm="100000">
                                          <p:val>
                                            <p:strVal val="0"/>
                                          </p:val>
                                        </p:tav>
                                      </p:tavLst>
                                    </p:anim>
                                    <p:anim calcmode="lin" valueType="num">
                                      <p:cBhvr additive="base">
                                        <p:cTn dur="500"/>
                                        <p:tgtEl>
                                          <p:spTgt spid="480"/>
                                        </p:tgtEl>
                                        <p:attrNameLst>
                                          <p:attrName>ppt_h</p:attrName>
                                        </p:attrNameLst>
                                      </p:cBhvr>
                                      <p:tavLst>
                                        <p:tav fmla="" tm="0">
                                          <p:val>
                                            <p:strVal val="#ppt_h"/>
                                          </p:val>
                                        </p:tav>
                                        <p:tav fmla="" tm="100000">
                                          <p:val>
                                            <p:strVal val="0"/>
                                          </p:val>
                                        </p:tav>
                                      </p:tavLst>
                                    </p:anim>
                                    <p:set>
                                      <p:cBhvr>
                                        <p:cTn dur="1" fill="hold">
                                          <p:stCondLst>
                                            <p:cond delay="500"/>
                                          </p:stCondLst>
                                        </p:cTn>
                                        <p:tgtEl>
                                          <p:spTgt spid="480"/>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483"/>
                                        </p:tgtEl>
                                        <p:attrNameLst>
                                          <p:attrName>style.visibility</p:attrName>
                                        </p:attrNameLst>
                                      </p:cBhvr>
                                      <p:to>
                                        <p:strVal val="visible"/>
                                      </p:to>
                                    </p:set>
                                    <p:anim calcmode="lin" valueType="num">
                                      <p:cBhvr additive="base">
                                        <p:cTn dur="500"/>
                                        <p:tgtEl>
                                          <p:spTgt spid="483"/>
                                        </p:tgtEl>
                                        <p:attrNameLst>
                                          <p:attrName>ppt_w</p:attrName>
                                        </p:attrNameLst>
                                      </p:cBhvr>
                                      <p:tavLst>
                                        <p:tav fmla="" tm="0">
                                          <p:val>
                                            <p:strVal val="0"/>
                                          </p:val>
                                        </p:tav>
                                        <p:tav fmla="" tm="100000">
                                          <p:val>
                                            <p:strVal val="#ppt_w"/>
                                          </p:val>
                                        </p:tav>
                                      </p:tavLst>
                                    </p:anim>
                                    <p:anim calcmode="lin" valueType="num">
                                      <p:cBhvr additive="base">
                                        <p:cTn dur="500"/>
                                        <p:tgtEl>
                                          <p:spTgt spid="48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500"/>
                                        <p:tgtEl>
                                          <p:spTgt spid="478"/>
                                        </p:tgtEl>
                                        <p:attrNameLst>
                                          <p:attrName>ppt_w</p:attrName>
                                        </p:attrNameLst>
                                      </p:cBhvr>
                                      <p:tavLst>
                                        <p:tav fmla="" tm="0">
                                          <p:val>
                                            <p:strVal val="0"/>
                                          </p:val>
                                        </p:tav>
                                        <p:tav fmla="" tm="100000">
                                          <p:val>
                                            <p:strVal val="#ppt_w"/>
                                          </p:val>
                                        </p:tav>
                                      </p:tavLst>
                                    </p:anim>
                                    <p:anim calcmode="lin" valueType="num">
                                      <p:cBhvr additive="base">
                                        <p:cTn dur="500"/>
                                        <p:tgtEl>
                                          <p:spTgt spid="478"/>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490" name="Shape 490"/>
        <p:cNvGrpSpPr/>
        <p:nvPr/>
      </p:nvGrpSpPr>
      <p:grpSpPr>
        <a:xfrm>
          <a:off x="0" y="0"/>
          <a:ext cx="0" cy="0"/>
          <a:chOff x="0" y="0"/>
          <a:chExt cx="0" cy="0"/>
        </a:xfrm>
      </p:grpSpPr>
      <p:sp>
        <p:nvSpPr>
          <p:cNvPr id="491" name="Google Shape;491;p24"/>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2" name="Google Shape;492;p24"/>
          <p:cNvSpPr/>
          <p:nvPr/>
        </p:nvSpPr>
        <p:spPr>
          <a:xfrm rot="-5400000">
            <a:off x="1964950" y="342253"/>
            <a:ext cx="384149" cy="2965760"/>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3" name="Google Shape;493;p24"/>
          <p:cNvSpPr/>
          <p:nvPr/>
        </p:nvSpPr>
        <p:spPr>
          <a:xfrm>
            <a:off x="1499326" y="1692421"/>
            <a:ext cx="2016689"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lt1"/>
                </a:solidFill>
                <a:latin typeface="Arial"/>
                <a:ea typeface="Arial"/>
                <a:cs typeface="Arial"/>
                <a:sym typeface="Arial"/>
              </a:rPr>
              <a:t>Feeling Confident?</a:t>
            </a:r>
            <a:endParaRPr sz="1800">
              <a:solidFill>
                <a:schemeClr val="lt1"/>
              </a:solidFill>
              <a:latin typeface="Arial"/>
              <a:ea typeface="Arial"/>
              <a:cs typeface="Arial"/>
              <a:sym typeface="Arial"/>
            </a:endParaRPr>
          </a:p>
        </p:txBody>
      </p:sp>
      <p:sp>
        <p:nvSpPr>
          <p:cNvPr id="494" name="Google Shape;494;p24"/>
          <p:cNvSpPr txBox="1"/>
          <p:nvPr/>
        </p:nvSpPr>
        <p:spPr>
          <a:xfrm>
            <a:off x="755647" y="738107"/>
            <a:ext cx="2076043"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Beating Heart</a:t>
            </a:r>
            <a:endParaRPr/>
          </a:p>
        </p:txBody>
      </p:sp>
      <p:sp>
        <p:nvSpPr>
          <p:cNvPr id="495" name="Google Shape;495;p24"/>
          <p:cNvSpPr/>
          <p:nvPr/>
        </p:nvSpPr>
        <p:spPr>
          <a:xfrm>
            <a:off x="1056521" y="1569868"/>
            <a:ext cx="3515479" cy="36009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Now instead of a </a:t>
            </a:r>
            <a:r>
              <a:rPr b="1" lang="en-GB" sz="1800">
                <a:solidFill>
                  <a:srgbClr val="3DB7FE"/>
                </a:solidFill>
                <a:latin typeface="Arial"/>
                <a:ea typeface="Arial"/>
                <a:cs typeface="Arial"/>
                <a:sym typeface="Arial"/>
              </a:rPr>
              <a:t>forever Basic</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 you should have a</a:t>
            </a:r>
            <a:r>
              <a:rPr b="1" lang="en-GB" sz="1800">
                <a:solidFill>
                  <a:schemeClr val="dk1"/>
                </a:solidFill>
                <a:latin typeface="Arial"/>
                <a:ea typeface="Arial"/>
                <a:cs typeface="Arial"/>
                <a:sym typeface="Arial"/>
              </a:rPr>
              <a:t> </a:t>
            </a:r>
            <a:br>
              <a:rPr b="1" lang="en-GB" sz="1800">
                <a:solidFill>
                  <a:schemeClr val="dk1"/>
                </a:solidFill>
                <a:latin typeface="Arial"/>
                <a:ea typeface="Arial"/>
                <a:cs typeface="Arial"/>
                <a:sym typeface="Arial"/>
              </a:rPr>
            </a:br>
            <a:r>
              <a:rPr b="1" lang="en-GB" sz="1800">
                <a:solidFill>
                  <a:srgbClr val="3DB7FE"/>
                </a:solidFill>
                <a:latin typeface="Arial"/>
                <a:ea typeface="Arial"/>
                <a:cs typeface="Arial"/>
                <a:sym typeface="Arial"/>
              </a:rPr>
              <a:t>on button A pressed Input</a:t>
            </a:r>
            <a:r>
              <a:rPr b="1" lang="en-GB" sz="1800">
                <a:solidFill>
                  <a:schemeClr val="dk1"/>
                </a:solidFill>
                <a:latin typeface="Arial"/>
                <a:ea typeface="Arial"/>
                <a:cs typeface="Arial"/>
                <a:sym typeface="Arial"/>
              </a:rPr>
              <a:t> </a:t>
            </a:r>
            <a:r>
              <a:rPr lang="en-GB" sz="1800">
                <a:solidFill>
                  <a:schemeClr val="dk1"/>
                </a:solidFill>
                <a:latin typeface="Arial"/>
                <a:ea typeface="Arial"/>
                <a:cs typeface="Arial"/>
                <a:sym typeface="Arial"/>
              </a:rPr>
              <a:t>block.</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GB" sz="1800">
                <a:solidFill>
                  <a:schemeClr val="dk1"/>
                </a:solidFill>
                <a:latin typeface="Arial"/>
                <a:ea typeface="Arial"/>
                <a:cs typeface="Arial"/>
                <a:sym typeface="Arial"/>
              </a:rPr>
              <a:t>However, you may have noticed that the heart doesn’t beat anymore. We need to add a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loop in.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GB" sz="1800">
                <a:solidFill>
                  <a:schemeClr val="dk1"/>
                </a:solidFill>
                <a:latin typeface="Arial"/>
                <a:ea typeface="Arial"/>
                <a:cs typeface="Arial"/>
                <a:sym typeface="Arial"/>
              </a:rPr>
              <a:t>Now, add a </a:t>
            </a:r>
            <a:r>
              <a:rPr b="1" lang="en-GB" sz="1800">
                <a:solidFill>
                  <a:srgbClr val="3DB7FE"/>
                </a:solidFill>
                <a:latin typeface="Arial"/>
                <a:ea typeface="Arial"/>
                <a:cs typeface="Arial"/>
                <a:sym typeface="Arial"/>
              </a:rPr>
              <a:t>repeat Loops</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 and type </a:t>
            </a:r>
            <a:r>
              <a:rPr b="1" lang="en-GB" sz="1800">
                <a:solidFill>
                  <a:srgbClr val="3DB7FE"/>
                </a:solidFill>
                <a:latin typeface="Arial"/>
                <a:ea typeface="Arial"/>
                <a:cs typeface="Arial"/>
                <a:sym typeface="Arial"/>
              </a:rPr>
              <a:t>5</a:t>
            </a:r>
            <a:r>
              <a:rPr b="1" lang="en-GB" sz="1800">
                <a:solidFill>
                  <a:schemeClr val="dk1"/>
                </a:solidFill>
                <a:latin typeface="Arial"/>
                <a:ea typeface="Arial"/>
                <a:cs typeface="Arial"/>
                <a:sym typeface="Arial"/>
              </a:rPr>
              <a:t> </a:t>
            </a:r>
            <a:r>
              <a:rPr lang="en-GB" sz="1800">
                <a:solidFill>
                  <a:schemeClr val="dk1"/>
                </a:solidFill>
                <a:latin typeface="Arial"/>
                <a:ea typeface="Arial"/>
                <a:cs typeface="Arial"/>
                <a:sym typeface="Arial"/>
              </a:rPr>
              <a:t>into the white space. Your repeat loop should go around the code you wish to repeat. </a:t>
            </a:r>
            <a:endParaRPr/>
          </a:p>
        </p:txBody>
      </p:sp>
      <p:sp>
        <p:nvSpPr>
          <p:cNvPr id="496" name="Google Shape;496;p24"/>
          <p:cNvSpPr txBox="1"/>
          <p:nvPr/>
        </p:nvSpPr>
        <p:spPr>
          <a:xfrm>
            <a:off x="841628" y="2606923"/>
            <a:ext cx="3730372" cy="2215991"/>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Can you alter the code so that the heart only beats when button A is pressed?</a:t>
            </a:r>
            <a:endParaRPr/>
          </a:p>
          <a:p>
            <a:pPr indent="0" lvl="0" marL="114300" marR="0" rtl="0" algn="l">
              <a:spcBef>
                <a:spcPts val="0"/>
              </a:spcBef>
              <a:spcAft>
                <a:spcPts val="0"/>
              </a:spcAft>
              <a:buNone/>
            </a:pPr>
            <a:r>
              <a:t/>
            </a:r>
            <a:endParaRPr sz="1800">
              <a:solidFill>
                <a:schemeClr val="dk1"/>
              </a:solidFill>
              <a:latin typeface="Arial"/>
              <a:ea typeface="Arial"/>
              <a:cs typeface="Arial"/>
              <a:sym typeface="Arial"/>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Did you notice any changes to your program?</a:t>
            </a:r>
            <a:endParaRPr/>
          </a:p>
          <a:p>
            <a:pPr indent="0" lvl="0" marL="114300" marR="0" rtl="0" algn="l">
              <a:spcBef>
                <a:spcPts val="0"/>
              </a:spcBef>
              <a:spcAft>
                <a:spcPts val="0"/>
              </a:spcAft>
              <a:buNone/>
            </a:pPr>
            <a:r>
              <a:t/>
            </a:r>
            <a:endParaRPr sz="1800">
              <a:solidFill>
                <a:schemeClr val="dk1"/>
              </a:solidFill>
              <a:latin typeface="Arial"/>
              <a:ea typeface="Arial"/>
              <a:cs typeface="Arial"/>
              <a:sym typeface="Arial"/>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How did you change your code?</a:t>
            </a:r>
            <a:endParaRPr/>
          </a:p>
        </p:txBody>
      </p:sp>
      <p:sp>
        <p:nvSpPr>
          <p:cNvPr id="497" name="Google Shape;497;p24"/>
          <p:cNvSpPr/>
          <p:nvPr/>
        </p:nvSpPr>
        <p:spPr>
          <a:xfrm rot="5400000">
            <a:off x="674143" y="265609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8" name="Google Shape;498;p24"/>
          <p:cNvSpPr/>
          <p:nvPr/>
        </p:nvSpPr>
        <p:spPr>
          <a:xfrm rot="5400000">
            <a:off x="674143" y="3790346"/>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9" name="Google Shape;499;p24"/>
          <p:cNvSpPr/>
          <p:nvPr/>
        </p:nvSpPr>
        <p:spPr>
          <a:xfrm rot="5400000">
            <a:off x="674143" y="4575141"/>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0" name="Google Shape;500;p24"/>
          <p:cNvSpPr/>
          <p:nvPr/>
        </p:nvSpPr>
        <p:spPr>
          <a:xfrm>
            <a:off x="4831572" y="1632472"/>
            <a:ext cx="3556778" cy="3262343"/>
          </a:xfrm>
          <a:prstGeom prst="roundRect">
            <a:avLst>
              <a:gd fmla="val 4811" name="adj"/>
            </a:avLst>
          </a:prstGeom>
          <a:no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1" name="Google Shape;501;p24"/>
          <p:cNvSpPr/>
          <p:nvPr/>
        </p:nvSpPr>
        <p:spPr>
          <a:xfrm rot="5400000">
            <a:off x="755647" y="1632472"/>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2" name="Google Shape;502;p24"/>
          <p:cNvSpPr/>
          <p:nvPr/>
        </p:nvSpPr>
        <p:spPr>
          <a:xfrm rot="5400000">
            <a:off x="755647" y="2741899"/>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3" name="Google Shape;503;p24"/>
          <p:cNvSpPr/>
          <p:nvPr/>
        </p:nvSpPr>
        <p:spPr>
          <a:xfrm rot="5400000">
            <a:off x="755647" y="4116101"/>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4" name="Google Shape;504;p24"/>
          <p:cNvSpPr txBox="1"/>
          <p:nvPr/>
        </p:nvSpPr>
        <p:spPr>
          <a:xfrm>
            <a:off x="2785024" y="738107"/>
            <a:ext cx="730991"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Loop</a:t>
            </a:r>
            <a:endParaRPr/>
          </a:p>
        </p:txBody>
      </p:sp>
      <p:pic>
        <p:nvPicPr>
          <p:cNvPr id="505" name="Google Shape;505;p24"/>
          <p:cNvPicPr preferRelativeResize="0"/>
          <p:nvPr/>
        </p:nvPicPr>
        <p:blipFill rotWithShape="1">
          <a:blip r:embed="rId3">
            <a:alphaModFix/>
          </a:blip>
          <a:srcRect b="0" l="0" r="0" t="0"/>
          <a:stretch/>
        </p:blipFill>
        <p:spPr>
          <a:xfrm>
            <a:off x="715971" y="1546185"/>
            <a:ext cx="673505" cy="977184"/>
          </a:xfrm>
          <a:prstGeom prst="rect">
            <a:avLst/>
          </a:prstGeom>
          <a:noFill/>
          <a:ln>
            <a:noFill/>
          </a:ln>
        </p:spPr>
      </p:pic>
      <p:pic>
        <p:nvPicPr>
          <p:cNvPr id="506" name="Google Shape;506;p24"/>
          <p:cNvPicPr preferRelativeResize="0"/>
          <p:nvPr/>
        </p:nvPicPr>
        <p:blipFill rotWithShape="1">
          <a:blip r:embed="rId4">
            <a:alphaModFix/>
          </a:blip>
          <a:srcRect b="0" l="0" r="0" t="0"/>
          <a:stretch/>
        </p:blipFill>
        <p:spPr>
          <a:xfrm>
            <a:off x="5744098" y="2260754"/>
            <a:ext cx="1896620" cy="2103120"/>
          </a:xfrm>
          <a:prstGeom prst="rect">
            <a:avLst/>
          </a:prstGeom>
          <a:noFill/>
          <a:ln>
            <a:noFill/>
          </a:ln>
        </p:spPr>
      </p:pic>
      <p:pic>
        <p:nvPicPr>
          <p:cNvPr id="507" name="Google Shape;507;p24"/>
          <p:cNvPicPr preferRelativeResize="0"/>
          <p:nvPr/>
        </p:nvPicPr>
        <p:blipFill rotWithShape="1">
          <a:blip r:embed="rId5">
            <a:alphaModFix/>
          </a:blip>
          <a:srcRect b="0" l="0" r="0" t="0"/>
          <a:stretch/>
        </p:blipFill>
        <p:spPr>
          <a:xfrm>
            <a:off x="5686958" y="1920404"/>
            <a:ext cx="2010899" cy="27838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497"/>
                                        </p:tgtEl>
                                        <p:attrNameLst>
                                          <p:attrName>style.visibility</p:attrName>
                                        </p:attrNameLst>
                                      </p:cBhvr>
                                      <p:to>
                                        <p:strVal val="visible"/>
                                      </p:to>
                                    </p:set>
                                    <p:anim calcmode="lin" valueType="num">
                                      <p:cBhvr additive="base">
                                        <p:cTn dur="500"/>
                                        <p:tgtEl>
                                          <p:spTgt spid="497"/>
                                        </p:tgtEl>
                                        <p:attrNameLst>
                                          <p:attrName>ppt_w</p:attrName>
                                        </p:attrNameLst>
                                      </p:cBhvr>
                                      <p:tavLst>
                                        <p:tav fmla="" tm="0">
                                          <p:val>
                                            <p:strVal val="0"/>
                                          </p:val>
                                        </p:tav>
                                        <p:tav fmla="" tm="100000">
                                          <p:val>
                                            <p:strVal val="#ppt_w"/>
                                          </p:val>
                                        </p:tav>
                                      </p:tavLst>
                                    </p:anim>
                                    <p:anim calcmode="lin" valueType="num">
                                      <p:cBhvr additive="base">
                                        <p:cTn dur="500"/>
                                        <p:tgtEl>
                                          <p:spTgt spid="497"/>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96">
                                            <p:txEl>
                                              <p:pRg end="0" st="0"/>
                                            </p:txEl>
                                          </p:spTgt>
                                        </p:tgtEl>
                                        <p:attrNameLst>
                                          <p:attrName>style.visibility</p:attrName>
                                        </p:attrNameLst>
                                      </p:cBhvr>
                                      <p:to>
                                        <p:strVal val="visible"/>
                                      </p:to>
                                    </p:set>
                                    <p:animEffect filter="fade" transition="in">
                                      <p:cBhvr>
                                        <p:cTn dur="500"/>
                                        <p:tgtEl>
                                          <p:spTgt spid="496">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96">
                                            <p:txEl>
                                              <p:pRg end="1" st="1"/>
                                            </p:txEl>
                                          </p:spTgt>
                                        </p:tgtEl>
                                        <p:attrNameLst>
                                          <p:attrName>style.visibility</p:attrName>
                                        </p:attrNameLst>
                                      </p:cBhvr>
                                      <p:to>
                                        <p:strVal val="visible"/>
                                      </p:to>
                                    </p:set>
                                    <p:animEffect filter="fade" transition="in">
                                      <p:cBhvr>
                                        <p:cTn dur="500"/>
                                        <p:tgtEl>
                                          <p:spTgt spid="496">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96">
                                            <p:txEl>
                                              <p:pRg end="2" st="2"/>
                                            </p:txEl>
                                          </p:spTgt>
                                        </p:tgtEl>
                                        <p:attrNameLst>
                                          <p:attrName>style.visibility</p:attrName>
                                        </p:attrNameLst>
                                      </p:cBhvr>
                                      <p:to>
                                        <p:strVal val="visible"/>
                                      </p:to>
                                    </p:set>
                                    <p:animEffect filter="fade" transition="in">
                                      <p:cBhvr>
                                        <p:cTn dur="500"/>
                                        <p:tgtEl>
                                          <p:spTgt spid="496">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96">
                                            <p:txEl>
                                              <p:pRg end="3" st="3"/>
                                            </p:txEl>
                                          </p:spTgt>
                                        </p:tgtEl>
                                        <p:attrNameLst>
                                          <p:attrName>style.visibility</p:attrName>
                                        </p:attrNameLst>
                                      </p:cBhvr>
                                      <p:to>
                                        <p:strVal val="visible"/>
                                      </p:to>
                                    </p:set>
                                    <p:animEffect filter="fade" transition="in">
                                      <p:cBhvr>
                                        <p:cTn dur="500"/>
                                        <p:tgtEl>
                                          <p:spTgt spid="496">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96">
                                            <p:txEl>
                                              <p:pRg end="4" st="4"/>
                                            </p:txEl>
                                          </p:spTgt>
                                        </p:tgtEl>
                                        <p:attrNameLst>
                                          <p:attrName>style.visibility</p:attrName>
                                        </p:attrNameLst>
                                      </p:cBhvr>
                                      <p:to>
                                        <p:strVal val="visible"/>
                                      </p:to>
                                    </p:set>
                                    <p:animEffect filter="fade" transition="in">
                                      <p:cBhvr>
                                        <p:cTn dur="500"/>
                                        <p:tgtEl>
                                          <p:spTgt spid="4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8"/>
                                        </p:tgtEl>
                                        <p:attrNameLst>
                                          <p:attrName>style.visibility</p:attrName>
                                        </p:attrNameLst>
                                      </p:cBhvr>
                                      <p:to>
                                        <p:strVal val="visible"/>
                                      </p:to>
                                    </p:set>
                                    <p:anim calcmode="lin" valueType="num">
                                      <p:cBhvr additive="base">
                                        <p:cTn dur="500"/>
                                        <p:tgtEl>
                                          <p:spTgt spid="498"/>
                                        </p:tgtEl>
                                        <p:attrNameLst>
                                          <p:attrName>ppt_w</p:attrName>
                                        </p:attrNameLst>
                                      </p:cBhvr>
                                      <p:tavLst>
                                        <p:tav fmla="" tm="0">
                                          <p:val>
                                            <p:strVal val="0"/>
                                          </p:val>
                                        </p:tav>
                                        <p:tav fmla="" tm="100000">
                                          <p:val>
                                            <p:strVal val="#ppt_w"/>
                                          </p:val>
                                        </p:tav>
                                      </p:tavLst>
                                    </p:anim>
                                    <p:anim calcmode="lin" valueType="num">
                                      <p:cBhvr additive="base">
                                        <p:cTn dur="500"/>
                                        <p:tgtEl>
                                          <p:spTgt spid="4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9"/>
                                        </p:tgtEl>
                                        <p:attrNameLst>
                                          <p:attrName>style.visibility</p:attrName>
                                        </p:attrNameLst>
                                      </p:cBhvr>
                                      <p:to>
                                        <p:strVal val="visible"/>
                                      </p:to>
                                    </p:set>
                                    <p:anim calcmode="lin" valueType="num">
                                      <p:cBhvr additive="base">
                                        <p:cTn dur="500"/>
                                        <p:tgtEl>
                                          <p:spTgt spid="499"/>
                                        </p:tgtEl>
                                        <p:attrNameLst>
                                          <p:attrName>ppt_w</p:attrName>
                                        </p:attrNameLst>
                                      </p:cBhvr>
                                      <p:tavLst>
                                        <p:tav fmla="" tm="0">
                                          <p:val>
                                            <p:strVal val="0"/>
                                          </p:val>
                                        </p:tav>
                                        <p:tav fmla="" tm="100000">
                                          <p:val>
                                            <p:strVal val="#ppt_w"/>
                                          </p:val>
                                        </p:tav>
                                      </p:tavLst>
                                    </p:anim>
                                    <p:anim calcmode="lin" valueType="num">
                                      <p:cBhvr additive="base">
                                        <p:cTn dur="500"/>
                                        <p:tgtEl>
                                          <p:spTgt spid="4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92"/>
                                        </p:tgtEl>
                                      </p:cBhvr>
                                    </p:animEffect>
                                    <p:set>
                                      <p:cBhvr>
                                        <p:cTn dur="1" fill="hold">
                                          <p:stCondLst>
                                            <p:cond delay="500"/>
                                          </p:stCondLst>
                                        </p:cTn>
                                        <p:tgtEl>
                                          <p:spTgt spid="49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3"/>
                                        </p:tgtEl>
                                      </p:cBhvr>
                                    </p:animEffect>
                                    <p:set>
                                      <p:cBhvr>
                                        <p:cTn dur="1" fill="hold">
                                          <p:stCondLst>
                                            <p:cond delay="500"/>
                                          </p:stCondLst>
                                        </p:cTn>
                                        <p:tgtEl>
                                          <p:spTgt spid="4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6">
                                            <p:txEl>
                                              <p:pRg end="0" st="0"/>
                                            </p:txEl>
                                          </p:spTgt>
                                        </p:tgtEl>
                                      </p:cBhvr>
                                    </p:animEffect>
                                    <p:set>
                                      <p:cBhvr>
                                        <p:cTn dur="1" fill="hold">
                                          <p:stCondLst>
                                            <p:cond delay="500"/>
                                          </p:stCondLst>
                                        </p:cTn>
                                        <p:tgtEl>
                                          <p:spTgt spid="496">
                                            <p:txEl>
                                              <p:pRg end="0" st="0"/>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6">
                                            <p:txEl>
                                              <p:pRg end="1" st="1"/>
                                            </p:txEl>
                                          </p:spTgt>
                                        </p:tgtEl>
                                      </p:cBhvr>
                                    </p:animEffect>
                                    <p:set>
                                      <p:cBhvr>
                                        <p:cTn dur="1" fill="hold">
                                          <p:stCondLst>
                                            <p:cond delay="500"/>
                                          </p:stCondLst>
                                        </p:cTn>
                                        <p:tgtEl>
                                          <p:spTgt spid="496">
                                            <p:txEl>
                                              <p:pRg end="1" st="1"/>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6">
                                            <p:txEl>
                                              <p:pRg end="2" st="2"/>
                                            </p:txEl>
                                          </p:spTgt>
                                        </p:tgtEl>
                                      </p:cBhvr>
                                    </p:animEffect>
                                    <p:set>
                                      <p:cBhvr>
                                        <p:cTn dur="1" fill="hold">
                                          <p:stCondLst>
                                            <p:cond delay="500"/>
                                          </p:stCondLst>
                                        </p:cTn>
                                        <p:tgtEl>
                                          <p:spTgt spid="496">
                                            <p:txEl>
                                              <p:pRg end="2" st="2"/>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6">
                                            <p:txEl>
                                              <p:pRg end="3" st="3"/>
                                            </p:txEl>
                                          </p:spTgt>
                                        </p:tgtEl>
                                      </p:cBhvr>
                                    </p:animEffect>
                                    <p:set>
                                      <p:cBhvr>
                                        <p:cTn dur="1" fill="hold">
                                          <p:stCondLst>
                                            <p:cond delay="500"/>
                                          </p:stCondLst>
                                        </p:cTn>
                                        <p:tgtEl>
                                          <p:spTgt spid="496">
                                            <p:txEl>
                                              <p:pRg end="3" st="3"/>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6">
                                            <p:txEl>
                                              <p:pRg end="4" st="4"/>
                                            </p:txEl>
                                          </p:spTgt>
                                        </p:tgtEl>
                                      </p:cBhvr>
                                    </p:animEffect>
                                    <p:set>
                                      <p:cBhvr>
                                        <p:cTn dur="1" fill="hold">
                                          <p:stCondLst>
                                            <p:cond delay="500"/>
                                          </p:stCondLst>
                                        </p:cTn>
                                        <p:tgtEl>
                                          <p:spTgt spid="496">
                                            <p:txEl>
                                              <p:pRg end="4" st="4"/>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7"/>
                                        </p:tgtEl>
                                      </p:cBhvr>
                                    </p:animEffect>
                                    <p:set>
                                      <p:cBhvr>
                                        <p:cTn dur="1" fill="hold">
                                          <p:stCondLst>
                                            <p:cond delay="500"/>
                                          </p:stCondLst>
                                        </p:cTn>
                                        <p:tgtEl>
                                          <p:spTgt spid="49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8"/>
                                        </p:tgtEl>
                                      </p:cBhvr>
                                    </p:animEffect>
                                    <p:set>
                                      <p:cBhvr>
                                        <p:cTn dur="1" fill="hold">
                                          <p:stCondLst>
                                            <p:cond delay="500"/>
                                          </p:stCondLst>
                                        </p:cTn>
                                        <p:tgtEl>
                                          <p:spTgt spid="49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99"/>
                                        </p:tgtEl>
                                      </p:cBhvr>
                                    </p:animEffect>
                                    <p:set>
                                      <p:cBhvr>
                                        <p:cTn dur="1" fill="hold">
                                          <p:stCondLst>
                                            <p:cond delay="500"/>
                                          </p:stCondLst>
                                        </p:cTn>
                                        <p:tgtEl>
                                          <p:spTgt spid="49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05"/>
                                        </p:tgtEl>
                                      </p:cBhvr>
                                    </p:animEffect>
                                    <p:set>
                                      <p:cBhvr>
                                        <p:cTn dur="1" fill="hold">
                                          <p:stCondLst>
                                            <p:cond delay="500"/>
                                          </p:stCondLst>
                                        </p:cTn>
                                        <p:tgtEl>
                                          <p:spTgt spid="505"/>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501"/>
                                        </p:tgtEl>
                                        <p:attrNameLst>
                                          <p:attrName>style.visibility</p:attrName>
                                        </p:attrNameLst>
                                      </p:cBhvr>
                                      <p:to>
                                        <p:strVal val="visible"/>
                                      </p:to>
                                    </p:set>
                                    <p:anim calcmode="lin" valueType="num">
                                      <p:cBhvr additive="base">
                                        <p:cTn dur="500"/>
                                        <p:tgtEl>
                                          <p:spTgt spid="501"/>
                                        </p:tgtEl>
                                        <p:attrNameLst>
                                          <p:attrName>ppt_w</p:attrName>
                                        </p:attrNameLst>
                                      </p:cBhvr>
                                      <p:tavLst>
                                        <p:tav fmla="" tm="0">
                                          <p:val>
                                            <p:strVal val="0"/>
                                          </p:val>
                                        </p:tav>
                                        <p:tav fmla="" tm="100000">
                                          <p:val>
                                            <p:strVal val="#ppt_w"/>
                                          </p:val>
                                        </p:tav>
                                      </p:tavLst>
                                    </p:anim>
                                    <p:anim calcmode="lin" valueType="num">
                                      <p:cBhvr additive="base">
                                        <p:cTn dur="500"/>
                                        <p:tgtEl>
                                          <p:spTgt spid="501"/>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95">
                                            <p:txEl>
                                              <p:pRg end="0" st="0"/>
                                            </p:txEl>
                                          </p:spTgt>
                                        </p:tgtEl>
                                        <p:attrNameLst>
                                          <p:attrName>style.visibility</p:attrName>
                                        </p:attrNameLst>
                                      </p:cBhvr>
                                      <p:to>
                                        <p:strVal val="visible"/>
                                      </p:to>
                                    </p:set>
                                    <p:animEffect filter="fade" transition="in">
                                      <p:cBhvr>
                                        <p:cTn dur="500"/>
                                        <p:tgtEl>
                                          <p:spTgt spid="495">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95">
                                            <p:txEl>
                                              <p:pRg end="1" st="1"/>
                                            </p:txEl>
                                          </p:spTgt>
                                        </p:tgtEl>
                                        <p:attrNameLst>
                                          <p:attrName>style.visibility</p:attrName>
                                        </p:attrNameLst>
                                      </p:cBhvr>
                                      <p:to>
                                        <p:strVal val="visible"/>
                                      </p:to>
                                    </p:set>
                                    <p:animEffect filter="fade" transition="in">
                                      <p:cBhvr>
                                        <p:cTn dur="500"/>
                                        <p:tgtEl>
                                          <p:spTgt spid="495">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95">
                                            <p:txEl>
                                              <p:pRg end="2" st="2"/>
                                            </p:txEl>
                                          </p:spTgt>
                                        </p:tgtEl>
                                        <p:attrNameLst>
                                          <p:attrName>style.visibility</p:attrName>
                                        </p:attrNameLst>
                                      </p:cBhvr>
                                      <p:to>
                                        <p:strVal val="visible"/>
                                      </p:to>
                                    </p:set>
                                    <p:animEffect filter="fade" transition="in">
                                      <p:cBhvr>
                                        <p:cTn dur="500"/>
                                        <p:tgtEl>
                                          <p:spTgt spid="495">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95">
                                            <p:txEl>
                                              <p:pRg end="3" st="3"/>
                                            </p:txEl>
                                          </p:spTgt>
                                        </p:tgtEl>
                                        <p:attrNameLst>
                                          <p:attrName>style.visibility</p:attrName>
                                        </p:attrNameLst>
                                      </p:cBhvr>
                                      <p:to>
                                        <p:strVal val="visible"/>
                                      </p:to>
                                    </p:set>
                                    <p:animEffect filter="fade" transition="in">
                                      <p:cBhvr>
                                        <p:cTn dur="500"/>
                                        <p:tgtEl>
                                          <p:spTgt spid="495">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95">
                                            <p:txEl>
                                              <p:pRg end="4" st="4"/>
                                            </p:txEl>
                                          </p:spTgt>
                                        </p:tgtEl>
                                        <p:attrNameLst>
                                          <p:attrName>style.visibility</p:attrName>
                                        </p:attrNameLst>
                                      </p:cBhvr>
                                      <p:to>
                                        <p:strVal val="visible"/>
                                      </p:to>
                                    </p:set>
                                    <p:animEffect filter="fade" transition="in">
                                      <p:cBhvr>
                                        <p:cTn dur="500"/>
                                        <p:tgtEl>
                                          <p:spTgt spid="495">
                                            <p:txEl>
                                              <p:pRg end="4" st="4"/>
                                            </p:txEl>
                                          </p:spTgt>
                                        </p:tgtEl>
                                      </p:cBhvr>
                                    </p:animEffect>
                                  </p:childTnLst>
                                </p:cTn>
                              </p:par>
                            </p:childTnLst>
                          </p:cTn>
                        </p:par>
                        <p:par>
                          <p:cTn fill="hold">
                            <p:stCondLst>
                              <p:cond delay="4000"/>
                            </p:stCondLst>
                            <p:childTnLst>
                              <p:par>
                                <p:cTn fill="hold" nodeType="afterEffect" presetClass="entr" presetID="23" presetSubtype="16">
                                  <p:stCondLst>
                                    <p:cond delay="0"/>
                                  </p:stCondLst>
                                  <p:childTnLst>
                                    <p:set>
                                      <p:cBhvr>
                                        <p:cTn dur="1" fill="hold">
                                          <p:stCondLst>
                                            <p:cond delay="0"/>
                                          </p:stCondLst>
                                        </p:cTn>
                                        <p:tgtEl>
                                          <p:spTgt spid="506"/>
                                        </p:tgtEl>
                                        <p:attrNameLst>
                                          <p:attrName>style.visibility</p:attrName>
                                        </p:attrNameLst>
                                      </p:cBhvr>
                                      <p:to>
                                        <p:strVal val="visible"/>
                                      </p:to>
                                    </p:set>
                                    <p:anim calcmode="lin" valueType="num">
                                      <p:cBhvr additive="base">
                                        <p:cTn dur="500"/>
                                        <p:tgtEl>
                                          <p:spTgt spid="506"/>
                                        </p:tgtEl>
                                        <p:attrNameLst>
                                          <p:attrName>ppt_w</p:attrName>
                                        </p:attrNameLst>
                                      </p:cBhvr>
                                      <p:tavLst>
                                        <p:tav fmla="" tm="0">
                                          <p:val>
                                            <p:strVal val="0"/>
                                          </p:val>
                                        </p:tav>
                                        <p:tav fmla="" tm="100000">
                                          <p:val>
                                            <p:strVal val="#ppt_w"/>
                                          </p:val>
                                        </p:tav>
                                      </p:tavLst>
                                    </p:anim>
                                    <p:anim calcmode="lin" valueType="num">
                                      <p:cBhvr additive="base">
                                        <p:cTn dur="500"/>
                                        <p:tgtEl>
                                          <p:spTgt spid="5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2"/>
                                        </p:tgtEl>
                                        <p:attrNameLst>
                                          <p:attrName>style.visibility</p:attrName>
                                        </p:attrNameLst>
                                      </p:cBhvr>
                                      <p:to>
                                        <p:strVal val="visible"/>
                                      </p:to>
                                    </p:set>
                                    <p:anim calcmode="lin" valueType="num">
                                      <p:cBhvr additive="base">
                                        <p:cTn dur="500"/>
                                        <p:tgtEl>
                                          <p:spTgt spid="502"/>
                                        </p:tgtEl>
                                        <p:attrNameLst>
                                          <p:attrName>ppt_w</p:attrName>
                                        </p:attrNameLst>
                                      </p:cBhvr>
                                      <p:tavLst>
                                        <p:tav fmla="" tm="0">
                                          <p:val>
                                            <p:strVal val="0"/>
                                          </p:val>
                                        </p:tav>
                                        <p:tav fmla="" tm="100000">
                                          <p:val>
                                            <p:strVal val="#ppt_w"/>
                                          </p:val>
                                        </p:tav>
                                      </p:tavLst>
                                    </p:anim>
                                    <p:anim calcmode="lin" valueType="num">
                                      <p:cBhvr additive="base">
                                        <p:cTn dur="500"/>
                                        <p:tgtEl>
                                          <p:spTgt spid="50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3"/>
                                        </p:tgtEl>
                                        <p:attrNameLst>
                                          <p:attrName>style.visibility</p:attrName>
                                        </p:attrNameLst>
                                      </p:cBhvr>
                                      <p:to>
                                        <p:strVal val="visible"/>
                                      </p:to>
                                    </p:set>
                                    <p:anim calcmode="lin" valueType="num">
                                      <p:cBhvr additive="base">
                                        <p:cTn dur="500"/>
                                        <p:tgtEl>
                                          <p:spTgt spid="503"/>
                                        </p:tgtEl>
                                        <p:attrNameLst>
                                          <p:attrName>ppt_w</p:attrName>
                                        </p:attrNameLst>
                                      </p:cBhvr>
                                      <p:tavLst>
                                        <p:tav fmla="" tm="0">
                                          <p:val>
                                            <p:strVal val="0"/>
                                          </p:val>
                                        </p:tav>
                                        <p:tav fmla="" tm="100000">
                                          <p:val>
                                            <p:strVal val="#ppt_w"/>
                                          </p:val>
                                        </p:tav>
                                      </p:tavLst>
                                    </p:anim>
                                    <p:anim calcmode="lin" valueType="num">
                                      <p:cBhvr additive="base">
                                        <p:cTn dur="500"/>
                                        <p:tgtEl>
                                          <p:spTgt spid="503"/>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xit" presetID="23" presetSubtype="32">
                                  <p:stCondLst>
                                    <p:cond delay="0"/>
                                  </p:stCondLst>
                                  <p:childTnLst>
                                    <p:anim calcmode="lin" valueType="num">
                                      <p:cBhvr additive="base">
                                        <p:cTn dur="500"/>
                                        <p:tgtEl>
                                          <p:spTgt spid="506"/>
                                        </p:tgtEl>
                                        <p:attrNameLst>
                                          <p:attrName>ppt_w</p:attrName>
                                        </p:attrNameLst>
                                      </p:cBhvr>
                                      <p:tavLst>
                                        <p:tav fmla="" tm="0">
                                          <p:val>
                                            <p:strVal val="#ppt_w"/>
                                          </p:val>
                                        </p:tav>
                                        <p:tav fmla="" tm="100000">
                                          <p:val>
                                            <p:strVal val="0"/>
                                          </p:val>
                                        </p:tav>
                                      </p:tavLst>
                                    </p:anim>
                                    <p:anim calcmode="lin" valueType="num">
                                      <p:cBhvr additive="base">
                                        <p:cTn dur="500"/>
                                        <p:tgtEl>
                                          <p:spTgt spid="506"/>
                                        </p:tgtEl>
                                        <p:attrNameLst>
                                          <p:attrName>ppt_h</p:attrName>
                                        </p:attrNameLst>
                                      </p:cBhvr>
                                      <p:tavLst>
                                        <p:tav fmla="" tm="0">
                                          <p:val>
                                            <p:strVal val="#ppt_h"/>
                                          </p:val>
                                        </p:tav>
                                        <p:tav fmla="" tm="100000">
                                          <p:val>
                                            <p:strVal val="0"/>
                                          </p:val>
                                        </p:tav>
                                      </p:tavLst>
                                    </p:anim>
                                    <p:set>
                                      <p:cBhvr>
                                        <p:cTn dur="1" fill="hold">
                                          <p:stCondLst>
                                            <p:cond delay="500"/>
                                          </p:stCondLst>
                                        </p:cTn>
                                        <p:tgtEl>
                                          <p:spTgt spid="506"/>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507"/>
                                        </p:tgtEl>
                                        <p:attrNameLst>
                                          <p:attrName>style.visibility</p:attrName>
                                        </p:attrNameLst>
                                      </p:cBhvr>
                                      <p:to>
                                        <p:strVal val="visible"/>
                                      </p:to>
                                    </p:set>
                                    <p:anim calcmode="lin" valueType="num">
                                      <p:cBhvr additive="base">
                                        <p:cTn dur="500"/>
                                        <p:tgtEl>
                                          <p:spTgt spid="507"/>
                                        </p:tgtEl>
                                        <p:attrNameLst>
                                          <p:attrName>ppt_w</p:attrName>
                                        </p:attrNameLst>
                                      </p:cBhvr>
                                      <p:tavLst>
                                        <p:tav fmla="" tm="0">
                                          <p:val>
                                            <p:strVal val="0"/>
                                          </p:val>
                                        </p:tav>
                                        <p:tav fmla="" tm="100000">
                                          <p:val>
                                            <p:strVal val="#ppt_w"/>
                                          </p:val>
                                        </p:tav>
                                      </p:tavLst>
                                    </p:anim>
                                    <p:anim calcmode="lin" valueType="num">
                                      <p:cBhvr additive="base">
                                        <p:cTn dur="500"/>
                                        <p:tgtEl>
                                          <p:spTgt spid="50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511" name="Shape 511"/>
        <p:cNvGrpSpPr/>
        <p:nvPr/>
      </p:nvGrpSpPr>
      <p:grpSpPr>
        <a:xfrm>
          <a:off x="0" y="0"/>
          <a:ext cx="0" cy="0"/>
          <a:chOff x="0" y="0"/>
          <a:chExt cx="0" cy="0"/>
        </a:xfrm>
      </p:grpSpPr>
      <p:sp>
        <p:nvSpPr>
          <p:cNvPr id="512" name="Google Shape;512;p25"/>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3" name="Google Shape;513;p25"/>
          <p:cNvSpPr/>
          <p:nvPr/>
        </p:nvSpPr>
        <p:spPr>
          <a:xfrm rot="-5400000">
            <a:off x="1414108" y="894589"/>
            <a:ext cx="384149" cy="1861088"/>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4" name="Google Shape;514;p25"/>
          <p:cNvSpPr/>
          <p:nvPr/>
        </p:nvSpPr>
        <p:spPr>
          <a:xfrm>
            <a:off x="755651" y="1692421"/>
            <a:ext cx="1687678"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Getting Started</a:t>
            </a:r>
            <a:endParaRPr sz="1800">
              <a:solidFill>
                <a:schemeClr val="lt1"/>
              </a:solidFill>
              <a:latin typeface="Arial"/>
              <a:ea typeface="Arial"/>
              <a:cs typeface="Arial"/>
              <a:sym typeface="Arial"/>
            </a:endParaRPr>
          </a:p>
        </p:txBody>
      </p:sp>
      <p:sp>
        <p:nvSpPr>
          <p:cNvPr id="515" name="Google Shape;515;p25"/>
          <p:cNvSpPr txBox="1"/>
          <p:nvPr/>
        </p:nvSpPr>
        <p:spPr>
          <a:xfrm>
            <a:off x="755647" y="738107"/>
            <a:ext cx="3055336"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Shaking Name Badge</a:t>
            </a:r>
            <a:endParaRPr/>
          </a:p>
        </p:txBody>
      </p:sp>
      <p:sp>
        <p:nvSpPr>
          <p:cNvPr id="516" name="Google Shape;516;p25"/>
          <p:cNvSpPr/>
          <p:nvPr/>
        </p:nvSpPr>
        <p:spPr>
          <a:xfrm rot="-5400000">
            <a:off x="841871" y="3487738"/>
            <a:ext cx="384149" cy="716612"/>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7" name="Google Shape;517;p25"/>
          <p:cNvSpPr/>
          <p:nvPr/>
        </p:nvSpPr>
        <p:spPr>
          <a:xfrm>
            <a:off x="975017" y="4195081"/>
            <a:ext cx="7413333" cy="11079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Select the </a:t>
            </a:r>
            <a:r>
              <a:rPr b="1" lang="en-GB" sz="1800">
                <a:solidFill>
                  <a:srgbClr val="3DB7FE"/>
                </a:solidFill>
                <a:latin typeface="Arial"/>
                <a:ea typeface="Arial"/>
                <a:cs typeface="Arial"/>
                <a:sym typeface="Arial"/>
              </a:rPr>
              <a:t>on Input</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 and select </a:t>
            </a:r>
            <a:endParaRPr/>
          </a:p>
          <a:p>
            <a:pPr indent="0" lvl="0" marL="0" marR="0" rtl="0" algn="l">
              <a:spcBef>
                <a:spcPts val="0"/>
              </a:spcBef>
              <a:spcAft>
                <a:spcPts val="0"/>
              </a:spcAft>
              <a:buNone/>
            </a:pPr>
            <a:r>
              <a:rPr b="1" lang="en-GB" sz="1800">
                <a:solidFill>
                  <a:srgbClr val="3DB7FE"/>
                </a:solidFill>
                <a:latin typeface="Arial"/>
                <a:ea typeface="Arial"/>
                <a:cs typeface="Arial"/>
                <a:sym typeface="Arial"/>
              </a:rPr>
              <a:t>shake</a:t>
            </a:r>
            <a:r>
              <a:rPr lang="en-GB" sz="1800">
                <a:solidFill>
                  <a:schemeClr val="dk1"/>
                </a:solidFill>
                <a:latin typeface="Arial"/>
                <a:ea typeface="Arial"/>
                <a:cs typeface="Arial"/>
                <a:sym typeface="Arial"/>
              </a:rPr>
              <a:t> from the drop-down menu.</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Insert a </a:t>
            </a:r>
            <a:r>
              <a:rPr b="1" lang="en-GB" sz="1800">
                <a:solidFill>
                  <a:srgbClr val="3DB7FE"/>
                </a:solidFill>
                <a:latin typeface="Arial"/>
                <a:ea typeface="Arial"/>
                <a:cs typeface="Arial"/>
                <a:sym typeface="Arial"/>
              </a:rPr>
              <a:t>show string Basic</a:t>
            </a:r>
            <a:r>
              <a:rPr lang="en-GB" sz="1800">
                <a:solidFill>
                  <a:srgbClr val="3DB7FE"/>
                </a:solidFill>
                <a:latin typeface="Arial"/>
                <a:ea typeface="Arial"/>
                <a:cs typeface="Arial"/>
                <a:sym typeface="Arial"/>
              </a:rPr>
              <a:t> </a:t>
            </a:r>
            <a:r>
              <a:rPr lang="en-GB" sz="1800">
                <a:solidFill>
                  <a:schemeClr val="dk1"/>
                </a:solidFill>
                <a:latin typeface="Arial"/>
                <a:ea typeface="Arial"/>
                <a:cs typeface="Arial"/>
                <a:sym typeface="Arial"/>
              </a:rPr>
              <a:t>block </a:t>
            </a: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and type your name in the white space.</a:t>
            </a:r>
            <a:endParaRPr/>
          </a:p>
        </p:txBody>
      </p:sp>
      <p:sp>
        <p:nvSpPr>
          <p:cNvPr id="518" name="Google Shape;518;p25"/>
          <p:cNvSpPr/>
          <p:nvPr/>
        </p:nvSpPr>
        <p:spPr>
          <a:xfrm>
            <a:off x="755651" y="3711946"/>
            <a:ext cx="571705"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Code</a:t>
            </a:r>
            <a:endParaRPr sz="1800">
              <a:solidFill>
                <a:schemeClr val="lt1"/>
              </a:solidFill>
              <a:latin typeface="Arial"/>
              <a:ea typeface="Arial"/>
              <a:cs typeface="Arial"/>
              <a:sym typeface="Arial"/>
            </a:endParaRPr>
          </a:p>
        </p:txBody>
      </p:sp>
      <p:sp>
        <p:nvSpPr>
          <p:cNvPr id="519" name="Google Shape;519;p25"/>
          <p:cNvSpPr txBox="1"/>
          <p:nvPr/>
        </p:nvSpPr>
        <p:spPr>
          <a:xfrm>
            <a:off x="841628" y="2232233"/>
            <a:ext cx="3730372" cy="830997"/>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Ensure your micro:bit is connected.</a:t>
            </a:r>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Open Microsoft MakeCode.</a:t>
            </a:r>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Start a </a:t>
            </a:r>
            <a:r>
              <a:rPr b="1" lang="en-GB" sz="1800">
                <a:solidFill>
                  <a:srgbClr val="6C4BC0"/>
                </a:solidFill>
                <a:latin typeface="Arial"/>
                <a:ea typeface="Arial"/>
                <a:cs typeface="Arial"/>
                <a:sym typeface="Arial"/>
              </a:rPr>
              <a:t>New Project</a:t>
            </a:r>
            <a:r>
              <a:rPr lang="en-GB" sz="1800">
                <a:solidFill>
                  <a:schemeClr val="dk1"/>
                </a:solidFill>
                <a:latin typeface="Arial"/>
                <a:ea typeface="Arial"/>
                <a:cs typeface="Arial"/>
                <a:sym typeface="Arial"/>
              </a:rPr>
              <a:t>.</a:t>
            </a:r>
            <a:endParaRPr/>
          </a:p>
        </p:txBody>
      </p:sp>
      <p:sp>
        <p:nvSpPr>
          <p:cNvPr id="520" name="Google Shape;520;p25"/>
          <p:cNvSpPr/>
          <p:nvPr/>
        </p:nvSpPr>
        <p:spPr>
          <a:xfrm rot="5400000">
            <a:off x="674143" y="228140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1" name="Google Shape;521;p25"/>
          <p:cNvSpPr/>
          <p:nvPr/>
        </p:nvSpPr>
        <p:spPr>
          <a:xfrm rot="5400000">
            <a:off x="674143" y="256487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2" name="Google Shape;522;p25"/>
          <p:cNvSpPr/>
          <p:nvPr/>
        </p:nvSpPr>
        <p:spPr>
          <a:xfrm rot="5400000">
            <a:off x="674143" y="2854410"/>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23" name="Google Shape;523;p25"/>
          <p:cNvPicPr preferRelativeResize="0"/>
          <p:nvPr/>
        </p:nvPicPr>
        <p:blipFill rotWithShape="1">
          <a:blip r:embed="rId3">
            <a:alphaModFix/>
          </a:blip>
          <a:srcRect b="0" l="0" r="0" t="0"/>
          <a:stretch/>
        </p:blipFill>
        <p:spPr>
          <a:xfrm>
            <a:off x="5666986" y="2455147"/>
            <a:ext cx="1885950" cy="1333500"/>
          </a:xfrm>
          <a:prstGeom prst="rect">
            <a:avLst/>
          </a:prstGeom>
          <a:noFill/>
          <a:ln>
            <a:noFill/>
          </a:ln>
        </p:spPr>
      </p:pic>
      <p:sp>
        <p:nvSpPr>
          <p:cNvPr id="524" name="Google Shape;524;p25"/>
          <p:cNvSpPr/>
          <p:nvPr/>
        </p:nvSpPr>
        <p:spPr>
          <a:xfrm>
            <a:off x="4831572" y="1521547"/>
            <a:ext cx="3556778" cy="3262343"/>
          </a:xfrm>
          <a:prstGeom prst="roundRect">
            <a:avLst>
              <a:gd fmla="val 4811" name="adj"/>
            </a:avLst>
          </a:prstGeom>
          <a:no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5" name="Google Shape;525;p25"/>
          <p:cNvSpPr/>
          <p:nvPr/>
        </p:nvSpPr>
        <p:spPr>
          <a:xfrm rot="5400000">
            <a:off x="674143" y="425768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6" name="Google Shape;526;p25"/>
          <p:cNvSpPr/>
          <p:nvPr/>
        </p:nvSpPr>
        <p:spPr>
          <a:xfrm rot="5400000">
            <a:off x="674143" y="4840793"/>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27" name="Google Shape;527;p25"/>
          <p:cNvPicPr preferRelativeResize="0"/>
          <p:nvPr/>
        </p:nvPicPr>
        <p:blipFill rotWithShape="1">
          <a:blip r:embed="rId4">
            <a:alphaModFix/>
          </a:blip>
          <a:srcRect b="0" l="0" r="0" t="0"/>
          <a:stretch/>
        </p:blipFill>
        <p:spPr>
          <a:xfrm>
            <a:off x="5727629" y="2430167"/>
            <a:ext cx="1612647" cy="1086617"/>
          </a:xfrm>
          <a:prstGeom prst="rect">
            <a:avLst/>
          </a:prstGeom>
          <a:noFill/>
          <a:ln>
            <a:noFill/>
          </a:ln>
        </p:spPr>
      </p:pic>
      <p:pic>
        <p:nvPicPr>
          <p:cNvPr id="528" name="Google Shape;528;p25"/>
          <p:cNvPicPr preferRelativeResize="0"/>
          <p:nvPr/>
        </p:nvPicPr>
        <p:blipFill rotWithShape="1">
          <a:blip r:embed="rId5">
            <a:alphaModFix/>
          </a:blip>
          <a:srcRect b="0" l="0" r="0" t="0"/>
          <a:stretch/>
        </p:blipFill>
        <p:spPr>
          <a:xfrm>
            <a:off x="5727629" y="2430167"/>
            <a:ext cx="2310553" cy="1307134"/>
          </a:xfrm>
          <a:prstGeom prst="rect">
            <a:avLst/>
          </a:prstGeom>
          <a:noFill/>
          <a:ln>
            <a:noFill/>
          </a:ln>
        </p:spPr>
      </p:pic>
      <p:pic>
        <p:nvPicPr>
          <p:cNvPr id="529" name="Google Shape;529;p25"/>
          <p:cNvPicPr preferRelativeResize="0"/>
          <p:nvPr/>
        </p:nvPicPr>
        <p:blipFill rotWithShape="1">
          <a:blip r:embed="rId6">
            <a:alphaModFix/>
          </a:blip>
          <a:srcRect b="0" l="0" r="93808" t="39350"/>
          <a:stretch/>
        </p:blipFill>
        <p:spPr>
          <a:xfrm>
            <a:off x="6532156" y="1536954"/>
            <a:ext cx="209155" cy="1317130"/>
          </a:xfrm>
          <a:prstGeom prst="rect">
            <a:avLst/>
          </a:prstGeom>
          <a:noFill/>
          <a:ln>
            <a:noFill/>
          </a:ln>
        </p:spPr>
      </p:pic>
      <p:pic>
        <p:nvPicPr>
          <p:cNvPr id="530" name="Google Shape;530;p25"/>
          <p:cNvPicPr preferRelativeResize="0"/>
          <p:nvPr/>
        </p:nvPicPr>
        <p:blipFill rotWithShape="1">
          <a:blip r:embed="rId7">
            <a:alphaModFix/>
          </a:blip>
          <a:srcRect b="0" l="0" r="0" t="0"/>
          <a:stretch/>
        </p:blipFill>
        <p:spPr>
          <a:xfrm>
            <a:off x="5571138" y="2675679"/>
            <a:ext cx="2134044" cy="17158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520"/>
                                        </p:tgtEl>
                                        <p:attrNameLst>
                                          <p:attrName>style.visibility</p:attrName>
                                        </p:attrNameLst>
                                      </p:cBhvr>
                                      <p:to>
                                        <p:strVal val="visible"/>
                                      </p:to>
                                    </p:set>
                                    <p:anim calcmode="lin" valueType="num">
                                      <p:cBhvr additive="base">
                                        <p:cTn dur="500"/>
                                        <p:tgtEl>
                                          <p:spTgt spid="520"/>
                                        </p:tgtEl>
                                        <p:attrNameLst>
                                          <p:attrName>ppt_w</p:attrName>
                                        </p:attrNameLst>
                                      </p:cBhvr>
                                      <p:tavLst>
                                        <p:tav fmla="" tm="0">
                                          <p:val>
                                            <p:strVal val="0"/>
                                          </p:val>
                                        </p:tav>
                                        <p:tav fmla="" tm="100000">
                                          <p:val>
                                            <p:strVal val="#ppt_w"/>
                                          </p:val>
                                        </p:tav>
                                      </p:tavLst>
                                    </p:anim>
                                    <p:anim calcmode="lin" valueType="num">
                                      <p:cBhvr additive="base">
                                        <p:cTn dur="500"/>
                                        <p:tgtEl>
                                          <p:spTgt spid="520"/>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19">
                                            <p:txEl>
                                              <p:pRg end="0" st="0"/>
                                            </p:txEl>
                                          </p:spTgt>
                                        </p:tgtEl>
                                        <p:attrNameLst>
                                          <p:attrName>style.visibility</p:attrName>
                                        </p:attrNameLst>
                                      </p:cBhvr>
                                      <p:to>
                                        <p:strVal val="visible"/>
                                      </p:to>
                                    </p:set>
                                    <p:animEffect filter="fade" transition="in">
                                      <p:cBhvr>
                                        <p:cTn dur="500"/>
                                        <p:tgtEl>
                                          <p:spTgt spid="519">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19">
                                            <p:txEl>
                                              <p:pRg end="1" st="1"/>
                                            </p:txEl>
                                          </p:spTgt>
                                        </p:tgtEl>
                                        <p:attrNameLst>
                                          <p:attrName>style.visibility</p:attrName>
                                        </p:attrNameLst>
                                      </p:cBhvr>
                                      <p:to>
                                        <p:strVal val="visible"/>
                                      </p:to>
                                    </p:set>
                                    <p:animEffect filter="fade" transition="in">
                                      <p:cBhvr>
                                        <p:cTn dur="500"/>
                                        <p:tgtEl>
                                          <p:spTgt spid="519">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19">
                                            <p:txEl>
                                              <p:pRg end="2" st="2"/>
                                            </p:txEl>
                                          </p:spTgt>
                                        </p:tgtEl>
                                        <p:attrNameLst>
                                          <p:attrName>style.visibility</p:attrName>
                                        </p:attrNameLst>
                                      </p:cBhvr>
                                      <p:to>
                                        <p:strVal val="visible"/>
                                      </p:to>
                                    </p:set>
                                    <p:animEffect filter="fade" transition="in">
                                      <p:cBhvr>
                                        <p:cTn dur="500"/>
                                        <p:tgtEl>
                                          <p:spTgt spid="519">
                                            <p:txEl>
                                              <p:pRg end="2" st="2"/>
                                            </p:txEl>
                                          </p:spTgt>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530"/>
                                        </p:tgtEl>
                                        <p:attrNameLst>
                                          <p:attrName>style.visibility</p:attrName>
                                        </p:attrNameLst>
                                      </p:cBhvr>
                                      <p:to>
                                        <p:strVal val="visible"/>
                                      </p:to>
                                    </p:set>
                                    <p:anim calcmode="lin" valueType="num">
                                      <p:cBhvr additive="base">
                                        <p:cTn dur="500"/>
                                        <p:tgtEl>
                                          <p:spTgt spid="530"/>
                                        </p:tgtEl>
                                        <p:attrNameLst>
                                          <p:attrName>ppt_w</p:attrName>
                                        </p:attrNameLst>
                                      </p:cBhvr>
                                      <p:tavLst>
                                        <p:tav fmla="" tm="0">
                                          <p:val>
                                            <p:strVal val="0"/>
                                          </p:val>
                                        </p:tav>
                                        <p:tav fmla="" tm="100000">
                                          <p:val>
                                            <p:strVal val="#ppt_w"/>
                                          </p:val>
                                        </p:tav>
                                      </p:tavLst>
                                    </p:anim>
                                    <p:anim calcmode="lin" valueType="num">
                                      <p:cBhvr additive="base">
                                        <p:cTn dur="500"/>
                                        <p:tgtEl>
                                          <p:spTgt spid="530"/>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530"/>
                                        </p:tgtEl>
                                        <p:attrNameLst>
                                          <p:attrName>ppt_w</p:attrName>
                                        </p:attrNameLst>
                                      </p:cBhvr>
                                      <p:tavLst>
                                        <p:tav fmla="" tm="0">
                                          <p:val>
                                            <p:strVal val="#ppt_w"/>
                                          </p:val>
                                        </p:tav>
                                        <p:tav fmla="" tm="100000">
                                          <p:val>
                                            <p:strVal val="0"/>
                                          </p:val>
                                        </p:tav>
                                      </p:tavLst>
                                    </p:anim>
                                    <p:anim calcmode="lin" valueType="num">
                                      <p:cBhvr additive="base">
                                        <p:cTn dur="500"/>
                                        <p:tgtEl>
                                          <p:spTgt spid="530"/>
                                        </p:tgtEl>
                                        <p:attrNameLst>
                                          <p:attrName>ppt_h</p:attrName>
                                        </p:attrNameLst>
                                      </p:cBhvr>
                                      <p:tavLst>
                                        <p:tav fmla="" tm="0">
                                          <p:val>
                                            <p:strVal val="#ppt_h"/>
                                          </p:val>
                                        </p:tav>
                                        <p:tav fmla="" tm="100000">
                                          <p:val>
                                            <p:strVal val="0"/>
                                          </p:val>
                                        </p:tav>
                                      </p:tavLst>
                                    </p:anim>
                                    <p:set>
                                      <p:cBhvr>
                                        <p:cTn dur="1" fill="hold">
                                          <p:stCondLst>
                                            <p:cond delay="500"/>
                                          </p:stCondLst>
                                        </p:cTn>
                                        <p:tgtEl>
                                          <p:spTgt spid="53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529"/>
                                        </p:tgtEl>
                                        <p:attrNameLst>
                                          <p:attrName>ppt_w</p:attrName>
                                        </p:attrNameLst>
                                      </p:cBhvr>
                                      <p:tavLst>
                                        <p:tav fmla="" tm="0">
                                          <p:val>
                                            <p:strVal val="#ppt_w"/>
                                          </p:val>
                                        </p:tav>
                                        <p:tav fmla="" tm="100000">
                                          <p:val>
                                            <p:strVal val="0"/>
                                          </p:val>
                                        </p:tav>
                                      </p:tavLst>
                                    </p:anim>
                                    <p:anim calcmode="lin" valueType="num">
                                      <p:cBhvr additive="base">
                                        <p:cTn dur="500"/>
                                        <p:tgtEl>
                                          <p:spTgt spid="529"/>
                                        </p:tgtEl>
                                        <p:attrNameLst>
                                          <p:attrName>ppt_h</p:attrName>
                                        </p:attrNameLst>
                                      </p:cBhvr>
                                      <p:tavLst>
                                        <p:tav fmla="" tm="0">
                                          <p:val>
                                            <p:strVal val="#ppt_h"/>
                                          </p:val>
                                        </p:tav>
                                        <p:tav fmla="" tm="100000">
                                          <p:val>
                                            <p:strVal val="0"/>
                                          </p:val>
                                        </p:tav>
                                      </p:tavLst>
                                    </p:anim>
                                    <p:set>
                                      <p:cBhvr>
                                        <p:cTn dur="1" fill="hold">
                                          <p:stCondLst>
                                            <p:cond delay="500"/>
                                          </p:stCondLst>
                                        </p:cTn>
                                        <p:tgtEl>
                                          <p:spTgt spid="52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21"/>
                                        </p:tgtEl>
                                        <p:attrNameLst>
                                          <p:attrName>style.visibility</p:attrName>
                                        </p:attrNameLst>
                                      </p:cBhvr>
                                      <p:to>
                                        <p:strVal val="visible"/>
                                      </p:to>
                                    </p:set>
                                    <p:anim calcmode="lin" valueType="num">
                                      <p:cBhvr additive="base">
                                        <p:cTn dur="500"/>
                                        <p:tgtEl>
                                          <p:spTgt spid="521"/>
                                        </p:tgtEl>
                                        <p:attrNameLst>
                                          <p:attrName>ppt_w</p:attrName>
                                        </p:attrNameLst>
                                      </p:cBhvr>
                                      <p:tavLst>
                                        <p:tav fmla="" tm="0">
                                          <p:val>
                                            <p:strVal val="0"/>
                                          </p:val>
                                        </p:tav>
                                        <p:tav fmla="" tm="100000">
                                          <p:val>
                                            <p:strVal val="#ppt_w"/>
                                          </p:val>
                                        </p:tav>
                                      </p:tavLst>
                                    </p:anim>
                                    <p:anim calcmode="lin" valueType="num">
                                      <p:cBhvr additive="base">
                                        <p:cTn dur="500"/>
                                        <p:tgtEl>
                                          <p:spTgt spid="5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22"/>
                                        </p:tgtEl>
                                        <p:attrNameLst>
                                          <p:attrName>style.visibility</p:attrName>
                                        </p:attrNameLst>
                                      </p:cBhvr>
                                      <p:to>
                                        <p:strVal val="visible"/>
                                      </p:to>
                                    </p:set>
                                    <p:anim calcmode="lin" valueType="num">
                                      <p:cBhvr additive="base">
                                        <p:cTn dur="500"/>
                                        <p:tgtEl>
                                          <p:spTgt spid="522"/>
                                        </p:tgtEl>
                                        <p:attrNameLst>
                                          <p:attrName>ppt_w</p:attrName>
                                        </p:attrNameLst>
                                      </p:cBhvr>
                                      <p:tavLst>
                                        <p:tav fmla="" tm="0">
                                          <p:val>
                                            <p:strVal val="0"/>
                                          </p:val>
                                        </p:tav>
                                        <p:tav fmla="" tm="100000">
                                          <p:val>
                                            <p:strVal val="#ppt_w"/>
                                          </p:val>
                                        </p:tav>
                                      </p:tavLst>
                                    </p:anim>
                                    <p:anim calcmode="lin" valueType="num">
                                      <p:cBhvr additive="base">
                                        <p:cTn dur="500"/>
                                        <p:tgtEl>
                                          <p:spTgt spid="522"/>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23"/>
                                        </p:tgtEl>
                                        <p:attrNameLst>
                                          <p:attrName>style.visibility</p:attrName>
                                        </p:attrNameLst>
                                      </p:cBhvr>
                                      <p:to>
                                        <p:strVal val="visible"/>
                                      </p:to>
                                    </p:set>
                                    <p:anim calcmode="lin" valueType="num">
                                      <p:cBhvr additive="base">
                                        <p:cTn dur="500"/>
                                        <p:tgtEl>
                                          <p:spTgt spid="523"/>
                                        </p:tgtEl>
                                        <p:attrNameLst>
                                          <p:attrName>ppt_w</p:attrName>
                                        </p:attrNameLst>
                                      </p:cBhvr>
                                      <p:tavLst>
                                        <p:tav fmla="" tm="0">
                                          <p:val>
                                            <p:strVal val="0"/>
                                          </p:val>
                                        </p:tav>
                                        <p:tav fmla="" tm="100000">
                                          <p:val>
                                            <p:strVal val="#ppt_w"/>
                                          </p:val>
                                        </p:tav>
                                      </p:tavLst>
                                    </p:anim>
                                    <p:anim calcmode="lin" valueType="num">
                                      <p:cBhvr additive="base">
                                        <p:cTn dur="500"/>
                                        <p:tgtEl>
                                          <p:spTgt spid="52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523"/>
                                        </p:tgtEl>
                                        <p:attrNameLst>
                                          <p:attrName>ppt_w</p:attrName>
                                        </p:attrNameLst>
                                      </p:cBhvr>
                                      <p:tavLst>
                                        <p:tav fmla="" tm="0">
                                          <p:val>
                                            <p:strVal val="#ppt_w"/>
                                          </p:val>
                                        </p:tav>
                                        <p:tav fmla="" tm="100000">
                                          <p:val>
                                            <p:strVal val="0"/>
                                          </p:val>
                                        </p:tav>
                                      </p:tavLst>
                                    </p:anim>
                                    <p:anim calcmode="lin" valueType="num">
                                      <p:cBhvr additive="base">
                                        <p:cTn dur="500"/>
                                        <p:tgtEl>
                                          <p:spTgt spid="523"/>
                                        </p:tgtEl>
                                        <p:attrNameLst>
                                          <p:attrName>ppt_h</p:attrName>
                                        </p:attrNameLst>
                                      </p:cBhvr>
                                      <p:tavLst>
                                        <p:tav fmla="" tm="0">
                                          <p:val>
                                            <p:strVal val="#ppt_h"/>
                                          </p:val>
                                        </p:tav>
                                        <p:tav fmla="" tm="100000">
                                          <p:val>
                                            <p:strVal val="0"/>
                                          </p:val>
                                        </p:tav>
                                      </p:tavLst>
                                    </p:anim>
                                    <p:set>
                                      <p:cBhvr>
                                        <p:cTn dur="1" fill="hold">
                                          <p:stCondLst>
                                            <p:cond delay="500"/>
                                          </p:stCondLst>
                                        </p:cTn>
                                        <p:tgtEl>
                                          <p:spTgt spid="52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500"/>
                                        <p:tgtEl>
                                          <p:spTgt spid="525"/>
                                        </p:tgtEl>
                                        <p:attrNameLst>
                                          <p:attrName>ppt_w</p:attrName>
                                        </p:attrNameLst>
                                      </p:cBhvr>
                                      <p:tavLst>
                                        <p:tav fmla="" tm="0">
                                          <p:val>
                                            <p:strVal val="0"/>
                                          </p:val>
                                        </p:tav>
                                        <p:tav fmla="" tm="100000">
                                          <p:val>
                                            <p:strVal val="#ppt_w"/>
                                          </p:val>
                                        </p:tav>
                                      </p:tavLst>
                                    </p:anim>
                                    <p:anim calcmode="lin" valueType="num">
                                      <p:cBhvr additive="base">
                                        <p:cTn dur="500"/>
                                        <p:tgtEl>
                                          <p:spTgt spid="52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17">
                                            <p:txEl>
                                              <p:pRg end="0" st="0"/>
                                            </p:txEl>
                                          </p:spTgt>
                                        </p:tgtEl>
                                        <p:attrNameLst>
                                          <p:attrName>style.visibility</p:attrName>
                                        </p:attrNameLst>
                                      </p:cBhvr>
                                      <p:to>
                                        <p:strVal val="visible"/>
                                      </p:to>
                                    </p:set>
                                    <p:animEffect filter="fade" transition="in">
                                      <p:cBhvr>
                                        <p:cTn dur="500"/>
                                        <p:tgtEl>
                                          <p:spTgt spid="517">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17">
                                            <p:txEl>
                                              <p:pRg end="1" st="1"/>
                                            </p:txEl>
                                          </p:spTgt>
                                        </p:tgtEl>
                                        <p:attrNameLst>
                                          <p:attrName>style.visibility</p:attrName>
                                        </p:attrNameLst>
                                      </p:cBhvr>
                                      <p:to>
                                        <p:strVal val="visible"/>
                                      </p:to>
                                    </p:set>
                                    <p:animEffect filter="fade" transition="in">
                                      <p:cBhvr>
                                        <p:cTn dur="500"/>
                                        <p:tgtEl>
                                          <p:spTgt spid="517">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17">
                                            <p:txEl>
                                              <p:pRg end="2" st="2"/>
                                            </p:txEl>
                                          </p:spTgt>
                                        </p:tgtEl>
                                        <p:attrNameLst>
                                          <p:attrName>style.visibility</p:attrName>
                                        </p:attrNameLst>
                                      </p:cBhvr>
                                      <p:to>
                                        <p:strVal val="visible"/>
                                      </p:to>
                                    </p:set>
                                    <p:animEffect filter="fade" transition="in">
                                      <p:cBhvr>
                                        <p:cTn dur="500"/>
                                        <p:tgtEl>
                                          <p:spTgt spid="517">
                                            <p:txEl>
                                              <p:pRg end="2" st="2"/>
                                            </p:txEl>
                                          </p:spTgt>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527"/>
                                        </p:tgtEl>
                                        <p:attrNameLst>
                                          <p:attrName>style.visibility</p:attrName>
                                        </p:attrNameLst>
                                      </p:cBhvr>
                                      <p:to>
                                        <p:strVal val="visible"/>
                                      </p:to>
                                    </p:set>
                                    <p:anim calcmode="lin" valueType="num">
                                      <p:cBhvr additive="base">
                                        <p:cTn dur="500"/>
                                        <p:tgtEl>
                                          <p:spTgt spid="527"/>
                                        </p:tgtEl>
                                        <p:attrNameLst>
                                          <p:attrName>ppt_w</p:attrName>
                                        </p:attrNameLst>
                                      </p:cBhvr>
                                      <p:tavLst>
                                        <p:tav fmla="" tm="0">
                                          <p:val>
                                            <p:strVal val="0"/>
                                          </p:val>
                                        </p:tav>
                                        <p:tav fmla="" tm="100000">
                                          <p:val>
                                            <p:strVal val="#ppt_w"/>
                                          </p:val>
                                        </p:tav>
                                      </p:tavLst>
                                    </p:anim>
                                    <p:anim calcmode="lin" valueType="num">
                                      <p:cBhvr additive="base">
                                        <p:cTn dur="500"/>
                                        <p:tgtEl>
                                          <p:spTgt spid="52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26"/>
                                        </p:tgtEl>
                                        <p:attrNameLst>
                                          <p:attrName>style.visibility</p:attrName>
                                        </p:attrNameLst>
                                      </p:cBhvr>
                                      <p:to>
                                        <p:strVal val="visible"/>
                                      </p:to>
                                    </p:set>
                                    <p:anim calcmode="lin" valueType="num">
                                      <p:cBhvr additive="base">
                                        <p:cTn dur="500"/>
                                        <p:tgtEl>
                                          <p:spTgt spid="526"/>
                                        </p:tgtEl>
                                        <p:attrNameLst>
                                          <p:attrName>ppt_w</p:attrName>
                                        </p:attrNameLst>
                                      </p:cBhvr>
                                      <p:tavLst>
                                        <p:tav fmla="" tm="0">
                                          <p:val>
                                            <p:strVal val="0"/>
                                          </p:val>
                                        </p:tav>
                                        <p:tav fmla="" tm="100000">
                                          <p:val>
                                            <p:strVal val="#ppt_w"/>
                                          </p:val>
                                        </p:tav>
                                      </p:tavLst>
                                    </p:anim>
                                    <p:anim calcmode="lin" valueType="num">
                                      <p:cBhvr additive="base">
                                        <p:cTn dur="500"/>
                                        <p:tgtEl>
                                          <p:spTgt spid="526"/>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xit" presetID="23" presetSubtype="32">
                                  <p:stCondLst>
                                    <p:cond delay="0"/>
                                  </p:stCondLst>
                                  <p:childTnLst>
                                    <p:anim calcmode="lin" valueType="num">
                                      <p:cBhvr additive="base">
                                        <p:cTn dur="500"/>
                                        <p:tgtEl>
                                          <p:spTgt spid="527"/>
                                        </p:tgtEl>
                                        <p:attrNameLst>
                                          <p:attrName>ppt_w</p:attrName>
                                        </p:attrNameLst>
                                      </p:cBhvr>
                                      <p:tavLst>
                                        <p:tav fmla="" tm="0">
                                          <p:val>
                                            <p:strVal val="#ppt_w"/>
                                          </p:val>
                                        </p:tav>
                                        <p:tav fmla="" tm="100000">
                                          <p:val>
                                            <p:strVal val="0"/>
                                          </p:val>
                                        </p:tav>
                                      </p:tavLst>
                                    </p:anim>
                                    <p:anim calcmode="lin" valueType="num">
                                      <p:cBhvr additive="base">
                                        <p:cTn dur="500"/>
                                        <p:tgtEl>
                                          <p:spTgt spid="527"/>
                                        </p:tgtEl>
                                        <p:attrNameLst>
                                          <p:attrName>ppt_h</p:attrName>
                                        </p:attrNameLst>
                                      </p:cBhvr>
                                      <p:tavLst>
                                        <p:tav fmla="" tm="0">
                                          <p:val>
                                            <p:strVal val="#ppt_h"/>
                                          </p:val>
                                        </p:tav>
                                        <p:tav fmla="" tm="100000">
                                          <p:val>
                                            <p:strVal val="0"/>
                                          </p:val>
                                        </p:tav>
                                      </p:tavLst>
                                    </p:anim>
                                    <p:set>
                                      <p:cBhvr>
                                        <p:cTn dur="1" fill="hold">
                                          <p:stCondLst>
                                            <p:cond delay="500"/>
                                          </p:stCondLst>
                                        </p:cTn>
                                        <p:tgtEl>
                                          <p:spTgt spid="527"/>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528"/>
                                        </p:tgtEl>
                                        <p:attrNameLst>
                                          <p:attrName>style.visibility</p:attrName>
                                        </p:attrNameLst>
                                      </p:cBhvr>
                                      <p:to>
                                        <p:strVal val="visible"/>
                                      </p:to>
                                    </p:set>
                                    <p:anim calcmode="lin" valueType="num">
                                      <p:cBhvr additive="base">
                                        <p:cTn dur="500"/>
                                        <p:tgtEl>
                                          <p:spTgt spid="528"/>
                                        </p:tgtEl>
                                        <p:attrNameLst>
                                          <p:attrName>ppt_w</p:attrName>
                                        </p:attrNameLst>
                                      </p:cBhvr>
                                      <p:tavLst>
                                        <p:tav fmla="" tm="0">
                                          <p:val>
                                            <p:strVal val="0"/>
                                          </p:val>
                                        </p:tav>
                                        <p:tav fmla="" tm="100000">
                                          <p:val>
                                            <p:strVal val="#ppt_w"/>
                                          </p:val>
                                        </p:tav>
                                      </p:tavLst>
                                    </p:anim>
                                    <p:anim calcmode="lin" valueType="num">
                                      <p:cBhvr additive="base">
                                        <p:cTn dur="500"/>
                                        <p:tgtEl>
                                          <p:spTgt spid="52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534" name="Shape 534"/>
        <p:cNvGrpSpPr/>
        <p:nvPr/>
      </p:nvGrpSpPr>
      <p:grpSpPr>
        <a:xfrm>
          <a:off x="0" y="0"/>
          <a:ext cx="0" cy="0"/>
          <a:chOff x="0" y="0"/>
          <a:chExt cx="0" cy="0"/>
        </a:xfrm>
      </p:grpSpPr>
      <p:sp>
        <p:nvSpPr>
          <p:cNvPr id="535" name="Google Shape;535;p26"/>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6" name="Google Shape;536;p26"/>
          <p:cNvSpPr/>
          <p:nvPr/>
        </p:nvSpPr>
        <p:spPr>
          <a:xfrm rot="-5400000">
            <a:off x="809424" y="1499273"/>
            <a:ext cx="384149" cy="651719"/>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7" name="Google Shape;537;p26"/>
          <p:cNvSpPr/>
          <p:nvPr/>
        </p:nvSpPr>
        <p:spPr>
          <a:xfrm>
            <a:off x="755651" y="1692421"/>
            <a:ext cx="524509"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Test</a:t>
            </a:r>
            <a:endParaRPr sz="1800">
              <a:solidFill>
                <a:schemeClr val="lt1"/>
              </a:solidFill>
              <a:latin typeface="Arial"/>
              <a:ea typeface="Arial"/>
              <a:cs typeface="Arial"/>
              <a:sym typeface="Arial"/>
            </a:endParaRPr>
          </a:p>
        </p:txBody>
      </p:sp>
      <p:sp>
        <p:nvSpPr>
          <p:cNvPr id="538" name="Google Shape;538;p26"/>
          <p:cNvSpPr/>
          <p:nvPr/>
        </p:nvSpPr>
        <p:spPr>
          <a:xfrm rot="-5400000">
            <a:off x="1116190" y="2646718"/>
            <a:ext cx="384149" cy="1265251"/>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9" name="Google Shape;539;p26"/>
          <p:cNvSpPr/>
          <p:nvPr/>
        </p:nvSpPr>
        <p:spPr>
          <a:xfrm>
            <a:off x="975018" y="3628381"/>
            <a:ext cx="3408204" cy="13849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Now you need to flash your </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program onto your micro:bit.</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You should now see your name appear on your micro:bit when you shake it.</a:t>
            </a:r>
            <a:endParaRPr/>
          </a:p>
        </p:txBody>
      </p:sp>
      <p:sp>
        <p:nvSpPr>
          <p:cNvPr id="540" name="Google Shape;540;p26"/>
          <p:cNvSpPr/>
          <p:nvPr/>
        </p:nvSpPr>
        <p:spPr>
          <a:xfrm>
            <a:off x="755651" y="3145246"/>
            <a:ext cx="1362217"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Download</a:t>
            </a:r>
            <a:endParaRPr sz="1800">
              <a:solidFill>
                <a:schemeClr val="lt1"/>
              </a:solidFill>
              <a:latin typeface="Arial"/>
              <a:ea typeface="Arial"/>
              <a:cs typeface="Arial"/>
              <a:sym typeface="Arial"/>
            </a:endParaRPr>
          </a:p>
        </p:txBody>
      </p:sp>
      <p:sp>
        <p:nvSpPr>
          <p:cNvPr id="541" name="Google Shape;541;p26"/>
          <p:cNvSpPr/>
          <p:nvPr/>
        </p:nvSpPr>
        <p:spPr>
          <a:xfrm>
            <a:off x="11194774" y="2723606"/>
            <a:ext cx="1011555" cy="1011555"/>
          </a:xfrm>
          <a:prstGeom prst="ellipse">
            <a:avLst/>
          </a:prstGeom>
          <a:noFill/>
          <a:ln cap="flat" cmpd="sng" w="38100">
            <a:solidFill>
              <a:srgbClr val="00C8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42" name="Google Shape;542;p26"/>
          <p:cNvPicPr preferRelativeResize="0"/>
          <p:nvPr/>
        </p:nvPicPr>
        <p:blipFill rotWithShape="1">
          <a:blip r:embed="rId3">
            <a:alphaModFix/>
          </a:blip>
          <a:srcRect b="0" l="0" r="0" t="0"/>
          <a:stretch/>
        </p:blipFill>
        <p:spPr>
          <a:xfrm>
            <a:off x="5414383" y="3956480"/>
            <a:ext cx="2396363" cy="359604"/>
          </a:xfrm>
          <a:prstGeom prst="rect">
            <a:avLst/>
          </a:prstGeom>
          <a:noFill/>
          <a:ln>
            <a:noFill/>
          </a:ln>
        </p:spPr>
      </p:pic>
      <p:sp>
        <p:nvSpPr>
          <p:cNvPr id="543" name="Google Shape;543;p26"/>
          <p:cNvSpPr txBox="1"/>
          <p:nvPr/>
        </p:nvSpPr>
        <p:spPr>
          <a:xfrm>
            <a:off x="841628" y="2232233"/>
            <a:ext cx="3730372" cy="553998"/>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Test your code by selecting the play button to start the </a:t>
            </a:r>
            <a:r>
              <a:rPr b="1" lang="en-GB" sz="1800">
                <a:solidFill>
                  <a:srgbClr val="3DB7FE"/>
                </a:solidFill>
                <a:latin typeface="Arial"/>
                <a:ea typeface="Arial"/>
                <a:cs typeface="Arial"/>
                <a:sym typeface="Arial"/>
              </a:rPr>
              <a:t>simulator</a:t>
            </a:r>
            <a:r>
              <a:rPr lang="en-GB" sz="1800">
                <a:solidFill>
                  <a:schemeClr val="dk1"/>
                </a:solidFill>
                <a:latin typeface="Arial"/>
                <a:ea typeface="Arial"/>
                <a:cs typeface="Arial"/>
                <a:sym typeface="Arial"/>
              </a:rPr>
              <a:t>.</a:t>
            </a:r>
            <a:endParaRPr sz="1800">
              <a:solidFill>
                <a:srgbClr val="3DB7FE"/>
              </a:solidFill>
              <a:latin typeface="Arial"/>
              <a:ea typeface="Arial"/>
              <a:cs typeface="Arial"/>
              <a:sym typeface="Arial"/>
            </a:endParaRPr>
          </a:p>
        </p:txBody>
      </p:sp>
      <p:sp>
        <p:nvSpPr>
          <p:cNvPr id="544" name="Google Shape;544;p26"/>
          <p:cNvSpPr/>
          <p:nvPr/>
        </p:nvSpPr>
        <p:spPr>
          <a:xfrm rot="5400000">
            <a:off x="674143" y="2281402"/>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5" name="Google Shape;545;p26"/>
          <p:cNvSpPr/>
          <p:nvPr/>
        </p:nvSpPr>
        <p:spPr>
          <a:xfrm rot="5400000">
            <a:off x="674143" y="3690985"/>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6" name="Google Shape;546;p26"/>
          <p:cNvSpPr/>
          <p:nvPr/>
        </p:nvSpPr>
        <p:spPr>
          <a:xfrm rot="5400000">
            <a:off x="674143" y="4253568"/>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47" name="Google Shape;547;p26"/>
          <p:cNvPicPr preferRelativeResize="0"/>
          <p:nvPr/>
        </p:nvPicPr>
        <p:blipFill rotWithShape="1">
          <a:blip r:embed="rId4">
            <a:alphaModFix/>
          </a:blip>
          <a:srcRect b="0" l="0" r="0" t="0"/>
          <a:stretch/>
        </p:blipFill>
        <p:spPr>
          <a:xfrm>
            <a:off x="5491084" y="2057639"/>
            <a:ext cx="2214429" cy="1801777"/>
          </a:xfrm>
          <a:prstGeom prst="rect">
            <a:avLst/>
          </a:prstGeom>
          <a:noFill/>
          <a:ln>
            <a:noFill/>
          </a:ln>
        </p:spPr>
      </p:pic>
      <p:pic>
        <p:nvPicPr>
          <p:cNvPr id="548" name="Google Shape;548;p26"/>
          <p:cNvPicPr preferRelativeResize="0"/>
          <p:nvPr/>
        </p:nvPicPr>
        <p:blipFill rotWithShape="1">
          <a:blip r:embed="rId5">
            <a:alphaModFix/>
          </a:blip>
          <a:srcRect b="0" l="0" r="0" t="0"/>
          <a:stretch/>
        </p:blipFill>
        <p:spPr>
          <a:xfrm>
            <a:off x="5827298" y="3992597"/>
            <a:ext cx="292795" cy="275572"/>
          </a:xfrm>
          <a:prstGeom prst="rect">
            <a:avLst/>
          </a:prstGeom>
          <a:noFill/>
          <a:ln>
            <a:noFill/>
          </a:ln>
        </p:spPr>
      </p:pic>
      <p:cxnSp>
        <p:nvCxnSpPr>
          <p:cNvPr id="549" name="Google Shape;549;p26"/>
          <p:cNvCxnSpPr/>
          <p:nvPr/>
        </p:nvCxnSpPr>
        <p:spPr>
          <a:xfrm rot="10800000">
            <a:off x="5973695" y="4124484"/>
            <a:ext cx="0" cy="653507"/>
          </a:xfrm>
          <a:prstGeom prst="straightConnector1">
            <a:avLst/>
          </a:prstGeom>
          <a:noFill/>
          <a:ln cap="rnd" cmpd="sng" w="38100">
            <a:solidFill>
              <a:srgbClr val="3DB7FE"/>
            </a:solidFill>
            <a:prstDash val="solid"/>
            <a:round/>
            <a:headEnd len="sm" w="sm" type="none"/>
            <a:tailEnd len="sm" w="sm" type="none"/>
          </a:ln>
        </p:spPr>
      </p:cxnSp>
      <p:sp>
        <p:nvSpPr>
          <p:cNvPr id="550" name="Google Shape;550;p26"/>
          <p:cNvSpPr/>
          <p:nvPr/>
        </p:nvSpPr>
        <p:spPr>
          <a:xfrm rot="-5400000">
            <a:off x="1116191" y="4762543"/>
            <a:ext cx="384149" cy="126525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1" name="Google Shape;551;p26"/>
          <p:cNvSpPr/>
          <p:nvPr/>
        </p:nvSpPr>
        <p:spPr>
          <a:xfrm>
            <a:off x="755651" y="5261073"/>
            <a:ext cx="1185240"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lt1"/>
                </a:solidFill>
                <a:latin typeface="Arial"/>
                <a:ea typeface="Arial"/>
                <a:cs typeface="Arial"/>
                <a:sym typeface="Arial"/>
              </a:rPr>
              <a:t>Challenge</a:t>
            </a:r>
            <a:endParaRPr sz="1800">
              <a:solidFill>
                <a:schemeClr val="lt1"/>
              </a:solidFill>
              <a:latin typeface="Arial"/>
              <a:ea typeface="Arial"/>
              <a:cs typeface="Arial"/>
              <a:sym typeface="Arial"/>
            </a:endParaRPr>
          </a:p>
        </p:txBody>
      </p:sp>
      <p:sp>
        <p:nvSpPr>
          <p:cNvPr id="552" name="Google Shape;552;p26"/>
          <p:cNvSpPr/>
          <p:nvPr/>
        </p:nvSpPr>
        <p:spPr>
          <a:xfrm>
            <a:off x="4831572" y="1521547"/>
            <a:ext cx="3556778" cy="3262343"/>
          </a:xfrm>
          <a:prstGeom prst="roundRect">
            <a:avLst>
              <a:gd fmla="val 4811" name="adj"/>
            </a:avLst>
          </a:prstGeom>
          <a:no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3" name="Google Shape;553;p26"/>
          <p:cNvSpPr txBox="1"/>
          <p:nvPr/>
        </p:nvSpPr>
        <p:spPr>
          <a:xfrm>
            <a:off x="841628" y="5734408"/>
            <a:ext cx="7546722" cy="553998"/>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Using what you have practised so far, write the code that will make your micro:bit show the temperature.</a:t>
            </a:r>
            <a:endParaRPr sz="1800">
              <a:solidFill>
                <a:srgbClr val="3DB7FE"/>
              </a:solidFill>
              <a:latin typeface="Arial"/>
              <a:ea typeface="Arial"/>
              <a:cs typeface="Arial"/>
              <a:sym typeface="Arial"/>
            </a:endParaRPr>
          </a:p>
        </p:txBody>
      </p:sp>
      <p:sp>
        <p:nvSpPr>
          <p:cNvPr id="554" name="Google Shape;554;p26"/>
          <p:cNvSpPr/>
          <p:nvPr/>
        </p:nvSpPr>
        <p:spPr>
          <a:xfrm rot="5400000">
            <a:off x="674143" y="5783577"/>
            <a:ext cx="247773" cy="247773"/>
          </a:xfrm>
          <a:prstGeom prst="rtTriangle">
            <a:avLst/>
          </a:prstGeom>
          <a:solidFill>
            <a:srgbClr val="00C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5" name="Google Shape;555;p26"/>
          <p:cNvSpPr txBox="1"/>
          <p:nvPr/>
        </p:nvSpPr>
        <p:spPr>
          <a:xfrm>
            <a:off x="755647" y="738107"/>
            <a:ext cx="3055336"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Shaking Name Badge</a:t>
            </a:r>
            <a:endParaRPr/>
          </a:p>
        </p:txBody>
      </p:sp>
      <p:sp>
        <p:nvSpPr>
          <p:cNvPr id="556" name="Google Shape;556;p26"/>
          <p:cNvSpPr/>
          <p:nvPr/>
        </p:nvSpPr>
        <p:spPr>
          <a:xfrm>
            <a:off x="6930942" y="2678283"/>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557" name="Google Shape;557;p26"/>
          <p:cNvGrpSpPr/>
          <p:nvPr/>
        </p:nvGrpSpPr>
        <p:grpSpPr>
          <a:xfrm>
            <a:off x="6756439" y="2669068"/>
            <a:ext cx="220223" cy="90645"/>
            <a:chOff x="4277253" y="2649093"/>
            <a:chExt cx="220223" cy="90645"/>
          </a:xfrm>
        </p:grpSpPr>
        <p:sp>
          <p:nvSpPr>
            <p:cNvPr id="558" name="Google Shape;558;p26"/>
            <p:cNvSpPr/>
            <p:nvPr/>
          </p:nvSpPr>
          <p:spPr>
            <a:xfrm>
              <a:off x="4451757" y="2649093"/>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9" name="Google Shape;559;p26"/>
            <p:cNvSpPr/>
            <p:nvPr/>
          </p:nvSpPr>
          <p:spPr>
            <a:xfrm>
              <a:off x="4277253" y="2649093"/>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560" name="Google Shape;560;p26"/>
          <p:cNvGrpSpPr/>
          <p:nvPr/>
        </p:nvGrpSpPr>
        <p:grpSpPr>
          <a:xfrm>
            <a:off x="6575499" y="2667323"/>
            <a:ext cx="394727" cy="764230"/>
            <a:chOff x="5115121" y="2649093"/>
            <a:chExt cx="394727" cy="764230"/>
          </a:xfrm>
        </p:grpSpPr>
        <p:sp>
          <p:nvSpPr>
            <p:cNvPr id="561" name="Google Shape;561;p26"/>
            <p:cNvSpPr/>
            <p:nvPr/>
          </p:nvSpPr>
          <p:spPr>
            <a:xfrm>
              <a:off x="5464129" y="2649093"/>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2" name="Google Shape;562;p26"/>
            <p:cNvSpPr/>
            <p:nvPr/>
          </p:nvSpPr>
          <p:spPr>
            <a:xfrm>
              <a:off x="5289625" y="2649093"/>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3" name="Google Shape;563;p26"/>
            <p:cNvSpPr/>
            <p:nvPr/>
          </p:nvSpPr>
          <p:spPr>
            <a:xfrm>
              <a:off x="5115121" y="2649093"/>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4" name="Google Shape;564;p26"/>
            <p:cNvSpPr/>
            <p:nvPr/>
          </p:nvSpPr>
          <p:spPr>
            <a:xfrm>
              <a:off x="5464129" y="2820107"/>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5" name="Google Shape;565;p26"/>
            <p:cNvSpPr/>
            <p:nvPr/>
          </p:nvSpPr>
          <p:spPr>
            <a:xfrm>
              <a:off x="5464129" y="2984141"/>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6" name="Google Shape;566;p26"/>
            <p:cNvSpPr/>
            <p:nvPr/>
          </p:nvSpPr>
          <p:spPr>
            <a:xfrm>
              <a:off x="5464129" y="3155154"/>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7" name="Google Shape;567;p26"/>
            <p:cNvSpPr/>
            <p:nvPr/>
          </p:nvSpPr>
          <p:spPr>
            <a:xfrm>
              <a:off x="5464129" y="3322678"/>
              <a:ext cx="45719" cy="9064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568" name="Google Shape;568;p26"/>
          <p:cNvGrpSpPr/>
          <p:nvPr/>
        </p:nvGrpSpPr>
        <p:grpSpPr>
          <a:xfrm>
            <a:off x="6407310" y="2669068"/>
            <a:ext cx="569352" cy="764230"/>
            <a:chOff x="4743692" y="3429000"/>
            <a:chExt cx="569352" cy="764230"/>
          </a:xfrm>
        </p:grpSpPr>
        <p:sp>
          <p:nvSpPr>
            <p:cNvPr id="569" name="Google Shape;569;p26"/>
            <p:cNvSpPr/>
            <p:nvPr/>
          </p:nvSpPr>
          <p:spPr>
            <a:xfrm>
              <a:off x="5267325"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0" name="Google Shape;570;p26"/>
            <p:cNvSpPr/>
            <p:nvPr/>
          </p:nvSpPr>
          <p:spPr>
            <a:xfrm>
              <a:off x="5092821"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1" name="Google Shape;571;p26"/>
            <p:cNvSpPr/>
            <p:nvPr/>
          </p:nvSpPr>
          <p:spPr>
            <a:xfrm>
              <a:off x="4918317"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2" name="Google Shape;572;p26"/>
            <p:cNvSpPr/>
            <p:nvPr/>
          </p:nvSpPr>
          <p:spPr>
            <a:xfrm>
              <a:off x="50895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3" name="Google Shape;573;p26"/>
            <p:cNvSpPr/>
            <p:nvPr/>
          </p:nvSpPr>
          <p:spPr>
            <a:xfrm>
              <a:off x="50895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4" name="Google Shape;574;p26"/>
            <p:cNvSpPr/>
            <p:nvPr/>
          </p:nvSpPr>
          <p:spPr>
            <a:xfrm>
              <a:off x="50895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5" name="Google Shape;575;p26"/>
            <p:cNvSpPr/>
            <p:nvPr/>
          </p:nvSpPr>
          <p:spPr>
            <a:xfrm>
              <a:off x="50895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6" name="Google Shape;576;p26"/>
            <p:cNvSpPr/>
            <p:nvPr/>
          </p:nvSpPr>
          <p:spPr>
            <a:xfrm>
              <a:off x="474369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577" name="Google Shape;577;p26"/>
          <p:cNvGrpSpPr/>
          <p:nvPr/>
        </p:nvGrpSpPr>
        <p:grpSpPr>
          <a:xfrm>
            <a:off x="6235860" y="2669068"/>
            <a:ext cx="740802" cy="764230"/>
            <a:chOff x="4572242" y="3429000"/>
            <a:chExt cx="740802" cy="764230"/>
          </a:xfrm>
        </p:grpSpPr>
        <p:sp>
          <p:nvSpPr>
            <p:cNvPr id="578" name="Google Shape;578;p26"/>
            <p:cNvSpPr/>
            <p:nvPr/>
          </p:nvSpPr>
          <p:spPr>
            <a:xfrm>
              <a:off x="5267325"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9" name="Google Shape;579;p26"/>
            <p:cNvSpPr/>
            <p:nvPr/>
          </p:nvSpPr>
          <p:spPr>
            <a:xfrm>
              <a:off x="5092821"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0" name="Google Shape;580;p26"/>
            <p:cNvSpPr/>
            <p:nvPr/>
          </p:nvSpPr>
          <p:spPr>
            <a:xfrm>
              <a:off x="4918317"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1" name="Google Shape;581;p26"/>
            <p:cNvSpPr/>
            <p:nvPr/>
          </p:nvSpPr>
          <p:spPr>
            <a:xfrm>
              <a:off x="49149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2" name="Google Shape;582;p26"/>
            <p:cNvSpPr/>
            <p:nvPr/>
          </p:nvSpPr>
          <p:spPr>
            <a:xfrm>
              <a:off x="491490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3" name="Google Shape;583;p26"/>
            <p:cNvSpPr/>
            <p:nvPr/>
          </p:nvSpPr>
          <p:spPr>
            <a:xfrm>
              <a:off x="49149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4" name="Google Shape;584;p26"/>
            <p:cNvSpPr/>
            <p:nvPr/>
          </p:nvSpPr>
          <p:spPr>
            <a:xfrm>
              <a:off x="49149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5" name="Google Shape;585;p26"/>
            <p:cNvSpPr/>
            <p:nvPr/>
          </p:nvSpPr>
          <p:spPr>
            <a:xfrm>
              <a:off x="474369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6" name="Google Shape;586;p26"/>
            <p:cNvSpPr/>
            <p:nvPr/>
          </p:nvSpPr>
          <p:spPr>
            <a:xfrm>
              <a:off x="457224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587" name="Google Shape;587;p26"/>
          <p:cNvGrpSpPr/>
          <p:nvPr/>
        </p:nvGrpSpPr>
        <p:grpSpPr>
          <a:xfrm>
            <a:off x="6235860" y="2669068"/>
            <a:ext cx="566298" cy="764230"/>
            <a:chOff x="4572242" y="3429000"/>
            <a:chExt cx="566298" cy="764230"/>
          </a:xfrm>
        </p:grpSpPr>
        <p:sp>
          <p:nvSpPr>
            <p:cNvPr id="588" name="Google Shape;588;p26"/>
            <p:cNvSpPr/>
            <p:nvPr/>
          </p:nvSpPr>
          <p:spPr>
            <a:xfrm>
              <a:off x="5092821"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sp>
          <p:nvSpPr>
            <p:cNvPr id="589" name="Google Shape;589;p26"/>
            <p:cNvSpPr/>
            <p:nvPr/>
          </p:nvSpPr>
          <p:spPr>
            <a:xfrm>
              <a:off x="4918317"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sp>
          <p:nvSpPr>
            <p:cNvPr id="590" name="Google Shape;590;p26"/>
            <p:cNvSpPr/>
            <p:nvPr/>
          </p:nvSpPr>
          <p:spPr>
            <a:xfrm>
              <a:off x="474369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sp>
          <p:nvSpPr>
            <p:cNvPr id="591" name="Google Shape;591;p26"/>
            <p:cNvSpPr/>
            <p:nvPr/>
          </p:nvSpPr>
          <p:spPr>
            <a:xfrm>
              <a:off x="457224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sp>
          <p:nvSpPr>
            <p:cNvPr id="592" name="Google Shape;592;p26"/>
            <p:cNvSpPr/>
            <p:nvPr/>
          </p:nvSpPr>
          <p:spPr>
            <a:xfrm>
              <a:off x="47434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sp>
          <p:nvSpPr>
            <p:cNvPr id="593" name="Google Shape;593;p26"/>
            <p:cNvSpPr/>
            <p:nvPr/>
          </p:nvSpPr>
          <p:spPr>
            <a:xfrm>
              <a:off x="47434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sp>
          <p:nvSpPr>
            <p:cNvPr id="594" name="Google Shape;594;p26"/>
            <p:cNvSpPr/>
            <p:nvPr/>
          </p:nvSpPr>
          <p:spPr>
            <a:xfrm>
              <a:off x="47434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sp>
          <p:nvSpPr>
            <p:cNvPr id="595" name="Google Shape;595;p26"/>
            <p:cNvSpPr/>
            <p:nvPr/>
          </p:nvSpPr>
          <p:spPr>
            <a:xfrm>
              <a:off x="47434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u="sng">
                <a:solidFill>
                  <a:schemeClr val="lt1"/>
                </a:solidFill>
                <a:latin typeface="Arial"/>
                <a:ea typeface="Arial"/>
                <a:cs typeface="Arial"/>
                <a:sym typeface="Arial"/>
              </a:endParaRPr>
            </a:p>
          </p:txBody>
        </p:sp>
      </p:grpSp>
      <p:grpSp>
        <p:nvGrpSpPr>
          <p:cNvPr id="596" name="Google Shape;596;p26"/>
          <p:cNvGrpSpPr/>
          <p:nvPr/>
        </p:nvGrpSpPr>
        <p:grpSpPr>
          <a:xfrm>
            <a:off x="6235860" y="2669068"/>
            <a:ext cx="740845" cy="764230"/>
            <a:chOff x="4572242" y="3429000"/>
            <a:chExt cx="740845" cy="764230"/>
          </a:xfrm>
        </p:grpSpPr>
        <p:sp>
          <p:nvSpPr>
            <p:cNvPr id="597" name="Google Shape;597;p26"/>
            <p:cNvSpPr/>
            <p:nvPr/>
          </p:nvSpPr>
          <p:spPr>
            <a:xfrm>
              <a:off x="4918317"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8" name="Google Shape;598;p26"/>
            <p:cNvSpPr/>
            <p:nvPr/>
          </p:nvSpPr>
          <p:spPr>
            <a:xfrm>
              <a:off x="474369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9" name="Google Shape;599;p26"/>
            <p:cNvSpPr/>
            <p:nvPr/>
          </p:nvSpPr>
          <p:spPr>
            <a:xfrm>
              <a:off x="457224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0" name="Google Shape;600;p26"/>
            <p:cNvSpPr/>
            <p:nvPr/>
          </p:nvSpPr>
          <p:spPr>
            <a:xfrm>
              <a:off x="4575218"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1" name="Google Shape;601;p26"/>
            <p:cNvSpPr/>
            <p:nvPr/>
          </p:nvSpPr>
          <p:spPr>
            <a:xfrm>
              <a:off x="4575218"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2" name="Google Shape;602;p26"/>
            <p:cNvSpPr/>
            <p:nvPr/>
          </p:nvSpPr>
          <p:spPr>
            <a:xfrm>
              <a:off x="4575218"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3" name="Google Shape;603;p26"/>
            <p:cNvSpPr/>
            <p:nvPr/>
          </p:nvSpPr>
          <p:spPr>
            <a:xfrm>
              <a:off x="4575218"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4" name="Google Shape;604;p26"/>
            <p:cNvSpPr/>
            <p:nvPr/>
          </p:nvSpPr>
          <p:spPr>
            <a:xfrm>
              <a:off x="5267368"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5" name="Google Shape;605;p26"/>
            <p:cNvSpPr/>
            <p:nvPr/>
          </p:nvSpPr>
          <p:spPr>
            <a:xfrm>
              <a:off x="5267368"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6" name="Google Shape;606;p26"/>
            <p:cNvSpPr/>
            <p:nvPr/>
          </p:nvSpPr>
          <p:spPr>
            <a:xfrm>
              <a:off x="5267368"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7" name="Google Shape;607;p26"/>
            <p:cNvSpPr/>
            <p:nvPr/>
          </p:nvSpPr>
          <p:spPr>
            <a:xfrm>
              <a:off x="5267368"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08" name="Google Shape;608;p26"/>
          <p:cNvGrpSpPr/>
          <p:nvPr/>
        </p:nvGrpSpPr>
        <p:grpSpPr>
          <a:xfrm>
            <a:off x="6235860" y="2669068"/>
            <a:ext cx="737869" cy="751045"/>
            <a:chOff x="4572242" y="3429000"/>
            <a:chExt cx="737869" cy="751045"/>
          </a:xfrm>
        </p:grpSpPr>
        <p:sp>
          <p:nvSpPr>
            <p:cNvPr id="609" name="Google Shape;609;p26"/>
            <p:cNvSpPr/>
            <p:nvPr/>
          </p:nvSpPr>
          <p:spPr>
            <a:xfrm>
              <a:off x="474369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0" name="Google Shape;610;p26"/>
            <p:cNvSpPr/>
            <p:nvPr/>
          </p:nvSpPr>
          <p:spPr>
            <a:xfrm>
              <a:off x="457224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1" name="Google Shape;611;p26"/>
            <p:cNvSpPr/>
            <p:nvPr/>
          </p:nvSpPr>
          <p:spPr>
            <a:xfrm>
              <a:off x="5092942" y="375602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2" name="Google Shape;612;p26"/>
            <p:cNvSpPr/>
            <p:nvPr/>
          </p:nvSpPr>
          <p:spPr>
            <a:xfrm>
              <a:off x="5092942" y="39243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3" name="Google Shape;613;p26"/>
            <p:cNvSpPr/>
            <p:nvPr/>
          </p:nvSpPr>
          <p:spPr>
            <a:xfrm>
              <a:off x="5092942" y="40894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4" name="Google Shape;614;p26"/>
            <p:cNvSpPr/>
            <p:nvPr/>
          </p:nvSpPr>
          <p:spPr>
            <a:xfrm>
              <a:off x="5264392" y="40894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5" name="Google Shape;615;p26"/>
            <p:cNvSpPr/>
            <p:nvPr/>
          </p:nvSpPr>
          <p:spPr>
            <a:xfrm>
              <a:off x="5092942" y="35941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16" name="Google Shape;616;p26"/>
          <p:cNvGrpSpPr/>
          <p:nvPr/>
        </p:nvGrpSpPr>
        <p:grpSpPr>
          <a:xfrm>
            <a:off x="6235860" y="2669068"/>
            <a:ext cx="737869" cy="751859"/>
            <a:chOff x="4572242" y="3429000"/>
            <a:chExt cx="737869" cy="751859"/>
          </a:xfrm>
        </p:grpSpPr>
        <p:sp>
          <p:nvSpPr>
            <p:cNvPr id="617" name="Google Shape;617;p26"/>
            <p:cNvSpPr/>
            <p:nvPr/>
          </p:nvSpPr>
          <p:spPr>
            <a:xfrm>
              <a:off x="4572242"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8" name="Google Shape;618;p26"/>
            <p:cNvSpPr/>
            <p:nvPr/>
          </p:nvSpPr>
          <p:spPr>
            <a:xfrm>
              <a:off x="4918317" y="3604439"/>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9" name="Google Shape;619;p26"/>
            <p:cNvSpPr/>
            <p:nvPr/>
          </p:nvSpPr>
          <p:spPr>
            <a:xfrm>
              <a:off x="4918317" y="376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0" name="Google Shape;620;p26"/>
            <p:cNvSpPr/>
            <p:nvPr/>
          </p:nvSpPr>
          <p:spPr>
            <a:xfrm>
              <a:off x="4918317" y="39251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1" name="Google Shape;621;p26"/>
            <p:cNvSpPr/>
            <p:nvPr/>
          </p:nvSpPr>
          <p:spPr>
            <a:xfrm>
              <a:off x="4918317" y="40902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2" name="Google Shape;622;p26"/>
            <p:cNvSpPr/>
            <p:nvPr/>
          </p:nvSpPr>
          <p:spPr>
            <a:xfrm>
              <a:off x="5089767" y="40902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3" name="Google Shape;623;p26"/>
            <p:cNvSpPr/>
            <p:nvPr/>
          </p:nvSpPr>
          <p:spPr>
            <a:xfrm>
              <a:off x="5264392" y="39251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24" name="Google Shape;624;p26"/>
          <p:cNvGrpSpPr/>
          <p:nvPr/>
        </p:nvGrpSpPr>
        <p:grpSpPr>
          <a:xfrm>
            <a:off x="6407068" y="2840082"/>
            <a:ext cx="569594" cy="593216"/>
            <a:chOff x="4743450" y="3600014"/>
            <a:chExt cx="569594" cy="593216"/>
          </a:xfrm>
        </p:grpSpPr>
        <p:sp>
          <p:nvSpPr>
            <p:cNvPr id="625" name="Google Shape;625;p26"/>
            <p:cNvSpPr/>
            <p:nvPr/>
          </p:nvSpPr>
          <p:spPr>
            <a:xfrm>
              <a:off x="52673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6" name="Google Shape;626;p26"/>
            <p:cNvSpPr/>
            <p:nvPr/>
          </p:nvSpPr>
          <p:spPr>
            <a:xfrm>
              <a:off x="50895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7" name="Google Shape;627;p26"/>
            <p:cNvSpPr/>
            <p:nvPr/>
          </p:nvSpPr>
          <p:spPr>
            <a:xfrm>
              <a:off x="49149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8" name="Google Shape;628;p26"/>
            <p:cNvSpPr/>
            <p:nvPr/>
          </p:nvSpPr>
          <p:spPr>
            <a:xfrm>
              <a:off x="47434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9" name="Google Shape;629;p26"/>
            <p:cNvSpPr/>
            <p:nvPr/>
          </p:nvSpPr>
          <p:spPr>
            <a:xfrm>
              <a:off x="47434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0" name="Google Shape;630;p26"/>
            <p:cNvSpPr/>
            <p:nvPr/>
          </p:nvSpPr>
          <p:spPr>
            <a:xfrm>
              <a:off x="47434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1" name="Google Shape;631;p26"/>
            <p:cNvSpPr/>
            <p:nvPr/>
          </p:nvSpPr>
          <p:spPr>
            <a:xfrm>
              <a:off x="47434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32" name="Google Shape;632;p26"/>
          <p:cNvGrpSpPr/>
          <p:nvPr/>
        </p:nvGrpSpPr>
        <p:grpSpPr>
          <a:xfrm>
            <a:off x="6235618" y="2840082"/>
            <a:ext cx="741044" cy="593216"/>
            <a:chOff x="4572000" y="3600014"/>
            <a:chExt cx="741044" cy="593216"/>
          </a:xfrm>
        </p:grpSpPr>
        <p:sp>
          <p:nvSpPr>
            <p:cNvPr id="633" name="Google Shape;633;p26"/>
            <p:cNvSpPr/>
            <p:nvPr/>
          </p:nvSpPr>
          <p:spPr>
            <a:xfrm>
              <a:off x="52673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4" name="Google Shape;634;p26"/>
            <p:cNvSpPr/>
            <p:nvPr/>
          </p:nvSpPr>
          <p:spPr>
            <a:xfrm>
              <a:off x="52673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5" name="Google Shape;635;p26"/>
            <p:cNvSpPr/>
            <p:nvPr/>
          </p:nvSpPr>
          <p:spPr>
            <a:xfrm>
              <a:off x="52673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6" name="Google Shape;636;p26"/>
            <p:cNvSpPr/>
            <p:nvPr/>
          </p:nvSpPr>
          <p:spPr>
            <a:xfrm>
              <a:off x="52673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7" name="Google Shape;637;p26"/>
            <p:cNvSpPr/>
            <p:nvPr/>
          </p:nvSpPr>
          <p:spPr>
            <a:xfrm>
              <a:off x="50895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8" name="Google Shape;638;p26"/>
            <p:cNvSpPr/>
            <p:nvPr/>
          </p:nvSpPr>
          <p:spPr>
            <a:xfrm>
              <a:off x="49149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9" name="Google Shape;639;p26"/>
            <p:cNvSpPr/>
            <p:nvPr/>
          </p:nvSpPr>
          <p:spPr>
            <a:xfrm>
              <a:off x="47434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0" name="Google Shape;640;p26"/>
            <p:cNvSpPr/>
            <p:nvPr/>
          </p:nvSpPr>
          <p:spPr>
            <a:xfrm>
              <a:off x="45720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1" name="Google Shape;641;p26"/>
            <p:cNvSpPr/>
            <p:nvPr/>
          </p:nvSpPr>
          <p:spPr>
            <a:xfrm>
              <a:off x="457200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2" name="Google Shape;642;p26"/>
            <p:cNvSpPr/>
            <p:nvPr/>
          </p:nvSpPr>
          <p:spPr>
            <a:xfrm>
              <a:off x="45720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3" name="Google Shape;643;p26"/>
            <p:cNvSpPr/>
            <p:nvPr/>
          </p:nvSpPr>
          <p:spPr>
            <a:xfrm>
              <a:off x="45720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44" name="Google Shape;644;p26"/>
          <p:cNvGrpSpPr/>
          <p:nvPr/>
        </p:nvGrpSpPr>
        <p:grpSpPr>
          <a:xfrm>
            <a:off x="6235618" y="2840082"/>
            <a:ext cx="563244" cy="593216"/>
            <a:chOff x="4572000" y="3600014"/>
            <a:chExt cx="563244" cy="593216"/>
          </a:xfrm>
        </p:grpSpPr>
        <p:sp>
          <p:nvSpPr>
            <p:cNvPr id="645" name="Google Shape;645;p26"/>
            <p:cNvSpPr/>
            <p:nvPr/>
          </p:nvSpPr>
          <p:spPr>
            <a:xfrm>
              <a:off x="50895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6" name="Google Shape;646;p26"/>
            <p:cNvSpPr/>
            <p:nvPr/>
          </p:nvSpPr>
          <p:spPr>
            <a:xfrm>
              <a:off x="50895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7" name="Google Shape;647;p26"/>
            <p:cNvSpPr/>
            <p:nvPr/>
          </p:nvSpPr>
          <p:spPr>
            <a:xfrm>
              <a:off x="50895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8" name="Google Shape;648;p26"/>
            <p:cNvSpPr/>
            <p:nvPr/>
          </p:nvSpPr>
          <p:spPr>
            <a:xfrm>
              <a:off x="50895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9" name="Google Shape;649;p26"/>
            <p:cNvSpPr/>
            <p:nvPr/>
          </p:nvSpPr>
          <p:spPr>
            <a:xfrm>
              <a:off x="49149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0" name="Google Shape;650;p26"/>
            <p:cNvSpPr/>
            <p:nvPr/>
          </p:nvSpPr>
          <p:spPr>
            <a:xfrm>
              <a:off x="47434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1" name="Google Shape;651;p26"/>
            <p:cNvSpPr/>
            <p:nvPr/>
          </p:nvSpPr>
          <p:spPr>
            <a:xfrm>
              <a:off x="45720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52" name="Google Shape;652;p26"/>
          <p:cNvGrpSpPr/>
          <p:nvPr/>
        </p:nvGrpSpPr>
        <p:grpSpPr>
          <a:xfrm>
            <a:off x="6235618" y="2840082"/>
            <a:ext cx="388619" cy="593216"/>
            <a:chOff x="4572000" y="3600014"/>
            <a:chExt cx="388619" cy="593216"/>
          </a:xfrm>
        </p:grpSpPr>
        <p:sp>
          <p:nvSpPr>
            <p:cNvPr id="653" name="Google Shape;653;p26"/>
            <p:cNvSpPr/>
            <p:nvPr/>
          </p:nvSpPr>
          <p:spPr>
            <a:xfrm>
              <a:off x="49149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4" name="Google Shape;654;p26"/>
            <p:cNvSpPr/>
            <p:nvPr/>
          </p:nvSpPr>
          <p:spPr>
            <a:xfrm>
              <a:off x="491490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5" name="Google Shape;655;p26"/>
            <p:cNvSpPr/>
            <p:nvPr/>
          </p:nvSpPr>
          <p:spPr>
            <a:xfrm>
              <a:off x="49149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6" name="Google Shape;656;p26"/>
            <p:cNvSpPr/>
            <p:nvPr/>
          </p:nvSpPr>
          <p:spPr>
            <a:xfrm>
              <a:off x="49149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7" name="Google Shape;657;p26"/>
            <p:cNvSpPr/>
            <p:nvPr/>
          </p:nvSpPr>
          <p:spPr>
            <a:xfrm>
              <a:off x="47434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8" name="Google Shape;658;p26"/>
            <p:cNvSpPr/>
            <p:nvPr/>
          </p:nvSpPr>
          <p:spPr>
            <a:xfrm>
              <a:off x="45720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59" name="Google Shape;659;p26"/>
          <p:cNvGrpSpPr/>
          <p:nvPr/>
        </p:nvGrpSpPr>
        <p:grpSpPr>
          <a:xfrm>
            <a:off x="6235618" y="2669068"/>
            <a:ext cx="737739" cy="764230"/>
            <a:chOff x="4572000" y="3429000"/>
            <a:chExt cx="737739" cy="764230"/>
          </a:xfrm>
        </p:grpSpPr>
        <p:sp>
          <p:nvSpPr>
            <p:cNvPr id="660" name="Google Shape;660;p26"/>
            <p:cNvSpPr/>
            <p:nvPr/>
          </p:nvSpPr>
          <p:spPr>
            <a:xfrm>
              <a:off x="47434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1" name="Google Shape;661;p26"/>
            <p:cNvSpPr/>
            <p:nvPr/>
          </p:nvSpPr>
          <p:spPr>
            <a:xfrm>
              <a:off x="47434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2" name="Google Shape;662;p26"/>
            <p:cNvSpPr/>
            <p:nvPr/>
          </p:nvSpPr>
          <p:spPr>
            <a:xfrm>
              <a:off x="47434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3" name="Google Shape;663;p26"/>
            <p:cNvSpPr/>
            <p:nvPr/>
          </p:nvSpPr>
          <p:spPr>
            <a:xfrm>
              <a:off x="47434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4" name="Google Shape;664;p26"/>
            <p:cNvSpPr/>
            <p:nvPr/>
          </p:nvSpPr>
          <p:spPr>
            <a:xfrm>
              <a:off x="45720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5" name="Google Shape;665;p26"/>
            <p:cNvSpPr/>
            <p:nvPr/>
          </p:nvSpPr>
          <p:spPr>
            <a:xfrm>
              <a:off x="5264020"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6" name="Google Shape;666;p26"/>
            <p:cNvSpPr/>
            <p:nvPr/>
          </p:nvSpPr>
          <p:spPr>
            <a:xfrm>
              <a:off x="5263778"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7" name="Google Shape;667;p26"/>
            <p:cNvSpPr/>
            <p:nvPr/>
          </p:nvSpPr>
          <p:spPr>
            <a:xfrm>
              <a:off x="5263778"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8" name="Google Shape;668;p26"/>
            <p:cNvSpPr/>
            <p:nvPr/>
          </p:nvSpPr>
          <p:spPr>
            <a:xfrm>
              <a:off x="5263778"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69" name="Google Shape;669;p26"/>
          <p:cNvGrpSpPr/>
          <p:nvPr/>
        </p:nvGrpSpPr>
        <p:grpSpPr>
          <a:xfrm>
            <a:off x="6235618" y="2669068"/>
            <a:ext cx="566540" cy="764230"/>
            <a:chOff x="4572000" y="3429000"/>
            <a:chExt cx="566540" cy="764230"/>
          </a:xfrm>
        </p:grpSpPr>
        <p:sp>
          <p:nvSpPr>
            <p:cNvPr id="670" name="Google Shape;670;p26"/>
            <p:cNvSpPr/>
            <p:nvPr/>
          </p:nvSpPr>
          <p:spPr>
            <a:xfrm>
              <a:off x="5092821"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1" name="Google Shape;671;p26"/>
            <p:cNvSpPr/>
            <p:nvPr/>
          </p:nvSpPr>
          <p:spPr>
            <a:xfrm>
              <a:off x="50895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2" name="Google Shape;672;p26"/>
            <p:cNvSpPr/>
            <p:nvPr/>
          </p:nvSpPr>
          <p:spPr>
            <a:xfrm>
              <a:off x="50895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3" name="Google Shape;673;p26"/>
            <p:cNvSpPr/>
            <p:nvPr/>
          </p:nvSpPr>
          <p:spPr>
            <a:xfrm>
              <a:off x="50895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4" name="Google Shape;674;p26"/>
            <p:cNvSpPr/>
            <p:nvPr/>
          </p:nvSpPr>
          <p:spPr>
            <a:xfrm>
              <a:off x="45720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5" name="Google Shape;675;p26"/>
            <p:cNvSpPr/>
            <p:nvPr/>
          </p:nvSpPr>
          <p:spPr>
            <a:xfrm>
              <a:off x="457200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6" name="Google Shape;676;p26"/>
            <p:cNvSpPr/>
            <p:nvPr/>
          </p:nvSpPr>
          <p:spPr>
            <a:xfrm>
              <a:off x="45720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7" name="Google Shape;677;p26"/>
            <p:cNvSpPr/>
            <p:nvPr/>
          </p:nvSpPr>
          <p:spPr>
            <a:xfrm>
              <a:off x="45720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78" name="Google Shape;678;p26"/>
          <p:cNvGrpSpPr/>
          <p:nvPr/>
        </p:nvGrpSpPr>
        <p:grpSpPr>
          <a:xfrm>
            <a:off x="6578518" y="2669068"/>
            <a:ext cx="49136" cy="764230"/>
            <a:chOff x="4914900" y="3429000"/>
            <a:chExt cx="49136" cy="764230"/>
          </a:xfrm>
        </p:grpSpPr>
        <p:sp>
          <p:nvSpPr>
            <p:cNvPr id="679" name="Google Shape;679;p26"/>
            <p:cNvSpPr/>
            <p:nvPr/>
          </p:nvSpPr>
          <p:spPr>
            <a:xfrm>
              <a:off x="4918317"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0" name="Google Shape;680;p26"/>
            <p:cNvSpPr/>
            <p:nvPr/>
          </p:nvSpPr>
          <p:spPr>
            <a:xfrm>
              <a:off x="491490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1" name="Google Shape;681;p26"/>
            <p:cNvSpPr/>
            <p:nvPr/>
          </p:nvSpPr>
          <p:spPr>
            <a:xfrm>
              <a:off x="49149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2" name="Google Shape;682;p26"/>
            <p:cNvSpPr/>
            <p:nvPr/>
          </p:nvSpPr>
          <p:spPr>
            <a:xfrm>
              <a:off x="49149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83" name="Google Shape;683;p26"/>
          <p:cNvGrpSpPr/>
          <p:nvPr/>
        </p:nvGrpSpPr>
        <p:grpSpPr>
          <a:xfrm>
            <a:off x="6405437" y="2667323"/>
            <a:ext cx="49136" cy="764230"/>
            <a:chOff x="4914900" y="3429000"/>
            <a:chExt cx="49136" cy="764230"/>
          </a:xfrm>
        </p:grpSpPr>
        <p:sp>
          <p:nvSpPr>
            <p:cNvPr id="684" name="Google Shape;684;p26"/>
            <p:cNvSpPr/>
            <p:nvPr/>
          </p:nvSpPr>
          <p:spPr>
            <a:xfrm>
              <a:off x="4918317"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5" name="Google Shape;685;p26"/>
            <p:cNvSpPr/>
            <p:nvPr/>
          </p:nvSpPr>
          <p:spPr>
            <a:xfrm>
              <a:off x="491490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6" name="Google Shape;686;p26"/>
            <p:cNvSpPr/>
            <p:nvPr/>
          </p:nvSpPr>
          <p:spPr>
            <a:xfrm>
              <a:off x="49149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7" name="Google Shape;687;p26"/>
            <p:cNvSpPr/>
            <p:nvPr/>
          </p:nvSpPr>
          <p:spPr>
            <a:xfrm>
              <a:off x="49149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88" name="Google Shape;688;p26"/>
          <p:cNvGrpSpPr/>
          <p:nvPr/>
        </p:nvGrpSpPr>
        <p:grpSpPr>
          <a:xfrm>
            <a:off x="6233724" y="2667323"/>
            <a:ext cx="49136" cy="764230"/>
            <a:chOff x="4914900" y="3429000"/>
            <a:chExt cx="49136" cy="764230"/>
          </a:xfrm>
        </p:grpSpPr>
        <p:sp>
          <p:nvSpPr>
            <p:cNvPr id="689" name="Google Shape;689;p26"/>
            <p:cNvSpPr/>
            <p:nvPr/>
          </p:nvSpPr>
          <p:spPr>
            <a:xfrm>
              <a:off x="4918317" y="342900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0" name="Google Shape;690;p26"/>
            <p:cNvSpPr/>
            <p:nvPr/>
          </p:nvSpPr>
          <p:spPr>
            <a:xfrm>
              <a:off x="491490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1" name="Google Shape;691;p26"/>
            <p:cNvSpPr/>
            <p:nvPr/>
          </p:nvSpPr>
          <p:spPr>
            <a:xfrm>
              <a:off x="491490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2" name="Google Shape;692;p26"/>
            <p:cNvSpPr/>
            <p:nvPr/>
          </p:nvSpPr>
          <p:spPr>
            <a:xfrm>
              <a:off x="491490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93" name="Google Shape;693;p26"/>
          <p:cNvGrpSpPr/>
          <p:nvPr/>
        </p:nvGrpSpPr>
        <p:grpSpPr>
          <a:xfrm>
            <a:off x="6930943" y="2840082"/>
            <a:ext cx="45719" cy="593216"/>
            <a:chOff x="5267325" y="3600014"/>
            <a:chExt cx="45719" cy="593216"/>
          </a:xfrm>
        </p:grpSpPr>
        <p:sp>
          <p:nvSpPr>
            <p:cNvPr id="694" name="Google Shape;694;p26"/>
            <p:cNvSpPr/>
            <p:nvPr/>
          </p:nvSpPr>
          <p:spPr>
            <a:xfrm>
              <a:off x="52673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5" name="Google Shape;695;p26"/>
            <p:cNvSpPr/>
            <p:nvPr/>
          </p:nvSpPr>
          <p:spPr>
            <a:xfrm>
              <a:off x="52673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6" name="Google Shape;696;p26"/>
            <p:cNvSpPr/>
            <p:nvPr/>
          </p:nvSpPr>
          <p:spPr>
            <a:xfrm>
              <a:off x="52673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7" name="Google Shape;697;p26"/>
            <p:cNvSpPr/>
            <p:nvPr/>
          </p:nvSpPr>
          <p:spPr>
            <a:xfrm>
              <a:off x="52673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98" name="Google Shape;698;p26"/>
          <p:cNvGrpSpPr/>
          <p:nvPr/>
        </p:nvGrpSpPr>
        <p:grpSpPr>
          <a:xfrm>
            <a:off x="6756318" y="2840082"/>
            <a:ext cx="220344" cy="593216"/>
            <a:chOff x="5267325" y="3600014"/>
            <a:chExt cx="220344" cy="593216"/>
          </a:xfrm>
        </p:grpSpPr>
        <p:sp>
          <p:nvSpPr>
            <p:cNvPr id="699" name="Google Shape;699;p26"/>
            <p:cNvSpPr/>
            <p:nvPr/>
          </p:nvSpPr>
          <p:spPr>
            <a:xfrm>
              <a:off x="52673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0" name="Google Shape;700;p26"/>
            <p:cNvSpPr/>
            <p:nvPr/>
          </p:nvSpPr>
          <p:spPr>
            <a:xfrm>
              <a:off x="52673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1" name="Google Shape;701;p26"/>
            <p:cNvSpPr/>
            <p:nvPr/>
          </p:nvSpPr>
          <p:spPr>
            <a:xfrm>
              <a:off x="52673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2" name="Google Shape;702;p26"/>
            <p:cNvSpPr/>
            <p:nvPr/>
          </p:nvSpPr>
          <p:spPr>
            <a:xfrm>
              <a:off x="52673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3" name="Google Shape;703;p26"/>
            <p:cNvSpPr/>
            <p:nvPr/>
          </p:nvSpPr>
          <p:spPr>
            <a:xfrm>
              <a:off x="54419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04" name="Google Shape;704;p26"/>
          <p:cNvGrpSpPr/>
          <p:nvPr/>
        </p:nvGrpSpPr>
        <p:grpSpPr>
          <a:xfrm>
            <a:off x="6584868" y="2840082"/>
            <a:ext cx="391794" cy="593216"/>
            <a:chOff x="5267325" y="3600014"/>
            <a:chExt cx="391794" cy="593216"/>
          </a:xfrm>
        </p:grpSpPr>
        <p:sp>
          <p:nvSpPr>
            <p:cNvPr id="705" name="Google Shape;705;p26"/>
            <p:cNvSpPr/>
            <p:nvPr/>
          </p:nvSpPr>
          <p:spPr>
            <a:xfrm>
              <a:off x="52673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6" name="Google Shape;706;p26"/>
            <p:cNvSpPr/>
            <p:nvPr/>
          </p:nvSpPr>
          <p:spPr>
            <a:xfrm>
              <a:off x="52673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7" name="Google Shape;707;p26"/>
            <p:cNvSpPr/>
            <p:nvPr/>
          </p:nvSpPr>
          <p:spPr>
            <a:xfrm>
              <a:off x="52673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8" name="Google Shape;708;p26"/>
            <p:cNvSpPr/>
            <p:nvPr/>
          </p:nvSpPr>
          <p:spPr>
            <a:xfrm>
              <a:off x="52673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9" name="Google Shape;709;p26"/>
            <p:cNvSpPr/>
            <p:nvPr/>
          </p:nvSpPr>
          <p:spPr>
            <a:xfrm>
              <a:off x="54419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0" name="Google Shape;710;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11" name="Google Shape;711;p26"/>
          <p:cNvGrpSpPr/>
          <p:nvPr/>
        </p:nvGrpSpPr>
        <p:grpSpPr>
          <a:xfrm>
            <a:off x="6410243" y="2840082"/>
            <a:ext cx="563244" cy="593216"/>
            <a:chOff x="5267325" y="3600014"/>
            <a:chExt cx="563244" cy="593216"/>
          </a:xfrm>
        </p:grpSpPr>
        <p:sp>
          <p:nvSpPr>
            <p:cNvPr id="712" name="Google Shape;712;p26"/>
            <p:cNvSpPr/>
            <p:nvPr/>
          </p:nvSpPr>
          <p:spPr>
            <a:xfrm>
              <a:off x="52673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3" name="Google Shape;713;p26"/>
            <p:cNvSpPr/>
            <p:nvPr/>
          </p:nvSpPr>
          <p:spPr>
            <a:xfrm>
              <a:off x="52673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4" name="Google Shape;714;p26"/>
            <p:cNvSpPr/>
            <p:nvPr/>
          </p:nvSpPr>
          <p:spPr>
            <a:xfrm>
              <a:off x="52673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5" name="Google Shape;715;p26"/>
            <p:cNvSpPr/>
            <p:nvPr/>
          </p:nvSpPr>
          <p:spPr>
            <a:xfrm>
              <a:off x="52673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6" name="Google Shape;716;p26"/>
            <p:cNvSpPr/>
            <p:nvPr/>
          </p:nvSpPr>
          <p:spPr>
            <a:xfrm>
              <a:off x="54419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7" name="Google Shape;717;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8" name="Google Shape;718;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9" name="Google Shape;719;p26"/>
            <p:cNvSpPr/>
            <p:nvPr/>
          </p:nvSpPr>
          <p:spPr>
            <a:xfrm>
              <a:off x="57848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0" name="Google Shape;720;p26"/>
            <p:cNvSpPr/>
            <p:nvPr/>
          </p:nvSpPr>
          <p:spPr>
            <a:xfrm>
              <a:off x="57848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1" name="Google Shape;721;p26"/>
            <p:cNvSpPr/>
            <p:nvPr/>
          </p:nvSpPr>
          <p:spPr>
            <a:xfrm>
              <a:off x="57848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22" name="Google Shape;722;p26"/>
          <p:cNvGrpSpPr/>
          <p:nvPr/>
        </p:nvGrpSpPr>
        <p:grpSpPr>
          <a:xfrm>
            <a:off x="6235618" y="2840082"/>
            <a:ext cx="563244" cy="593216"/>
            <a:chOff x="5267325" y="3600014"/>
            <a:chExt cx="563244" cy="593216"/>
          </a:xfrm>
        </p:grpSpPr>
        <p:sp>
          <p:nvSpPr>
            <p:cNvPr id="723" name="Google Shape;723;p26"/>
            <p:cNvSpPr/>
            <p:nvPr/>
          </p:nvSpPr>
          <p:spPr>
            <a:xfrm>
              <a:off x="5267325"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4" name="Google Shape;724;p26"/>
            <p:cNvSpPr/>
            <p:nvPr/>
          </p:nvSpPr>
          <p:spPr>
            <a:xfrm>
              <a:off x="52673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5" name="Google Shape;725;p26"/>
            <p:cNvSpPr/>
            <p:nvPr/>
          </p:nvSpPr>
          <p:spPr>
            <a:xfrm>
              <a:off x="526732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6" name="Google Shape;726;p26"/>
            <p:cNvSpPr/>
            <p:nvPr/>
          </p:nvSpPr>
          <p:spPr>
            <a:xfrm>
              <a:off x="526732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7" name="Google Shape;727;p26"/>
            <p:cNvSpPr/>
            <p:nvPr/>
          </p:nvSpPr>
          <p:spPr>
            <a:xfrm>
              <a:off x="54419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8" name="Google Shape;728;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9" name="Google Shape;729;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0" name="Google Shape;730;p26"/>
            <p:cNvSpPr/>
            <p:nvPr/>
          </p:nvSpPr>
          <p:spPr>
            <a:xfrm>
              <a:off x="57848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1" name="Google Shape;731;p26"/>
            <p:cNvSpPr/>
            <p:nvPr/>
          </p:nvSpPr>
          <p:spPr>
            <a:xfrm>
              <a:off x="57848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2" name="Google Shape;732;p26"/>
            <p:cNvSpPr/>
            <p:nvPr/>
          </p:nvSpPr>
          <p:spPr>
            <a:xfrm>
              <a:off x="57848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33" name="Google Shape;733;p26"/>
          <p:cNvGrpSpPr/>
          <p:nvPr/>
        </p:nvGrpSpPr>
        <p:grpSpPr>
          <a:xfrm>
            <a:off x="6235739" y="2844372"/>
            <a:ext cx="388619" cy="593216"/>
            <a:chOff x="5441950" y="3600014"/>
            <a:chExt cx="388619" cy="593216"/>
          </a:xfrm>
        </p:grpSpPr>
        <p:sp>
          <p:nvSpPr>
            <p:cNvPr id="734" name="Google Shape;734;p26"/>
            <p:cNvSpPr/>
            <p:nvPr/>
          </p:nvSpPr>
          <p:spPr>
            <a:xfrm>
              <a:off x="544195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5" name="Google Shape;735;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6" name="Google Shape;736;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7" name="Google Shape;737;p26"/>
            <p:cNvSpPr/>
            <p:nvPr/>
          </p:nvSpPr>
          <p:spPr>
            <a:xfrm>
              <a:off x="57848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8" name="Google Shape;738;p26"/>
            <p:cNvSpPr/>
            <p:nvPr/>
          </p:nvSpPr>
          <p:spPr>
            <a:xfrm>
              <a:off x="57848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9" name="Google Shape;739;p26"/>
            <p:cNvSpPr/>
            <p:nvPr/>
          </p:nvSpPr>
          <p:spPr>
            <a:xfrm>
              <a:off x="57848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40" name="Google Shape;740;p26"/>
          <p:cNvGrpSpPr/>
          <p:nvPr/>
        </p:nvGrpSpPr>
        <p:grpSpPr>
          <a:xfrm>
            <a:off x="6240281" y="2661337"/>
            <a:ext cx="734694" cy="775257"/>
            <a:chOff x="5613400" y="3417973"/>
            <a:chExt cx="734694" cy="775257"/>
          </a:xfrm>
        </p:grpSpPr>
        <p:sp>
          <p:nvSpPr>
            <p:cNvPr id="741" name="Google Shape;741;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2" name="Google Shape;742;p26"/>
            <p:cNvSpPr/>
            <p:nvPr/>
          </p:nvSpPr>
          <p:spPr>
            <a:xfrm>
              <a:off x="5613400" y="3600014"/>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3" name="Google Shape;743;p26"/>
            <p:cNvSpPr/>
            <p:nvPr/>
          </p:nvSpPr>
          <p:spPr>
            <a:xfrm>
              <a:off x="57848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4" name="Google Shape;744;p26"/>
            <p:cNvSpPr/>
            <p:nvPr/>
          </p:nvSpPr>
          <p:spPr>
            <a:xfrm>
              <a:off x="57848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5" name="Google Shape;745;p26"/>
            <p:cNvSpPr/>
            <p:nvPr/>
          </p:nvSpPr>
          <p:spPr>
            <a:xfrm>
              <a:off x="57848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6" name="Google Shape;746;p26"/>
            <p:cNvSpPr/>
            <p:nvPr/>
          </p:nvSpPr>
          <p:spPr>
            <a:xfrm>
              <a:off x="630237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7" name="Google Shape;747;p26"/>
            <p:cNvSpPr/>
            <p:nvPr/>
          </p:nvSpPr>
          <p:spPr>
            <a:xfrm>
              <a:off x="63023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8" name="Google Shape;748;p26"/>
            <p:cNvSpPr/>
            <p:nvPr/>
          </p:nvSpPr>
          <p:spPr>
            <a:xfrm>
              <a:off x="630237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9" name="Google Shape;749;p26"/>
            <p:cNvSpPr/>
            <p:nvPr/>
          </p:nvSpPr>
          <p:spPr>
            <a:xfrm>
              <a:off x="6302375" y="3417973"/>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0" name="Google Shape;750;p26"/>
            <p:cNvSpPr/>
            <p:nvPr/>
          </p:nvSpPr>
          <p:spPr>
            <a:xfrm>
              <a:off x="63023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51" name="Google Shape;751;p26"/>
          <p:cNvGrpSpPr/>
          <p:nvPr/>
        </p:nvGrpSpPr>
        <p:grpSpPr>
          <a:xfrm>
            <a:off x="6240281" y="2669068"/>
            <a:ext cx="734694" cy="775257"/>
            <a:chOff x="5784850" y="3417973"/>
            <a:chExt cx="734694" cy="775257"/>
          </a:xfrm>
        </p:grpSpPr>
        <p:sp>
          <p:nvSpPr>
            <p:cNvPr id="752" name="Google Shape;752;p26"/>
            <p:cNvSpPr/>
            <p:nvPr/>
          </p:nvSpPr>
          <p:spPr>
            <a:xfrm>
              <a:off x="5784850"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3" name="Google Shape;753;p26"/>
            <p:cNvSpPr/>
            <p:nvPr/>
          </p:nvSpPr>
          <p:spPr>
            <a:xfrm>
              <a:off x="5784850"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4" name="Google Shape;754;p26"/>
            <p:cNvSpPr/>
            <p:nvPr/>
          </p:nvSpPr>
          <p:spPr>
            <a:xfrm>
              <a:off x="5784850"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5" name="Google Shape;755;p26"/>
            <p:cNvSpPr/>
            <p:nvPr/>
          </p:nvSpPr>
          <p:spPr>
            <a:xfrm>
              <a:off x="630237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6" name="Google Shape;756;p26"/>
            <p:cNvSpPr/>
            <p:nvPr/>
          </p:nvSpPr>
          <p:spPr>
            <a:xfrm>
              <a:off x="63023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7" name="Google Shape;757;p26"/>
            <p:cNvSpPr/>
            <p:nvPr/>
          </p:nvSpPr>
          <p:spPr>
            <a:xfrm>
              <a:off x="630237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8" name="Google Shape;758;p26"/>
            <p:cNvSpPr/>
            <p:nvPr/>
          </p:nvSpPr>
          <p:spPr>
            <a:xfrm>
              <a:off x="6302375" y="3417973"/>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9" name="Google Shape;759;p26"/>
            <p:cNvSpPr/>
            <p:nvPr/>
          </p:nvSpPr>
          <p:spPr>
            <a:xfrm>
              <a:off x="63023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0" name="Google Shape;760;p26"/>
            <p:cNvSpPr/>
            <p:nvPr/>
          </p:nvSpPr>
          <p:spPr>
            <a:xfrm>
              <a:off x="64738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61" name="Google Shape;761;p26"/>
          <p:cNvGrpSpPr/>
          <p:nvPr/>
        </p:nvGrpSpPr>
        <p:grpSpPr>
          <a:xfrm>
            <a:off x="6584852" y="2669068"/>
            <a:ext cx="388619" cy="775257"/>
            <a:chOff x="6302375" y="3417973"/>
            <a:chExt cx="388619" cy="775257"/>
          </a:xfrm>
        </p:grpSpPr>
        <p:sp>
          <p:nvSpPr>
            <p:cNvPr id="762" name="Google Shape;762;p26"/>
            <p:cNvSpPr/>
            <p:nvPr/>
          </p:nvSpPr>
          <p:spPr>
            <a:xfrm>
              <a:off x="630237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3" name="Google Shape;763;p26"/>
            <p:cNvSpPr/>
            <p:nvPr/>
          </p:nvSpPr>
          <p:spPr>
            <a:xfrm>
              <a:off x="63023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4" name="Google Shape;764;p26"/>
            <p:cNvSpPr/>
            <p:nvPr/>
          </p:nvSpPr>
          <p:spPr>
            <a:xfrm>
              <a:off x="6302375" y="4102585"/>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5" name="Google Shape;765;p26"/>
            <p:cNvSpPr/>
            <p:nvPr/>
          </p:nvSpPr>
          <p:spPr>
            <a:xfrm>
              <a:off x="6302375" y="3417973"/>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6" name="Google Shape;766;p26"/>
            <p:cNvSpPr/>
            <p:nvPr/>
          </p:nvSpPr>
          <p:spPr>
            <a:xfrm>
              <a:off x="63023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7" name="Google Shape;767;p26"/>
            <p:cNvSpPr/>
            <p:nvPr/>
          </p:nvSpPr>
          <p:spPr>
            <a:xfrm>
              <a:off x="64738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8" name="Google Shape;768;p26"/>
            <p:cNvSpPr/>
            <p:nvPr/>
          </p:nvSpPr>
          <p:spPr>
            <a:xfrm>
              <a:off x="66452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9" name="Google Shape;769;p26"/>
            <p:cNvSpPr/>
            <p:nvPr/>
          </p:nvSpPr>
          <p:spPr>
            <a:xfrm>
              <a:off x="66452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70" name="Google Shape;770;p26"/>
          <p:cNvGrpSpPr/>
          <p:nvPr/>
        </p:nvGrpSpPr>
        <p:grpSpPr>
          <a:xfrm>
            <a:off x="6409989" y="2665893"/>
            <a:ext cx="563244" cy="772082"/>
            <a:chOff x="6302375" y="3417973"/>
            <a:chExt cx="563244" cy="772082"/>
          </a:xfrm>
        </p:grpSpPr>
        <p:sp>
          <p:nvSpPr>
            <p:cNvPr id="771" name="Google Shape;771;p26"/>
            <p:cNvSpPr/>
            <p:nvPr/>
          </p:nvSpPr>
          <p:spPr>
            <a:xfrm>
              <a:off x="630237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2" name="Google Shape;772;p26"/>
            <p:cNvSpPr/>
            <p:nvPr/>
          </p:nvSpPr>
          <p:spPr>
            <a:xfrm>
              <a:off x="63023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3" name="Google Shape;773;p26"/>
            <p:cNvSpPr/>
            <p:nvPr/>
          </p:nvSpPr>
          <p:spPr>
            <a:xfrm>
              <a:off x="630237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4" name="Google Shape;774;p26"/>
            <p:cNvSpPr/>
            <p:nvPr/>
          </p:nvSpPr>
          <p:spPr>
            <a:xfrm>
              <a:off x="6302375" y="3417973"/>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5" name="Google Shape;775;p26"/>
            <p:cNvSpPr/>
            <p:nvPr/>
          </p:nvSpPr>
          <p:spPr>
            <a:xfrm>
              <a:off x="63023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6" name="Google Shape;776;p26"/>
            <p:cNvSpPr/>
            <p:nvPr/>
          </p:nvSpPr>
          <p:spPr>
            <a:xfrm>
              <a:off x="64738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7" name="Google Shape;777;p26"/>
            <p:cNvSpPr/>
            <p:nvPr/>
          </p:nvSpPr>
          <p:spPr>
            <a:xfrm>
              <a:off x="66452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8" name="Google Shape;778;p26"/>
            <p:cNvSpPr/>
            <p:nvPr/>
          </p:nvSpPr>
          <p:spPr>
            <a:xfrm>
              <a:off x="66452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9" name="Google Shape;779;p26"/>
            <p:cNvSpPr/>
            <p:nvPr/>
          </p:nvSpPr>
          <p:spPr>
            <a:xfrm>
              <a:off x="6819900"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80" name="Google Shape;780;p26"/>
          <p:cNvGrpSpPr/>
          <p:nvPr/>
        </p:nvGrpSpPr>
        <p:grpSpPr>
          <a:xfrm>
            <a:off x="6237917" y="2665893"/>
            <a:ext cx="563244" cy="772082"/>
            <a:chOff x="6302375" y="3417973"/>
            <a:chExt cx="563244" cy="772082"/>
          </a:xfrm>
        </p:grpSpPr>
        <p:sp>
          <p:nvSpPr>
            <p:cNvPr id="781" name="Google Shape;781;p26"/>
            <p:cNvSpPr/>
            <p:nvPr/>
          </p:nvSpPr>
          <p:spPr>
            <a:xfrm>
              <a:off x="630237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2" name="Google Shape;782;p26"/>
            <p:cNvSpPr/>
            <p:nvPr/>
          </p:nvSpPr>
          <p:spPr>
            <a:xfrm>
              <a:off x="63023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3" name="Google Shape;783;p26"/>
            <p:cNvSpPr/>
            <p:nvPr/>
          </p:nvSpPr>
          <p:spPr>
            <a:xfrm>
              <a:off x="630237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4" name="Google Shape;784;p26"/>
            <p:cNvSpPr/>
            <p:nvPr/>
          </p:nvSpPr>
          <p:spPr>
            <a:xfrm>
              <a:off x="6302375" y="3417973"/>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5" name="Google Shape;785;p26"/>
            <p:cNvSpPr/>
            <p:nvPr/>
          </p:nvSpPr>
          <p:spPr>
            <a:xfrm>
              <a:off x="63023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6" name="Google Shape;786;p26"/>
            <p:cNvSpPr/>
            <p:nvPr/>
          </p:nvSpPr>
          <p:spPr>
            <a:xfrm>
              <a:off x="64738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7" name="Google Shape;787;p26"/>
            <p:cNvSpPr/>
            <p:nvPr/>
          </p:nvSpPr>
          <p:spPr>
            <a:xfrm>
              <a:off x="66452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8" name="Google Shape;788;p26"/>
            <p:cNvSpPr/>
            <p:nvPr/>
          </p:nvSpPr>
          <p:spPr>
            <a:xfrm>
              <a:off x="66452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9" name="Google Shape;789;p26"/>
            <p:cNvSpPr/>
            <p:nvPr/>
          </p:nvSpPr>
          <p:spPr>
            <a:xfrm>
              <a:off x="6819900"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90" name="Google Shape;790;p26"/>
          <p:cNvGrpSpPr/>
          <p:nvPr/>
        </p:nvGrpSpPr>
        <p:grpSpPr>
          <a:xfrm>
            <a:off x="6235801" y="2843256"/>
            <a:ext cx="391794" cy="601069"/>
            <a:chOff x="6473825" y="3588986"/>
            <a:chExt cx="391794" cy="601069"/>
          </a:xfrm>
        </p:grpSpPr>
        <p:sp>
          <p:nvSpPr>
            <p:cNvPr id="791" name="Google Shape;791;p26"/>
            <p:cNvSpPr/>
            <p:nvPr/>
          </p:nvSpPr>
          <p:spPr>
            <a:xfrm>
              <a:off x="6473825" y="3764048"/>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2" name="Google Shape;792;p26"/>
            <p:cNvSpPr/>
            <p:nvPr/>
          </p:nvSpPr>
          <p:spPr>
            <a:xfrm>
              <a:off x="66452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3" name="Google Shape;793;p26"/>
            <p:cNvSpPr/>
            <p:nvPr/>
          </p:nvSpPr>
          <p:spPr>
            <a:xfrm>
              <a:off x="66452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4" name="Google Shape;794;p26"/>
            <p:cNvSpPr/>
            <p:nvPr/>
          </p:nvSpPr>
          <p:spPr>
            <a:xfrm>
              <a:off x="6819900"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95" name="Google Shape;795;p26"/>
          <p:cNvGrpSpPr/>
          <p:nvPr/>
        </p:nvGrpSpPr>
        <p:grpSpPr>
          <a:xfrm>
            <a:off x="6232685" y="2665456"/>
            <a:ext cx="741044" cy="778869"/>
            <a:chOff x="6645275" y="3411186"/>
            <a:chExt cx="741044" cy="778869"/>
          </a:xfrm>
        </p:grpSpPr>
        <p:sp>
          <p:nvSpPr>
            <p:cNvPr id="796" name="Google Shape;796;p26"/>
            <p:cNvSpPr/>
            <p:nvPr/>
          </p:nvSpPr>
          <p:spPr>
            <a:xfrm>
              <a:off x="6645275" y="39350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7" name="Google Shape;797;p26"/>
            <p:cNvSpPr/>
            <p:nvPr/>
          </p:nvSpPr>
          <p:spPr>
            <a:xfrm>
              <a:off x="6645275"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8" name="Google Shape;798;p26"/>
            <p:cNvSpPr/>
            <p:nvPr/>
          </p:nvSpPr>
          <p:spPr>
            <a:xfrm>
              <a:off x="6819900"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9" name="Google Shape;799;p26"/>
            <p:cNvSpPr/>
            <p:nvPr/>
          </p:nvSpPr>
          <p:spPr>
            <a:xfrm>
              <a:off x="7340600"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0" name="Google Shape;800;p26"/>
            <p:cNvSpPr/>
            <p:nvPr/>
          </p:nvSpPr>
          <p:spPr>
            <a:xfrm>
              <a:off x="7340600" y="37445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1" name="Google Shape;801;p26"/>
            <p:cNvSpPr/>
            <p:nvPr/>
          </p:nvSpPr>
          <p:spPr>
            <a:xfrm>
              <a:off x="7340600" y="39064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2" name="Google Shape;802;p26"/>
            <p:cNvSpPr/>
            <p:nvPr/>
          </p:nvSpPr>
          <p:spPr>
            <a:xfrm>
              <a:off x="7340600" y="34111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03" name="Google Shape;803;p26"/>
          <p:cNvGrpSpPr/>
          <p:nvPr/>
        </p:nvGrpSpPr>
        <p:grpSpPr>
          <a:xfrm>
            <a:off x="6235873" y="2660003"/>
            <a:ext cx="741044" cy="778869"/>
            <a:chOff x="6819900" y="3411186"/>
            <a:chExt cx="741044" cy="778869"/>
          </a:xfrm>
        </p:grpSpPr>
        <p:sp>
          <p:nvSpPr>
            <p:cNvPr id="804" name="Google Shape;804;p26"/>
            <p:cNvSpPr/>
            <p:nvPr/>
          </p:nvSpPr>
          <p:spPr>
            <a:xfrm>
              <a:off x="6819900"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5" name="Google Shape;805;p26"/>
            <p:cNvSpPr/>
            <p:nvPr/>
          </p:nvSpPr>
          <p:spPr>
            <a:xfrm>
              <a:off x="7340600"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6" name="Google Shape;806;p26"/>
            <p:cNvSpPr/>
            <p:nvPr/>
          </p:nvSpPr>
          <p:spPr>
            <a:xfrm>
              <a:off x="7340600" y="37445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7" name="Google Shape;807;p26"/>
            <p:cNvSpPr/>
            <p:nvPr/>
          </p:nvSpPr>
          <p:spPr>
            <a:xfrm>
              <a:off x="7340600" y="39064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8" name="Google Shape;808;p26"/>
            <p:cNvSpPr/>
            <p:nvPr/>
          </p:nvSpPr>
          <p:spPr>
            <a:xfrm>
              <a:off x="7340600" y="34111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9" name="Google Shape;809;p26"/>
            <p:cNvSpPr/>
            <p:nvPr/>
          </p:nvSpPr>
          <p:spPr>
            <a:xfrm>
              <a:off x="751522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10" name="Google Shape;810;p26"/>
          <p:cNvGrpSpPr/>
          <p:nvPr/>
        </p:nvGrpSpPr>
        <p:grpSpPr>
          <a:xfrm>
            <a:off x="6585051" y="2660003"/>
            <a:ext cx="391794" cy="778869"/>
            <a:chOff x="7340600" y="3411186"/>
            <a:chExt cx="391794" cy="778869"/>
          </a:xfrm>
        </p:grpSpPr>
        <p:sp>
          <p:nvSpPr>
            <p:cNvPr id="811" name="Google Shape;811;p26"/>
            <p:cNvSpPr/>
            <p:nvPr/>
          </p:nvSpPr>
          <p:spPr>
            <a:xfrm>
              <a:off x="7340600"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2" name="Google Shape;812;p26"/>
            <p:cNvSpPr/>
            <p:nvPr/>
          </p:nvSpPr>
          <p:spPr>
            <a:xfrm>
              <a:off x="7340600" y="37445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3" name="Google Shape;813;p26"/>
            <p:cNvSpPr/>
            <p:nvPr/>
          </p:nvSpPr>
          <p:spPr>
            <a:xfrm>
              <a:off x="7340600" y="39064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4" name="Google Shape;814;p26"/>
            <p:cNvSpPr/>
            <p:nvPr/>
          </p:nvSpPr>
          <p:spPr>
            <a:xfrm>
              <a:off x="7340600" y="34111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5" name="Google Shape;815;p26"/>
            <p:cNvSpPr/>
            <p:nvPr/>
          </p:nvSpPr>
          <p:spPr>
            <a:xfrm>
              <a:off x="751522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6" name="Google Shape;816;p26"/>
            <p:cNvSpPr/>
            <p:nvPr/>
          </p:nvSpPr>
          <p:spPr>
            <a:xfrm>
              <a:off x="768667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17" name="Google Shape;817;p26"/>
          <p:cNvGrpSpPr/>
          <p:nvPr/>
        </p:nvGrpSpPr>
        <p:grpSpPr>
          <a:xfrm>
            <a:off x="6408838" y="2660003"/>
            <a:ext cx="391794" cy="778869"/>
            <a:chOff x="7340600" y="3411186"/>
            <a:chExt cx="391794" cy="778869"/>
          </a:xfrm>
        </p:grpSpPr>
        <p:sp>
          <p:nvSpPr>
            <p:cNvPr id="818" name="Google Shape;818;p26"/>
            <p:cNvSpPr/>
            <p:nvPr/>
          </p:nvSpPr>
          <p:spPr>
            <a:xfrm>
              <a:off x="7340600"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9" name="Google Shape;819;p26"/>
            <p:cNvSpPr/>
            <p:nvPr/>
          </p:nvSpPr>
          <p:spPr>
            <a:xfrm>
              <a:off x="7340600" y="37445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0" name="Google Shape;820;p26"/>
            <p:cNvSpPr/>
            <p:nvPr/>
          </p:nvSpPr>
          <p:spPr>
            <a:xfrm>
              <a:off x="7340600" y="39064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1" name="Google Shape;821;p26"/>
            <p:cNvSpPr/>
            <p:nvPr/>
          </p:nvSpPr>
          <p:spPr>
            <a:xfrm>
              <a:off x="7340600" y="34111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2" name="Google Shape;822;p26"/>
            <p:cNvSpPr/>
            <p:nvPr/>
          </p:nvSpPr>
          <p:spPr>
            <a:xfrm>
              <a:off x="751522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3" name="Google Shape;823;p26"/>
            <p:cNvSpPr/>
            <p:nvPr/>
          </p:nvSpPr>
          <p:spPr>
            <a:xfrm>
              <a:off x="768667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24" name="Google Shape;824;p26"/>
          <p:cNvGrpSpPr/>
          <p:nvPr/>
        </p:nvGrpSpPr>
        <p:grpSpPr>
          <a:xfrm>
            <a:off x="6237388" y="2660003"/>
            <a:ext cx="391794" cy="778869"/>
            <a:chOff x="7340600" y="3411186"/>
            <a:chExt cx="391794" cy="778869"/>
          </a:xfrm>
        </p:grpSpPr>
        <p:sp>
          <p:nvSpPr>
            <p:cNvPr id="825" name="Google Shape;825;p26"/>
            <p:cNvSpPr/>
            <p:nvPr/>
          </p:nvSpPr>
          <p:spPr>
            <a:xfrm>
              <a:off x="7340600" y="35889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6" name="Google Shape;826;p26"/>
            <p:cNvSpPr/>
            <p:nvPr/>
          </p:nvSpPr>
          <p:spPr>
            <a:xfrm>
              <a:off x="7340600" y="3744561"/>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7" name="Google Shape;827;p26"/>
            <p:cNvSpPr/>
            <p:nvPr/>
          </p:nvSpPr>
          <p:spPr>
            <a:xfrm>
              <a:off x="7340600" y="39064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8" name="Google Shape;828;p26"/>
            <p:cNvSpPr/>
            <p:nvPr/>
          </p:nvSpPr>
          <p:spPr>
            <a:xfrm>
              <a:off x="7340600" y="3411186"/>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9" name="Google Shape;829;p26"/>
            <p:cNvSpPr/>
            <p:nvPr/>
          </p:nvSpPr>
          <p:spPr>
            <a:xfrm>
              <a:off x="751522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0" name="Google Shape;830;p26"/>
            <p:cNvSpPr/>
            <p:nvPr/>
          </p:nvSpPr>
          <p:spPr>
            <a:xfrm>
              <a:off x="768667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31" name="Google Shape;831;p26"/>
          <p:cNvGrpSpPr/>
          <p:nvPr/>
        </p:nvGrpSpPr>
        <p:grpSpPr>
          <a:xfrm>
            <a:off x="6240905" y="3348227"/>
            <a:ext cx="217169" cy="90645"/>
            <a:chOff x="7515225" y="4099410"/>
            <a:chExt cx="217169" cy="90645"/>
          </a:xfrm>
        </p:grpSpPr>
        <p:sp>
          <p:nvSpPr>
            <p:cNvPr id="832" name="Google Shape;832;p26"/>
            <p:cNvSpPr/>
            <p:nvPr/>
          </p:nvSpPr>
          <p:spPr>
            <a:xfrm>
              <a:off x="751522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3" name="Google Shape;833;p26"/>
            <p:cNvSpPr/>
            <p:nvPr/>
          </p:nvSpPr>
          <p:spPr>
            <a:xfrm>
              <a:off x="7686675" y="4099410"/>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834" name="Google Shape;834;p26"/>
          <p:cNvSpPr/>
          <p:nvPr/>
        </p:nvSpPr>
        <p:spPr>
          <a:xfrm>
            <a:off x="6244464" y="3348227"/>
            <a:ext cx="45719" cy="90645"/>
          </a:xfrm>
          <a:prstGeom prst="rect">
            <a:avLst/>
          </a:prstGeom>
          <a:solidFill>
            <a:srgbClr val="FF0000"/>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44"/>
                                        </p:tgtEl>
                                        <p:attrNameLst>
                                          <p:attrName>style.visibility</p:attrName>
                                        </p:attrNameLst>
                                      </p:cBhvr>
                                      <p:to>
                                        <p:strVal val="visible"/>
                                      </p:to>
                                    </p:set>
                                    <p:anim calcmode="lin" valueType="num">
                                      <p:cBhvr additive="base">
                                        <p:cTn dur="500"/>
                                        <p:tgtEl>
                                          <p:spTgt spid="544"/>
                                        </p:tgtEl>
                                        <p:attrNameLst>
                                          <p:attrName>ppt_w</p:attrName>
                                        </p:attrNameLst>
                                      </p:cBhvr>
                                      <p:tavLst>
                                        <p:tav fmla="" tm="0">
                                          <p:val>
                                            <p:strVal val="0"/>
                                          </p:val>
                                        </p:tav>
                                        <p:tav fmla="" tm="100000">
                                          <p:val>
                                            <p:strVal val="#ppt_w"/>
                                          </p:val>
                                        </p:tav>
                                      </p:tavLst>
                                    </p:anim>
                                    <p:anim calcmode="lin" valueType="num">
                                      <p:cBhvr additive="base">
                                        <p:cTn dur="500"/>
                                        <p:tgtEl>
                                          <p:spTgt spid="544"/>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3">
                                            <p:txEl>
                                              <p:pRg end="0" st="0"/>
                                            </p:txEl>
                                          </p:spTgt>
                                        </p:tgtEl>
                                        <p:attrNameLst>
                                          <p:attrName>style.visibility</p:attrName>
                                        </p:attrNameLst>
                                      </p:cBhvr>
                                      <p:to>
                                        <p:strVal val="visible"/>
                                      </p:to>
                                    </p:set>
                                    <p:animEffect filter="fade" transition="in">
                                      <p:cBhvr>
                                        <p:cTn dur="500"/>
                                        <p:tgtEl>
                                          <p:spTgt spid="5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556"/>
                                        </p:tgtEl>
                                      </p:cBhvr>
                                    </p:animEffect>
                                    <p:set>
                                      <p:cBhvr>
                                        <p:cTn dur="1" fill="hold">
                                          <p:stCondLst>
                                            <p:cond delay="500"/>
                                          </p:stCondLst>
                                        </p:cTn>
                                        <p:tgtEl>
                                          <p:spTgt spid="55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557"/>
                                        </p:tgtEl>
                                      </p:cBhvr>
                                    </p:animEffect>
                                    <p:set>
                                      <p:cBhvr>
                                        <p:cTn dur="1" fill="hold">
                                          <p:stCondLst>
                                            <p:cond delay="500"/>
                                          </p:stCondLst>
                                        </p:cTn>
                                        <p:tgtEl>
                                          <p:spTgt spid="55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560"/>
                                        </p:tgtEl>
                                      </p:cBhvr>
                                    </p:animEffect>
                                    <p:set>
                                      <p:cBhvr>
                                        <p:cTn dur="1" fill="hold">
                                          <p:stCondLst>
                                            <p:cond delay="500"/>
                                          </p:stCondLst>
                                        </p:cTn>
                                        <p:tgtEl>
                                          <p:spTgt spid="56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568"/>
                                        </p:tgtEl>
                                      </p:cBhvr>
                                    </p:animEffect>
                                    <p:set>
                                      <p:cBhvr>
                                        <p:cTn dur="1" fill="hold">
                                          <p:stCondLst>
                                            <p:cond delay="500"/>
                                          </p:stCondLst>
                                        </p:cTn>
                                        <p:tgtEl>
                                          <p:spTgt spid="5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577"/>
                                        </p:tgtEl>
                                      </p:cBhvr>
                                    </p:animEffect>
                                    <p:set>
                                      <p:cBhvr>
                                        <p:cTn dur="1" fill="hold">
                                          <p:stCondLst>
                                            <p:cond delay="500"/>
                                          </p:stCondLst>
                                        </p:cTn>
                                        <p:tgtEl>
                                          <p:spTgt spid="57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587"/>
                                        </p:tgtEl>
                                      </p:cBhvr>
                                    </p:animEffect>
                                    <p:set>
                                      <p:cBhvr>
                                        <p:cTn dur="1" fill="hold">
                                          <p:stCondLst>
                                            <p:cond delay="500"/>
                                          </p:stCondLst>
                                        </p:cTn>
                                        <p:tgtEl>
                                          <p:spTgt spid="58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596"/>
                                        </p:tgtEl>
                                      </p:cBhvr>
                                    </p:animEffect>
                                    <p:set>
                                      <p:cBhvr>
                                        <p:cTn dur="1" fill="hold">
                                          <p:stCondLst>
                                            <p:cond delay="500"/>
                                          </p:stCondLst>
                                        </p:cTn>
                                        <p:tgtEl>
                                          <p:spTgt spid="59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par>
                          <p:cTn fill="hold">
                            <p:stCondLst>
                              <p:cond delay="5000"/>
                            </p:stCondLst>
                            <p:childTnLst>
                              <p:par>
                                <p:cTn fill="hold" nodeType="afterEffect" presetClass="exit" presetID="10" presetSubtype="0">
                                  <p:stCondLst>
                                    <p:cond delay="0"/>
                                  </p:stCondLst>
                                  <p:childTnLst>
                                    <p:animEffect filter="fade" transition="out">
                                      <p:cBhvr>
                                        <p:cTn dur="500"/>
                                        <p:tgtEl>
                                          <p:spTgt spid="608"/>
                                        </p:tgtEl>
                                      </p:cBhvr>
                                    </p:animEffect>
                                    <p:set>
                                      <p:cBhvr>
                                        <p:cTn dur="1" fill="hold">
                                          <p:stCondLst>
                                            <p:cond delay="500"/>
                                          </p:stCondLst>
                                        </p:cTn>
                                        <p:tgtEl>
                                          <p:spTgt spid="60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616"/>
                                        </p:tgtEl>
                                      </p:cBhvr>
                                    </p:animEffect>
                                    <p:set>
                                      <p:cBhvr>
                                        <p:cTn dur="1" fill="hold">
                                          <p:stCondLst>
                                            <p:cond delay="500"/>
                                          </p:stCondLst>
                                        </p:cTn>
                                        <p:tgtEl>
                                          <p:spTgt spid="61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childTnLst>
                          </p:cTn>
                        </p:par>
                        <p:par>
                          <p:cTn fill="hold">
                            <p:stCondLst>
                              <p:cond delay="6000"/>
                            </p:stCondLst>
                            <p:childTnLst>
                              <p:par>
                                <p:cTn fill="hold" nodeType="afterEffect" presetClass="exit" presetID="10" presetSubtype="0">
                                  <p:stCondLst>
                                    <p:cond delay="0"/>
                                  </p:stCondLst>
                                  <p:childTnLst>
                                    <p:animEffect filter="fade" transition="out">
                                      <p:cBhvr>
                                        <p:cTn dur="500"/>
                                        <p:tgtEl>
                                          <p:spTgt spid="624"/>
                                        </p:tgtEl>
                                      </p:cBhvr>
                                    </p:animEffect>
                                    <p:set>
                                      <p:cBhvr>
                                        <p:cTn dur="1" fill="hold">
                                          <p:stCondLst>
                                            <p:cond delay="500"/>
                                          </p:stCondLst>
                                        </p:cTn>
                                        <p:tgtEl>
                                          <p:spTgt spid="62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500"/>
                                        <p:tgtEl>
                                          <p:spTgt spid="632"/>
                                        </p:tgtEl>
                                      </p:cBhvr>
                                    </p:animEffect>
                                  </p:childTnLst>
                                </p:cTn>
                              </p:par>
                            </p:childTnLst>
                          </p:cTn>
                        </p:par>
                        <p:par>
                          <p:cTn fill="hold">
                            <p:stCondLst>
                              <p:cond delay="6500"/>
                            </p:stCondLst>
                            <p:childTnLst>
                              <p:par>
                                <p:cTn fill="hold" nodeType="afterEffect" presetClass="exit" presetID="10" presetSubtype="0">
                                  <p:stCondLst>
                                    <p:cond delay="0"/>
                                  </p:stCondLst>
                                  <p:childTnLst>
                                    <p:animEffect filter="fade" transition="out">
                                      <p:cBhvr>
                                        <p:cTn dur="500"/>
                                        <p:tgtEl>
                                          <p:spTgt spid="632"/>
                                        </p:tgtEl>
                                      </p:cBhvr>
                                    </p:animEffect>
                                    <p:set>
                                      <p:cBhvr>
                                        <p:cTn dur="1" fill="hold">
                                          <p:stCondLst>
                                            <p:cond delay="500"/>
                                          </p:stCondLst>
                                        </p:cTn>
                                        <p:tgtEl>
                                          <p:spTgt spid="6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500"/>
                                        <p:tgtEl>
                                          <p:spTgt spid="644"/>
                                        </p:tgtEl>
                                      </p:cBhvr>
                                    </p:animEffect>
                                  </p:childTnLst>
                                </p:cTn>
                              </p:par>
                            </p:childTnLst>
                          </p:cTn>
                        </p:par>
                        <p:par>
                          <p:cTn fill="hold">
                            <p:stCondLst>
                              <p:cond delay="7000"/>
                            </p:stCondLst>
                            <p:childTnLst>
                              <p:par>
                                <p:cTn fill="hold" nodeType="afterEffect" presetClass="exit" presetID="10" presetSubtype="0">
                                  <p:stCondLst>
                                    <p:cond delay="0"/>
                                  </p:stCondLst>
                                  <p:childTnLst>
                                    <p:animEffect filter="fade" transition="out">
                                      <p:cBhvr>
                                        <p:cTn dur="500"/>
                                        <p:tgtEl>
                                          <p:spTgt spid="644"/>
                                        </p:tgtEl>
                                      </p:cBhvr>
                                    </p:animEffect>
                                    <p:set>
                                      <p:cBhvr>
                                        <p:cTn dur="1" fill="hold">
                                          <p:stCondLst>
                                            <p:cond delay="500"/>
                                          </p:stCondLst>
                                        </p:cTn>
                                        <p:tgtEl>
                                          <p:spTgt spid="64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500"/>
                                        <p:tgtEl>
                                          <p:spTgt spid="652"/>
                                        </p:tgtEl>
                                      </p:cBhvr>
                                    </p:animEffect>
                                  </p:childTnLst>
                                </p:cTn>
                              </p:par>
                            </p:childTnLst>
                          </p:cTn>
                        </p:par>
                        <p:par>
                          <p:cTn fill="hold">
                            <p:stCondLst>
                              <p:cond delay="7500"/>
                            </p:stCondLst>
                            <p:childTnLst>
                              <p:par>
                                <p:cTn fill="hold" nodeType="afterEffect" presetClass="exit" presetID="10" presetSubtype="0">
                                  <p:stCondLst>
                                    <p:cond delay="0"/>
                                  </p:stCondLst>
                                  <p:childTnLst>
                                    <p:animEffect filter="fade" transition="out">
                                      <p:cBhvr>
                                        <p:cTn dur="500"/>
                                        <p:tgtEl>
                                          <p:spTgt spid="652"/>
                                        </p:tgtEl>
                                      </p:cBhvr>
                                    </p:animEffect>
                                    <p:set>
                                      <p:cBhvr>
                                        <p:cTn dur="1" fill="hold">
                                          <p:stCondLst>
                                            <p:cond delay="500"/>
                                          </p:stCondLst>
                                        </p:cTn>
                                        <p:tgtEl>
                                          <p:spTgt spid="65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childTnLst>
                          </p:cTn>
                        </p:par>
                        <p:par>
                          <p:cTn fill="hold">
                            <p:stCondLst>
                              <p:cond delay="8000"/>
                            </p:stCondLst>
                            <p:childTnLst>
                              <p:par>
                                <p:cTn fill="hold" nodeType="afterEffect" presetClass="exit" presetID="10" presetSubtype="0">
                                  <p:stCondLst>
                                    <p:cond delay="0"/>
                                  </p:stCondLst>
                                  <p:childTnLst>
                                    <p:animEffect filter="fade" transition="out">
                                      <p:cBhvr>
                                        <p:cTn dur="500"/>
                                        <p:tgtEl>
                                          <p:spTgt spid="659"/>
                                        </p:tgtEl>
                                      </p:cBhvr>
                                    </p:animEffect>
                                    <p:set>
                                      <p:cBhvr>
                                        <p:cTn dur="1" fill="hold">
                                          <p:stCondLst>
                                            <p:cond delay="500"/>
                                          </p:stCondLst>
                                        </p:cTn>
                                        <p:tgtEl>
                                          <p:spTgt spid="65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500"/>
                                        <p:tgtEl>
                                          <p:spTgt spid="669"/>
                                        </p:tgtEl>
                                      </p:cBhvr>
                                    </p:animEffect>
                                  </p:childTnLst>
                                </p:cTn>
                              </p:par>
                            </p:childTnLst>
                          </p:cTn>
                        </p:par>
                        <p:par>
                          <p:cTn fill="hold">
                            <p:stCondLst>
                              <p:cond delay="8500"/>
                            </p:stCondLst>
                            <p:childTnLst>
                              <p:par>
                                <p:cTn fill="hold" nodeType="afterEffect" presetClass="exit" presetID="10" presetSubtype="0">
                                  <p:stCondLst>
                                    <p:cond delay="0"/>
                                  </p:stCondLst>
                                  <p:childTnLst>
                                    <p:animEffect filter="fade" transition="out">
                                      <p:cBhvr>
                                        <p:cTn dur="500"/>
                                        <p:tgtEl>
                                          <p:spTgt spid="669"/>
                                        </p:tgtEl>
                                      </p:cBhvr>
                                    </p:animEffect>
                                    <p:set>
                                      <p:cBhvr>
                                        <p:cTn dur="1" fill="hold">
                                          <p:stCondLst>
                                            <p:cond delay="500"/>
                                          </p:stCondLst>
                                        </p:cTn>
                                        <p:tgtEl>
                                          <p:spTgt spid="66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500"/>
                                        <p:tgtEl>
                                          <p:spTgt spid="678"/>
                                        </p:tgtEl>
                                      </p:cBhvr>
                                    </p:animEffect>
                                  </p:childTnLst>
                                </p:cTn>
                              </p:par>
                            </p:childTnLst>
                          </p:cTn>
                        </p:par>
                        <p:par>
                          <p:cTn fill="hold">
                            <p:stCondLst>
                              <p:cond delay="9000"/>
                            </p:stCondLst>
                            <p:childTnLst>
                              <p:par>
                                <p:cTn fill="hold" nodeType="afterEffect" presetClass="exit" presetID="10" presetSubtype="0">
                                  <p:stCondLst>
                                    <p:cond delay="0"/>
                                  </p:stCondLst>
                                  <p:childTnLst>
                                    <p:animEffect filter="fade" transition="out">
                                      <p:cBhvr>
                                        <p:cTn dur="500"/>
                                        <p:tgtEl>
                                          <p:spTgt spid="678"/>
                                        </p:tgtEl>
                                      </p:cBhvr>
                                    </p:animEffect>
                                    <p:set>
                                      <p:cBhvr>
                                        <p:cTn dur="1" fill="hold">
                                          <p:stCondLst>
                                            <p:cond delay="500"/>
                                          </p:stCondLst>
                                        </p:cTn>
                                        <p:tgtEl>
                                          <p:spTgt spid="67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500"/>
                                        <p:tgtEl>
                                          <p:spTgt spid="683"/>
                                        </p:tgtEl>
                                      </p:cBhvr>
                                    </p:animEffect>
                                  </p:childTnLst>
                                </p:cTn>
                              </p:par>
                            </p:childTnLst>
                          </p:cTn>
                        </p:par>
                        <p:par>
                          <p:cTn fill="hold">
                            <p:stCondLst>
                              <p:cond delay="9500"/>
                            </p:stCondLst>
                            <p:childTnLst>
                              <p:par>
                                <p:cTn fill="hold" nodeType="afterEffect" presetClass="exit" presetID="10" presetSubtype="0">
                                  <p:stCondLst>
                                    <p:cond delay="0"/>
                                  </p:stCondLst>
                                  <p:childTnLst>
                                    <p:animEffect filter="fade" transition="out">
                                      <p:cBhvr>
                                        <p:cTn dur="500"/>
                                        <p:tgtEl>
                                          <p:spTgt spid="683"/>
                                        </p:tgtEl>
                                      </p:cBhvr>
                                    </p:animEffect>
                                    <p:set>
                                      <p:cBhvr>
                                        <p:cTn dur="1" fill="hold">
                                          <p:stCondLst>
                                            <p:cond delay="500"/>
                                          </p:stCondLst>
                                        </p:cTn>
                                        <p:tgtEl>
                                          <p:spTgt spid="68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par>
                          <p:cTn fill="hold">
                            <p:stCondLst>
                              <p:cond delay="10000"/>
                            </p:stCondLst>
                            <p:childTnLst>
                              <p:par>
                                <p:cTn fill="hold" nodeType="afterEffect" presetClass="exit" presetID="10" presetSubtype="0">
                                  <p:stCondLst>
                                    <p:cond delay="0"/>
                                  </p:stCondLst>
                                  <p:childTnLst>
                                    <p:animEffect filter="fade" transition="out">
                                      <p:cBhvr>
                                        <p:cTn dur="500"/>
                                        <p:tgtEl>
                                          <p:spTgt spid="688"/>
                                        </p:tgtEl>
                                      </p:cBhvr>
                                    </p:animEffect>
                                    <p:set>
                                      <p:cBhvr>
                                        <p:cTn dur="1" fill="hold">
                                          <p:stCondLst>
                                            <p:cond delay="500"/>
                                          </p:stCondLst>
                                        </p:cTn>
                                        <p:tgtEl>
                                          <p:spTgt spid="68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childTnLst>
                          </p:cTn>
                        </p:par>
                        <p:par>
                          <p:cTn fill="hold">
                            <p:stCondLst>
                              <p:cond delay="10500"/>
                            </p:stCondLst>
                            <p:childTnLst>
                              <p:par>
                                <p:cTn fill="hold" nodeType="afterEffect" presetClass="exit" presetID="10" presetSubtype="0">
                                  <p:stCondLst>
                                    <p:cond delay="0"/>
                                  </p:stCondLst>
                                  <p:childTnLst>
                                    <p:animEffect filter="fade" transition="out">
                                      <p:cBhvr>
                                        <p:cTn dur="500"/>
                                        <p:tgtEl>
                                          <p:spTgt spid="693"/>
                                        </p:tgtEl>
                                      </p:cBhvr>
                                    </p:animEffect>
                                    <p:set>
                                      <p:cBhvr>
                                        <p:cTn dur="1" fill="hold">
                                          <p:stCondLst>
                                            <p:cond delay="500"/>
                                          </p:stCondLst>
                                        </p:cTn>
                                        <p:tgtEl>
                                          <p:spTgt spid="69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500"/>
                                        <p:tgtEl>
                                          <p:spTgt spid="698"/>
                                        </p:tgtEl>
                                      </p:cBhvr>
                                    </p:animEffect>
                                  </p:childTnLst>
                                </p:cTn>
                              </p:par>
                            </p:childTnLst>
                          </p:cTn>
                        </p:par>
                        <p:par>
                          <p:cTn fill="hold">
                            <p:stCondLst>
                              <p:cond delay="11000"/>
                            </p:stCondLst>
                            <p:childTnLst>
                              <p:par>
                                <p:cTn fill="hold" nodeType="afterEffect" presetClass="exit" presetID="10" presetSubtype="0">
                                  <p:stCondLst>
                                    <p:cond delay="0"/>
                                  </p:stCondLst>
                                  <p:childTnLst>
                                    <p:animEffect filter="fade" transition="out">
                                      <p:cBhvr>
                                        <p:cTn dur="500"/>
                                        <p:tgtEl>
                                          <p:spTgt spid="698"/>
                                        </p:tgtEl>
                                      </p:cBhvr>
                                    </p:animEffect>
                                    <p:set>
                                      <p:cBhvr>
                                        <p:cTn dur="1" fill="hold">
                                          <p:stCondLst>
                                            <p:cond delay="500"/>
                                          </p:stCondLst>
                                        </p:cTn>
                                        <p:tgtEl>
                                          <p:spTgt spid="69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500"/>
                                        <p:tgtEl>
                                          <p:spTgt spid="704"/>
                                        </p:tgtEl>
                                      </p:cBhvr>
                                    </p:animEffect>
                                  </p:childTnLst>
                                </p:cTn>
                              </p:par>
                            </p:childTnLst>
                          </p:cTn>
                        </p:par>
                        <p:par>
                          <p:cTn fill="hold">
                            <p:stCondLst>
                              <p:cond delay="11500"/>
                            </p:stCondLst>
                            <p:childTnLst>
                              <p:par>
                                <p:cTn fill="hold" nodeType="afterEffect" presetClass="exit" presetID="10" presetSubtype="0">
                                  <p:stCondLst>
                                    <p:cond delay="0"/>
                                  </p:stCondLst>
                                  <p:childTnLst>
                                    <p:animEffect filter="fade" transition="out">
                                      <p:cBhvr>
                                        <p:cTn dur="500"/>
                                        <p:tgtEl>
                                          <p:spTgt spid="704"/>
                                        </p:tgtEl>
                                      </p:cBhvr>
                                    </p:animEffect>
                                    <p:set>
                                      <p:cBhvr>
                                        <p:cTn dur="1" fill="hold">
                                          <p:stCondLst>
                                            <p:cond delay="500"/>
                                          </p:stCondLst>
                                        </p:cTn>
                                        <p:tgtEl>
                                          <p:spTgt spid="70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childTnLst>
                          </p:cTn>
                        </p:par>
                        <p:par>
                          <p:cTn fill="hold">
                            <p:stCondLst>
                              <p:cond delay="12000"/>
                            </p:stCondLst>
                            <p:childTnLst>
                              <p:par>
                                <p:cTn fill="hold" nodeType="afterEffect" presetClass="exit" presetID="10" presetSubtype="0">
                                  <p:stCondLst>
                                    <p:cond delay="0"/>
                                  </p:stCondLst>
                                  <p:childTnLst>
                                    <p:animEffect filter="fade" transition="out">
                                      <p:cBhvr>
                                        <p:cTn dur="500"/>
                                        <p:tgtEl>
                                          <p:spTgt spid="711"/>
                                        </p:tgtEl>
                                      </p:cBhvr>
                                    </p:animEffect>
                                    <p:set>
                                      <p:cBhvr>
                                        <p:cTn dur="1" fill="hold">
                                          <p:stCondLst>
                                            <p:cond delay="500"/>
                                          </p:stCondLst>
                                        </p:cTn>
                                        <p:tgtEl>
                                          <p:spTgt spid="71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childTnLst>
                          </p:cTn>
                        </p:par>
                        <p:par>
                          <p:cTn fill="hold">
                            <p:stCondLst>
                              <p:cond delay="12500"/>
                            </p:stCondLst>
                            <p:childTnLst>
                              <p:par>
                                <p:cTn fill="hold" nodeType="afterEffect" presetClass="exit" presetID="10" presetSubtype="0">
                                  <p:stCondLst>
                                    <p:cond delay="0"/>
                                  </p:stCondLst>
                                  <p:childTnLst>
                                    <p:animEffect filter="fade" transition="out">
                                      <p:cBhvr>
                                        <p:cTn dur="500"/>
                                        <p:tgtEl>
                                          <p:spTgt spid="722"/>
                                        </p:tgtEl>
                                      </p:cBhvr>
                                    </p:animEffect>
                                    <p:set>
                                      <p:cBhvr>
                                        <p:cTn dur="1" fill="hold">
                                          <p:stCondLst>
                                            <p:cond delay="500"/>
                                          </p:stCondLst>
                                        </p:cTn>
                                        <p:tgtEl>
                                          <p:spTgt spid="72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childTnLst>
                          </p:cTn>
                        </p:par>
                        <p:par>
                          <p:cTn fill="hold">
                            <p:stCondLst>
                              <p:cond delay="13000"/>
                            </p:stCondLst>
                            <p:childTnLst>
                              <p:par>
                                <p:cTn fill="hold" nodeType="afterEffect" presetClass="exit" presetID="10" presetSubtype="0">
                                  <p:stCondLst>
                                    <p:cond delay="0"/>
                                  </p:stCondLst>
                                  <p:childTnLst>
                                    <p:animEffect filter="fade" transition="out">
                                      <p:cBhvr>
                                        <p:cTn dur="500"/>
                                        <p:tgtEl>
                                          <p:spTgt spid="733"/>
                                        </p:tgtEl>
                                      </p:cBhvr>
                                    </p:animEffect>
                                    <p:set>
                                      <p:cBhvr>
                                        <p:cTn dur="1" fill="hold">
                                          <p:stCondLst>
                                            <p:cond delay="500"/>
                                          </p:stCondLst>
                                        </p:cTn>
                                        <p:tgtEl>
                                          <p:spTgt spid="73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par>
                          <p:cTn fill="hold">
                            <p:stCondLst>
                              <p:cond delay="13500"/>
                            </p:stCondLst>
                            <p:childTnLst>
                              <p:par>
                                <p:cTn fill="hold" nodeType="afterEffect" presetClass="exit" presetID="10" presetSubtype="0">
                                  <p:stCondLst>
                                    <p:cond delay="0"/>
                                  </p:stCondLst>
                                  <p:childTnLst>
                                    <p:animEffect filter="fade" transition="out">
                                      <p:cBhvr>
                                        <p:cTn dur="500"/>
                                        <p:tgtEl>
                                          <p:spTgt spid="740"/>
                                        </p:tgtEl>
                                      </p:cBhvr>
                                    </p:animEffect>
                                    <p:set>
                                      <p:cBhvr>
                                        <p:cTn dur="1" fill="hold">
                                          <p:stCondLst>
                                            <p:cond delay="500"/>
                                          </p:stCondLst>
                                        </p:cTn>
                                        <p:tgtEl>
                                          <p:spTgt spid="7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childTnLst>
                          </p:cTn>
                        </p:par>
                        <p:par>
                          <p:cTn fill="hold">
                            <p:stCondLst>
                              <p:cond delay="14000"/>
                            </p:stCondLst>
                            <p:childTnLst>
                              <p:par>
                                <p:cTn fill="hold" nodeType="afterEffect" presetClass="exit" presetID="10" presetSubtype="0">
                                  <p:stCondLst>
                                    <p:cond delay="0"/>
                                  </p:stCondLst>
                                  <p:childTnLst>
                                    <p:animEffect filter="fade" transition="out">
                                      <p:cBhvr>
                                        <p:cTn dur="500"/>
                                        <p:tgtEl>
                                          <p:spTgt spid="751"/>
                                        </p:tgtEl>
                                      </p:cBhvr>
                                    </p:animEffect>
                                    <p:set>
                                      <p:cBhvr>
                                        <p:cTn dur="1" fill="hold">
                                          <p:stCondLst>
                                            <p:cond delay="500"/>
                                          </p:stCondLst>
                                        </p:cTn>
                                        <p:tgtEl>
                                          <p:spTgt spid="75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childTnLst>
                          </p:cTn>
                        </p:par>
                        <p:par>
                          <p:cTn fill="hold">
                            <p:stCondLst>
                              <p:cond delay="14500"/>
                            </p:stCondLst>
                            <p:childTnLst>
                              <p:par>
                                <p:cTn fill="hold" nodeType="afterEffect" presetClass="exit" presetID="10" presetSubtype="0">
                                  <p:stCondLst>
                                    <p:cond delay="0"/>
                                  </p:stCondLst>
                                  <p:childTnLst>
                                    <p:animEffect filter="fade" transition="out">
                                      <p:cBhvr>
                                        <p:cTn dur="500"/>
                                        <p:tgtEl>
                                          <p:spTgt spid="761"/>
                                        </p:tgtEl>
                                      </p:cBhvr>
                                    </p:animEffect>
                                    <p:set>
                                      <p:cBhvr>
                                        <p:cTn dur="1" fill="hold">
                                          <p:stCondLst>
                                            <p:cond delay="500"/>
                                          </p:stCondLst>
                                        </p:cTn>
                                        <p:tgtEl>
                                          <p:spTgt spid="76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500"/>
                                        <p:tgtEl>
                                          <p:spTgt spid="770"/>
                                        </p:tgtEl>
                                      </p:cBhvr>
                                    </p:animEffect>
                                  </p:childTnLst>
                                </p:cTn>
                              </p:par>
                            </p:childTnLst>
                          </p:cTn>
                        </p:par>
                        <p:par>
                          <p:cTn fill="hold">
                            <p:stCondLst>
                              <p:cond delay="15000"/>
                            </p:stCondLst>
                            <p:childTnLst>
                              <p:par>
                                <p:cTn fill="hold" nodeType="afterEffect" presetClass="exit" presetID="10" presetSubtype="0">
                                  <p:stCondLst>
                                    <p:cond delay="0"/>
                                  </p:stCondLst>
                                  <p:childTnLst>
                                    <p:animEffect filter="fade" transition="out">
                                      <p:cBhvr>
                                        <p:cTn dur="500"/>
                                        <p:tgtEl>
                                          <p:spTgt spid="770"/>
                                        </p:tgtEl>
                                      </p:cBhvr>
                                    </p:animEffect>
                                    <p:set>
                                      <p:cBhvr>
                                        <p:cTn dur="1" fill="hold">
                                          <p:stCondLst>
                                            <p:cond delay="500"/>
                                          </p:stCondLst>
                                        </p:cTn>
                                        <p:tgtEl>
                                          <p:spTgt spid="77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500"/>
                                        <p:tgtEl>
                                          <p:spTgt spid="780"/>
                                        </p:tgtEl>
                                      </p:cBhvr>
                                    </p:animEffect>
                                  </p:childTnLst>
                                </p:cTn>
                              </p:par>
                            </p:childTnLst>
                          </p:cTn>
                        </p:par>
                        <p:par>
                          <p:cTn fill="hold">
                            <p:stCondLst>
                              <p:cond delay="15500"/>
                            </p:stCondLst>
                            <p:childTnLst>
                              <p:par>
                                <p:cTn fill="hold" nodeType="afterEffect" presetClass="exit" presetID="10" presetSubtype="0">
                                  <p:stCondLst>
                                    <p:cond delay="0"/>
                                  </p:stCondLst>
                                  <p:childTnLst>
                                    <p:animEffect filter="fade" transition="out">
                                      <p:cBhvr>
                                        <p:cTn dur="500"/>
                                        <p:tgtEl>
                                          <p:spTgt spid="780"/>
                                        </p:tgtEl>
                                      </p:cBhvr>
                                    </p:animEffect>
                                    <p:set>
                                      <p:cBhvr>
                                        <p:cTn dur="1" fill="hold">
                                          <p:stCondLst>
                                            <p:cond delay="500"/>
                                          </p:stCondLst>
                                        </p:cTn>
                                        <p:tgtEl>
                                          <p:spTgt spid="78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500"/>
                                        <p:tgtEl>
                                          <p:spTgt spid="790"/>
                                        </p:tgtEl>
                                      </p:cBhvr>
                                    </p:animEffect>
                                  </p:childTnLst>
                                </p:cTn>
                              </p:par>
                            </p:childTnLst>
                          </p:cTn>
                        </p:par>
                        <p:par>
                          <p:cTn fill="hold">
                            <p:stCondLst>
                              <p:cond delay="16000"/>
                            </p:stCondLst>
                            <p:childTnLst>
                              <p:par>
                                <p:cTn fill="hold" nodeType="afterEffect" presetClass="exit" presetID="10" presetSubtype="0">
                                  <p:stCondLst>
                                    <p:cond delay="0"/>
                                  </p:stCondLst>
                                  <p:childTnLst>
                                    <p:animEffect filter="fade" transition="out">
                                      <p:cBhvr>
                                        <p:cTn dur="500"/>
                                        <p:tgtEl>
                                          <p:spTgt spid="790"/>
                                        </p:tgtEl>
                                      </p:cBhvr>
                                    </p:animEffect>
                                    <p:set>
                                      <p:cBhvr>
                                        <p:cTn dur="1" fill="hold">
                                          <p:stCondLst>
                                            <p:cond delay="500"/>
                                          </p:stCondLst>
                                        </p:cTn>
                                        <p:tgtEl>
                                          <p:spTgt spid="79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500"/>
                                        <p:tgtEl>
                                          <p:spTgt spid="795"/>
                                        </p:tgtEl>
                                      </p:cBhvr>
                                    </p:animEffect>
                                  </p:childTnLst>
                                </p:cTn>
                              </p:par>
                            </p:childTnLst>
                          </p:cTn>
                        </p:par>
                        <p:par>
                          <p:cTn fill="hold">
                            <p:stCondLst>
                              <p:cond delay="16500"/>
                            </p:stCondLst>
                            <p:childTnLst>
                              <p:par>
                                <p:cTn fill="hold" nodeType="afterEffect" presetClass="exit" presetID="10" presetSubtype="0">
                                  <p:stCondLst>
                                    <p:cond delay="0"/>
                                  </p:stCondLst>
                                  <p:childTnLst>
                                    <p:animEffect filter="fade" transition="out">
                                      <p:cBhvr>
                                        <p:cTn dur="500"/>
                                        <p:tgtEl>
                                          <p:spTgt spid="795"/>
                                        </p:tgtEl>
                                      </p:cBhvr>
                                    </p:animEffect>
                                    <p:set>
                                      <p:cBhvr>
                                        <p:cTn dur="1" fill="hold">
                                          <p:stCondLst>
                                            <p:cond delay="500"/>
                                          </p:stCondLst>
                                        </p:cTn>
                                        <p:tgtEl>
                                          <p:spTgt spid="79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par>
                          <p:cTn fill="hold">
                            <p:stCondLst>
                              <p:cond delay="17000"/>
                            </p:stCondLst>
                            <p:childTnLst>
                              <p:par>
                                <p:cTn fill="hold" nodeType="afterEffect" presetClass="exit" presetID="10" presetSubtype="0">
                                  <p:stCondLst>
                                    <p:cond delay="0"/>
                                  </p:stCondLst>
                                  <p:childTnLst>
                                    <p:animEffect filter="fade" transition="out">
                                      <p:cBhvr>
                                        <p:cTn dur="500"/>
                                        <p:tgtEl>
                                          <p:spTgt spid="803"/>
                                        </p:tgtEl>
                                      </p:cBhvr>
                                    </p:animEffect>
                                    <p:set>
                                      <p:cBhvr>
                                        <p:cTn dur="1" fill="hold">
                                          <p:stCondLst>
                                            <p:cond delay="500"/>
                                          </p:stCondLst>
                                        </p:cTn>
                                        <p:tgtEl>
                                          <p:spTgt spid="80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10"/>
                                        </p:tgtEl>
                                        <p:attrNameLst>
                                          <p:attrName>style.visibility</p:attrName>
                                        </p:attrNameLst>
                                      </p:cBhvr>
                                      <p:to>
                                        <p:strVal val="visible"/>
                                      </p:to>
                                    </p:set>
                                    <p:animEffect filter="fade" transition="in">
                                      <p:cBhvr>
                                        <p:cTn dur="500"/>
                                        <p:tgtEl>
                                          <p:spTgt spid="810"/>
                                        </p:tgtEl>
                                      </p:cBhvr>
                                    </p:animEffect>
                                  </p:childTnLst>
                                </p:cTn>
                              </p:par>
                            </p:childTnLst>
                          </p:cTn>
                        </p:par>
                        <p:par>
                          <p:cTn fill="hold">
                            <p:stCondLst>
                              <p:cond delay="17500"/>
                            </p:stCondLst>
                            <p:childTnLst>
                              <p:par>
                                <p:cTn fill="hold" nodeType="afterEffect" presetClass="exit" presetID="10" presetSubtype="0">
                                  <p:stCondLst>
                                    <p:cond delay="0"/>
                                  </p:stCondLst>
                                  <p:childTnLst>
                                    <p:animEffect filter="fade" transition="out">
                                      <p:cBhvr>
                                        <p:cTn dur="500"/>
                                        <p:tgtEl>
                                          <p:spTgt spid="810"/>
                                        </p:tgtEl>
                                      </p:cBhvr>
                                    </p:animEffect>
                                    <p:set>
                                      <p:cBhvr>
                                        <p:cTn dur="1" fill="hold">
                                          <p:stCondLst>
                                            <p:cond delay="500"/>
                                          </p:stCondLst>
                                        </p:cTn>
                                        <p:tgtEl>
                                          <p:spTgt spid="81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childTnLst>
                          </p:cTn>
                        </p:par>
                        <p:par>
                          <p:cTn fill="hold">
                            <p:stCondLst>
                              <p:cond delay="18000"/>
                            </p:stCondLst>
                            <p:childTnLst>
                              <p:par>
                                <p:cTn fill="hold" nodeType="afterEffect" presetClass="exit" presetID="10" presetSubtype="0">
                                  <p:stCondLst>
                                    <p:cond delay="0"/>
                                  </p:stCondLst>
                                  <p:childTnLst>
                                    <p:animEffect filter="fade" transition="out">
                                      <p:cBhvr>
                                        <p:cTn dur="500"/>
                                        <p:tgtEl>
                                          <p:spTgt spid="817"/>
                                        </p:tgtEl>
                                      </p:cBhvr>
                                    </p:animEffect>
                                    <p:set>
                                      <p:cBhvr>
                                        <p:cTn dur="1" fill="hold">
                                          <p:stCondLst>
                                            <p:cond delay="500"/>
                                          </p:stCondLst>
                                        </p:cTn>
                                        <p:tgtEl>
                                          <p:spTgt spid="81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childTnLst>
                          </p:cTn>
                        </p:par>
                        <p:par>
                          <p:cTn fill="hold">
                            <p:stCondLst>
                              <p:cond delay="18500"/>
                            </p:stCondLst>
                            <p:childTnLst>
                              <p:par>
                                <p:cTn fill="hold" nodeType="afterEffect" presetClass="exit" presetID="10" presetSubtype="0">
                                  <p:stCondLst>
                                    <p:cond delay="0"/>
                                  </p:stCondLst>
                                  <p:childTnLst>
                                    <p:animEffect filter="fade" transition="out">
                                      <p:cBhvr>
                                        <p:cTn dur="500"/>
                                        <p:tgtEl>
                                          <p:spTgt spid="824"/>
                                        </p:tgtEl>
                                      </p:cBhvr>
                                    </p:animEffect>
                                    <p:set>
                                      <p:cBhvr>
                                        <p:cTn dur="1" fill="hold">
                                          <p:stCondLst>
                                            <p:cond delay="500"/>
                                          </p:stCondLst>
                                        </p:cTn>
                                        <p:tgtEl>
                                          <p:spTgt spid="82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500"/>
                                        <p:tgtEl>
                                          <p:spTgt spid="831"/>
                                        </p:tgtEl>
                                      </p:cBhvr>
                                    </p:animEffect>
                                  </p:childTnLst>
                                </p:cTn>
                              </p:par>
                            </p:childTnLst>
                          </p:cTn>
                        </p:par>
                        <p:par>
                          <p:cTn fill="hold">
                            <p:stCondLst>
                              <p:cond delay="19000"/>
                            </p:stCondLst>
                            <p:childTnLst>
                              <p:par>
                                <p:cTn fill="hold" nodeType="afterEffect" presetClass="exit" presetID="10" presetSubtype="0">
                                  <p:stCondLst>
                                    <p:cond delay="0"/>
                                  </p:stCondLst>
                                  <p:childTnLst>
                                    <p:animEffect filter="fade" transition="out">
                                      <p:cBhvr>
                                        <p:cTn dur="500"/>
                                        <p:tgtEl>
                                          <p:spTgt spid="831"/>
                                        </p:tgtEl>
                                      </p:cBhvr>
                                    </p:animEffect>
                                    <p:set>
                                      <p:cBhvr>
                                        <p:cTn dur="1" fill="hold">
                                          <p:stCondLst>
                                            <p:cond delay="500"/>
                                          </p:stCondLst>
                                        </p:cTn>
                                        <p:tgtEl>
                                          <p:spTgt spid="83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500"/>
                                        <p:tgtEl>
                                          <p:spTgt spid="834"/>
                                        </p:tgtEl>
                                      </p:cBhvr>
                                    </p:animEffect>
                                  </p:childTnLst>
                                </p:cTn>
                              </p:par>
                            </p:childTnLst>
                          </p:cTn>
                        </p:par>
                        <p:par>
                          <p:cTn fill="hold">
                            <p:stCondLst>
                              <p:cond delay="19500"/>
                            </p:stCondLst>
                            <p:childTnLst>
                              <p:par>
                                <p:cTn fill="hold" nodeType="afterEffect" presetClass="exit" presetID="10" presetSubtype="0">
                                  <p:stCondLst>
                                    <p:cond delay="0"/>
                                  </p:stCondLst>
                                  <p:childTnLst>
                                    <p:animEffect filter="fade" transition="out">
                                      <p:cBhvr>
                                        <p:cTn dur="500"/>
                                        <p:tgtEl>
                                          <p:spTgt spid="834"/>
                                        </p:tgtEl>
                                      </p:cBhvr>
                                    </p:animEffect>
                                    <p:set>
                                      <p:cBhvr>
                                        <p:cTn dur="1" fill="hold">
                                          <p:stCondLst>
                                            <p:cond delay="500"/>
                                          </p:stCondLst>
                                        </p:cTn>
                                        <p:tgtEl>
                                          <p:spTgt spid="8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49"/>
                                        </p:tgtEl>
                                      </p:cBhvr>
                                    </p:animEffect>
                                    <p:set>
                                      <p:cBhvr>
                                        <p:cTn dur="1" fill="hold">
                                          <p:stCondLst>
                                            <p:cond delay="500"/>
                                          </p:stCondLst>
                                        </p:cTn>
                                        <p:tgtEl>
                                          <p:spTgt spid="54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500"/>
                                        <p:tgtEl>
                                          <p:spTgt spid="545"/>
                                        </p:tgtEl>
                                        <p:attrNameLst>
                                          <p:attrName>ppt_w</p:attrName>
                                        </p:attrNameLst>
                                      </p:cBhvr>
                                      <p:tavLst>
                                        <p:tav fmla="" tm="0">
                                          <p:val>
                                            <p:strVal val="0"/>
                                          </p:val>
                                        </p:tav>
                                        <p:tav fmla="" tm="100000">
                                          <p:val>
                                            <p:strVal val="#ppt_w"/>
                                          </p:val>
                                        </p:tav>
                                      </p:tavLst>
                                    </p:anim>
                                    <p:anim calcmode="lin" valueType="num">
                                      <p:cBhvr additive="base">
                                        <p:cTn dur="500"/>
                                        <p:tgtEl>
                                          <p:spTgt spid="54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39">
                                            <p:txEl>
                                              <p:pRg end="0" st="0"/>
                                            </p:txEl>
                                          </p:spTgt>
                                        </p:tgtEl>
                                        <p:attrNameLst>
                                          <p:attrName>style.visibility</p:attrName>
                                        </p:attrNameLst>
                                      </p:cBhvr>
                                      <p:to>
                                        <p:strVal val="visible"/>
                                      </p:to>
                                    </p:set>
                                    <p:animEffect filter="fade" transition="in">
                                      <p:cBhvr>
                                        <p:cTn dur="500"/>
                                        <p:tgtEl>
                                          <p:spTgt spid="539">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39">
                                            <p:txEl>
                                              <p:pRg end="1" st="1"/>
                                            </p:txEl>
                                          </p:spTgt>
                                        </p:tgtEl>
                                        <p:attrNameLst>
                                          <p:attrName>style.visibility</p:attrName>
                                        </p:attrNameLst>
                                      </p:cBhvr>
                                      <p:to>
                                        <p:strVal val="visible"/>
                                      </p:to>
                                    </p:set>
                                    <p:animEffect filter="fade" transition="in">
                                      <p:cBhvr>
                                        <p:cTn dur="500"/>
                                        <p:tgtEl>
                                          <p:spTgt spid="539">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39">
                                            <p:txEl>
                                              <p:pRg end="2" st="2"/>
                                            </p:txEl>
                                          </p:spTgt>
                                        </p:tgtEl>
                                        <p:attrNameLst>
                                          <p:attrName>style.visibility</p:attrName>
                                        </p:attrNameLst>
                                      </p:cBhvr>
                                      <p:to>
                                        <p:strVal val="visible"/>
                                      </p:to>
                                    </p:set>
                                    <p:animEffect filter="fade" transition="in">
                                      <p:cBhvr>
                                        <p:cTn dur="500"/>
                                        <p:tgtEl>
                                          <p:spTgt spid="5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500"/>
                                        <p:tgtEl>
                                          <p:spTgt spid="546"/>
                                        </p:tgtEl>
                                        <p:attrNameLst>
                                          <p:attrName>ppt_w</p:attrName>
                                        </p:attrNameLst>
                                      </p:cBhvr>
                                      <p:tavLst>
                                        <p:tav fmla="" tm="0">
                                          <p:val>
                                            <p:strVal val="0"/>
                                          </p:val>
                                        </p:tav>
                                        <p:tav fmla="" tm="100000">
                                          <p:val>
                                            <p:strVal val="#ppt_w"/>
                                          </p:val>
                                        </p:tav>
                                      </p:tavLst>
                                    </p:anim>
                                    <p:anim calcmode="lin" valueType="num">
                                      <p:cBhvr additive="base">
                                        <p:cTn dur="500"/>
                                        <p:tgtEl>
                                          <p:spTgt spid="5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547"/>
                                        </p:tgtEl>
                                        <p:attrNameLst>
                                          <p:attrName>ppt_w</p:attrName>
                                        </p:attrNameLst>
                                      </p:cBhvr>
                                      <p:tavLst>
                                        <p:tav fmla="" tm="0">
                                          <p:val>
                                            <p:strVal val="#ppt_w"/>
                                          </p:val>
                                        </p:tav>
                                        <p:tav fmla="" tm="100000">
                                          <p:val>
                                            <p:strVal val="0"/>
                                          </p:val>
                                        </p:tav>
                                      </p:tavLst>
                                    </p:anim>
                                    <p:anim calcmode="lin" valueType="num">
                                      <p:cBhvr additive="base">
                                        <p:cTn dur="500"/>
                                        <p:tgtEl>
                                          <p:spTgt spid="547"/>
                                        </p:tgtEl>
                                        <p:attrNameLst>
                                          <p:attrName>ppt_h</p:attrName>
                                        </p:attrNameLst>
                                      </p:cBhvr>
                                      <p:tavLst>
                                        <p:tav fmla="" tm="0">
                                          <p:val>
                                            <p:strVal val="#ppt_h"/>
                                          </p:val>
                                        </p:tav>
                                        <p:tav fmla="" tm="100000">
                                          <p:val>
                                            <p:strVal val="0"/>
                                          </p:val>
                                        </p:tav>
                                      </p:tavLst>
                                    </p:anim>
                                    <p:set>
                                      <p:cBhvr>
                                        <p:cTn dur="1" fill="hold">
                                          <p:stCondLst>
                                            <p:cond delay="500"/>
                                          </p:stCondLst>
                                        </p:cTn>
                                        <p:tgtEl>
                                          <p:spTgt spid="547"/>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542"/>
                                        </p:tgtEl>
                                        <p:attrNameLst>
                                          <p:attrName>ppt_w</p:attrName>
                                        </p:attrNameLst>
                                      </p:cBhvr>
                                      <p:tavLst>
                                        <p:tav fmla="" tm="0">
                                          <p:val>
                                            <p:strVal val="#ppt_w"/>
                                          </p:val>
                                        </p:tav>
                                        <p:tav fmla="" tm="100000">
                                          <p:val>
                                            <p:strVal val="0"/>
                                          </p:val>
                                        </p:tav>
                                      </p:tavLst>
                                    </p:anim>
                                    <p:anim calcmode="lin" valueType="num">
                                      <p:cBhvr additive="base">
                                        <p:cTn dur="500"/>
                                        <p:tgtEl>
                                          <p:spTgt spid="542"/>
                                        </p:tgtEl>
                                        <p:attrNameLst>
                                          <p:attrName>ppt_h</p:attrName>
                                        </p:attrNameLst>
                                      </p:cBhvr>
                                      <p:tavLst>
                                        <p:tav fmla="" tm="0">
                                          <p:val>
                                            <p:strVal val="#ppt_h"/>
                                          </p:val>
                                        </p:tav>
                                        <p:tav fmla="" tm="100000">
                                          <p:val>
                                            <p:strVal val="0"/>
                                          </p:val>
                                        </p:tav>
                                      </p:tavLst>
                                    </p:anim>
                                    <p:set>
                                      <p:cBhvr>
                                        <p:cTn dur="1" fill="hold">
                                          <p:stCondLst>
                                            <p:cond delay="500"/>
                                          </p:stCondLst>
                                        </p:cTn>
                                        <p:tgtEl>
                                          <p:spTgt spid="54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548"/>
                                        </p:tgtEl>
                                        <p:attrNameLst>
                                          <p:attrName>ppt_w</p:attrName>
                                        </p:attrNameLst>
                                      </p:cBhvr>
                                      <p:tavLst>
                                        <p:tav fmla="" tm="0">
                                          <p:val>
                                            <p:strVal val="#ppt_w"/>
                                          </p:val>
                                        </p:tav>
                                        <p:tav fmla="" tm="100000">
                                          <p:val>
                                            <p:strVal val="0"/>
                                          </p:val>
                                        </p:tav>
                                      </p:tavLst>
                                    </p:anim>
                                    <p:anim calcmode="lin" valueType="num">
                                      <p:cBhvr additive="base">
                                        <p:cTn dur="500"/>
                                        <p:tgtEl>
                                          <p:spTgt spid="548"/>
                                        </p:tgtEl>
                                        <p:attrNameLst>
                                          <p:attrName>ppt_h</p:attrName>
                                        </p:attrNameLst>
                                      </p:cBhvr>
                                      <p:tavLst>
                                        <p:tav fmla="" tm="0">
                                          <p:val>
                                            <p:strVal val="#ppt_h"/>
                                          </p:val>
                                        </p:tav>
                                        <p:tav fmla="" tm="100000">
                                          <p:val>
                                            <p:strVal val="0"/>
                                          </p:val>
                                        </p:tav>
                                      </p:tavLst>
                                    </p:anim>
                                    <p:set>
                                      <p:cBhvr>
                                        <p:cTn dur="1" fill="hold">
                                          <p:stCondLst>
                                            <p:cond delay="500"/>
                                          </p:stCondLst>
                                        </p:cTn>
                                        <p:tgtEl>
                                          <p:spTgt spid="54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554"/>
                                        </p:tgtEl>
                                        <p:attrNameLst>
                                          <p:attrName>style.visibility</p:attrName>
                                        </p:attrNameLst>
                                      </p:cBhvr>
                                      <p:to>
                                        <p:strVal val="visible"/>
                                      </p:to>
                                    </p:set>
                                    <p:anim calcmode="lin" valueType="num">
                                      <p:cBhvr additive="base">
                                        <p:cTn dur="500"/>
                                        <p:tgtEl>
                                          <p:spTgt spid="554"/>
                                        </p:tgtEl>
                                        <p:attrNameLst>
                                          <p:attrName>ppt_w</p:attrName>
                                        </p:attrNameLst>
                                      </p:cBhvr>
                                      <p:tavLst>
                                        <p:tav fmla="" tm="0">
                                          <p:val>
                                            <p:strVal val="0"/>
                                          </p:val>
                                        </p:tav>
                                        <p:tav fmla="" tm="100000">
                                          <p:val>
                                            <p:strVal val="#ppt_w"/>
                                          </p:val>
                                        </p:tav>
                                      </p:tavLst>
                                    </p:anim>
                                    <p:anim calcmode="lin" valueType="num">
                                      <p:cBhvr additive="base">
                                        <p:cTn dur="500"/>
                                        <p:tgtEl>
                                          <p:spTgt spid="554"/>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53">
                                            <p:txEl>
                                              <p:pRg end="0" st="0"/>
                                            </p:txEl>
                                          </p:spTgt>
                                        </p:tgtEl>
                                        <p:attrNameLst>
                                          <p:attrName>style.visibility</p:attrName>
                                        </p:attrNameLst>
                                      </p:cBhvr>
                                      <p:to>
                                        <p:strVal val="visible"/>
                                      </p:to>
                                    </p:set>
                                    <p:animEffect filter="fade" transition="in">
                                      <p:cBhvr>
                                        <p:cTn dur="500"/>
                                        <p:tgtEl>
                                          <p:spTgt spid="55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838" name="Shape 838"/>
        <p:cNvGrpSpPr/>
        <p:nvPr/>
      </p:nvGrpSpPr>
      <p:grpSpPr>
        <a:xfrm>
          <a:off x="0" y="0"/>
          <a:ext cx="0" cy="0"/>
          <a:chOff x="0" y="0"/>
          <a:chExt cx="0" cy="0"/>
        </a:xfrm>
      </p:grpSpPr>
      <p:sp>
        <p:nvSpPr>
          <p:cNvPr id="839" name="Google Shape;839;p27"/>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0" name="Google Shape;840;p27"/>
          <p:cNvSpPr/>
          <p:nvPr/>
        </p:nvSpPr>
        <p:spPr>
          <a:xfrm>
            <a:off x="755651" y="1692421"/>
            <a:ext cx="1687678" cy="2769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lang="en-GB" sz="1800">
                <a:solidFill>
                  <a:schemeClr val="lt1"/>
                </a:solidFill>
                <a:latin typeface="Arial"/>
                <a:ea typeface="Arial"/>
                <a:cs typeface="Arial"/>
                <a:sym typeface="Arial"/>
              </a:rPr>
              <a:t>Getting Started</a:t>
            </a:r>
            <a:endParaRPr sz="1800">
              <a:solidFill>
                <a:schemeClr val="lt1"/>
              </a:solidFill>
              <a:latin typeface="Arial"/>
              <a:ea typeface="Arial"/>
              <a:cs typeface="Arial"/>
              <a:sym typeface="Arial"/>
            </a:endParaRPr>
          </a:p>
        </p:txBody>
      </p:sp>
      <p:sp>
        <p:nvSpPr>
          <p:cNvPr id="841" name="Google Shape;841;p27"/>
          <p:cNvSpPr txBox="1"/>
          <p:nvPr/>
        </p:nvSpPr>
        <p:spPr>
          <a:xfrm>
            <a:off x="755647" y="738107"/>
            <a:ext cx="3055336"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Thermometer</a:t>
            </a:r>
            <a:endParaRPr/>
          </a:p>
        </p:txBody>
      </p:sp>
      <p:sp>
        <p:nvSpPr>
          <p:cNvPr id="842" name="Google Shape;842;p27"/>
          <p:cNvSpPr txBox="1"/>
          <p:nvPr/>
        </p:nvSpPr>
        <p:spPr>
          <a:xfrm>
            <a:off x="841628" y="1618700"/>
            <a:ext cx="3730372" cy="553998"/>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You code may look something similar to this!</a:t>
            </a:r>
            <a:endParaRPr sz="1800">
              <a:solidFill>
                <a:schemeClr val="dk1"/>
              </a:solidFill>
              <a:latin typeface="Arial"/>
              <a:ea typeface="Arial"/>
              <a:cs typeface="Arial"/>
              <a:sym typeface="Arial"/>
            </a:endParaRPr>
          </a:p>
        </p:txBody>
      </p:sp>
      <p:sp>
        <p:nvSpPr>
          <p:cNvPr id="843" name="Google Shape;843;p27"/>
          <p:cNvSpPr/>
          <p:nvPr/>
        </p:nvSpPr>
        <p:spPr>
          <a:xfrm rot="5400000">
            <a:off x="674143" y="1667869"/>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4" name="Google Shape;844;p27"/>
          <p:cNvSpPr/>
          <p:nvPr/>
        </p:nvSpPr>
        <p:spPr>
          <a:xfrm rot="5400000">
            <a:off x="674143" y="2517006"/>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5" name="Google Shape;845;p27"/>
          <p:cNvSpPr/>
          <p:nvPr/>
        </p:nvSpPr>
        <p:spPr>
          <a:xfrm>
            <a:off x="4831572" y="1521547"/>
            <a:ext cx="3556778" cy="3262343"/>
          </a:xfrm>
          <a:prstGeom prst="roundRect">
            <a:avLst>
              <a:gd fmla="val 4811" name="adj"/>
            </a:avLst>
          </a:prstGeom>
          <a:no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46" name="Google Shape;846;p27"/>
          <p:cNvPicPr preferRelativeResize="0"/>
          <p:nvPr/>
        </p:nvPicPr>
        <p:blipFill rotWithShape="1">
          <a:blip r:embed="rId3">
            <a:alphaModFix/>
          </a:blip>
          <a:srcRect b="0" l="0" r="0" t="0"/>
          <a:stretch/>
        </p:blipFill>
        <p:spPr>
          <a:xfrm>
            <a:off x="5201355" y="2535697"/>
            <a:ext cx="2817212" cy="1234041"/>
          </a:xfrm>
          <a:prstGeom prst="rect">
            <a:avLst/>
          </a:prstGeom>
          <a:noFill/>
          <a:ln>
            <a:noFill/>
          </a:ln>
        </p:spPr>
      </p:pic>
      <p:sp>
        <p:nvSpPr>
          <p:cNvPr id="847" name="Google Shape;847;p27"/>
          <p:cNvSpPr txBox="1"/>
          <p:nvPr/>
        </p:nvSpPr>
        <p:spPr>
          <a:xfrm>
            <a:off x="841628" y="2497703"/>
            <a:ext cx="3730372" cy="553998"/>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Well done! You have just created a thermometer.</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500"/>
                                        <p:tgtEl>
                                          <p:spTgt spid="845"/>
                                        </p:tgtEl>
                                      </p:cBhvr>
                                    </p:animEffect>
                                  </p:childTnLst>
                                </p:cTn>
                              </p:par>
                              <p:par>
                                <p:cTn fill="hold" nodeType="with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500"/>
                                        <p:tgtEl>
                                          <p:spTgt spid="840"/>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843"/>
                                        </p:tgtEl>
                                        <p:attrNameLst>
                                          <p:attrName>style.visibility</p:attrName>
                                        </p:attrNameLst>
                                      </p:cBhvr>
                                      <p:to>
                                        <p:strVal val="visible"/>
                                      </p:to>
                                    </p:set>
                                    <p:anim calcmode="lin" valueType="num">
                                      <p:cBhvr additive="base">
                                        <p:cTn dur="500"/>
                                        <p:tgtEl>
                                          <p:spTgt spid="843"/>
                                        </p:tgtEl>
                                        <p:attrNameLst>
                                          <p:attrName>ppt_w</p:attrName>
                                        </p:attrNameLst>
                                      </p:cBhvr>
                                      <p:tavLst>
                                        <p:tav fmla="" tm="0">
                                          <p:val>
                                            <p:strVal val="0"/>
                                          </p:val>
                                        </p:tav>
                                        <p:tav fmla="" tm="100000">
                                          <p:val>
                                            <p:strVal val="#ppt_w"/>
                                          </p:val>
                                        </p:tav>
                                      </p:tavLst>
                                    </p:anim>
                                    <p:anim calcmode="lin" valueType="num">
                                      <p:cBhvr additive="base">
                                        <p:cTn dur="500"/>
                                        <p:tgtEl>
                                          <p:spTgt spid="843"/>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2">
                                            <p:txEl>
                                              <p:pRg end="0" st="0"/>
                                            </p:txEl>
                                          </p:spTgt>
                                        </p:tgtEl>
                                        <p:attrNameLst>
                                          <p:attrName>style.visibility</p:attrName>
                                        </p:attrNameLst>
                                      </p:cBhvr>
                                      <p:to>
                                        <p:strVal val="visible"/>
                                      </p:to>
                                    </p:set>
                                    <p:animEffect filter="fade" transition="in">
                                      <p:cBhvr>
                                        <p:cTn dur="500"/>
                                        <p:tgtEl>
                                          <p:spTgt spid="8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6"/>
                                        </p:tgtEl>
                                        <p:attrNameLst>
                                          <p:attrName>style.visibility</p:attrName>
                                        </p:attrNameLst>
                                      </p:cBhvr>
                                      <p:to>
                                        <p:strVal val="visible"/>
                                      </p:to>
                                    </p:set>
                                    <p:anim calcmode="lin" valueType="num">
                                      <p:cBhvr additive="base">
                                        <p:cTn dur="500"/>
                                        <p:tgtEl>
                                          <p:spTgt spid="846"/>
                                        </p:tgtEl>
                                        <p:attrNameLst>
                                          <p:attrName>ppt_w</p:attrName>
                                        </p:attrNameLst>
                                      </p:cBhvr>
                                      <p:tavLst>
                                        <p:tav fmla="" tm="0">
                                          <p:val>
                                            <p:strVal val="0"/>
                                          </p:val>
                                        </p:tav>
                                        <p:tav fmla="" tm="100000">
                                          <p:val>
                                            <p:strVal val="#ppt_w"/>
                                          </p:val>
                                        </p:tav>
                                      </p:tavLst>
                                    </p:anim>
                                    <p:anim calcmode="lin" valueType="num">
                                      <p:cBhvr additive="base">
                                        <p:cTn dur="500"/>
                                        <p:tgtEl>
                                          <p:spTgt spid="8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4"/>
                                        </p:tgtEl>
                                        <p:attrNameLst>
                                          <p:attrName>style.visibility</p:attrName>
                                        </p:attrNameLst>
                                      </p:cBhvr>
                                      <p:to>
                                        <p:strVal val="visible"/>
                                      </p:to>
                                    </p:set>
                                    <p:anim calcmode="lin" valueType="num">
                                      <p:cBhvr additive="base">
                                        <p:cTn dur="500"/>
                                        <p:tgtEl>
                                          <p:spTgt spid="844"/>
                                        </p:tgtEl>
                                        <p:attrNameLst>
                                          <p:attrName>ppt_w</p:attrName>
                                        </p:attrNameLst>
                                      </p:cBhvr>
                                      <p:tavLst>
                                        <p:tav fmla="" tm="0">
                                          <p:val>
                                            <p:strVal val="0"/>
                                          </p:val>
                                        </p:tav>
                                        <p:tav fmla="" tm="100000">
                                          <p:val>
                                            <p:strVal val="#ppt_w"/>
                                          </p:val>
                                        </p:tav>
                                      </p:tavLst>
                                    </p:anim>
                                    <p:anim calcmode="lin" valueType="num">
                                      <p:cBhvr additive="base">
                                        <p:cTn dur="500"/>
                                        <p:tgtEl>
                                          <p:spTgt spid="844"/>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47">
                                            <p:txEl>
                                              <p:pRg end="0" st="0"/>
                                            </p:txEl>
                                          </p:spTgt>
                                        </p:tgtEl>
                                        <p:attrNameLst>
                                          <p:attrName>style.visibility</p:attrName>
                                        </p:attrNameLst>
                                      </p:cBhvr>
                                      <p:to>
                                        <p:strVal val="visible"/>
                                      </p:to>
                                    </p:set>
                                    <p:animEffect filter="fade" transition="in">
                                      <p:cBhvr>
                                        <p:cTn dur="500"/>
                                        <p:tgtEl>
                                          <p:spTgt spid="84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A0DB"/>
        </a:solidFill>
      </p:bgPr>
    </p:bg>
    <p:spTree>
      <p:nvGrpSpPr>
        <p:cNvPr id="851" name="Shape 851"/>
        <p:cNvGrpSpPr/>
        <p:nvPr/>
      </p:nvGrpSpPr>
      <p:grpSpPr>
        <a:xfrm>
          <a:off x="0" y="0"/>
          <a:ext cx="0" cy="0"/>
          <a:chOff x="0" y="0"/>
          <a:chExt cx="0" cy="0"/>
        </a:xfrm>
      </p:grpSpPr>
      <p:sp>
        <p:nvSpPr>
          <p:cNvPr id="852" name="Google Shape;852;p28"/>
          <p:cNvSpPr/>
          <p:nvPr/>
        </p:nvSpPr>
        <p:spPr>
          <a:xfrm rot="-5400000">
            <a:off x="4314363" y="-2911817"/>
            <a:ext cx="435264" cy="7712713"/>
          </a:xfrm>
          <a:prstGeom prst="rect">
            <a:avLst/>
          </a:prstGeom>
          <a:gradFill>
            <a:gsLst>
              <a:gs pos="0">
                <a:srgbClr val="00C800"/>
              </a:gs>
              <a:gs pos="100000">
                <a:srgbClr val="3EB6F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3" name="Google Shape;853;p28"/>
          <p:cNvSpPr txBox="1"/>
          <p:nvPr/>
        </p:nvSpPr>
        <p:spPr>
          <a:xfrm>
            <a:off x="755647" y="738107"/>
            <a:ext cx="3055336"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Debugging</a:t>
            </a:r>
            <a:endParaRPr/>
          </a:p>
        </p:txBody>
      </p:sp>
      <p:sp>
        <p:nvSpPr>
          <p:cNvPr id="854" name="Google Shape;854;p28"/>
          <p:cNvSpPr txBox="1"/>
          <p:nvPr/>
        </p:nvSpPr>
        <p:spPr>
          <a:xfrm>
            <a:off x="841628" y="1618700"/>
            <a:ext cx="3730372" cy="1938992"/>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A program has been created to show different arrows. The program should repeat 6 times when button B was pressed. It doesn’t seem to be working. </a:t>
            </a:r>
            <a:endParaRPr/>
          </a:p>
          <a:p>
            <a:pPr indent="0" lvl="0" marL="114300" marR="0" rtl="0" algn="l">
              <a:spcBef>
                <a:spcPts val="0"/>
              </a:spcBef>
              <a:spcAft>
                <a:spcPts val="0"/>
              </a:spcAft>
              <a:buNone/>
            </a:pPr>
            <a:r>
              <a:t/>
            </a:r>
            <a:endParaRPr sz="1800">
              <a:solidFill>
                <a:schemeClr val="dk1"/>
              </a:solidFill>
              <a:latin typeface="Arial"/>
              <a:ea typeface="Arial"/>
              <a:cs typeface="Arial"/>
              <a:sym typeface="Arial"/>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Can you debug and find out why?</a:t>
            </a:r>
            <a:endParaRPr/>
          </a:p>
        </p:txBody>
      </p:sp>
      <p:sp>
        <p:nvSpPr>
          <p:cNvPr id="855" name="Google Shape;855;p28"/>
          <p:cNvSpPr/>
          <p:nvPr/>
        </p:nvSpPr>
        <p:spPr>
          <a:xfrm rot="5400000">
            <a:off x="674143" y="1667869"/>
            <a:ext cx="247773" cy="247773"/>
          </a:xfrm>
          <a:prstGeom prst="rtTriangle">
            <a:avLst/>
          </a:prstGeom>
          <a:solidFill>
            <a:srgbClr val="3DB7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6" name="Google Shape;856;p28"/>
          <p:cNvSpPr/>
          <p:nvPr/>
        </p:nvSpPr>
        <p:spPr>
          <a:xfrm>
            <a:off x="4831572" y="1521547"/>
            <a:ext cx="3556778" cy="3262343"/>
          </a:xfrm>
          <a:prstGeom prst="roundRect">
            <a:avLst>
              <a:gd fmla="val 4811" name="adj"/>
            </a:avLst>
          </a:prstGeom>
          <a:solidFill>
            <a:srgbClr val="3DB7FE"/>
          </a:solidFill>
          <a:ln cap="flat" cmpd="sng" w="28575">
            <a:solidFill>
              <a:srgbClr val="3DB7F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57" name="Google Shape;857;p28"/>
          <p:cNvPicPr preferRelativeResize="0"/>
          <p:nvPr/>
        </p:nvPicPr>
        <p:blipFill rotWithShape="1">
          <a:blip r:embed="rId3">
            <a:alphaModFix/>
          </a:blip>
          <a:srcRect b="0" l="0" r="0" t="0"/>
          <a:stretch/>
        </p:blipFill>
        <p:spPr>
          <a:xfrm>
            <a:off x="5692877" y="1969420"/>
            <a:ext cx="1999456" cy="2418390"/>
          </a:xfrm>
          <a:prstGeom prst="rect">
            <a:avLst/>
          </a:prstGeom>
          <a:noFill/>
          <a:ln>
            <a:noFill/>
          </a:ln>
        </p:spPr>
      </p:pic>
      <p:sp>
        <p:nvSpPr>
          <p:cNvPr id="858" name="Google Shape;858;p28"/>
          <p:cNvSpPr txBox="1"/>
          <p:nvPr/>
        </p:nvSpPr>
        <p:spPr>
          <a:xfrm>
            <a:off x="841628" y="4706843"/>
            <a:ext cx="3730372" cy="276999"/>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The code should look like this.</a:t>
            </a:r>
            <a:endParaRPr/>
          </a:p>
        </p:txBody>
      </p:sp>
      <p:sp>
        <p:nvSpPr>
          <p:cNvPr id="859" name="Google Shape;859;p28"/>
          <p:cNvSpPr/>
          <p:nvPr/>
        </p:nvSpPr>
        <p:spPr>
          <a:xfrm>
            <a:off x="841628" y="3945153"/>
            <a:ext cx="2545810" cy="605909"/>
          </a:xfrm>
          <a:prstGeom prst="roundRect">
            <a:avLst>
              <a:gd fmla="val 50000" name="adj"/>
            </a:avLst>
          </a:prstGeom>
          <a:solidFill>
            <a:srgbClr val="CD0165"/>
          </a:solidFill>
          <a:ln cap="flat" cmpd="sng" w="28575">
            <a:solidFill>
              <a:srgbClr val="CD0165"/>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GB" sz="2800">
                <a:solidFill>
                  <a:schemeClr val="lt1"/>
                </a:solidFill>
                <a:latin typeface="Arial"/>
                <a:ea typeface="Arial"/>
                <a:cs typeface="Arial"/>
                <a:sym typeface="Arial"/>
              </a:rPr>
              <a:t>That’s right!</a:t>
            </a:r>
            <a:endParaRPr/>
          </a:p>
        </p:txBody>
      </p:sp>
      <p:pic>
        <p:nvPicPr>
          <p:cNvPr id="860" name="Google Shape;860;p28"/>
          <p:cNvPicPr preferRelativeResize="0"/>
          <p:nvPr/>
        </p:nvPicPr>
        <p:blipFill rotWithShape="1">
          <a:blip r:embed="rId4">
            <a:alphaModFix/>
          </a:blip>
          <a:srcRect b="0" l="0" r="0" t="0"/>
          <a:stretch/>
        </p:blipFill>
        <p:spPr>
          <a:xfrm>
            <a:off x="5692877" y="1841292"/>
            <a:ext cx="1999456" cy="2622851"/>
          </a:xfrm>
          <a:prstGeom prst="rect">
            <a:avLst/>
          </a:prstGeom>
          <a:noFill/>
          <a:ln>
            <a:noFill/>
          </a:ln>
        </p:spPr>
      </p:pic>
      <p:sp>
        <p:nvSpPr>
          <p:cNvPr id="861" name="Google Shape;861;p28"/>
          <p:cNvSpPr txBox="1"/>
          <p:nvPr/>
        </p:nvSpPr>
        <p:spPr>
          <a:xfrm>
            <a:off x="871388" y="1190225"/>
            <a:ext cx="6697484" cy="1384995"/>
          </a:xfrm>
          <a:prstGeom prst="rect">
            <a:avLst/>
          </a:prstGeom>
          <a:noFill/>
          <a:ln>
            <a:noFill/>
          </a:ln>
        </p:spPr>
        <p:txBody>
          <a:bodyPr anchorCtr="0" anchor="t" bIns="0" lIns="0" spcFirstLastPara="1" rIns="0" wrap="square" tIns="0">
            <a:spAutoFit/>
          </a:bodyPr>
          <a:lstStyle/>
          <a:p>
            <a:pPr indent="0" lvl="0" marL="114300" marR="0" rtl="0" algn="l">
              <a:spcBef>
                <a:spcPts val="0"/>
              </a:spcBef>
              <a:spcAft>
                <a:spcPts val="0"/>
              </a:spcAft>
              <a:buNone/>
            </a:pPr>
            <a:r>
              <a:rPr lang="en-GB" sz="1800">
                <a:solidFill>
                  <a:schemeClr val="dk1"/>
                </a:solidFill>
                <a:latin typeface="Arial"/>
                <a:ea typeface="Arial"/>
                <a:cs typeface="Arial"/>
                <a:sym typeface="Arial"/>
              </a:rPr>
              <a:t>That was some excellent coding. </a:t>
            </a:r>
            <a:br>
              <a:rPr lang="en-GB"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Now spend some time experimenting with your BBC micro:bit.</a:t>
            </a:r>
            <a:endParaRPr/>
          </a:p>
          <a:p>
            <a:pPr indent="0" lvl="0" marL="114300" marR="0" rtl="0" algn="l">
              <a:spcBef>
                <a:spcPts val="0"/>
              </a:spcBef>
              <a:spcAft>
                <a:spcPts val="0"/>
              </a:spcAft>
              <a:buNone/>
            </a:pPr>
            <a:r>
              <a:t/>
            </a:r>
            <a:endParaRPr sz="1800">
              <a:solidFill>
                <a:schemeClr val="dk1"/>
              </a:solidFill>
              <a:latin typeface="Arial"/>
              <a:ea typeface="Arial"/>
              <a:cs typeface="Arial"/>
              <a:sym typeface="Arial"/>
            </a:endParaRPr>
          </a:p>
          <a:p>
            <a:pPr indent="0" lvl="0" marL="114300" marR="0" rtl="0" algn="l">
              <a:spcBef>
                <a:spcPts val="0"/>
              </a:spcBef>
              <a:spcAft>
                <a:spcPts val="0"/>
              </a:spcAft>
              <a:buNone/>
            </a:pPr>
            <a:r>
              <a:rPr lang="en-GB" sz="1800">
                <a:solidFill>
                  <a:schemeClr val="dk1"/>
                </a:solidFill>
                <a:latin typeface="Arial"/>
                <a:ea typeface="Arial"/>
                <a:cs typeface="Arial"/>
                <a:sym typeface="Arial"/>
              </a:rPr>
              <a:t>What amazing things will you create?</a:t>
            </a:r>
            <a:endParaRPr/>
          </a:p>
        </p:txBody>
      </p:sp>
      <p:pic>
        <p:nvPicPr>
          <p:cNvPr id="862" name="Google Shape;862;p28"/>
          <p:cNvPicPr preferRelativeResize="0"/>
          <p:nvPr/>
        </p:nvPicPr>
        <p:blipFill rotWithShape="1">
          <a:blip r:embed="rId5">
            <a:alphaModFix/>
          </a:blip>
          <a:srcRect b="0" l="0" r="0" t="0"/>
          <a:stretch/>
        </p:blipFill>
        <p:spPr>
          <a:xfrm>
            <a:off x="4400919" y="2000540"/>
            <a:ext cx="3968544" cy="4452967"/>
          </a:xfrm>
          <a:prstGeom prst="rect">
            <a:avLst/>
          </a:prstGeom>
          <a:noFill/>
          <a:ln>
            <a:noFill/>
          </a:ln>
        </p:spPr>
      </p:pic>
      <p:pic>
        <p:nvPicPr>
          <p:cNvPr id="863" name="Google Shape;863;p28"/>
          <p:cNvPicPr preferRelativeResize="0"/>
          <p:nvPr/>
        </p:nvPicPr>
        <p:blipFill rotWithShape="1">
          <a:blip r:embed="rId6">
            <a:alphaModFix/>
          </a:blip>
          <a:srcRect b="0" l="0" r="0" t="0"/>
          <a:stretch/>
        </p:blipFill>
        <p:spPr>
          <a:xfrm rot="-447374">
            <a:off x="982764" y="4182938"/>
            <a:ext cx="2293299" cy="1865950"/>
          </a:xfrm>
          <a:prstGeom prst="rect">
            <a:avLst/>
          </a:prstGeom>
          <a:noFill/>
          <a:ln>
            <a:noFill/>
          </a:ln>
        </p:spPr>
      </p:pic>
      <p:pic>
        <p:nvPicPr>
          <p:cNvPr id="864" name="Google Shape;864;p28"/>
          <p:cNvPicPr preferRelativeResize="0"/>
          <p:nvPr/>
        </p:nvPicPr>
        <p:blipFill rotWithShape="1">
          <a:blip r:embed="rId7">
            <a:alphaModFix/>
          </a:blip>
          <a:srcRect b="0" l="0" r="0" t="0"/>
          <a:stretch/>
        </p:blipFill>
        <p:spPr>
          <a:xfrm rot="365120">
            <a:off x="3059444" y="4147878"/>
            <a:ext cx="2452055" cy="19633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500"/>
                                        <p:tgtEl>
                                          <p:spTgt spid="856"/>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857"/>
                                        </p:tgtEl>
                                        <p:attrNameLst>
                                          <p:attrName>style.visibility</p:attrName>
                                        </p:attrNameLst>
                                      </p:cBhvr>
                                      <p:to>
                                        <p:strVal val="visible"/>
                                      </p:to>
                                    </p:set>
                                    <p:anim calcmode="lin" valueType="num">
                                      <p:cBhvr additive="base">
                                        <p:cTn dur="500"/>
                                        <p:tgtEl>
                                          <p:spTgt spid="857"/>
                                        </p:tgtEl>
                                        <p:attrNameLst>
                                          <p:attrName>ppt_w</p:attrName>
                                        </p:attrNameLst>
                                      </p:cBhvr>
                                      <p:tavLst>
                                        <p:tav fmla="" tm="0">
                                          <p:val>
                                            <p:strVal val="0"/>
                                          </p:val>
                                        </p:tav>
                                        <p:tav fmla="" tm="100000">
                                          <p:val>
                                            <p:strVal val="#ppt_w"/>
                                          </p:val>
                                        </p:tav>
                                      </p:tavLst>
                                    </p:anim>
                                    <p:anim calcmode="lin" valueType="num">
                                      <p:cBhvr additive="base">
                                        <p:cTn dur="500"/>
                                        <p:tgtEl>
                                          <p:spTgt spid="857"/>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855"/>
                                        </p:tgtEl>
                                        <p:attrNameLst>
                                          <p:attrName>style.visibility</p:attrName>
                                        </p:attrNameLst>
                                      </p:cBhvr>
                                      <p:to>
                                        <p:strVal val="visible"/>
                                      </p:to>
                                    </p:set>
                                    <p:anim calcmode="lin" valueType="num">
                                      <p:cBhvr additive="base">
                                        <p:cTn dur="500"/>
                                        <p:tgtEl>
                                          <p:spTgt spid="855"/>
                                        </p:tgtEl>
                                        <p:attrNameLst>
                                          <p:attrName>ppt_w</p:attrName>
                                        </p:attrNameLst>
                                      </p:cBhvr>
                                      <p:tavLst>
                                        <p:tav fmla="" tm="0">
                                          <p:val>
                                            <p:strVal val="0"/>
                                          </p:val>
                                        </p:tav>
                                        <p:tav fmla="" tm="100000">
                                          <p:val>
                                            <p:strVal val="#ppt_w"/>
                                          </p:val>
                                        </p:tav>
                                      </p:tavLst>
                                    </p:anim>
                                    <p:anim calcmode="lin" valueType="num">
                                      <p:cBhvr additive="base">
                                        <p:cTn dur="500"/>
                                        <p:tgtEl>
                                          <p:spTgt spid="85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54">
                                            <p:txEl>
                                              <p:pRg end="0" st="0"/>
                                            </p:txEl>
                                          </p:spTgt>
                                        </p:tgtEl>
                                        <p:attrNameLst>
                                          <p:attrName>style.visibility</p:attrName>
                                        </p:attrNameLst>
                                      </p:cBhvr>
                                      <p:to>
                                        <p:strVal val="visible"/>
                                      </p:to>
                                    </p:set>
                                    <p:animEffect filter="fade" transition="in">
                                      <p:cBhvr>
                                        <p:cTn dur="500"/>
                                        <p:tgtEl>
                                          <p:spTgt spid="854">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4">
                                            <p:txEl>
                                              <p:pRg end="1" st="1"/>
                                            </p:txEl>
                                          </p:spTgt>
                                        </p:tgtEl>
                                        <p:attrNameLst>
                                          <p:attrName>style.visibility</p:attrName>
                                        </p:attrNameLst>
                                      </p:cBhvr>
                                      <p:to>
                                        <p:strVal val="visible"/>
                                      </p:to>
                                    </p:set>
                                    <p:animEffect filter="fade" transition="in">
                                      <p:cBhvr>
                                        <p:cTn dur="500"/>
                                        <p:tgtEl>
                                          <p:spTgt spid="854">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854">
                                            <p:txEl>
                                              <p:pRg end="2" st="2"/>
                                            </p:txEl>
                                          </p:spTgt>
                                        </p:tgtEl>
                                        <p:attrNameLst>
                                          <p:attrName>style.visibility</p:attrName>
                                        </p:attrNameLst>
                                      </p:cBhvr>
                                      <p:to>
                                        <p:strVal val="visible"/>
                                      </p:to>
                                    </p:set>
                                    <p:animEffect filter="fade" transition="in">
                                      <p:cBhvr>
                                        <p:cTn dur="500"/>
                                        <p:tgtEl>
                                          <p:spTgt spid="8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500"/>
                                        <p:tgtEl>
                                          <p:spTgt spid="85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58">
                                            <p:txEl>
                                              <p:pRg end="0" st="0"/>
                                            </p:txEl>
                                          </p:spTgt>
                                        </p:tgtEl>
                                        <p:attrNameLst>
                                          <p:attrName>style.visibility</p:attrName>
                                        </p:attrNameLst>
                                      </p:cBhvr>
                                      <p:to>
                                        <p:strVal val="visible"/>
                                      </p:to>
                                    </p:set>
                                    <p:animEffect filter="fade" transition="in">
                                      <p:cBhvr>
                                        <p:cTn dur="500"/>
                                        <p:tgtEl>
                                          <p:spTgt spid="858">
                                            <p:txEl>
                                              <p:pRg end="0" st="0"/>
                                            </p:txEl>
                                          </p:spTgt>
                                        </p:tgtEl>
                                      </p:cBhvr>
                                    </p:animEffect>
                                  </p:childTnLst>
                                </p:cTn>
                              </p:par>
                            </p:childTnLst>
                          </p:cTn>
                        </p:par>
                        <p:par>
                          <p:cTn fill="hold">
                            <p:stCondLst>
                              <p:cond delay="1000"/>
                            </p:stCondLst>
                            <p:childTnLst>
                              <p:par>
                                <p:cTn fill="hold" nodeType="afterEffect" presetClass="exit" presetID="23" presetSubtype="32">
                                  <p:stCondLst>
                                    <p:cond delay="0"/>
                                  </p:stCondLst>
                                  <p:childTnLst>
                                    <p:anim calcmode="lin" valueType="num">
                                      <p:cBhvr additive="base">
                                        <p:cTn dur="500"/>
                                        <p:tgtEl>
                                          <p:spTgt spid="857"/>
                                        </p:tgtEl>
                                        <p:attrNameLst>
                                          <p:attrName>ppt_w</p:attrName>
                                        </p:attrNameLst>
                                      </p:cBhvr>
                                      <p:tavLst>
                                        <p:tav fmla="" tm="0">
                                          <p:val>
                                            <p:strVal val="#ppt_w"/>
                                          </p:val>
                                        </p:tav>
                                        <p:tav fmla="" tm="100000">
                                          <p:val>
                                            <p:strVal val="0"/>
                                          </p:val>
                                        </p:tav>
                                      </p:tavLst>
                                    </p:anim>
                                    <p:anim calcmode="lin" valueType="num">
                                      <p:cBhvr additive="base">
                                        <p:cTn dur="500"/>
                                        <p:tgtEl>
                                          <p:spTgt spid="857"/>
                                        </p:tgtEl>
                                        <p:attrNameLst>
                                          <p:attrName>ppt_h</p:attrName>
                                        </p:attrNameLst>
                                      </p:cBhvr>
                                      <p:tavLst>
                                        <p:tav fmla="" tm="0">
                                          <p:val>
                                            <p:strVal val="#ppt_h"/>
                                          </p:val>
                                        </p:tav>
                                        <p:tav fmla="" tm="100000">
                                          <p:val>
                                            <p:strVal val="0"/>
                                          </p:val>
                                        </p:tav>
                                      </p:tavLst>
                                    </p:anim>
                                    <p:set>
                                      <p:cBhvr>
                                        <p:cTn dur="1" fill="hold">
                                          <p:stCondLst>
                                            <p:cond delay="500"/>
                                          </p:stCondLst>
                                        </p:cTn>
                                        <p:tgtEl>
                                          <p:spTgt spid="857"/>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860"/>
                                        </p:tgtEl>
                                        <p:attrNameLst>
                                          <p:attrName>style.visibility</p:attrName>
                                        </p:attrNameLst>
                                      </p:cBhvr>
                                      <p:to>
                                        <p:strVal val="visible"/>
                                      </p:to>
                                    </p:set>
                                    <p:anim calcmode="lin" valueType="num">
                                      <p:cBhvr additive="base">
                                        <p:cTn dur="500"/>
                                        <p:tgtEl>
                                          <p:spTgt spid="860"/>
                                        </p:tgtEl>
                                        <p:attrNameLst>
                                          <p:attrName>ppt_w</p:attrName>
                                        </p:attrNameLst>
                                      </p:cBhvr>
                                      <p:tavLst>
                                        <p:tav fmla="" tm="0">
                                          <p:val>
                                            <p:strVal val="0"/>
                                          </p:val>
                                        </p:tav>
                                        <p:tav fmla="" tm="100000">
                                          <p:val>
                                            <p:strVal val="#ppt_w"/>
                                          </p:val>
                                        </p:tav>
                                      </p:tavLst>
                                    </p:anim>
                                    <p:anim calcmode="lin" valueType="num">
                                      <p:cBhvr additive="base">
                                        <p:cTn dur="500"/>
                                        <p:tgtEl>
                                          <p:spTgt spid="86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859"/>
                                        </p:tgtEl>
                                        <p:attrNameLst>
                                          <p:attrName>ppt_w</p:attrName>
                                        </p:attrNameLst>
                                      </p:cBhvr>
                                      <p:tavLst>
                                        <p:tav fmla="" tm="0">
                                          <p:val>
                                            <p:strVal val="#ppt_w"/>
                                          </p:val>
                                        </p:tav>
                                        <p:tav fmla="" tm="100000">
                                          <p:val>
                                            <p:strVal val="0"/>
                                          </p:val>
                                        </p:tav>
                                      </p:tavLst>
                                    </p:anim>
                                    <p:anim calcmode="lin" valueType="num">
                                      <p:cBhvr additive="base">
                                        <p:cTn dur="500"/>
                                        <p:tgtEl>
                                          <p:spTgt spid="859"/>
                                        </p:tgtEl>
                                        <p:attrNameLst>
                                          <p:attrName>ppt_h</p:attrName>
                                        </p:attrNameLst>
                                      </p:cBhvr>
                                      <p:tavLst>
                                        <p:tav fmla="" tm="0">
                                          <p:val>
                                            <p:strVal val="#ppt_h"/>
                                          </p:val>
                                        </p:tav>
                                        <p:tav fmla="" tm="100000">
                                          <p:val>
                                            <p:strVal val="0"/>
                                          </p:val>
                                        </p:tav>
                                      </p:tavLst>
                                    </p:anim>
                                    <p:set>
                                      <p:cBhvr>
                                        <p:cTn dur="1" fill="hold">
                                          <p:stCondLst>
                                            <p:cond delay="500"/>
                                          </p:stCondLst>
                                        </p:cTn>
                                        <p:tgtEl>
                                          <p:spTgt spid="859"/>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58">
                                            <p:txEl>
                                              <p:pRg end="0" st="0"/>
                                            </p:txEl>
                                          </p:spTgt>
                                        </p:tgtEl>
                                        <p:attrNameLst>
                                          <p:attrName>ppt_w</p:attrName>
                                        </p:attrNameLst>
                                      </p:cBhvr>
                                      <p:tavLst>
                                        <p:tav fmla="" tm="0">
                                          <p:val>
                                            <p:strVal val="#ppt_w"/>
                                          </p:val>
                                        </p:tav>
                                        <p:tav fmla="" tm="100000">
                                          <p:val>
                                            <p:strVal val="0"/>
                                          </p:val>
                                        </p:tav>
                                      </p:tavLst>
                                    </p:anim>
                                    <p:anim calcmode="lin" valueType="num">
                                      <p:cBhvr additive="base">
                                        <p:cTn dur="500"/>
                                        <p:tgtEl>
                                          <p:spTgt spid="858">
                                            <p:txEl>
                                              <p:pRg end="0" st="0"/>
                                            </p:txEl>
                                          </p:spTgt>
                                        </p:tgtEl>
                                        <p:attrNameLst>
                                          <p:attrName>ppt_h</p:attrName>
                                        </p:attrNameLst>
                                      </p:cBhvr>
                                      <p:tavLst>
                                        <p:tav fmla="" tm="0">
                                          <p:val>
                                            <p:strVal val="#ppt_h"/>
                                          </p:val>
                                        </p:tav>
                                        <p:tav fmla="" tm="100000">
                                          <p:val>
                                            <p:strVal val="0"/>
                                          </p:val>
                                        </p:tav>
                                      </p:tavLst>
                                    </p:anim>
                                    <p:set>
                                      <p:cBhvr>
                                        <p:cTn dur="1" fill="hold">
                                          <p:stCondLst>
                                            <p:cond delay="500"/>
                                          </p:stCondLst>
                                        </p:cTn>
                                        <p:tgtEl>
                                          <p:spTgt spid="858">
                                            <p:txEl>
                                              <p:pRg end="0" st="0"/>
                                            </p:txEl>
                                          </p:spTgt>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54">
                                            <p:txEl>
                                              <p:pRg end="0" st="0"/>
                                            </p:txEl>
                                          </p:spTgt>
                                        </p:tgtEl>
                                        <p:attrNameLst>
                                          <p:attrName>ppt_w</p:attrName>
                                        </p:attrNameLst>
                                      </p:cBhvr>
                                      <p:tavLst>
                                        <p:tav fmla="" tm="0">
                                          <p:val>
                                            <p:strVal val="#ppt_w"/>
                                          </p:val>
                                        </p:tav>
                                        <p:tav fmla="" tm="100000">
                                          <p:val>
                                            <p:strVal val="0"/>
                                          </p:val>
                                        </p:tav>
                                      </p:tavLst>
                                    </p:anim>
                                    <p:anim calcmode="lin" valueType="num">
                                      <p:cBhvr additive="base">
                                        <p:cTn dur="500"/>
                                        <p:tgtEl>
                                          <p:spTgt spid="854">
                                            <p:txEl>
                                              <p:pRg end="0" st="0"/>
                                            </p:txEl>
                                          </p:spTgt>
                                        </p:tgtEl>
                                        <p:attrNameLst>
                                          <p:attrName>ppt_h</p:attrName>
                                        </p:attrNameLst>
                                      </p:cBhvr>
                                      <p:tavLst>
                                        <p:tav fmla="" tm="0">
                                          <p:val>
                                            <p:strVal val="#ppt_h"/>
                                          </p:val>
                                        </p:tav>
                                        <p:tav fmla="" tm="100000">
                                          <p:val>
                                            <p:strVal val="0"/>
                                          </p:val>
                                        </p:tav>
                                      </p:tavLst>
                                    </p:anim>
                                    <p:set>
                                      <p:cBhvr>
                                        <p:cTn dur="1" fill="hold">
                                          <p:stCondLst>
                                            <p:cond delay="500"/>
                                          </p:stCondLst>
                                        </p:cTn>
                                        <p:tgtEl>
                                          <p:spTgt spid="854">
                                            <p:txEl>
                                              <p:pRg end="0" st="0"/>
                                            </p:txEl>
                                          </p:spTgt>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54">
                                            <p:txEl>
                                              <p:pRg end="1" st="1"/>
                                            </p:txEl>
                                          </p:spTgt>
                                        </p:tgtEl>
                                        <p:attrNameLst>
                                          <p:attrName>ppt_w</p:attrName>
                                        </p:attrNameLst>
                                      </p:cBhvr>
                                      <p:tavLst>
                                        <p:tav fmla="" tm="0">
                                          <p:val>
                                            <p:strVal val="#ppt_w"/>
                                          </p:val>
                                        </p:tav>
                                        <p:tav fmla="" tm="100000">
                                          <p:val>
                                            <p:strVal val="0"/>
                                          </p:val>
                                        </p:tav>
                                      </p:tavLst>
                                    </p:anim>
                                    <p:anim calcmode="lin" valueType="num">
                                      <p:cBhvr additive="base">
                                        <p:cTn dur="500"/>
                                        <p:tgtEl>
                                          <p:spTgt spid="854">
                                            <p:txEl>
                                              <p:pRg end="1" st="1"/>
                                            </p:txEl>
                                          </p:spTgt>
                                        </p:tgtEl>
                                        <p:attrNameLst>
                                          <p:attrName>ppt_h</p:attrName>
                                        </p:attrNameLst>
                                      </p:cBhvr>
                                      <p:tavLst>
                                        <p:tav fmla="" tm="0">
                                          <p:val>
                                            <p:strVal val="#ppt_h"/>
                                          </p:val>
                                        </p:tav>
                                        <p:tav fmla="" tm="100000">
                                          <p:val>
                                            <p:strVal val="0"/>
                                          </p:val>
                                        </p:tav>
                                      </p:tavLst>
                                    </p:anim>
                                    <p:set>
                                      <p:cBhvr>
                                        <p:cTn dur="1" fill="hold">
                                          <p:stCondLst>
                                            <p:cond delay="500"/>
                                          </p:stCondLst>
                                        </p:cTn>
                                        <p:tgtEl>
                                          <p:spTgt spid="854">
                                            <p:txEl>
                                              <p:pRg end="1" st="1"/>
                                            </p:txEl>
                                          </p:spTgt>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54">
                                            <p:txEl>
                                              <p:pRg end="2" st="2"/>
                                            </p:txEl>
                                          </p:spTgt>
                                        </p:tgtEl>
                                        <p:attrNameLst>
                                          <p:attrName>ppt_w</p:attrName>
                                        </p:attrNameLst>
                                      </p:cBhvr>
                                      <p:tavLst>
                                        <p:tav fmla="" tm="0">
                                          <p:val>
                                            <p:strVal val="#ppt_w"/>
                                          </p:val>
                                        </p:tav>
                                        <p:tav fmla="" tm="100000">
                                          <p:val>
                                            <p:strVal val="0"/>
                                          </p:val>
                                        </p:tav>
                                      </p:tavLst>
                                    </p:anim>
                                    <p:anim calcmode="lin" valueType="num">
                                      <p:cBhvr additive="base">
                                        <p:cTn dur="500"/>
                                        <p:tgtEl>
                                          <p:spTgt spid="854">
                                            <p:txEl>
                                              <p:pRg end="2" st="2"/>
                                            </p:txEl>
                                          </p:spTgt>
                                        </p:tgtEl>
                                        <p:attrNameLst>
                                          <p:attrName>ppt_h</p:attrName>
                                        </p:attrNameLst>
                                      </p:cBhvr>
                                      <p:tavLst>
                                        <p:tav fmla="" tm="0">
                                          <p:val>
                                            <p:strVal val="#ppt_h"/>
                                          </p:val>
                                        </p:tav>
                                        <p:tav fmla="" tm="100000">
                                          <p:val>
                                            <p:strVal val="0"/>
                                          </p:val>
                                        </p:tav>
                                      </p:tavLst>
                                    </p:anim>
                                    <p:set>
                                      <p:cBhvr>
                                        <p:cTn dur="1" fill="hold">
                                          <p:stCondLst>
                                            <p:cond delay="500"/>
                                          </p:stCondLst>
                                        </p:cTn>
                                        <p:tgtEl>
                                          <p:spTgt spid="854">
                                            <p:txEl>
                                              <p:pRg end="2" st="2"/>
                                            </p:txEl>
                                          </p:spTgt>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55"/>
                                        </p:tgtEl>
                                        <p:attrNameLst>
                                          <p:attrName>ppt_w</p:attrName>
                                        </p:attrNameLst>
                                      </p:cBhvr>
                                      <p:tavLst>
                                        <p:tav fmla="" tm="0">
                                          <p:val>
                                            <p:strVal val="#ppt_w"/>
                                          </p:val>
                                        </p:tav>
                                        <p:tav fmla="" tm="100000">
                                          <p:val>
                                            <p:strVal val="0"/>
                                          </p:val>
                                        </p:tav>
                                      </p:tavLst>
                                    </p:anim>
                                    <p:anim calcmode="lin" valueType="num">
                                      <p:cBhvr additive="base">
                                        <p:cTn dur="500"/>
                                        <p:tgtEl>
                                          <p:spTgt spid="855"/>
                                        </p:tgtEl>
                                        <p:attrNameLst>
                                          <p:attrName>ppt_h</p:attrName>
                                        </p:attrNameLst>
                                      </p:cBhvr>
                                      <p:tavLst>
                                        <p:tav fmla="" tm="0">
                                          <p:val>
                                            <p:strVal val="#ppt_h"/>
                                          </p:val>
                                        </p:tav>
                                        <p:tav fmla="" tm="100000">
                                          <p:val>
                                            <p:strVal val="0"/>
                                          </p:val>
                                        </p:tav>
                                      </p:tavLst>
                                    </p:anim>
                                    <p:set>
                                      <p:cBhvr>
                                        <p:cTn dur="1" fill="hold">
                                          <p:stCondLst>
                                            <p:cond delay="500"/>
                                          </p:stCondLst>
                                        </p:cTn>
                                        <p:tgtEl>
                                          <p:spTgt spid="855"/>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56"/>
                                        </p:tgtEl>
                                        <p:attrNameLst>
                                          <p:attrName>ppt_w</p:attrName>
                                        </p:attrNameLst>
                                      </p:cBhvr>
                                      <p:tavLst>
                                        <p:tav fmla="" tm="0">
                                          <p:val>
                                            <p:strVal val="#ppt_w"/>
                                          </p:val>
                                        </p:tav>
                                        <p:tav fmla="" tm="100000">
                                          <p:val>
                                            <p:strVal val="0"/>
                                          </p:val>
                                        </p:tav>
                                      </p:tavLst>
                                    </p:anim>
                                    <p:anim calcmode="lin" valueType="num">
                                      <p:cBhvr additive="base">
                                        <p:cTn dur="500"/>
                                        <p:tgtEl>
                                          <p:spTgt spid="856"/>
                                        </p:tgtEl>
                                        <p:attrNameLst>
                                          <p:attrName>ppt_h</p:attrName>
                                        </p:attrNameLst>
                                      </p:cBhvr>
                                      <p:tavLst>
                                        <p:tav fmla="" tm="0">
                                          <p:val>
                                            <p:strVal val="#ppt_h"/>
                                          </p:val>
                                        </p:tav>
                                        <p:tav fmla="" tm="100000">
                                          <p:val>
                                            <p:strVal val="0"/>
                                          </p:val>
                                        </p:tav>
                                      </p:tavLst>
                                    </p:anim>
                                    <p:set>
                                      <p:cBhvr>
                                        <p:cTn dur="1" fill="hold">
                                          <p:stCondLst>
                                            <p:cond delay="500"/>
                                          </p:stCondLst>
                                        </p:cTn>
                                        <p:tgtEl>
                                          <p:spTgt spid="856"/>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60"/>
                                        </p:tgtEl>
                                        <p:attrNameLst>
                                          <p:attrName>ppt_w</p:attrName>
                                        </p:attrNameLst>
                                      </p:cBhvr>
                                      <p:tavLst>
                                        <p:tav fmla="" tm="0">
                                          <p:val>
                                            <p:strVal val="#ppt_w"/>
                                          </p:val>
                                        </p:tav>
                                        <p:tav fmla="" tm="100000">
                                          <p:val>
                                            <p:strVal val="0"/>
                                          </p:val>
                                        </p:tav>
                                      </p:tavLst>
                                    </p:anim>
                                    <p:anim calcmode="lin" valueType="num">
                                      <p:cBhvr additive="base">
                                        <p:cTn dur="500"/>
                                        <p:tgtEl>
                                          <p:spTgt spid="860"/>
                                        </p:tgtEl>
                                        <p:attrNameLst>
                                          <p:attrName>ppt_h</p:attrName>
                                        </p:attrNameLst>
                                      </p:cBhvr>
                                      <p:tavLst>
                                        <p:tav fmla="" tm="0">
                                          <p:val>
                                            <p:strVal val="#ppt_h"/>
                                          </p:val>
                                        </p:tav>
                                        <p:tav fmla="" tm="100000">
                                          <p:val>
                                            <p:strVal val="0"/>
                                          </p:val>
                                        </p:tav>
                                      </p:tavLst>
                                    </p:anim>
                                    <p:set>
                                      <p:cBhvr>
                                        <p:cTn dur="1" fill="hold">
                                          <p:stCondLst>
                                            <p:cond delay="500"/>
                                          </p:stCondLst>
                                        </p:cTn>
                                        <p:tgtEl>
                                          <p:spTgt spid="86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500"/>
                                        <p:tgtEl>
                                          <p:spTgt spid="852"/>
                                        </p:tgtEl>
                                        <p:attrNameLst>
                                          <p:attrName>ppt_w</p:attrName>
                                        </p:attrNameLst>
                                      </p:cBhvr>
                                      <p:tavLst>
                                        <p:tav fmla="" tm="0">
                                          <p:val>
                                            <p:strVal val="#ppt_w"/>
                                          </p:val>
                                        </p:tav>
                                        <p:tav fmla="" tm="100000">
                                          <p:val>
                                            <p:strVal val="0"/>
                                          </p:val>
                                        </p:tav>
                                      </p:tavLst>
                                    </p:anim>
                                    <p:anim calcmode="lin" valueType="num">
                                      <p:cBhvr additive="base">
                                        <p:cTn dur="500"/>
                                        <p:tgtEl>
                                          <p:spTgt spid="852"/>
                                        </p:tgtEl>
                                        <p:attrNameLst>
                                          <p:attrName>ppt_h</p:attrName>
                                        </p:attrNameLst>
                                      </p:cBhvr>
                                      <p:tavLst>
                                        <p:tav fmla="" tm="0">
                                          <p:val>
                                            <p:strVal val="#ppt_h"/>
                                          </p:val>
                                        </p:tav>
                                        <p:tav fmla="" tm="100000">
                                          <p:val>
                                            <p:strVal val="0"/>
                                          </p:val>
                                        </p:tav>
                                      </p:tavLst>
                                    </p:anim>
                                    <p:set>
                                      <p:cBhvr>
                                        <p:cTn dur="1" fill="hold">
                                          <p:stCondLst>
                                            <p:cond delay="500"/>
                                          </p:stCondLst>
                                        </p:cTn>
                                        <p:tgtEl>
                                          <p:spTgt spid="85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500"/>
                                        <p:tgtEl>
                                          <p:spTgt spid="8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1">
                                            <p:txEl>
                                              <p:pRg end="0" st="0"/>
                                            </p:txEl>
                                          </p:spTgt>
                                        </p:tgtEl>
                                        <p:attrNameLst>
                                          <p:attrName>style.visibility</p:attrName>
                                        </p:attrNameLst>
                                      </p:cBhvr>
                                      <p:to>
                                        <p:strVal val="visible"/>
                                      </p:to>
                                    </p:set>
                                    <p:animEffect filter="fade" transition="in">
                                      <p:cBhvr>
                                        <p:cTn dur="500"/>
                                        <p:tgtEl>
                                          <p:spTgt spid="861">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61">
                                            <p:txEl>
                                              <p:pRg end="1" st="1"/>
                                            </p:txEl>
                                          </p:spTgt>
                                        </p:tgtEl>
                                        <p:attrNameLst>
                                          <p:attrName>style.visibility</p:attrName>
                                        </p:attrNameLst>
                                      </p:cBhvr>
                                      <p:to>
                                        <p:strVal val="visible"/>
                                      </p:to>
                                    </p:set>
                                    <p:animEffect filter="fade" transition="in">
                                      <p:cBhvr>
                                        <p:cTn dur="500"/>
                                        <p:tgtEl>
                                          <p:spTgt spid="861">
                                            <p:txEl>
                                              <p:pRg end="1" st="1"/>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61">
                                            <p:txEl>
                                              <p:pRg end="2" st="2"/>
                                            </p:txEl>
                                          </p:spTgt>
                                        </p:tgtEl>
                                        <p:attrNameLst>
                                          <p:attrName>style.visibility</p:attrName>
                                        </p:attrNameLst>
                                      </p:cBhvr>
                                      <p:to>
                                        <p:strVal val="visible"/>
                                      </p:to>
                                    </p:set>
                                    <p:animEffect filter="fade" transition="in">
                                      <p:cBhvr>
                                        <p:cTn dur="500"/>
                                        <p:tgtEl>
                                          <p:spTgt spid="861">
                                            <p:txEl>
                                              <p:pRg end="2" st="2"/>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861">
                                            <p:txEl>
                                              <p:pRg end="3" st="3"/>
                                            </p:txEl>
                                          </p:spTgt>
                                        </p:tgtEl>
                                        <p:attrNameLst>
                                          <p:attrName>style.visibility</p:attrName>
                                        </p:attrNameLst>
                                      </p:cBhvr>
                                      <p:to>
                                        <p:strVal val="visible"/>
                                      </p:to>
                                    </p:set>
                                    <p:animEffect filter="fade" transition="in">
                                      <p:cBhvr>
                                        <p:cTn dur="500"/>
                                        <p:tgtEl>
                                          <p:spTgt spid="861">
                                            <p:txEl>
                                              <p:pRg end="3" st="3"/>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500"/>
                                        <p:tgtEl>
                                          <p:spTgt spid="863"/>
                                        </p:tgtEl>
                                      </p:cBhvr>
                                    </p:animEffect>
                                  </p:childTnLst>
                                </p:cTn>
                              </p:par>
                              <p:par>
                                <p:cTn fill="hold" nodeType="with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500"/>
                                        <p:tgtEl>
                                          <p:spTgt spid="8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C4BC1"/>
        </a:solidFill>
      </p:bgPr>
    </p:bg>
    <p:spTree>
      <p:nvGrpSpPr>
        <p:cNvPr id="868" name="Shape 868"/>
        <p:cNvGrpSpPr/>
        <p:nvPr/>
      </p:nvGrpSpPr>
      <p:grpSpPr>
        <a:xfrm>
          <a:off x="0" y="0"/>
          <a:ext cx="0" cy="0"/>
          <a:chOff x="0" y="0"/>
          <a:chExt cx="0" cy="0"/>
        </a:xfrm>
      </p:grpSpPr>
      <p:sp>
        <p:nvSpPr>
          <p:cNvPr id="869" name="Google Shape;869;p29"/>
          <p:cNvSpPr/>
          <p:nvPr/>
        </p:nvSpPr>
        <p:spPr>
          <a:xfrm>
            <a:off x="576262" y="549275"/>
            <a:ext cx="7991476" cy="5759450"/>
          </a:xfrm>
          <a:prstGeom prst="roundRect">
            <a:avLst>
              <a:gd fmla="val 2676" name="adj"/>
            </a:avLst>
          </a:prstGeom>
          <a:gradFill>
            <a:gsLst>
              <a:gs pos="0">
                <a:srgbClr val="6C4BC1"/>
              </a:gs>
              <a:gs pos="100000">
                <a:srgbClr val="7BCDC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0" name="Google Shape;870;p29"/>
          <p:cNvSpPr/>
          <p:nvPr/>
        </p:nvSpPr>
        <p:spPr>
          <a:xfrm>
            <a:off x="755650" y="1531191"/>
            <a:ext cx="3044825" cy="13849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Create a new program where if </a:t>
            </a:r>
            <a:r>
              <a:rPr b="1" lang="en-GB" sz="1800">
                <a:solidFill>
                  <a:schemeClr val="lt1"/>
                </a:solidFill>
                <a:latin typeface="Arial"/>
                <a:ea typeface="Arial"/>
                <a:cs typeface="Arial"/>
                <a:sym typeface="Arial"/>
              </a:rPr>
              <a:t>button A</a:t>
            </a:r>
            <a:r>
              <a:rPr lang="en-GB" sz="1800">
                <a:solidFill>
                  <a:schemeClr val="lt1"/>
                </a:solidFill>
                <a:latin typeface="Arial"/>
                <a:ea typeface="Arial"/>
                <a:cs typeface="Arial"/>
                <a:sym typeface="Arial"/>
              </a:rPr>
              <a:t> is pressed a smiley face appears and if </a:t>
            </a:r>
            <a:r>
              <a:rPr b="1" lang="en-GB" sz="1800">
                <a:solidFill>
                  <a:schemeClr val="lt1"/>
                </a:solidFill>
                <a:latin typeface="Arial"/>
                <a:ea typeface="Arial"/>
                <a:cs typeface="Arial"/>
                <a:sym typeface="Arial"/>
              </a:rPr>
              <a:t>button B</a:t>
            </a:r>
            <a:r>
              <a:rPr lang="en-GB" sz="1800">
                <a:solidFill>
                  <a:schemeClr val="lt1"/>
                </a:solidFill>
                <a:latin typeface="Arial"/>
                <a:ea typeface="Arial"/>
                <a:cs typeface="Arial"/>
                <a:sym typeface="Arial"/>
              </a:rPr>
              <a:t> is pressed a sad face appears.</a:t>
            </a:r>
            <a:endParaRPr/>
          </a:p>
        </p:txBody>
      </p:sp>
      <p:sp>
        <p:nvSpPr>
          <p:cNvPr id="871" name="Google Shape;871;p29"/>
          <p:cNvSpPr/>
          <p:nvPr/>
        </p:nvSpPr>
        <p:spPr>
          <a:xfrm>
            <a:off x="4664710" y="1531191"/>
            <a:ext cx="3723640" cy="13849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The smiley face will represent true, the sad face will represent false. After each statement, press the button that corresponds to either the smiley or sad face.</a:t>
            </a:r>
            <a:endParaRPr/>
          </a:p>
        </p:txBody>
      </p:sp>
      <p:graphicFrame>
        <p:nvGraphicFramePr>
          <p:cNvPr id="872" name="Google Shape;872;p29"/>
          <p:cNvGraphicFramePr/>
          <p:nvPr/>
        </p:nvGraphicFramePr>
        <p:xfrm>
          <a:off x="755647" y="3275625"/>
          <a:ext cx="3000000" cy="3000000"/>
        </p:xfrm>
        <a:graphic>
          <a:graphicData uri="http://schemas.openxmlformats.org/drawingml/2006/table">
            <a:tbl>
              <a:tblPr>
                <a:noFill/>
                <a:tableStyleId>{521B812C-6D6F-44C3-9B79-55622E166870}</a:tableStyleId>
              </a:tblPr>
              <a:tblGrid>
                <a:gridCol w="6913675"/>
                <a:gridCol w="719025"/>
              </a:tblGrid>
              <a:tr h="377200">
                <a:tc gridSpan="2">
                  <a:txBody>
                    <a:bodyPr/>
                    <a:lstStyle/>
                    <a:p>
                      <a:pPr indent="0" lvl="0" marL="0" marR="0" rtl="0" algn="ctr">
                        <a:spcBef>
                          <a:spcPts val="0"/>
                        </a:spcBef>
                        <a:spcAft>
                          <a:spcPts val="0"/>
                        </a:spcAft>
                        <a:buClr>
                          <a:schemeClr val="lt1"/>
                        </a:buClr>
                        <a:buSzPts val="1800"/>
                        <a:buFont typeface="Arial"/>
                        <a:buNone/>
                      </a:pPr>
                      <a:r>
                        <a:rPr b="1" lang="en-GB" sz="1800" u="none" cap="none" strike="noStrike">
                          <a:solidFill>
                            <a:schemeClr val="lt1"/>
                          </a:solidFill>
                          <a:latin typeface="Arial"/>
                          <a:ea typeface="Arial"/>
                          <a:cs typeface="Arial"/>
                          <a:sym typeface="Arial"/>
                        </a:rPr>
                        <a:t>True or False?</a:t>
                      </a:r>
                      <a:endParaRPr b="1" sz="1800" u="none" cap="none" strike="noStrike">
                        <a:solidFill>
                          <a:schemeClr val="lt1"/>
                        </a:solidFill>
                        <a:latin typeface="Arial"/>
                        <a:ea typeface="Arial"/>
                        <a:cs typeface="Arial"/>
                        <a:sym typeface="Arial"/>
                      </a:endParaRPr>
                    </a:p>
                  </a:txBody>
                  <a:tcPr marT="91425" marB="91425" marR="91425" marL="91425">
                    <a:solidFill>
                      <a:srgbClr val="6C4BC1">
                        <a:alpha val="52549"/>
                      </a:srgbClr>
                    </a:solidFill>
                  </a:tcPr>
                </a:tc>
                <a:tc hMerge="1"/>
              </a:tr>
              <a:tr h="489025">
                <a:tc>
                  <a:txBody>
                    <a:bodyPr/>
                    <a:lstStyle/>
                    <a:p>
                      <a:pPr indent="0" lvl="0" marL="0" marR="0" rtl="0" algn="l">
                        <a:spcBef>
                          <a:spcPts val="0"/>
                        </a:spcBef>
                        <a:spcAft>
                          <a:spcPts val="0"/>
                        </a:spcAft>
                        <a:buClr>
                          <a:schemeClr val="dk1"/>
                        </a:buClr>
                        <a:buSzPts val="1600"/>
                        <a:buFont typeface="Arial"/>
                        <a:buNone/>
                      </a:pPr>
                      <a:r>
                        <a:rPr lang="en-GB" sz="1600" u="none" cap="none" strike="noStrike">
                          <a:latin typeface="Arial"/>
                          <a:ea typeface="Arial"/>
                          <a:cs typeface="Arial"/>
                          <a:sym typeface="Arial"/>
                        </a:rPr>
                        <a:t>The process of putting a program on to the micro:bit is called flashing.</a:t>
                      </a:r>
                      <a:endParaRPr sz="1600" u="none" cap="none" strike="noStrike">
                        <a:latin typeface="Arial"/>
                        <a:ea typeface="Arial"/>
                        <a:cs typeface="Arial"/>
                        <a:sym typeface="Arial"/>
                      </a:endParaRPr>
                    </a:p>
                  </a:txBody>
                  <a:tcPr marT="91425" marB="91425" marR="91425" marL="91425" anchor="ctr">
                    <a:solidFill>
                      <a:schemeClr val="lt1">
                        <a:alpha val="61961"/>
                      </a:schemeClr>
                    </a:solidFill>
                  </a:tcPr>
                </a:tc>
                <a:tc>
                  <a:txBody>
                    <a:bodyPr/>
                    <a:lstStyle/>
                    <a:p>
                      <a:pPr indent="0" lvl="0" marL="0" marR="0" rtl="0" algn="l">
                        <a:spcBef>
                          <a:spcPts val="0"/>
                        </a:spcBef>
                        <a:spcAft>
                          <a:spcPts val="0"/>
                        </a:spcAft>
                        <a:buClr>
                          <a:schemeClr val="dk1"/>
                        </a:buClr>
                        <a:buSzPts val="1800"/>
                        <a:buFont typeface="Arial"/>
                        <a:buNone/>
                      </a:pPr>
                      <a:r>
                        <a:t/>
                      </a:r>
                      <a:endParaRPr sz="1800" u="none" cap="none" strike="noStrike">
                        <a:solidFill>
                          <a:srgbClr val="FF0000"/>
                        </a:solidFill>
                        <a:latin typeface="Arial"/>
                        <a:ea typeface="Arial"/>
                        <a:cs typeface="Arial"/>
                        <a:sym typeface="Arial"/>
                      </a:endParaRPr>
                    </a:p>
                  </a:txBody>
                  <a:tcPr marT="91425" marB="91425" marR="91425" marL="91425" anchor="ctr">
                    <a:solidFill>
                      <a:srgbClr val="7BCDC2"/>
                    </a:solidFill>
                  </a:tcPr>
                </a:tc>
              </a:tr>
              <a:tr h="489025">
                <a:tc>
                  <a:txBody>
                    <a:bodyPr/>
                    <a:lstStyle/>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dk1"/>
                          </a:solidFill>
                        </a:rPr>
                        <a:t>The micro:bit has a built-in microphone</a:t>
                      </a:r>
                      <a:r>
                        <a:rPr lang="en-GB"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91425" marB="91425" marR="91425" marL="91425" anchor="ctr">
                    <a:solidFill>
                      <a:schemeClr val="lt1">
                        <a:alpha val="61961"/>
                      </a:schemeClr>
                    </a:solidFill>
                  </a:tcPr>
                </a:tc>
                <a:tc>
                  <a:txBody>
                    <a:bodyPr/>
                    <a:lstStyle/>
                    <a:p>
                      <a:pPr indent="0" lvl="0" marL="0" marR="0" rtl="0" algn="l">
                        <a:spcBef>
                          <a:spcPts val="0"/>
                        </a:spcBef>
                        <a:spcAft>
                          <a:spcPts val="0"/>
                        </a:spcAft>
                        <a:buClr>
                          <a:schemeClr val="dk1"/>
                        </a:buClr>
                        <a:buSzPts val="1800"/>
                        <a:buFont typeface="Arial"/>
                        <a:buNone/>
                      </a:pPr>
                      <a:r>
                        <a:t/>
                      </a:r>
                      <a:endParaRPr sz="1800" u="none" cap="none" strike="noStrike">
                        <a:solidFill>
                          <a:srgbClr val="FF0000"/>
                        </a:solidFill>
                        <a:latin typeface="Arial"/>
                        <a:ea typeface="Arial"/>
                        <a:cs typeface="Arial"/>
                        <a:sym typeface="Arial"/>
                      </a:endParaRPr>
                    </a:p>
                  </a:txBody>
                  <a:tcPr marT="91425" marB="91425" marR="91425" marL="91425" anchor="ctr">
                    <a:solidFill>
                      <a:srgbClr val="7BCDC2"/>
                    </a:solidFill>
                  </a:tcPr>
                </a:tc>
              </a:tr>
              <a:tr h="489025">
                <a:tc>
                  <a:txBody>
                    <a:bodyPr/>
                    <a:lstStyle/>
                    <a:p>
                      <a:pPr indent="0" lvl="0" marL="0" marR="0" rtl="0" algn="l">
                        <a:spcBef>
                          <a:spcPts val="0"/>
                        </a:spcBef>
                        <a:spcAft>
                          <a:spcPts val="0"/>
                        </a:spcAft>
                        <a:buClr>
                          <a:schemeClr val="dk1"/>
                        </a:buClr>
                        <a:buSzPts val="1600"/>
                        <a:buFont typeface="Arial"/>
                        <a:buNone/>
                      </a:pPr>
                      <a:r>
                        <a:rPr lang="en-GB" sz="1600" u="none" cap="none" strike="noStrike">
                          <a:latin typeface="Arial"/>
                          <a:ea typeface="Arial"/>
                          <a:cs typeface="Arial"/>
                          <a:sym typeface="Arial"/>
                        </a:rPr>
                        <a:t>The BBC micro:bit is for advanced coders only.</a:t>
                      </a:r>
                      <a:endParaRPr sz="1600" u="none" cap="none" strike="noStrike">
                        <a:latin typeface="Arial"/>
                        <a:ea typeface="Arial"/>
                        <a:cs typeface="Arial"/>
                        <a:sym typeface="Arial"/>
                      </a:endParaRPr>
                    </a:p>
                  </a:txBody>
                  <a:tcPr marT="91425" marB="91425" marR="91425" marL="91425" anchor="ctr">
                    <a:solidFill>
                      <a:schemeClr val="lt1">
                        <a:alpha val="61961"/>
                      </a:schemeClr>
                    </a:solidFill>
                  </a:tcPr>
                </a:tc>
                <a:tc>
                  <a:txBody>
                    <a:bodyPr/>
                    <a:lstStyle/>
                    <a:p>
                      <a:pPr indent="0" lvl="0" marL="0" marR="0" rtl="0" algn="l">
                        <a:spcBef>
                          <a:spcPts val="0"/>
                        </a:spcBef>
                        <a:spcAft>
                          <a:spcPts val="0"/>
                        </a:spcAft>
                        <a:buClr>
                          <a:schemeClr val="dk1"/>
                        </a:buClr>
                        <a:buSzPts val="1100"/>
                        <a:buFont typeface="Arial"/>
                        <a:buNone/>
                      </a:pPr>
                      <a:r>
                        <a:t/>
                      </a:r>
                      <a:endParaRPr sz="1800" u="none" cap="none" strike="noStrike">
                        <a:latin typeface="Arial"/>
                        <a:ea typeface="Arial"/>
                        <a:cs typeface="Arial"/>
                        <a:sym typeface="Arial"/>
                      </a:endParaRPr>
                    </a:p>
                  </a:txBody>
                  <a:tcPr marT="91425" marB="91425" marR="91425" marL="91425" anchor="ctr">
                    <a:solidFill>
                      <a:srgbClr val="7BCDC2"/>
                    </a:solidFill>
                  </a:tcPr>
                </a:tc>
              </a:tr>
              <a:tr h="489025">
                <a:tc>
                  <a:txBody>
                    <a:bodyPr/>
                    <a:lstStyle/>
                    <a:p>
                      <a:pPr indent="0" lvl="0" marL="0" marR="0" rtl="0" algn="l">
                        <a:spcBef>
                          <a:spcPts val="0"/>
                        </a:spcBef>
                        <a:spcAft>
                          <a:spcPts val="0"/>
                        </a:spcAft>
                        <a:buClr>
                          <a:schemeClr val="dk1"/>
                        </a:buClr>
                        <a:buSzPts val="1600"/>
                        <a:buFont typeface="Arial"/>
                        <a:buNone/>
                      </a:pPr>
                      <a:r>
                        <a:rPr lang="en-GB" sz="1600" u="none" cap="none" strike="noStrike">
                          <a:latin typeface="Arial"/>
                          <a:ea typeface="Arial"/>
                          <a:cs typeface="Arial"/>
                          <a:sym typeface="Arial"/>
                        </a:rPr>
                        <a:t>The micro:bit contains a temperature sensor.</a:t>
                      </a:r>
                      <a:endParaRPr sz="1600" u="none" cap="none" strike="noStrike">
                        <a:latin typeface="Arial"/>
                        <a:ea typeface="Arial"/>
                        <a:cs typeface="Arial"/>
                        <a:sym typeface="Arial"/>
                      </a:endParaRPr>
                    </a:p>
                  </a:txBody>
                  <a:tcPr marT="91425" marB="91425" marR="91425" marL="91425" anchor="ctr">
                    <a:solidFill>
                      <a:schemeClr val="lt1">
                        <a:alpha val="61961"/>
                      </a:schemeClr>
                    </a:solidFill>
                  </a:tcPr>
                </a:tc>
                <a:tc>
                  <a:txBody>
                    <a:bodyPr/>
                    <a:lstStyle/>
                    <a:p>
                      <a:pPr indent="0" lvl="0" marL="0" marR="0" rtl="0" algn="l">
                        <a:spcBef>
                          <a:spcPts val="0"/>
                        </a:spcBef>
                        <a:spcAft>
                          <a:spcPts val="0"/>
                        </a:spcAft>
                        <a:buClr>
                          <a:schemeClr val="dk1"/>
                        </a:buClr>
                        <a:buSzPts val="1100"/>
                        <a:buFont typeface="Arial"/>
                        <a:buNone/>
                      </a:pPr>
                      <a:r>
                        <a:t/>
                      </a:r>
                      <a:endParaRPr sz="1800" u="none" cap="none" strike="noStrike">
                        <a:latin typeface="Arial"/>
                        <a:ea typeface="Arial"/>
                        <a:cs typeface="Arial"/>
                        <a:sym typeface="Arial"/>
                      </a:endParaRPr>
                    </a:p>
                  </a:txBody>
                  <a:tcPr marT="91425" marB="91425" marR="91425" marL="91425" anchor="ctr">
                    <a:solidFill>
                      <a:srgbClr val="7BCDC2"/>
                    </a:solidFill>
                  </a:tcPr>
                </a:tc>
              </a:tr>
              <a:tr h="489025">
                <a:tc>
                  <a:txBody>
                    <a:bodyPr/>
                    <a:lstStyle/>
                    <a:p>
                      <a:pPr indent="0" lvl="0" marL="0" marR="0" rtl="0" algn="l">
                        <a:spcBef>
                          <a:spcPts val="0"/>
                        </a:spcBef>
                        <a:spcAft>
                          <a:spcPts val="0"/>
                        </a:spcAft>
                        <a:buClr>
                          <a:schemeClr val="dk1"/>
                        </a:buClr>
                        <a:buSzPts val="1600"/>
                        <a:buFont typeface="Arial"/>
                        <a:buNone/>
                      </a:pPr>
                      <a:r>
                        <a:rPr lang="en-GB" sz="1600" u="none" cap="none" strike="noStrike">
                          <a:latin typeface="Arial"/>
                          <a:ea typeface="Arial"/>
                          <a:cs typeface="Arial"/>
                          <a:sym typeface="Arial"/>
                        </a:rPr>
                        <a:t>The 3V and GND pins can be connected to each other.</a:t>
                      </a:r>
                      <a:endParaRPr sz="1600" u="none" cap="none" strike="noStrike">
                        <a:latin typeface="Arial"/>
                        <a:ea typeface="Arial"/>
                        <a:cs typeface="Arial"/>
                        <a:sym typeface="Arial"/>
                      </a:endParaRPr>
                    </a:p>
                  </a:txBody>
                  <a:tcPr marT="91425" marB="91425" marR="91425" marL="91425" anchor="ctr">
                    <a:solidFill>
                      <a:schemeClr val="lt1">
                        <a:alpha val="61961"/>
                      </a:schemeClr>
                    </a:solidFill>
                  </a:tcPr>
                </a:tc>
                <a:tc>
                  <a:txBody>
                    <a:bodyPr/>
                    <a:lstStyle/>
                    <a:p>
                      <a:pPr indent="0" lvl="0" marL="0" marR="0" rtl="0" algn="l">
                        <a:spcBef>
                          <a:spcPts val="0"/>
                        </a:spcBef>
                        <a:spcAft>
                          <a:spcPts val="0"/>
                        </a:spcAft>
                        <a:buClr>
                          <a:schemeClr val="dk1"/>
                        </a:buClr>
                        <a:buSzPts val="1100"/>
                        <a:buFont typeface="Arial"/>
                        <a:buNone/>
                      </a:pPr>
                      <a:r>
                        <a:t/>
                      </a:r>
                      <a:endParaRPr sz="1800" u="none" cap="none" strike="noStrike">
                        <a:latin typeface="Arial"/>
                        <a:ea typeface="Arial"/>
                        <a:cs typeface="Arial"/>
                        <a:sym typeface="Arial"/>
                      </a:endParaRPr>
                    </a:p>
                  </a:txBody>
                  <a:tcPr marT="91425" marB="91425" marR="91425" marL="91425" anchor="ctr">
                    <a:solidFill>
                      <a:srgbClr val="7BCDC2"/>
                    </a:solidFill>
                  </a:tcPr>
                </a:tc>
              </a:tr>
            </a:tbl>
          </a:graphicData>
        </a:graphic>
      </p:graphicFrame>
      <p:sp>
        <p:nvSpPr>
          <p:cNvPr id="873" name="Google Shape;873;p29"/>
          <p:cNvSpPr txBox="1"/>
          <p:nvPr/>
        </p:nvSpPr>
        <p:spPr>
          <a:xfrm>
            <a:off x="755647" y="738107"/>
            <a:ext cx="3044828"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Clr>
                <a:schemeClr val="lt1"/>
              </a:buClr>
              <a:buSzPts val="2400"/>
              <a:buFont typeface="Arial"/>
              <a:buNone/>
            </a:pPr>
            <a:r>
              <a:rPr b="1" lang="en-GB" sz="2400">
                <a:solidFill>
                  <a:schemeClr val="lt1"/>
                </a:solidFill>
                <a:latin typeface="Arial"/>
                <a:ea typeface="Arial"/>
                <a:cs typeface="Arial"/>
                <a:sym typeface="Arial"/>
              </a:rPr>
              <a:t>Quiz Time</a:t>
            </a:r>
            <a:endParaRPr/>
          </a:p>
        </p:txBody>
      </p:sp>
      <p:pic>
        <p:nvPicPr>
          <p:cNvPr descr="A yellow smiley face with black eyes&#10;&#10;Description automatically generated with low confidence" id="874" name="Google Shape;874;p29"/>
          <p:cNvPicPr preferRelativeResize="0"/>
          <p:nvPr/>
        </p:nvPicPr>
        <p:blipFill rotWithShape="1">
          <a:blip r:embed="rId3">
            <a:alphaModFix/>
          </a:blip>
          <a:srcRect b="0" l="0" r="0" t="0"/>
          <a:stretch/>
        </p:blipFill>
        <p:spPr>
          <a:xfrm>
            <a:off x="7839553" y="3770196"/>
            <a:ext cx="425661" cy="424613"/>
          </a:xfrm>
          <a:prstGeom prst="rect">
            <a:avLst/>
          </a:prstGeom>
          <a:noFill/>
          <a:ln>
            <a:noFill/>
          </a:ln>
        </p:spPr>
      </p:pic>
      <p:pic>
        <p:nvPicPr>
          <p:cNvPr id="875" name="Google Shape;875;p29"/>
          <p:cNvPicPr preferRelativeResize="0"/>
          <p:nvPr/>
        </p:nvPicPr>
        <p:blipFill rotWithShape="1">
          <a:blip r:embed="rId3">
            <a:alphaModFix/>
          </a:blip>
          <a:srcRect b="0" l="0" r="0" t="0"/>
          <a:stretch/>
        </p:blipFill>
        <p:spPr>
          <a:xfrm>
            <a:off x="7839553" y="4255971"/>
            <a:ext cx="425660" cy="424612"/>
          </a:xfrm>
          <a:prstGeom prst="rect">
            <a:avLst/>
          </a:prstGeom>
          <a:noFill/>
          <a:ln>
            <a:noFill/>
          </a:ln>
        </p:spPr>
      </p:pic>
      <p:pic>
        <p:nvPicPr>
          <p:cNvPr id="876" name="Google Shape;876;p29"/>
          <p:cNvPicPr preferRelativeResize="0"/>
          <p:nvPr/>
        </p:nvPicPr>
        <p:blipFill rotWithShape="1">
          <a:blip r:embed="rId4">
            <a:alphaModFix/>
          </a:blip>
          <a:srcRect b="0" l="0" r="0" t="0"/>
          <a:stretch/>
        </p:blipFill>
        <p:spPr>
          <a:xfrm>
            <a:off x="7839553" y="4736031"/>
            <a:ext cx="425661" cy="424612"/>
          </a:xfrm>
          <a:prstGeom prst="rect">
            <a:avLst/>
          </a:prstGeom>
          <a:noFill/>
          <a:ln>
            <a:noFill/>
          </a:ln>
        </p:spPr>
      </p:pic>
      <p:pic>
        <p:nvPicPr>
          <p:cNvPr descr="A yellow smiley face with black eyes&#10;&#10;Description automatically generated with low confidence" id="877" name="Google Shape;877;p29"/>
          <p:cNvPicPr preferRelativeResize="0"/>
          <p:nvPr/>
        </p:nvPicPr>
        <p:blipFill rotWithShape="1">
          <a:blip r:embed="rId3">
            <a:alphaModFix/>
          </a:blip>
          <a:srcRect b="0" l="0" r="0" t="0"/>
          <a:stretch/>
        </p:blipFill>
        <p:spPr>
          <a:xfrm>
            <a:off x="7839553" y="5221806"/>
            <a:ext cx="425661" cy="424613"/>
          </a:xfrm>
          <a:prstGeom prst="rect">
            <a:avLst/>
          </a:prstGeom>
          <a:noFill/>
          <a:ln>
            <a:noFill/>
          </a:ln>
        </p:spPr>
      </p:pic>
      <p:pic>
        <p:nvPicPr>
          <p:cNvPr id="878" name="Google Shape;878;p29"/>
          <p:cNvPicPr preferRelativeResize="0"/>
          <p:nvPr/>
        </p:nvPicPr>
        <p:blipFill rotWithShape="1">
          <a:blip r:embed="rId4">
            <a:alphaModFix/>
          </a:blip>
          <a:srcRect b="0" l="0" r="0" t="0"/>
          <a:stretch/>
        </p:blipFill>
        <p:spPr>
          <a:xfrm>
            <a:off x="7839553" y="5724726"/>
            <a:ext cx="425661" cy="4246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5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500"/>
                                        <p:tgtEl>
                                          <p:spTgt spid="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2"/>
                                        </p:tgtEl>
                                        <p:attrNameLst>
                                          <p:attrName>style.visibility</p:attrName>
                                        </p:attrNameLst>
                                      </p:cBhvr>
                                      <p:to>
                                        <p:strVal val="visible"/>
                                      </p:to>
                                    </p:set>
                                    <p:anim calcmode="lin" valueType="num">
                                      <p:cBhvr additive="base">
                                        <p:cTn dur="500"/>
                                        <p:tgtEl>
                                          <p:spTgt spid="872"/>
                                        </p:tgtEl>
                                        <p:attrNameLst>
                                          <p:attrName>ppt_w</p:attrName>
                                        </p:attrNameLst>
                                      </p:cBhvr>
                                      <p:tavLst>
                                        <p:tav fmla="" tm="0">
                                          <p:val>
                                            <p:strVal val="0"/>
                                          </p:val>
                                        </p:tav>
                                        <p:tav fmla="" tm="100000">
                                          <p:val>
                                            <p:strVal val="#ppt_w"/>
                                          </p:val>
                                        </p:tav>
                                      </p:tavLst>
                                    </p:anim>
                                    <p:anim calcmode="lin" valueType="num">
                                      <p:cBhvr additive="base">
                                        <p:cTn dur="500"/>
                                        <p:tgtEl>
                                          <p:spTgt spid="8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4"/>
                                        </p:tgtEl>
                                        <p:attrNameLst>
                                          <p:attrName>style.visibility</p:attrName>
                                        </p:attrNameLst>
                                      </p:cBhvr>
                                      <p:to>
                                        <p:strVal val="visible"/>
                                      </p:to>
                                    </p:set>
                                    <p:anim calcmode="lin" valueType="num">
                                      <p:cBhvr additive="base">
                                        <p:cTn dur="500"/>
                                        <p:tgtEl>
                                          <p:spTgt spid="874"/>
                                        </p:tgtEl>
                                        <p:attrNameLst>
                                          <p:attrName>ppt_w</p:attrName>
                                        </p:attrNameLst>
                                      </p:cBhvr>
                                      <p:tavLst>
                                        <p:tav fmla="" tm="0">
                                          <p:val>
                                            <p:strVal val="0"/>
                                          </p:val>
                                        </p:tav>
                                        <p:tav fmla="" tm="100000">
                                          <p:val>
                                            <p:strVal val="#ppt_w"/>
                                          </p:val>
                                        </p:tav>
                                      </p:tavLst>
                                    </p:anim>
                                    <p:anim calcmode="lin" valueType="num">
                                      <p:cBhvr additive="base">
                                        <p:cTn dur="500"/>
                                        <p:tgtEl>
                                          <p:spTgt spid="8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5"/>
                                        </p:tgtEl>
                                        <p:attrNameLst>
                                          <p:attrName>style.visibility</p:attrName>
                                        </p:attrNameLst>
                                      </p:cBhvr>
                                      <p:to>
                                        <p:strVal val="visible"/>
                                      </p:to>
                                    </p:set>
                                    <p:anim calcmode="lin" valueType="num">
                                      <p:cBhvr additive="base">
                                        <p:cTn dur="500"/>
                                        <p:tgtEl>
                                          <p:spTgt spid="875"/>
                                        </p:tgtEl>
                                        <p:attrNameLst>
                                          <p:attrName>ppt_w</p:attrName>
                                        </p:attrNameLst>
                                      </p:cBhvr>
                                      <p:tavLst>
                                        <p:tav fmla="" tm="0">
                                          <p:val>
                                            <p:strVal val="0"/>
                                          </p:val>
                                        </p:tav>
                                        <p:tav fmla="" tm="100000">
                                          <p:val>
                                            <p:strVal val="#ppt_w"/>
                                          </p:val>
                                        </p:tav>
                                      </p:tavLst>
                                    </p:anim>
                                    <p:anim calcmode="lin" valueType="num">
                                      <p:cBhvr additive="base">
                                        <p:cTn dur="500"/>
                                        <p:tgtEl>
                                          <p:spTgt spid="87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6"/>
                                        </p:tgtEl>
                                        <p:attrNameLst>
                                          <p:attrName>style.visibility</p:attrName>
                                        </p:attrNameLst>
                                      </p:cBhvr>
                                      <p:to>
                                        <p:strVal val="visible"/>
                                      </p:to>
                                    </p:set>
                                    <p:anim calcmode="lin" valueType="num">
                                      <p:cBhvr additive="base">
                                        <p:cTn dur="500"/>
                                        <p:tgtEl>
                                          <p:spTgt spid="876"/>
                                        </p:tgtEl>
                                        <p:attrNameLst>
                                          <p:attrName>ppt_w</p:attrName>
                                        </p:attrNameLst>
                                      </p:cBhvr>
                                      <p:tavLst>
                                        <p:tav fmla="" tm="0">
                                          <p:val>
                                            <p:strVal val="0"/>
                                          </p:val>
                                        </p:tav>
                                        <p:tav fmla="" tm="100000">
                                          <p:val>
                                            <p:strVal val="#ppt_w"/>
                                          </p:val>
                                        </p:tav>
                                      </p:tavLst>
                                    </p:anim>
                                    <p:anim calcmode="lin" valueType="num">
                                      <p:cBhvr additive="base">
                                        <p:cTn dur="500"/>
                                        <p:tgtEl>
                                          <p:spTgt spid="87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7"/>
                                        </p:tgtEl>
                                        <p:attrNameLst>
                                          <p:attrName>style.visibility</p:attrName>
                                        </p:attrNameLst>
                                      </p:cBhvr>
                                      <p:to>
                                        <p:strVal val="visible"/>
                                      </p:to>
                                    </p:set>
                                    <p:anim calcmode="lin" valueType="num">
                                      <p:cBhvr additive="base">
                                        <p:cTn dur="500"/>
                                        <p:tgtEl>
                                          <p:spTgt spid="877"/>
                                        </p:tgtEl>
                                        <p:attrNameLst>
                                          <p:attrName>ppt_w</p:attrName>
                                        </p:attrNameLst>
                                      </p:cBhvr>
                                      <p:tavLst>
                                        <p:tav fmla="" tm="0">
                                          <p:val>
                                            <p:strVal val="0"/>
                                          </p:val>
                                        </p:tav>
                                        <p:tav fmla="" tm="100000">
                                          <p:val>
                                            <p:strVal val="#ppt_w"/>
                                          </p:val>
                                        </p:tav>
                                      </p:tavLst>
                                    </p:anim>
                                    <p:anim calcmode="lin" valueType="num">
                                      <p:cBhvr additive="base">
                                        <p:cTn dur="500"/>
                                        <p:tgtEl>
                                          <p:spTgt spid="8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8"/>
                                        </p:tgtEl>
                                        <p:attrNameLst>
                                          <p:attrName>style.visibility</p:attrName>
                                        </p:attrNameLst>
                                      </p:cBhvr>
                                      <p:to>
                                        <p:strVal val="visible"/>
                                      </p:to>
                                    </p:set>
                                    <p:anim calcmode="lin" valueType="num">
                                      <p:cBhvr additive="base">
                                        <p:cTn dur="500"/>
                                        <p:tgtEl>
                                          <p:spTgt spid="878"/>
                                        </p:tgtEl>
                                        <p:attrNameLst>
                                          <p:attrName>ppt_w</p:attrName>
                                        </p:attrNameLst>
                                      </p:cBhvr>
                                      <p:tavLst>
                                        <p:tav fmla="" tm="0">
                                          <p:val>
                                            <p:strVal val="0"/>
                                          </p:val>
                                        </p:tav>
                                        <p:tav fmla="" tm="100000">
                                          <p:val>
                                            <p:strVal val="#ppt_w"/>
                                          </p:val>
                                        </p:tav>
                                      </p:tavLst>
                                    </p:anim>
                                    <p:anim calcmode="lin" valueType="num">
                                      <p:cBhvr additive="base">
                                        <p:cTn dur="500"/>
                                        <p:tgtEl>
                                          <p:spTgt spid="87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2" name="Shape 88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winkl Template">
      <a:dk1>
        <a:srgbClr val="1C1C1C"/>
      </a:dk1>
      <a:lt1>
        <a:srgbClr val="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