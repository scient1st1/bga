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794"/>
            <a:ext cx="12192000" cy="161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2807664" y="4165132"/>
            <a:ext cx="32883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75BE"/>
                </a:solidFill>
                <a:latin typeface="Calibri"/>
                <a:ea typeface="Calibri"/>
                <a:cs typeface="Calibri"/>
                <a:sym typeface="Calibri"/>
              </a:rPr>
              <a:t>Lesson 5: Learning to present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75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7868" y="2740504"/>
            <a:ext cx="1519603" cy="28492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2" name="Google Shape;82;p13"/>
          <p:cNvSpPr txBox="1"/>
          <p:nvPr/>
        </p:nvSpPr>
        <p:spPr>
          <a:xfrm>
            <a:off x="906011" y="2642532"/>
            <a:ext cx="6048462" cy="15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Computing: 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past, present and future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798504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286475"/>
            <a:ext cx="6854079" cy="244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how to deliver a good presentation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 and deliver a presentation about the history of computing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the presentations delivered by your classmates.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108" y="2145142"/>
            <a:ext cx="7297783" cy="4105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4393473" y="3735978"/>
            <a:ext cx="34050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Videos 5.1 A and B</a:t>
            </a:r>
            <a:endParaRPr/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1594911" y="787653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Who delivers the better presentation?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594911" y="787653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dos and don’ts of good presentations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594910" y="2158892"/>
            <a:ext cx="6604873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the audience.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Talk about the information on the slides.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Speak loudly and clearly.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audience time to fully absorb the information on each slide before moving 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to the time limit you’ve been given.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bble chart&#10;&#10;Description automatically generated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1212" y="2158892"/>
            <a:ext cx="3337467" cy="3422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594911" y="787653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dos and don’ts of good presentations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463513" y="2119136"/>
            <a:ext cx="6604873" cy="39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 in front of the screen.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 with your back to the audience.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text on the slides.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Talk too quickly, mumble or gesticulate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too much.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through the slides too quickly.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Overrun the time limit you’ve been given.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1212" y="2158892"/>
            <a:ext cx="3337467" cy="343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Rehearsing your presentation </a:t>
            </a:r>
            <a:endParaRPr/>
          </a:p>
        </p:txBody>
      </p:sp>
      <p:pic>
        <p:nvPicPr>
          <p:cNvPr descr="A picture containing athletic game, basketball, sport&#10;&#10;Description automatically generated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772" y="1768244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1589632" y="1950181"/>
            <a:ext cx="3837133" cy="431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Rehearse your two-minute presentation on the history of computing.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working in pairs or groups, decide which slide or slides each of you will be presenting.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out what you want to say and practise giving the presentation as many times as you can. Practise, as they say, makes perfect.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Delivering the presentations</a:t>
            </a:r>
            <a:endParaRPr/>
          </a:p>
        </p:txBody>
      </p:sp>
      <p:pic>
        <p:nvPicPr>
          <p:cNvPr descr="A picture containing athletic game, basketball, sport&#10;&#10;Description automatically generated"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890069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thletic game, basketball, sport&#10;&#10;Description automatically generated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5325" y="1864798"/>
            <a:ext cx="4543301" cy="44514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1608570" y="796388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