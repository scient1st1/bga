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ape, rectangle&#10;&#10;Description automatically generated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25758"/>
            <a:ext cx="12192000" cy="165619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1378896" y="3010438"/>
            <a:ext cx="4717104" cy="915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GB"/>
              <a:t>Getting started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3802872" y="3926288"/>
            <a:ext cx="229312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E84E0E"/>
                </a:solidFill>
                <a:latin typeface="Calibri"/>
                <a:ea typeface="Calibri"/>
                <a:cs typeface="Calibri"/>
                <a:sym typeface="Calibri"/>
              </a:rPr>
              <a:t>Lesson 1: Logging in</a:t>
            </a:r>
            <a:endParaRPr b="1" sz="2000">
              <a:solidFill>
                <a:srgbClr val="E84E0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5669" y="2531599"/>
            <a:ext cx="3507435" cy="2789377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584000" y="792000"/>
            <a:ext cx="2928365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584000" y="2028616"/>
            <a:ext cx="8859411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about your school computer network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about acceptable and safe use of electronic computer equipment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choose a strong password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log into the school’s computer network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log into the school’s email system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log into the school’s VLE.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ble&#10;&#10;Description automatically generated" id="93" name="Google Shape;9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0664" y="2266696"/>
            <a:ext cx="8170672" cy="3685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type="title"/>
          </p:nvPr>
        </p:nvSpPr>
        <p:spPr>
          <a:xfrm>
            <a:off x="1584000" y="792000"/>
            <a:ext cx="7993137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Using computer equipment safely</a:t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1583999" y="2397398"/>
            <a:ext cx="7993137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not eat or drink near computers.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bags out of the way of computers.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not unplug or swap any equipment, including keyboards and mice.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Sit sensibly, with your monitor, keyboard and mouse directly in front of you.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Turn off monitors and keep hands away from keyboards and mice when asked.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title"/>
          </p:nvPr>
        </p:nvSpPr>
        <p:spPr>
          <a:xfrm>
            <a:off x="1584000" y="792000"/>
            <a:ext cx="5353513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Acceptable use policy</a:t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1584000" y="2055885"/>
            <a:ext cx="10172571" cy="4278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Systems must only be used for educational use.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Usernames and passwords must not be disclosed to anyone else.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must not use another person’s username and password.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must not access, copy or delete anyone else’s files.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 may not attempt to install programs of any type.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communications will be monitored.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Personal email addresses must not be used to correspond on school matters.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illegal, inappropriate or harmful material must be reported immediately.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damage or faults involving hardware or software must be reported immediately.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1584000" y="792000"/>
            <a:ext cx="5346189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Logging in</a:t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4638929" y="2328638"/>
            <a:ext cx="6367304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Almost all computer systems require the user to enter their</a:t>
            </a: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GB" sz="24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username</a:t>
            </a: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-GB" sz="24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password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order to </a:t>
            </a:r>
            <a:r>
              <a:rPr b="1" lang="en-GB" sz="24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log in</a:t>
            </a: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Logging in </a:t>
            </a: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proves the identity</a:t>
            </a: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the user so that they can be given access to their own files and programs.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devices and systems use biometrics, such as fingerprints or facial recognition, to enable a user to prove their identity.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text, invertebrate, arthropod, trilobite&#10;&#10;Description automatically generated" id="112" name="Google Shape;1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767" y="2103713"/>
            <a:ext cx="2957337" cy="4308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1584000" y="792000"/>
            <a:ext cx="4990055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Passwords</a:t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1584000" y="2060015"/>
            <a:ext cx="8414765" cy="4315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you first log in you will need to choose a new password.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 should always choose a strong password.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three elements that help to increase the strength of a password: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∙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length: longer passwords of at least eight characters are more secure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∙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range of characters used: a password containing a mixture of upper- and lower-case letters, numbers and symbols is more secure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∙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randomness: passwords that do not contain words people can guess are more secure.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Make sure you choose a password that you will remember!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1.1: Logging into the school network</a:t>
            </a:r>
            <a:endParaRPr/>
          </a:p>
        </p:txBody>
      </p:sp>
      <p:pic>
        <p:nvPicPr>
          <p:cNvPr descr="A picture containing athletic game, basketball, sport&#10;&#10;Description automatically generated" id="124" name="Google Shape;12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29" name="Google Shape;1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6440" y="1818751"/>
            <a:ext cx="4839119" cy="4839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1" lang="en-GB" sz="4000">
                <a:solidFill>
                  <a:schemeClr val="lt1"/>
                </a:solidFill>
              </a:rPr>
              <a:t>Activity 1.2: Logging into your email account</a:t>
            </a:r>
            <a:endParaRPr/>
          </a:p>
        </p:txBody>
      </p:sp>
      <p:pic>
        <p:nvPicPr>
          <p:cNvPr descr="A picture containing athletic game, basketball, sport&#10;&#10;Description automatically generated" id="135" name="Google Shape;13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1584000" y="792000"/>
            <a:ext cx="813884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Email etiquette</a:t>
            </a:r>
            <a:endParaRPr/>
          </a:p>
        </p:txBody>
      </p:sp>
      <p:sp>
        <p:nvSpPr>
          <p:cNvPr id="141" name="Google Shape;141;p23"/>
          <p:cNvSpPr/>
          <p:nvPr/>
        </p:nvSpPr>
        <p:spPr>
          <a:xfrm>
            <a:off x="1584000" y="2182021"/>
            <a:ext cx="8843516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important to be polite when you email someone and the following rules should be followed when emailing your teachers: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∙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Always fill in the subject line.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∙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Greet the person you are writing to appropriately; for example, ‘Dear Sir’ or ‘Hello Mrs Jones’.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∙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polite. If you are requesting something, use the word ‘please’.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∙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grammatically correct English. Do not use acronyms or textspeak.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∙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 enough detail, so that the recipient does not need to write back and ask for more information.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∙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 off with your full name and form. It is also usual to have a closing salutation, such as ‘Kind regards’ or ‘Yours sincerely’.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1584000" y="792000"/>
            <a:ext cx="813884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Virtual Learning Environment (VLE)</a:t>
            </a:r>
            <a:endParaRPr/>
          </a:p>
        </p:txBody>
      </p:sp>
      <p:sp>
        <p:nvSpPr>
          <p:cNvPr id="147" name="Google Shape;147;p24"/>
          <p:cNvSpPr/>
          <p:nvPr/>
        </p:nvSpPr>
        <p:spPr>
          <a:xfrm>
            <a:off x="1577769" y="2348916"/>
            <a:ext cx="9036462" cy="3436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GB" sz="24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VLE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an online system that stores learning resources such as documents, presentations, and video and audio files.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VLEs can be used to set, hand in and mark assignments and homework.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VLEs also include discussion threads, polls, quizzes and surveys, and a place where students and teachers can message each other.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VLEs can be accessed from home by logging in.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1.3: Logging into the VLE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descr="A picture containing athletic game, basketball, sport&#10;&#10;Description automatically generated" id="153" name="Google Shape;15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Quiz 1</a:t>
            </a:r>
            <a:endParaRPr/>
          </a:p>
        </p:txBody>
      </p:sp>
      <p:pic>
        <p:nvPicPr>
          <p:cNvPr descr="A picture containing athletic game, basketball, sport&#10;&#10;Description automatically generated" id="159" name="Google Shape;1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