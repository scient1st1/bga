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378896" y="3010438"/>
            <a:ext cx="4717104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Getting started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317530" y="3926288"/>
            <a:ext cx="37784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84E0E"/>
                </a:solidFill>
                <a:latin typeface="Calibri"/>
                <a:ea typeface="Calibri"/>
                <a:cs typeface="Calibri"/>
                <a:sym typeface="Calibri"/>
              </a:rPr>
              <a:t>Lesson 6: Impossible photographs</a:t>
            </a:r>
            <a:endParaRPr b="1" i="0" sz="2000" u="none" cap="none" strike="noStrike">
              <a:solidFill>
                <a:srgbClr val="E84E0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531599"/>
            <a:ext cx="3507435" cy="27893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4000" y="792000"/>
            <a:ext cx="2506737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GB" sz="2400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4000" y="2428726"/>
            <a:ext cx="642748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image editing software to create an impossible photograph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image editing skills to create impossible creatures.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night sky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87" y="1852053"/>
            <a:ext cx="6748225" cy="44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584000" y="792000"/>
            <a:ext cx="955417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Inserting a cut-out into a new backgound</a:t>
            </a:r>
            <a:endParaRPr b="1" sz="3600">
              <a:solidFill>
                <a:schemeClr val="lt1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584000" y="2284463"/>
            <a:ext cx="667915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GIMP and then: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and save a background image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your cut-out into the new background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you have created your final image, you can export it and save it as a .png file to be used in other software.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679650" y="5595900"/>
            <a:ext cx="28326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6.1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Activity 6.1: Inserting a cut-out into a new background</a:t>
            </a:r>
            <a:endParaRPr/>
          </a:p>
        </p:txBody>
      </p:sp>
      <p:pic>
        <p:nvPicPr>
          <p:cNvPr descr="A picture containing athletic game, basketball, spo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6.2: Impossible creature</a:t>
            </a:r>
            <a:endParaRPr/>
          </a:p>
        </p:txBody>
      </p:sp>
      <p:pic>
        <p:nvPicPr>
          <p:cNvPr descr="A picture containing athletic game, basketball, sport&#10;&#10;Description automatically generated"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6869" y="2092237"/>
            <a:ext cx="3972374" cy="3892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/>
          <p:nvPr/>
        </p:nvSpPr>
        <p:spPr>
          <a:xfrm>
            <a:off x="1589632" y="1960786"/>
            <a:ext cx="541248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final challenge is to use your image editing skills to create an impossible creature, just like the one in the photograph.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use the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'Rectangle Select Tool'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select part of each animal.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use the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'Scale Tool'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match the parts of the two animals together.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