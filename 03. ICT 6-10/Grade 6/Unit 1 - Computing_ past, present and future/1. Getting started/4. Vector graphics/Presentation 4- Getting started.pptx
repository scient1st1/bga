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378896" y="3010438"/>
            <a:ext cx="4717104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Getting started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378896" y="3926287"/>
            <a:ext cx="2930610" cy="425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E84E0E"/>
                </a:solidFill>
                <a:latin typeface="Calibri"/>
                <a:ea typeface="Calibri"/>
                <a:cs typeface="Calibri"/>
                <a:sym typeface="Calibri"/>
              </a:rPr>
              <a:t>Lesson 4: Vector graphics </a:t>
            </a:r>
            <a:endParaRPr/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5669" y="2531599"/>
            <a:ext cx="3507435" cy="2789377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4000" y="792000"/>
            <a:ext cx="2903594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584000" y="2028616"/>
            <a:ext cx="8859411" cy="1692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features of vector graphics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graphic file types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create vector graphic style images.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rt, funnel chart&#10;&#10;Description automatically generated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8164" y="1845492"/>
            <a:ext cx="5055672" cy="4599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584000" y="792000"/>
            <a:ext cx="7598501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Vector graphics </a:t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1584000" y="1804321"/>
            <a:ext cx="8447767" cy="44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Vector graphics </a:t>
            </a: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are stored as a list of </a:t>
            </a:r>
            <a:r>
              <a:rPr b="1" lang="en-GB" sz="22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attributes</a:t>
            </a: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pictures are made up of shapes called </a:t>
            </a:r>
            <a:r>
              <a:rPr b="1" lang="en-GB" sz="22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and the attributes for each object are stored separately.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attributes include information such as the object’s: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height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width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 and y coordinates for the points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outline colour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 width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fill colour.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shape of the object is stored as a set of points, and these are connected together by lines. So, for example, the coordinates of the three corners of a triangle are stored.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1584000" y="792000"/>
            <a:ext cx="4990055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Editing vector graphics </a:t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1584000" y="2118776"/>
            <a:ext cx="4287921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object and its attributes can be edited independently.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can be re-sized by clicking and dragging on the points.</a:t>
            </a:r>
            <a:endParaRPr/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0080" y="2680947"/>
            <a:ext cx="1451322" cy="76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4211" y="2233061"/>
            <a:ext cx="2480665" cy="1516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584000" y="3998266"/>
            <a:ext cx="8173186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colour and line width can be changed using formatting options.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possible to </a:t>
            </a:r>
            <a:r>
              <a:rPr b="1" lang="en-GB" sz="20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objects to create a sense of depth or more complex shapes.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graphics are </a:t>
            </a:r>
            <a:r>
              <a:rPr b="1" lang="en-GB" sz="2000">
                <a:solidFill>
                  <a:srgbClr val="0069B4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means that they can be enlarged</a:t>
            </a:r>
            <a:r>
              <a:rPr b="1" lang="en-GB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any loss in quality.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598066" y="791999"/>
            <a:ext cx="7714746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Vector graphic files </a:t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1598066" y="1972573"/>
            <a:ext cx="7341539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if an object in a vector graphic is quite large, it only uses a small amount of memory because the image is recreated from the attributes.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the file size of a vector graphic is often quite small.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vector graphic formats are: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.eps</a:t>
            </a: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Encapsulated PostScript File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GB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.svg</a:t>
            </a:r>
            <a:r>
              <a:rPr lang="en-GB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Scalable Vector Graphics File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1584000" y="792000"/>
            <a:ext cx="7979548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Drawing vector-style graphics </a:t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1584000" y="2110763"/>
            <a:ext cx="869578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possible to create vector-style graphics in a Word document using ‘Shapes’ on the ‘Insert tab’, or in Google Docs using the ‘Drawing’ tools on the ‘Insert’ tab.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shape, or object, is inserted and edited in turn.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can be layered or can be grouped together to make it easier to re-size or move them.</a:t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679650" y="5703111"/>
            <a:ext cx="283269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watch Video 4.1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1589632" y="796072"/>
            <a:ext cx="10037685" cy="86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4.1: Vector graphic pictures </a:t>
            </a:r>
            <a:endParaRPr/>
          </a:p>
        </p:txBody>
      </p:sp>
      <p:pic>
        <p:nvPicPr>
          <p:cNvPr descr="A picture containing athletic game, basketball, sport&#10;&#10;Description automatically generated"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5447" y="1961611"/>
            <a:ext cx="444110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1569720" y="796066"/>
            <a:ext cx="10515600" cy="8283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4 </a:t>
            </a:r>
            <a:endParaRPr/>
          </a:p>
        </p:txBody>
      </p:sp>
      <p:pic>
        <p:nvPicPr>
          <p:cNvPr descr="A picture containing athletic game, basketball, sport&#10;&#10;Description automatically generated"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5447" y="1959731"/>
            <a:ext cx="444110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