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rectangle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162669" y="3250362"/>
            <a:ext cx="6143000" cy="852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Computing components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366753" y="4249529"/>
            <a:ext cx="4938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Lesson </a:t>
            </a:r>
            <a:r>
              <a:rPr b="1" lang="en-GB" sz="20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: Measuring computer performance </a:t>
            </a:r>
            <a:endParaRPr b="1" i="0" sz="20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r>
              <a:rPr b="1" lang="en-GB" sz="20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Peripherals</a:t>
            </a:r>
            <a:endParaRPr b="1" i="0" sz="20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144" y="2898458"/>
            <a:ext cx="3115068" cy="243584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93636" y="840449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0775" y="2321950"/>
            <a:ext cx="109596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peripherals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(input, output, and storage devices).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input, processed, and output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computer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and compare 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units (bit, byte, kilobyte, etc.)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 units (hertz, megahertz, gigahertz, etc.)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Justify the choice of computer hardware based on performance needs.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2.1: Match correct device names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58687" t="0"/>
          <a:stretch/>
        </p:blipFill>
        <p:spPr>
          <a:xfrm>
            <a:off x="107205" y="1832117"/>
            <a:ext cx="2233659" cy="475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75818" r="506" t="0"/>
          <a:stretch/>
        </p:blipFill>
        <p:spPr>
          <a:xfrm>
            <a:off x="10735056" y="1765061"/>
            <a:ext cx="1280045" cy="475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4866" y="2020824"/>
            <a:ext cx="1949829" cy="4706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8879" y="2020824"/>
            <a:ext cx="2343477" cy="180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7395" y="1832117"/>
            <a:ext cx="1648055" cy="4429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7">
            <a:alphaModFix/>
          </a:blip>
          <a:srcRect b="0" l="0" r="0" t="66759"/>
          <a:stretch/>
        </p:blipFill>
        <p:spPr>
          <a:xfrm>
            <a:off x="6690189" y="2222828"/>
            <a:ext cx="1686160" cy="139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2084832" y="667512"/>
            <a:ext cx="9268968" cy="1023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MATCH correct explanations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93" y="1825625"/>
            <a:ext cx="6259931" cy="4727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Measuring performance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588711" y="1858190"/>
            <a:ext cx="908233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components do different things and so their performance is measured in different ways using different units.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performance is measured by its </a:t>
            </a: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clock speed</a:t>
            </a:r>
            <a:r>
              <a:rPr b="0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hertz</a:t>
            </a:r>
            <a:r>
              <a:rPr b="0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how many fetch–decode–execute cycles the CPU can process per second and is often referred to as just ‘speed’.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performance is measured by its speed (hertz) and how much it can store </a:t>
            </a:r>
            <a:r>
              <a:rPr b="0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bytes</a:t>
            </a:r>
            <a:r>
              <a:rPr b="0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drive performance is measured by how much it can store (bytes).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2.2: Measuring performance </a:t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286" y="1744782"/>
            <a:ext cx="10264164" cy="3741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1920240" y="681036"/>
            <a:ext cx="9433560" cy="100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Answers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2838" y="2223919"/>
            <a:ext cx="5906324" cy="2410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1920240" y="681036"/>
            <a:ext cx="9433560" cy="100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123" y="1966708"/>
            <a:ext cx="10945753" cy="292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1920240" y="681036"/>
            <a:ext cx="9433560" cy="100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Answers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959" y="2092526"/>
            <a:ext cx="10242841" cy="2845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1594910" y="837987"/>
            <a:ext cx="10597089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Converting units of storage </a:t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594910" y="2051152"/>
            <a:ext cx="801622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convert different units of storage so you can compare the performance of different hardware.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5458968" y="3662826"/>
            <a:ext cx="513812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terabyte = 1,000 gigabytes = 1,000,000 megabytes (1000 x 1000)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terabytes = 2,000 gigabytes = 2,000,000 megabytes (2 x 1000 x 1000)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1,000,000 kilobytes = 1,000 megabytes = 1 gigabyte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4,000,000 kilobytes = 4,000 megabytes = 4 gigabytes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&#10;&#10;Description automatically generated" id="157" name="Google Shape;1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444" y="3095897"/>
            <a:ext cx="3276235" cy="2924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1594911" y="837987"/>
            <a:ext cx="10451680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Converting units of speed 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1512815" y="2123836"/>
            <a:ext cx="86881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also convert different units of speed so you can compare the performance of different hardware.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224669" y="3718502"/>
            <a:ext cx="6096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megahertz = 1,000 kilohertz = 1,000,000 hertz (1000 x 1000)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megahertz = 5,000 kilohertz = 5,000,000 hertz (5 x 1000 x 1000)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1,000,000,000 hertz = 1,000,000 kilohertz = 1,000 megahertz = 1 gigahertz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6,000,000,000 hertz = 6,000,000 kilohertz = 6,000 megahertz = 6 gigahertz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494" y="3139499"/>
            <a:ext cx="3238182" cy="2825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2.3: Computer performance </a:t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384048" y="1810512"/>
            <a:ext cx="11365992" cy="4882896"/>
          </a:xfrm>
          <a:prstGeom prst="rect">
            <a:avLst/>
          </a:prstGeom>
          <a:solidFill>
            <a:srgbClr val="0091AC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Complete worksheets given.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 YOUR NAME ON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give them to teacher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Why does hardware performance matter? </a:t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1588711" y="2133492"/>
            <a:ext cx="78660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performance matters because you want your computer to do exactly what you need it to do. However, different people have different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gamer wants a fast CPU so their computer plays the latest games smoothly. They also want a powerful graphics card and lots of 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teacher does not need a particularly powerful computer, so CPU speed is less important, but they want lots of storage space to store all the resources for their lessons.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Computer peripherals</a:t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1588712" y="2136339"/>
            <a:ext cx="740620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peripheral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device that allows information to be entered into or retrieved from a computer.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Peripherals are normally split into different three types: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input devices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devices that allow the user to enter data into a computer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output devices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devices that allow the user to display the results after processing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i="0" lang="en-GB" sz="24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external storage devices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 external device that stores data.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Activity: Categorising peripherals</a:t>
            </a:r>
            <a:endParaRPr/>
          </a:p>
        </p:txBody>
      </p:sp>
      <p:sp>
        <p:nvSpPr>
          <p:cNvPr id="194" name="Google Shape;194;p27"/>
          <p:cNvSpPr/>
          <p:nvPr/>
        </p:nvSpPr>
        <p:spPr>
          <a:xfrm>
            <a:off x="693520" y="1873299"/>
            <a:ext cx="110930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Categorise each peripheral as an input device, an output device or an external storage device to the correct category.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3407" y="2998665"/>
            <a:ext cx="5308813" cy="3725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7"/>
          <p:cNvPicPr preferRelativeResize="0"/>
          <p:nvPr/>
        </p:nvPicPr>
        <p:blipFill rotWithShape="1">
          <a:blip r:embed="rId4">
            <a:alphaModFix/>
          </a:blip>
          <a:srcRect b="12405" l="0" r="0" t="6796"/>
          <a:stretch/>
        </p:blipFill>
        <p:spPr>
          <a:xfrm>
            <a:off x="1463040" y="2622000"/>
            <a:ext cx="2276856" cy="3903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1594910" y="837987"/>
            <a:ext cx="10597089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GB" sz="3600">
                <a:solidFill>
                  <a:schemeClr val="lt1"/>
                </a:solidFill>
              </a:rPr>
              <a:t>Is a touchscreen an input device or an output device?</a:t>
            </a:r>
            <a:endParaRPr/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4248" y="1945634"/>
            <a:ext cx="6663504" cy="4385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3.2: Input and output</a:t>
            </a:r>
            <a:endParaRPr/>
          </a:p>
        </p:txBody>
      </p:sp>
      <p:pic>
        <p:nvPicPr>
          <p:cNvPr id="210" name="Google Shape;2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1661812"/>
            <a:ext cx="6937997" cy="514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1594911" y="837987"/>
            <a:ext cx="10451680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Data input</a:t>
            </a:r>
            <a:endParaRPr b="1" sz="2800">
              <a:solidFill>
                <a:schemeClr val="lt1"/>
              </a:solidFill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512815" y="2123836"/>
            <a:ext cx="8688198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 large number of input devices. Each one enables data to be entered into a computer so that it can be processed by the computer.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can be input in different ways, including: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typed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images scanned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voices recorded.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1588711" y="844826"/>
            <a:ext cx="10696054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GB" sz="3200">
                <a:solidFill>
                  <a:schemeClr val="lt1"/>
                </a:solidFill>
              </a:rPr>
              <a:t>Text typed using a keyboard is the most common form of input</a:t>
            </a:r>
            <a:endParaRPr/>
          </a:p>
        </p:txBody>
      </p:sp>
      <p:pic>
        <p:nvPicPr>
          <p:cNvPr descr="Diagram&#10;&#10;Description automatically generated" id="224" name="Google Shape;2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3531" y="1802222"/>
            <a:ext cx="3204937" cy="4673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3.3: Processing input</a:t>
            </a:r>
            <a:endParaRPr/>
          </a:p>
        </p:txBody>
      </p:sp>
      <p:sp>
        <p:nvSpPr>
          <p:cNvPr id="231" name="Google Shape;231;p32"/>
          <p:cNvSpPr/>
          <p:nvPr/>
        </p:nvSpPr>
        <p:spPr>
          <a:xfrm>
            <a:off x="384048" y="1810512"/>
            <a:ext cx="11365992" cy="4882896"/>
          </a:xfrm>
          <a:prstGeom prst="rect">
            <a:avLst/>
          </a:prstGeom>
          <a:solidFill>
            <a:srgbClr val="0091AC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Complete worksheets given.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 YOUR NAME ON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give them to teacher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