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4" name="Google Shape;5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7547114" y="638019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Hodder &amp; Stoughton Limited 2021</a:t>
            </a:r>
            <a:endParaRPr/>
          </a:p>
        </p:txBody>
      </p:sp>
      <p:pic>
        <p:nvPicPr>
          <p:cNvPr descr="Shape, rectangle&#10;&#10;Description automatically generated"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-794"/>
            <a:ext cx="12217999" cy="162239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ctrTitle"/>
          </p:nvPr>
        </p:nvSpPr>
        <p:spPr>
          <a:xfrm>
            <a:off x="618009" y="3010438"/>
            <a:ext cx="6971250" cy="17160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GB"/>
              <a:t>Programming in Python: sequence</a:t>
            </a:r>
            <a:endParaRPr/>
          </a:p>
        </p:txBody>
      </p:sp>
      <p:sp>
        <p:nvSpPr>
          <p:cNvPr id="81" name="Google Shape;81;p13"/>
          <p:cNvSpPr/>
          <p:nvPr/>
        </p:nvSpPr>
        <p:spPr>
          <a:xfrm>
            <a:off x="4115295" y="4726467"/>
            <a:ext cx="347396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6759A2"/>
                </a:solidFill>
                <a:latin typeface="Calibri"/>
                <a:ea typeface="Calibri"/>
                <a:cs typeface="Calibri"/>
                <a:sym typeface="Calibri"/>
              </a:rPr>
              <a:t>Lesson 6: Working with strings </a:t>
            </a:r>
            <a:endParaRPr b="1" sz="2000">
              <a:solidFill>
                <a:srgbClr val="6759A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0430" y="3010438"/>
            <a:ext cx="2937413" cy="244392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>
            <a:off x="1610413" y="857227"/>
            <a:ext cx="9634330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Objectives</a:t>
            </a:r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1610413" y="2582614"/>
            <a:ext cx="9352448" cy="27392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lesson, you will learn how to: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index values to identify individual characters in a string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slice a string to select a section of it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 strings together using concatenation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 the case of a string to upper or lower case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the length of a string.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title"/>
          </p:nvPr>
        </p:nvSpPr>
        <p:spPr>
          <a:xfrm>
            <a:off x="1613878" y="853215"/>
            <a:ext cx="9773478" cy="845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What is a string?</a:t>
            </a:r>
            <a:endParaRPr/>
          </a:p>
        </p:txBody>
      </p:sp>
      <p:sp>
        <p:nvSpPr>
          <p:cNvPr id="94" name="Google Shape;94;p15"/>
          <p:cNvSpPr/>
          <p:nvPr/>
        </p:nvSpPr>
        <p:spPr>
          <a:xfrm>
            <a:off x="1613877" y="1979802"/>
            <a:ext cx="9241477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string is an ordered list of characters.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'Hello', '%^$&amp;*' and '12345' are all strings.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type="title"/>
          </p:nvPr>
        </p:nvSpPr>
        <p:spPr>
          <a:xfrm>
            <a:off x="1589632" y="796071"/>
            <a:ext cx="9452741" cy="1301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b="1" lang="en-GB" sz="2800">
                <a:solidFill>
                  <a:schemeClr val="lt1"/>
                </a:solidFill>
              </a:rPr>
              <a:t>How do we know a bit of code is a string and not, for example, the name of a variable?</a:t>
            </a:r>
            <a:br>
              <a:rPr b="1" lang="en-GB" sz="2800">
                <a:solidFill>
                  <a:schemeClr val="lt1"/>
                </a:solidFill>
              </a:rPr>
            </a:br>
            <a:endParaRPr b="1" sz="2800">
              <a:solidFill>
                <a:schemeClr val="lt1"/>
              </a:solidFill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1589633" y="2097156"/>
            <a:ext cx="7136924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string must be inside quotation marks: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we don’t use quotation marks, Python thinks the string is a variable: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1 print(Hello)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Output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Runtime Error at line 1: NameError: name 'Hello' is not defined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9207" y="2578602"/>
            <a:ext cx="2819400" cy="355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graphical user interface&#10;&#10;Description automatically generated" id="102" name="Google Shape;10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27563" y="4016594"/>
            <a:ext cx="5894532" cy="20453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>
            <p:ph type="title"/>
          </p:nvPr>
        </p:nvSpPr>
        <p:spPr>
          <a:xfrm>
            <a:off x="1614799" y="846406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Calibri"/>
              <a:buNone/>
            </a:pPr>
            <a:r>
              <a:rPr b="1" lang="en-GB" sz="3300">
                <a:solidFill>
                  <a:schemeClr val="lt1"/>
                </a:solidFill>
              </a:rPr>
              <a:t>Activity 6.1: Programming in Python: sequence, Section 6 </a:t>
            </a:r>
            <a:endParaRPr/>
          </a:p>
        </p:txBody>
      </p:sp>
      <p:pic>
        <p:nvPicPr>
          <p:cNvPr descr="A picture containing athletic game, basketball, sport&#10;&#10;Description automatically generated" id="108" name="Google Shape;10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216" y="1967027"/>
            <a:ext cx="4587567" cy="449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>
            <p:ph type="title"/>
          </p:nvPr>
        </p:nvSpPr>
        <p:spPr>
          <a:xfrm>
            <a:off x="1620078" y="854765"/>
            <a:ext cx="9733721" cy="8359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Questions </a:t>
            </a:r>
            <a:endParaRPr/>
          </a:p>
        </p:txBody>
      </p:sp>
      <p:sp>
        <p:nvSpPr>
          <p:cNvPr id="114" name="Google Shape;114;p18"/>
          <p:cNvSpPr/>
          <p:nvPr/>
        </p:nvSpPr>
        <p:spPr>
          <a:xfrm>
            <a:off x="1620077" y="1995492"/>
            <a:ext cx="83389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have been learning about strings. Look at this code: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57549" y="2626706"/>
            <a:ext cx="4634120" cy="60351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8"/>
          <p:cNvSpPr/>
          <p:nvPr/>
        </p:nvSpPr>
        <p:spPr>
          <a:xfrm>
            <a:off x="1620076" y="3721116"/>
            <a:ext cx="8458202" cy="2185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would be the output if the following line of code was added to the program and the program was run?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print(len(text))</a:t>
            </a:r>
            <a:endParaRPr sz="22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print(text.upper())</a:t>
            </a:r>
            <a:endParaRPr sz="22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print(text[7] + text[4] + text[3])</a:t>
            </a:r>
            <a:endParaRPr sz="22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print(text[1:4])</a:t>
            </a:r>
            <a:endParaRPr sz="22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1620078" y="854765"/>
            <a:ext cx="9733721" cy="8359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Programming constructs </a:t>
            </a:r>
            <a:endParaRPr/>
          </a:p>
        </p:txBody>
      </p:sp>
      <p:sp>
        <p:nvSpPr>
          <p:cNvPr id="122" name="Google Shape;122;p19"/>
          <p:cNvSpPr/>
          <p:nvPr/>
        </p:nvSpPr>
        <p:spPr>
          <a:xfrm>
            <a:off x="1620078" y="2136339"/>
            <a:ext cx="7523922" cy="3600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three fundamental programming constructs.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Sequence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Iteration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module, all the programs you have written were sequential. The instructions were carried out in order, from top to bottom.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1614799" y="846406"/>
            <a:ext cx="10037685" cy="7935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Quiz 6</a:t>
            </a:r>
            <a:endParaRPr/>
          </a:p>
        </p:txBody>
      </p:sp>
      <p:pic>
        <p:nvPicPr>
          <p:cNvPr descr="A picture containing athletic game, basketball, sport&#10;&#10;Description automatically generated" id="128" name="Google Shape;12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216" y="1967027"/>
            <a:ext cx="4587567" cy="449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