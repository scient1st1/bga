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-794"/>
            <a:ext cx="12217999" cy="162239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18009" y="3010438"/>
            <a:ext cx="6971250" cy="1716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Programming in Python: sequence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103634" y="4726467"/>
            <a:ext cx="35705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6759A2"/>
                </a:solidFill>
                <a:latin typeface="Calibri"/>
                <a:ea typeface="Calibri"/>
                <a:cs typeface="Calibri"/>
                <a:sym typeface="Calibri"/>
              </a:rPr>
              <a:t>Lesson 4: Placeholders and lists </a:t>
            </a:r>
            <a:endParaRPr b="1" sz="2000">
              <a:solidFill>
                <a:srgbClr val="6759A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0430" y="3010438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413" y="85722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413" y="2582614"/>
            <a:ext cx="878354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format output using placeholders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format input prompts using placeholders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a list is a container for a set of variables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put data into a list.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13878" y="853215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Data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475261" y="2615906"/>
            <a:ext cx="924147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from a program is: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May, 23, 7, 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Data and information 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1589631" y="1893261"/>
            <a:ext cx="8015923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is often quite meaningless by itself.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needs context to give it meaning.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data + context = information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output from the program is formatted to give it context, it has meaning: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The average weather for May in Birmingham is a temperature of 23 degrees, 7 hours of sunshine and 24 cm of rain.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545225" y="866284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 sz="3300">
                <a:solidFill>
                  <a:schemeClr val="lt1"/>
                </a:solidFill>
              </a:rPr>
              <a:t>Activity 4.1: Programming in Python: sequence, Section 4</a:t>
            </a:r>
            <a:endParaRPr/>
          </a:p>
        </p:txBody>
      </p:sp>
      <p:pic>
        <p:nvPicPr>
          <p:cNvPr descr="A picture containing athletic game, basketball, sport&#10;&#10;Description automatically generated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1 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1620078" y="2139193"/>
            <a:ext cx="1018493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been learning about lists.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this list: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veg=['carrot','onion','cabbage','potato','leek','parsnip','kale’]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vegetable would be retrieved with the following code?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veg[1]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veg[0]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carrot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veg[5]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parsnip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2 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1620078" y="2124720"/>
            <a:ext cx="10123285" cy="2985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veg=['carrot','onion','cabbage','potato','leek','parsnip','kale’]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would you retrieve the element from the list that contains the following word?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kale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cabbage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3 </a:t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1620078" y="3895747"/>
            <a:ext cx="77910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command would you use to add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celery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the end of the list?</a:t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1620078" y="2537717"/>
            <a:ext cx="1014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veg=['carrot','onion','cabbage','potato','leek','parsnip','kale’]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1614799" y="846406"/>
            <a:ext cx="10037685" cy="786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4</a:t>
            </a:r>
            <a:endParaRPr/>
          </a:p>
        </p:txBody>
      </p:sp>
      <p:pic>
        <p:nvPicPr>
          <p:cNvPr descr="A picture containing athletic game, basketball, sport&#10;&#10;Description automatically generated" id="131" name="Google Shape;1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