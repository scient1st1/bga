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, rectangl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-794"/>
            <a:ext cx="12217999" cy="162239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618009" y="3010438"/>
            <a:ext cx="6971250" cy="17160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Programming in Python: sequence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5174880" y="4711969"/>
            <a:ext cx="241437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6759A2"/>
                </a:solidFill>
                <a:latin typeface="Calibri"/>
                <a:ea typeface="Calibri"/>
                <a:cs typeface="Calibri"/>
                <a:sym typeface="Calibri"/>
              </a:rPr>
              <a:t>Lesson  3: Data types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6759A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0430" y="3010438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10413" y="857227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10413" y="2274501"/>
            <a:ext cx="8783547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the basic data types: strings, integers and real or floating point numbers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cast a variable with a data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the arithmetic operators: add </a:t>
            </a: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b="0" i="0" lang="en-GB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 </a:t>
            </a: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multiply </a:t>
            </a: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b="0" i="0" lang="en-GB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the concept of a constant.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613878" y="853215"/>
            <a:ext cx="9773478" cy="756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GB">
                <a:solidFill>
                  <a:schemeClr val="lt1"/>
                </a:solidFill>
              </a:rPr>
              <a:t>Three data types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1613878" y="2009619"/>
            <a:ext cx="9773478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three data types.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Integers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are whole numbers. 1, 10 and -100 are all integers.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Real or floating point numbers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are numbers with decimal parts. 2.2, 3.33 and -33.3 are all real or floating point numbers.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Strings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are strings of characters. 'Hello', '%^$&amp;*' and '12345' are all strings.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Selecting data types </a:t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1589630" y="1901690"/>
            <a:ext cx="8764334" cy="4493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data type is: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GB" sz="2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35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when it is the number of cars in a car park?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GB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1.67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when it is the height of a person in metres?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GB" sz="2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cat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when it used to describe a type of animal?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GB" sz="2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01232344567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when it is a telephone number?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GB" sz="2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&amp;24Tr33T0p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when it is a user’s password?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GB" sz="2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384400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when it is the distance to the moon in kilometres?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1614799" y="846406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</a:pPr>
            <a:r>
              <a:rPr b="1" lang="en-GB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 3.1: Programming in Python: sequence, Section 3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athletic game, basketball, sport&#10;&#10;Description automatically generated"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1620078" y="8547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1 </a:t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1620077" y="2139193"/>
            <a:ext cx="9203635" cy="3508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What data type are the following?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'Fred'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'name'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'a£5g9?6'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'013314567’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How do we tell Python that the data is a string?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1620078" y="8547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2 </a:t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1620077" y="2139193"/>
            <a:ext cx="9203635" cy="3877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What data type are the following?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35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123456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-57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How do we tell Python to expect an integer?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1620078" y="8547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3 </a:t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>
            <a:off x="1620077" y="2139193"/>
            <a:ext cx="9203635" cy="3447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What data type are the following?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1.234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-3.15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199.76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How do we tell Python to expect a real number?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1620078" y="8547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4 </a:t>
            </a:r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1620077" y="2318034"/>
            <a:ext cx="8209723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will the value of </a:t>
            </a: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num3</a:t>
            </a: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output by this program be?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num1 = </a:t>
            </a:r>
            <a:r>
              <a:rPr b="0" i="0" lang="en-GB" sz="2800" u="none" cap="none" strike="noStrike">
                <a:solidFill>
                  <a:srgbClr val="6759A2"/>
                </a:solidFill>
                <a:latin typeface="Courier"/>
                <a:ea typeface="Courier"/>
                <a:cs typeface="Courier"/>
                <a:sym typeface="Courier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num2 = </a:t>
            </a:r>
            <a:r>
              <a:rPr b="0" i="0" lang="en-GB" sz="2800" u="none" cap="none" strike="noStrike">
                <a:solidFill>
                  <a:srgbClr val="6759A2"/>
                </a:solidFill>
                <a:latin typeface="Courier"/>
                <a:ea typeface="Courier"/>
                <a:cs typeface="Courier"/>
                <a:sym typeface="Courier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num3 = num1 + num2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6759A2"/>
                </a:solidFill>
                <a:latin typeface="Courier"/>
                <a:ea typeface="Courier"/>
                <a:cs typeface="Courier"/>
                <a:sym typeface="Courier"/>
              </a:rPr>
              <a:t>print</a:t>
            </a:r>
            <a:r>
              <a:rPr b="0" i="0" lang="en-GB" sz="2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(num3)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1601737" y="822960"/>
            <a:ext cx="10037685" cy="78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3</a:t>
            </a:r>
            <a:endParaRPr/>
          </a:p>
        </p:txBody>
      </p:sp>
      <p:pic>
        <p:nvPicPr>
          <p:cNvPr descr="A picture containing athletic game, basketball, sport&#10;&#10;Description automatically generated" id="136" name="Google Shape;1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