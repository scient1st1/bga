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-794"/>
            <a:ext cx="12217999" cy="162239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18009" y="3010438"/>
            <a:ext cx="6971250" cy="1716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Programming in Python: sequence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403835" y="4726467"/>
            <a:ext cx="31854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6759A2"/>
                </a:solidFill>
                <a:latin typeface="Calibri"/>
                <a:ea typeface="Calibri"/>
                <a:cs typeface="Calibri"/>
                <a:sym typeface="Calibri"/>
              </a:rPr>
              <a:t>Lesson 5: Working with lists </a:t>
            </a:r>
            <a:endParaRPr b="1" sz="2000">
              <a:solidFill>
                <a:srgbClr val="6759A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0430" y="3010438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413" y="85722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413" y="2582614"/>
            <a:ext cx="878354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input from a user to select an item from a list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 list and the length of a list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item to the end of a list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item to a specific location in a list.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13878" y="853215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What do you already know about lists?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613878" y="1898194"/>
            <a:ext cx="54031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learnt about lists in Lesson 3. What do you remember?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this list: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613878" y="3153225"/>
            <a:ext cx="94564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carmakes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['Ford', 'Fiat', 'Audi', 'Vauxhall', 'Renault', 'Tesla']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1613878" y="3631960"/>
            <a:ext cx="80852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make of car would be retrieved with the following code?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1613878" y="4203028"/>
            <a:ext cx="60960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carmakes[1]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carmakes[0]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carmakes[2]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1613878" y="853215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What do you already know about lists? </a:t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1613878" y="2092423"/>
            <a:ext cx="80270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learnt about lists in Lesson 3. What do you remember?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this list: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1613878" y="3059668"/>
            <a:ext cx="94564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carmakes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['Ford', 'Fiat', 'Audi', 'Vauxhall', 'Renault', 'Tesla']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1613878" y="3577259"/>
            <a:ext cx="982031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would you retrieve the element from the list that contains the following word?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1613878" y="4203028"/>
            <a:ext cx="8722818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Vauxhall </a:t>
            </a:r>
            <a:endParaRPr sz="2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Tesla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line of code would you type to change </a:t>
            </a: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Audi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</a:t>
            </a: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Mercedes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1614799" y="846406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 sz="3300">
                <a:solidFill>
                  <a:schemeClr val="lt1"/>
                </a:solidFill>
              </a:rPr>
              <a:t>Activity 5.1: Programming in Python: sequence, Section 5 </a:t>
            </a:r>
            <a:endParaRPr/>
          </a:p>
        </p:txBody>
      </p:sp>
      <p:pic>
        <p:nvPicPr>
          <p:cNvPr descr="A picture containing athletic game, basketball, sport&#10;&#10;Description automatically generated"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Questions 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1620078" y="1810608"/>
            <a:ext cx="7017026" cy="3236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this list and write down what happens when each of the following instructions are applied one after the other.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7B7B7B"/>
                </a:solidFill>
                <a:latin typeface="Courier"/>
                <a:ea typeface="Courier"/>
                <a:cs typeface="Courier"/>
                <a:sym typeface="Courier"/>
              </a:rPr>
              <a:t>clothing = ['hat','coat','shoes','gloves']</a:t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print(clothing[1])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clothing.append('socks')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clothing.insert(2, 'scarf')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print(len(clothing))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newvalue = input('Enter a new value: ')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clothing.insert(3, newvalue)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 user enters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tie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1614799" y="846406"/>
            <a:ext cx="10037685" cy="793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5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