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-794"/>
            <a:ext cx="12217999" cy="162239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8009" y="3010438"/>
            <a:ext cx="6971250" cy="1716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sequence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826358" y="4726467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6759A2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rgbClr val="6759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0430" y="3010438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85722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582614"/>
            <a:ext cx="878354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input from a user and store it in a variable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strings to form more complex messages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punctuation and formatting in an output message.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1613878" y="853215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Your first programs 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1613877" y="1979802"/>
            <a:ext cx="9241477" cy="3354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lesson, you wrote your first programs in Python.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of these programs printed an item of data stored in the program as a variable: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 name = ' banana 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 print ( name ) 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Getting data from a user and processing it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589632" y="2330775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basic process in computing is: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589632" y="4882588"/>
            <a:ext cx="868742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now look at getting user inputs, processing them and producing meaningful outputs.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, application, Teams&#10;&#10;Description automatically generated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632" y="2951355"/>
            <a:ext cx="9081331" cy="1262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1732087" y="1544322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6759A2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rgbClr val="6759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1614799" y="846406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 sz="3300">
                <a:solidFill>
                  <a:schemeClr val="lt1"/>
                </a:solidFill>
              </a:rPr>
              <a:t>Activity 2.1: Programming in Python: sequence, Section 2</a:t>
            </a:r>
            <a:endParaRPr/>
          </a:p>
        </p:txBody>
      </p:sp>
      <p:pic>
        <p:nvPicPr>
          <p:cNvPr descr="A picture containing athletic game, basketball, sport&#10;&#10;Description automatically generated"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9346" y="2017323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1 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620077" y="2139193"/>
            <a:ext cx="9203635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wrong with this line of Python code?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should ask the user to input a name.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input('What is your name?')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1620077" y="4476786"/>
            <a:ext cx="350288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What is your name?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1620077" y="4188136"/>
            <a:ext cx="1374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2 </a:t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1620077" y="2139193"/>
            <a:ext cx="9203635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wrong with this code output? Why will it output this?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 name = ' John 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 print ( 'name' )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1620077" y="4476786"/>
            <a:ext cx="9220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1620077" y="4188136"/>
            <a:ext cx="1374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3 </a:t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1620077" y="2462358"/>
            <a:ext cx="920363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we can combine two strings into a single string.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1620077" y="4476786"/>
            <a:ext cx="803296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print('Hello!' + 'I am very pleased to meet you.')</a:t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1620077" y="4188136"/>
            <a:ext cx="1374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4 </a:t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1620077" y="2318034"/>
            <a:ext cx="820972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 how to include an apostrophe in a printed output message.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1620077" y="4422707"/>
            <a:ext cx="350288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It\'s John\'s dog.</a:t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1620077" y="3899487"/>
            <a:ext cx="1374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1614799" y="846406"/>
            <a:ext cx="10037685" cy="783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2</a:t>
            </a:r>
            <a:endParaRPr/>
          </a:p>
        </p:txBody>
      </p:sp>
      <p:pic>
        <p:nvPicPr>
          <p:cNvPr descr="A picture containing athletic game, basketball, sport&#10;&#10;Description automatically generated"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1620077" y="376736"/>
            <a:ext cx="41040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Lesson 2: Getting data from the user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