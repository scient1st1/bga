
<file path=[Content_Types].xml><?xml version="1.0" encoding="utf-8"?>
<Types xmlns="http://schemas.openxmlformats.org/package/2006/content-types">
  <Default ContentType="image/jpeg" Extension="jpg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238036" cy="162239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gif"/><Relationship Id="rId5" Type="http://schemas.openxmlformats.org/officeDocument/2006/relationships/image" Target="../media/image6.gif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8.gif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098958" y="3010438"/>
            <a:ext cx="5931016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</a:pPr>
            <a:r>
              <a:rPr b="1" lang="en-GB" sz="4800"/>
              <a:t>Programming in Scratch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1391723" y="3926287"/>
            <a:ext cx="5031964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Lesson 2:  Sequencing </a:t>
            </a:r>
            <a:endParaRPr b="1" i="0" sz="2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05669" y="2704323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10413" y="80689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10413" y="2397948"/>
            <a:ext cx="6096000" cy="24314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to: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break down a complex problem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sequencing to solve problems with multiple parts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patterns and construct code with as few blocks as possible.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613878" y="802881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Sequencing blocks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668609" y="2300581"/>
            <a:ext cx="5797575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Write the numbers of the blocks in the correct order to build a program that will create the following drawing: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HINT: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You can use blocks more than once.</a:t>
            </a:r>
            <a:endParaRPr/>
          </a:p>
        </p:txBody>
      </p:sp>
      <p:pic>
        <p:nvPicPr>
          <p:cNvPr id="95" name="Google Shape;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87521" y="4137051"/>
            <a:ext cx="2905125" cy="1938992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4030" y="2305878"/>
            <a:ext cx="1788009" cy="34687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 txBox="1"/>
          <p:nvPr>
            <p:ph type="title"/>
          </p:nvPr>
        </p:nvSpPr>
        <p:spPr>
          <a:xfrm>
            <a:off x="1620078" y="816265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2.1: Drawing a hexagon </a:t>
            </a:r>
            <a:endParaRPr/>
          </a:p>
        </p:txBody>
      </p:sp>
      <p:pic>
        <p:nvPicPr>
          <p:cNvPr descr="A picture containing athletic game, basketball, sport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4506" y="1877575"/>
            <a:ext cx="3929293" cy="3849871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/>
          <p:nvPr/>
        </p:nvSpPr>
        <p:spPr>
          <a:xfrm>
            <a:off x="679725" y="5057621"/>
            <a:ext cx="295523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finished solution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3893557" y="5057621"/>
            <a:ext cx="315385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extension activity 2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5" name="Google Shape;10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9725" y="2821577"/>
            <a:ext cx="2965189" cy="22360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06" name="Google Shape;10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93557" y="2821578"/>
            <a:ext cx="2965188" cy="22360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1609825" y="815951"/>
            <a:ext cx="9753599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Solving complex problems </a:t>
            </a:r>
            <a:endParaRPr/>
          </a:p>
        </p:txBody>
      </p:sp>
      <p:sp>
        <p:nvSpPr>
          <p:cNvPr id="112" name="Google Shape;112;p17"/>
          <p:cNvSpPr/>
          <p:nvPr/>
        </p:nvSpPr>
        <p:spPr>
          <a:xfrm>
            <a:off x="1609825" y="1973180"/>
            <a:ext cx="8997215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far, the drawings you have created have involved just one shape.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complex drawings are made up of different shapes.</a:t>
            </a:r>
            <a:endParaRPr/>
          </a:p>
        </p:txBody>
      </p:sp>
      <p:pic>
        <p:nvPicPr>
          <p:cNvPr id="113" name="Google Shape;11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68688" y="3457689"/>
            <a:ext cx="3087485" cy="2720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1608567" y="815637"/>
            <a:ext cx="9793357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2.2: Creating a picture </a:t>
            </a:r>
            <a:endParaRPr/>
          </a:p>
        </p:txBody>
      </p:sp>
      <p:pic>
        <p:nvPicPr>
          <p:cNvPr descr="A picture containing athletic game, basketball, sport&#10;&#10;Description automatically generated" id="119" name="Google Shape;11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857697"/>
            <a:ext cx="4587567" cy="449484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8"/>
          <p:cNvSpPr/>
          <p:nvPr/>
        </p:nvSpPr>
        <p:spPr>
          <a:xfrm>
            <a:off x="1608567" y="5430942"/>
            <a:ext cx="283507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finished solution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A picture containing graphical user interface&#10;&#10;Description automatically generated" id="121" name="Google Shape;12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08567" y="2262746"/>
            <a:ext cx="3500146" cy="30149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9"/>
          <p:cNvSpPr txBox="1"/>
          <p:nvPr>
            <p:ph type="title"/>
          </p:nvPr>
        </p:nvSpPr>
        <p:spPr>
          <a:xfrm>
            <a:off x="160888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2</a:t>
            </a:r>
            <a:endParaRPr/>
          </a:p>
        </p:txBody>
      </p:sp>
      <p:pic>
        <p:nvPicPr>
          <p:cNvPr descr="A picture containing athletic game, basketball, sport&#10;&#10;Description automatically generated" id="127" name="Google Shape;12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