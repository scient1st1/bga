
<file path=[Content_Types].xml><?xml version="1.0" encoding="utf-8"?>
<Types xmlns="http://schemas.openxmlformats.org/package/2006/content-types">
  <Default ContentType="image/jpeg" Extension="jpg"/>
  <Default ContentType="image/gif" Extension="gif"/>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9.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0.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 id="274" r:id="rId23"/>
    <p:sldId id="275" r:id="rId24"/>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24" Type="http://schemas.openxmlformats.org/officeDocument/2006/relationships/slide" Target="slides/slide20.xml"/><Relationship Id="rId12" Type="http://schemas.openxmlformats.org/officeDocument/2006/relationships/slide" Target="slides/slide8.xml"/><Relationship Id="rId23" Type="http://schemas.openxmlformats.org/officeDocument/2006/relationships/slide" Target="slides/slide19.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6" name="Shape 76"/>
        <p:cNvGrpSpPr/>
        <p:nvPr/>
      </p:nvGrpSpPr>
      <p:grpSpPr>
        <a:xfrm>
          <a:off x="0" y="0"/>
          <a:ext cx="0" cy="0"/>
          <a:chOff x="0" y="0"/>
          <a:chExt cx="0" cy="0"/>
        </a:xfrm>
      </p:grpSpPr>
      <p:sp>
        <p:nvSpPr>
          <p:cNvPr id="77" name="Google Shape;77;p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78" name="Google Shape;78;p1: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3" name="Shape 83"/>
        <p:cNvGrpSpPr/>
        <p:nvPr/>
      </p:nvGrpSpPr>
      <p:grpSpPr>
        <a:xfrm>
          <a:off x="0" y="0"/>
          <a:ext cx="0" cy="0"/>
          <a:chOff x="0" y="0"/>
          <a:chExt cx="0" cy="0"/>
        </a:xfrm>
      </p:grpSpPr>
      <p:sp>
        <p:nvSpPr>
          <p:cNvPr id="84" name="Google Shape;84;p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85" name="Google Shape;85;p2: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9" name="Shape 89"/>
        <p:cNvGrpSpPr/>
        <p:nvPr/>
      </p:nvGrpSpPr>
      <p:grpSpPr>
        <a:xfrm>
          <a:off x="0" y="0"/>
          <a:ext cx="0" cy="0"/>
          <a:chOff x="0" y="0"/>
          <a:chExt cx="0" cy="0"/>
        </a:xfrm>
      </p:grpSpPr>
      <p:sp>
        <p:nvSpPr>
          <p:cNvPr id="90" name="Google Shape;90;p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91" name="Google Shape;91;p3: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 name="Shape 97"/>
        <p:cNvGrpSpPr/>
        <p:nvPr/>
      </p:nvGrpSpPr>
      <p:grpSpPr>
        <a:xfrm>
          <a:off x="0" y="0"/>
          <a:ext cx="0" cy="0"/>
          <a:chOff x="0" y="0"/>
          <a:chExt cx="0" cy="0"/>
        </a:xfrm>
      </p:grpSpPr>
      <p:sp>
        <p:nvSpPr>
          <p:cNvPr id="98" name="Google Shape;98;p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99" name="Google Shape;99;p4: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 name="Shape 103"/>
        <p:cNvGrpSpPr/>
        <p:nvPr/>
      </p:nvGrpSpPr>
      <p:grpSpPr>
        <a:xfrm>
          <a:off x="0" y="0"/>
          <a:ext cx="0" cy="0"/>
          <a:chOff x="0" y="0"/>
          <a:chExt cx="0" cy="0"/>
        </a:xfrm>
      </p:grpSpPr>
      <p:sp>
        <p:nvSpPr>
          <p:cNvPr id="104" name="Google Shape;104;p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05" name="Google Shape;105;p5: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0" name="Shape 110"/>
        <p:cNvGrpSpPr/>
        <p:nvPr/>
      </p:nvGrpSpPr>
      <p:grpSpPr>
        <a:xfrm>
          <a:off x="0" y="0"/>
          <a:ext cx="0" cy="0"/>
          <a:chOff x="0" y="0"/>
          <a:chExt cx="0" cy="0"/>
        </a:xfrm>
      </p:grpSpPr>
      <p:sp>
        <p:nvSpPr>
          <p:cNvPr id="111" name="Google Shape;111;p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12" name="Google Shape;112;p6: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6" name="Shape 116"/>
        <p:cNvGrpSpPr/>
        <p:nvPr/>
      </p:nvGrpSpPr>
      <p:grpSpPr>
        <a:xfrm>
          <a:off x="0" y="0"/>
          <a:ext cx="0" cy="0"/>
          <a:chOff x="0" y="0"/>
          <a:chExt cx="0" cy="0"/>
        </a:xfrm>
      </p:grpSpPr>
      <p:sp>
        <p:nvSpPr>
          <p:cNvPr id="117" name="Google Shape;117;p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18" name="Google Shape;118;p7: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7" name="Shape 127"/>
        <p:cNvGrpSpPr/>
        <p:nvPr/>
      </p:nvGrpSpPr>
      <p:grpSpPr>
        <a:xfrm>
          <a:off x="0" y="0"/>
          <a:ext cx="0" cy="0"/>
          <a:chOff x="0" y="0"/>
          <a:chExt cx="0" cy="0"/>
        </a:xfrm>
      </p:grpSpPr>
      <p:sp>
        <p:nvSpPr>
          <p:cNvPr id="128" name="Google Shape;128;p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29" name="Google Shape;129;p8: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3" name="Shape 143"/>
        <p:cNvGrpSpPr/>
        <p:nvPr/>
      </p:nvGrpSpPr>
      <p:grpSpPr>
        <a:xfrm>
          <a:off x="0" y="0"/>
          <a:ext cx="0" cy="0"/>
          <a:chOff x="0" y="0"/>
          <a:chExt cx="0" cy="0"/>
        </a:xfrm>
      </p:grpSpPr>
      <p:sp>
        <p:nvSpPr>
          <p:cNvPr id="144" name="Google Shape;144;p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45" name="Google Shape;145;p9: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0" name="Shape 150"/>
        <p:cNvGrpSpPr/>
        <p:nvPr/>
      </p:nvGrpSpPr>
      <p:grpSpPr>
        <a:xfrm>
          <a:off x="0" y="0"/>
          <a:ext cx="0" cy="0"/>
          <a:chOff x="0" y="0"/>
          <a:chExt cx="0" cy="0"/>
        </a:xfrm>
      </p:grpSpPr>
      <p:sp>
        <p:nvSpPr>
          <p:cNvPr id="151" name="Google Shape;151;p1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52" name="Google Shape;152;p10: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7" name="Shape 157"/>
        <p:cNvGrpSpPr/>
        <p:nvPr/>
      </p:nvGrpSpPr>
      <p:grpSpPr>
        <a:xfrm>
          <a:off x="0" y="0"/>
          <a:ext cx="0" cy="0"/>
          <a:chOff x="0" y="0"/>
          <a:chExt cx="0" cy="0"/>
        </a:xfrm>
      </p:grpSpPr>
      <p:sp>
        <p:nvSpPr>
          <p:cNvPr id="158" name="Google Shape;158;p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59" name="Google Shape;159;p11: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5" name="Shape 165"/>
        <p:cNvGrpSpPr/>
        <p:nvPr/>
      </p:nvGrpSpPr>
      <p:grpSpPr>
        <a:xfrm>
          <a:off x="0" y="0"/>
          <a:ext cx="0" cy="0"/>
          <a:chOff x="0" y="0"/>
          <a:chExt cx="0" cy="0"/>
        </a:xfrm>
      </p:grpSpPr>
      <p:sp>
        <p:nvSpPr>
          <p:cNvPr id="166" name="Google Shape;166;p1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67" name="Google Shape;167;p12: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3" name="Shape 173"/>
        <p:cNvGrpSpPr/>
        <p:nvPr/>
      </p:nvGrpSpPr>
      <p:grpSpPr>
        <a:xfrm>
          <a:off x="0" y="0"/>
          <a:ext cx="0" cy="0"/>
          <a:chOff x="0" y="0"/>
          <a:chExt cx="0" cy="0"/>
        </a:xfrm>
      </p:grpSpPr>
      <p:sp>
        <p:nvSpPr>
          <p:cNvPr id="174" name="Google Shape;174;p1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75" name="Google Shape;175;p13: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3" name="Shape 183"/>
        <p:cNvGrpSpPr/>
        <p:nvPr/>
      </p:nvGrpSpPr>
      <p:grpSpPr>
        <a:xfrm>
          <a:off x="0" y="0"/>
          <a:ext cx="0" cy="0"/>
          <a:chOff x="0" y="0"/>
          <a:chExt cx="0" cy="0"/>
        </a:xfrm>
      </p:grpSpPr>
      <p:sp>
        <p:nvSpPr>
          <p:cNvPr id="184" name="Google Shape;184;p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85" name="Google Shape;185;p14: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6" name="Shape 196"/>
        <p:cNvGrpSpPr/>
        <p:nvPr/>
      </p:nvGrpSpPr>
      <p:grpSpPr>
        <a:xfrm>
          <a:off x="0" y="0"/>
          <a:ext cx="0" cy="0"/>
          <a:chOff x="0" y="0"/>
          <a:chExt cx="0" cy="0"/>
        </a:xfrm>
      </p:grpSpPr>
      <p:sp>
        <p:nvSpPr>
          <p:cNvPr id="197" name="Google Shape;197;p1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98" name="Google Shape;198;p16: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3" name="Shape 203"/>
        <p:cNvGrpSpPr/>
        <p:nvPr/>
      </p:nvGrpSpPr>
      <p:grpSpPr>
        <a:xfrm>
          <a:off x="0" y="0"/>
          <a:ext cx="0" cy="0"/>
          <a:chOff x="0" y="0"/>
          <a:chExt cx="0" cy="0"/>
        </a:xfrm>
      </p:grpSpPr>
      <p:sp>
        <p:nvSpPr>
          <p:cNvPr id="204" name="Google Shape;204;p1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05" name="Google Shape;205;p17: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7" name="Shape 217"/>
        <p:cNvGrpSpPr/>
        <p:nvPr/>
      </p:nvGrpSpPr>
      <p:grpSpPr>
        <a:xfrm>
          <a:off x="0" y="0"/>
          <a:ext cx="0" cy="0"/>
          <a:chOff x="0" y="0"/>
          <a:chExt cx="0" cy="0"/>
        </a:xfrm>
      </p:grpSpPr>
      <p:sp>
        <p:nvSpPr>
          <p:cNvPr id="218" name="Google Shape;218;p1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19" name="Google Shape;219;p19: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4" name="Shape 224"/>
        <p:cNvGrpSpPr/>
        <p:nvPr/>
      </p:nvGrpSpPr>
      <p:grpSpPr>
        <a:xfrm>
          <a:off x="0" y="0"/>
          <a:ext cx="0" cy="0"/>
          <a:chOff x="0" y="0"/>
          <a:chExt cx="0" cy="0"/>
        </a:xfrm>
      </p:grpSpPr>
      <p:sp>
        <p:nvSpPr>
          <p:cNvPr id="225" name="Google Shape;225;p2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26" name="Google Shape;226;p20: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10" name="Shape 10"/>
        <p:cNvGrpSpPr/>
        <p:nvPr/>
      </p:nvGrpSpPr>
      <p:grpSpPr>
        <a:xfrm>
          <a:off x="0" y="0"/>
          <a:ext cx="0" cy="0"/>
          <a:chOff x="0" y="0"/>
          <a:chExt cx="0" cy="0"/>
        </a:xfrm>
      </p:grpSpPr>
      <p:sp>
        <p:nvSpPr>
          <p:cNvPr id="11" name="Google Shape;11;p2"/>
          <p:cNvSpPr txBox="1"/>
          <p:nvPr>
            <p:ph type="ctrTitle"/>
          </p:nvPr>
        </p:nvSpPr>
        <p:spPr>
          <a:xfrm>
            <a:off x="1524000" y="1122363"/>
            <a:ext cx="9144000" cy="2387600"/>
          </a:xfrm>
          <a:prstGeom prst="rect">
            <a:avLst/>
          </a:prstGeom>
          <a:noFill/>
          <a:ln>
            <a:noFill/>
          </a:ln>
        </p:spPr>
        <p:txBody>
          <a:bodyPr anchorCtr="0" anchor="b" bIns="45700" lIns="91425" spcFirstLastPara="1" rIns="91425" wrap="square" tIns="45700">
            <a:normAutofit/>
          </a:bodyPr>
          <a:lstStyle>
            <a:lvl1pPr lvl="0" algn="ctr">
              <a:lnSpc>
                <a:spcPct val="90000"/>
              </a:lnSpc>
              <a:spcBef>
                <a:spcPts val="0"/>
              </a:spcBef>
              <a:spcAft>
                <a:spcPts val="0"/>
              </a:spcAft>
              <a:buClr>
                <a:schemeClr val="dk1"/>
              </a:buClr>
              <a:buSzPts val="6000"/>
              <a:buFont typeface="Calibri"/>
              <a:buNone/>
              <a:defRPr sz="6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2" name="Google Shape;12;p2"/>
          <p:cNvSpPr txBox="1"/>
          <p:nvPr>
            <p:ph idx="1" type="subTitle"/>
          </p:nvPr>
        </p:nvSpPr>
        <p:spPr>
          <a:xfrm>
            <a:off x="1524000" y="3602038"/>
            <a:ext cx="9144000" cy="1655762"/>
          </a:xfrm>
          <a:prstGeom prst="rect">
            <a:avLst/>
          </a:prstGeom>
          <a:noFill/>
          <a:ln>
            <a:noFill/>
          </a:ln>
        </p:spPr>
        <p:txBody>
          <a:bodyPr anchorCtr="0" anchor="t" bIns="45700" lIns="91425" spcFirstLastPara="1" rIns="91425" wrap="square" tIns="45700">
            <a:normAutofit/>
          </a:bodyPr>
          <a:lstStyle>
            <a:lvl1pPr lvl="0" algn="ctr">
              <a:lnSpc>
                <a:spcPct val="90000"/>
              </a:lnSpc>
              <a:spcBef>
                <a:spcPts val="1000"/>
              </a:spcBef>
              <a:spcAft>
                <a:spcPts val="0"/>
              </a:spcAft>
              <a:buClr>
                <a:schemeClr val="dk1"/>
              </a:buClr>
              <a:buSzPts val="2400"/>
              <a:buNone/>
              <a:defRPr sz="2400"/>
            </a:lvl1pPr>
            <a:lvl2pPr lvl="1" algn="ctr">
              <a:lnSpc>
                <a:spcPct val="90000"/>
              </a:lnSpc>
              <a:spcBef>
                <a:spcPts val="500"/>
              </a:spcBef>
              <a:spcAft>
                <a:spcPts val="0"/>
              </a:spcAft>
              <a:buClr>
                <a:schemeClr val="dk1"/>
              </a:buClr>
              <a:buSzPts val="2000"/>
              <a:buNone/>
              <a:defRPr sz="2000"/>
            </a:lvl2pPr>
            <a:lvl3pPr lvl="2" algn="ctr">
              <a:lnSpc>
                <a:spcPct val="90000"/>
              </a:lnSpc>
              <a:spcBef>
                <a:spcPts val="500"/>
              </a:spcBef>
              <a:spcAft>
                <a:spcPts val="0"/>
              </a:spcAft>
              <a:buClr>
                <a:schemeClr val="dk1"/>
              </a:buClr>
              <a:buSzPts val="1800"/>
              <a:buNone/>
              <a:defRPr sz="1800"/>
            </a:lvl3pPr>
            <a:lvl4pPr lvl="3" algn="ctr">
              <a:lnSpc>
                <a:spcPct val="90000"/>
              </a:lnSpc>
              <a:spcBef>
                <a:spcPts val="500"/>
              </a:spcBef>
              <a:spcAft>
                <a:spcPts val="0"/>
              </a:spcAft>
              <a:buClr>
                <a:schemeClr val="dk1"/>
              </a:buClr>
              <a:buSzPts val="1600"/>
              <a:buNone/>
              <a:defRPr sz="1600"/>
            </a:lvl4pPr>
            <a:lvl5pPr lvl="4" algn="ctr">
              <a:lnSpc>
                <a:spcPct val="90000"/>
              </a:lnSpc>
              <a:spcBef>
                <a:spcPts val="500"/>
              </a:spcBef>
              <a:spcAft>
                <a:spcPts val="0"/>
              </a:spcAft>
              <a:buClr>
                <a:schemeClr val="dk1"/>
              </a:buClr>
              <a:buSzPts val="1600"/>
              <a:buNone/>
              <a:defRPr sz="1600"/>
            </a:lvl5pPr>
            <a:lvl6pPr lvl="5" algn="ctr">
              <a:lnSpc>
                <a:spcPct val="90000"/>
              </a:lnSpc>
              <a:spcBef>
                <a:spcPts val="5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3" name="Shape 13"/>
        <p:cNvGrpSpPr/>
        <p:nvPr/>
      </p:nvGrpSpPr>
      <p:grpSpPr>
        <a:xfrm>
          <a:off x="0" y="0"/>
          <a:ext cx="0" cy="0"/>
          <a:chOff x="0" y="0"/>
          <a:chExt cx="0" cy="0"/>
        </a:xfrm>
      </p:grpSpPr>
      <p:sp>
        <p:nvSpPr>
          <p:cNvPr id="14" name="Google Shape;14;p3"/>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5" name="Google Shape;15;p3"/>
          <p:cNvSpPr txBox="1"/>
          <p:nvPr>
            <p:ph idx="1" type="body"/>
          </p:nvPr>
        </p:nvSpPr>
        <p:spPr>
          <a:xfrm>
            <a:off x="838200" y="1825625"/>
            <a:ext cx="10515600" cy="4351338"/>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16" name="Google Shape;16;p3"/>
          <p:cNvSpPr txBox="1"/>
          <p:nvPr>
            <p:ph idx="10" type="dt"/>
          </p:nvPr>
        </p:nvSpPr>
        <p:spPr>
          <a:xfrm>
            <a:off x="838200" y="6356350"/>
            <a:ext cx="2743200" cy="365125"/>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17" name="Google Shape;17;p3"/>
          <p:cNvSpPr txBox="1"/>
          <p:nvPr>
            <p:ph idx="11" type="ftr"/>
          </p:nvPr>
        </p:nvSpPr>
        <p:spPr>
          <a:xfrm>
            <a:off x="4038600" y="6356350"/>
            <a:ext cx="4114800" cy="365125"/>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18" name="Google Shape;18;p3"/>
          <p:cNvSpPr txBox="1"/>
          <p:nvPr>
            <p:ph idx="12" type="sldNum"/>
          </p:nvPr>
        </p:nvSpPr>
        <p:spPr>
          <a:xfrm>
            <a:off x="8610600" y="6356350"/>
            <a:ext cx="2743200" cy="365125"/>
          </a:xfrm>
          <a:prstGeom prst="rect">
            <a:avLst/>
          </a:prstGeom>
          <a:noFill/>
          <a:ln>
            <a:noFill/>
          </a:ln>
        </p:spPr>
        <p:txBody>
          <a:bodyPr anchorCtr="0" anchor="t" bIns="45700" lIns="91425" spcFirstLastPara="1" rIns="91425" wrap="square" tIns="45700">
            <a:noAutofit/>
          </a:bodyPr>
          <a:lstStyle>
            <a:lvl1pPr indent="0" lvl="0" marL="0" marR="0" rtl="0" algn="l">
              <a:spcBef>
                <a:spcPts val="0"/>
              </a:spcBef>
              <a:buNone/>
              <a:defRPr b="0" i="0" sz="1800" u="none" cap="none" strike="noStrike">
                <a:solidFill>
                  <a:schemeClr val="dk1"/>
                </a:solidFill>
                <a:latin typeface="Calibri"/>
                <a:ea typeface="Calibri"/>
                <a:cs typeface="Calibri"/>
                <a:sym typeface="Calibri"/>
              </a:defRPr>
            </a:lvl1pPr>
            <a:lvl2pPr indent="0" lvl="1" marL="0" marR="0" rtl="0" algn="l">
              <a:spcBef>
                <a:spcPts val="0"/>
              </a:spcBef>
              <a:buNone/>
              <a:defRPr b="0" i="0" sz="1800" u="none" cap="none" strike="noStrike">
                <a:solidFill>
                  <a:schemeClr val="dk1"/>
                </a:solidFill>
                <a:latin typeface="Calibri"/>
                <a:ea typeface="Calibri"/>
                <a:cs typeface="Calibri"/>
                <a:sym typeface="Calibri"/>
              </a:defRPr>
            </a:lvl2pPr>
            <a:lvl3pPr indent="0" lvl="2" marL="0" marR="0" rtl="0" algn="l">
              <a:spcBef>
                <a:spcPts val="0"/>
              </a:spcBef>
              <a:buNone/>
              <a:defRPr b="0" i="0" sz="1800" u="none" cap="none" strike="noStrike">
                <a:solidFill>
                  <a:schemeClr val="dk1"/>
                </a:solidFill>
                <a:latin typeface="Calibri"/>
                <a:ea typeface="Calibri"/>
                <a:cs typeface="Calibri"/>
                <a:sym typeface="Calibri"/>
              </a:defRPr>
            </a:lvl3pPr>
            <a:lvl4pPr indent="0" lvl="3" marL="0" marR="0" rtl="0" algn="l">
              <a:spcBef>
                <a:spcPts val="0"/>
              </a:spcBef>
              <a:buNone/>
              <a:defRPr b="0" i="0" sz="1800" u="none" cap="none" strike="noStrike">
                <a:solidFill>
                  <a:schemeClr val="dk1"/>
                </a:solidFill>
                <a:latin typeface="Calibri"/>
                <a:ea typeface="Calibri"/>
                <a:cs typeface="Calibri"/>
                <a:sym typeface="Calibri"/>
              </a:defRPr>
            </a:lvl4pPr>
            <a:lvl5pPr indent="0" lvl="4" marL="0" marR="0" rtl="0" algn="l">
              <a:spcBef>
                <a:spcPts val="0"/>
              </a:spcBef>
              <a:buNone/>
              <a:defRPr b="0" i="0" sz="1800" u="none" cap="none" strike="noStrike">
                <a:solidFill>
                  <a:schemeClr val="dk1"/>
                </a:solidFill>
                <a:latin typeface="Calibri"/>
                <a:ea typeface="Calibri"/>
                <a:cs typeface="Calibri"/>
                <a:sym typeface="Calibri"/>
              </a:defRPr>
            </a:lvl5pPr>
            <a:lvl6pPr indent="0" lvl="5" marL="0" marR="0" rtl="0" algn="l">
              <a:spcBef>
                <a:spcPts val="0"/>
              </a:spcBef>
              <a:buNone/>
              <a:defRPr b="0" i="0" sz="1800" u="none" cap="none" strike="noStrike">
                <a:solidFill>
                  <a:schemeClr val="dk1"/>
                </a:solidFill>
                <a:latin typeface="Calibri"/>
                <a:ea typeface="Calibri"/>
                <a:cs typeface="Calibri"/>
                <a:sym typeface="Calibri"/>
              </a:defRPr>
            </a:lvl6pPr>
            <a:lvl7pPr indent="0" lvl="6" marL="0" marR="0" rtl="0" algn="l">
              <a:spcBef>
                <a:spcPts val="0"/>
              </a:spcBef>
              <a:buNone/>
              <a:defRPr b="0" i="0" sz="1800" u="none" cap="none" strike="noStrike">
                <a:solidFill>
                  <a:schemeClr val="dk1"/>
                </a:solidFill>
                <a:latin typeface="Calibri"/>
                <a:ea typeface="Calibri"/>
                <a:cs typeface="Calibri"/>
                <a:sym typeface="Calibri"/>
              </a:defRPr>
            </a:lvl7pPr>
            <a:lvl8pPr indent="0" lvl="7" marL="0" marR="0" rtl="0" algn="l">
              <a:spcBef>
                <a:spcPts val="0"/>
              </a:spcBef>
              <a:buNone/>
              <a:defRPr b="0" i="0" sz="1800" u="none" cap="none" strike="noStrike">
                <a:solidFill>
                  <a:schemeClr val="dk1"/>
                </a:solidFill>
                <a:latin typeface="Calibri"/>
                <a:ea typeface="Calibri"/>
                <a:cs typeface="Calibri"/>
                <a:sym typeface="Calibri"/>
              </a:defRPr>
            </a:lvl8pPr>
            <a:lvl9pPr indent="0" lvl="8" marL="0" marR="0" rtl="0" algn="l">
              <a:spcBef>
                <a:spcPts val="0"/>
              </a:spcBef>
              <a:buNone/>
              <a:defRPr b="0" i="0" sz="1800" u="none" cap="none" strike="noStrike">
                <a:solidFill>
                  <a:schemeClr val="dk1"/>
                </a:solidFill>
                <a:latin typeface="Calibri"/>
                <a:ea typeface="Calibri"/>
                <a:cs typeface="Calibri"/>
                <a:sym typeface="Calibri"/>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9" name="Shape 19"/>
        <p:cNvGrpSpPr/>
        <p:nvPr/>
      </p:nvGrpSpPr>
      <p:grpSpPr>
        <a:xfrm>
          <a:off x="0" y="0"/>
          <a:ext cx="0" cy="0"/>
          <a:chOff x="0" y="0"/>
          <a:chExt cx="0" cy="0"/>
        </a:xfrm>
      </p:grpSpPr>
      <p:sp>
        <p:nvSpPr>
          <p:cNvPr id="20" name="Google Shape;20;p4"/>
          <p:cNvSpPr txBox="1"/>
          <p:nvPr>
            <p:ph type="title"/>
          </p:nvPr>
        </p:nvSpPr>
        <p:spPr>
          <a:xfrm>
            <a:off x="831850" y="1709738"/>
            <a:ext cx="10515600" cy="2852737"/>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dk1"/>
              </a:buClr>
              <a:buSzPts val="6000"/>
              <a:buFont typeface="Calibri"/>
              <a:buNone/>
              <a:defRPr sz="6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1" name="Google Shape;21;p4"/>
          <p:cNvSpPr txBox="1"/>
          <p:nvPr>
            <p:ph idx="1" type="body"/>
          </p:nvPr>
        </p:nvSpPr>
        <p:spPr>
          <a:xfrm>
            <a:off x="831850" y="4589463"/>
            <a:ext cx="10515600" cy="1500187"/>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1000"/>
              </a:spcBef>
              <a:spcAft>
                <a:spcPts val="0"/>
              </a:spcAft>
              <a:buClr>
                <a:srgbClr val="888888"/>
              </a:buClr>
              <a:buSzPts val="2400"/>
              <a:buNone/>
              <a:defRPr sz="2400">
                <a:solidFill>
                  <a:srgbClr val="888888"/>
                </a:solidFill>
              </a:defRPr>
            </a:lvl1pPr>
            <a:lvl2pPr indent="-228600" lvl="1" marL="914400" algn="l">
              <a:lnSpc>
                <a:spcPct val="90000"/>
              </a:lnSpc>
              <a:spcBef>
                <a:spcPts val="500"/>
              </a:spcBef>
              <a:spcAft>
                <a:spcPts val="0"/>
              </a:spcAft>
              <a:buClr>
                <a:srgbClr val="888888"/>
              </a:buClr>
              <a:buSzPts val="2000"/>
              <a:buNone/>
              <a:defRPr sz="2000">
                <a:solidFill>
                  <a:srgbClr val="888888"/>
                </a:solidFill>
              </a:defRPr>
            </a:lvl2pPr>
            <a:lvl3pPr indent="-228600" lvl="2" marL="1371600" algn="l">
              <a:lnSpc>
                <a:spcPct val="90000"/>
              </a:lnSpc>
              <a:spcBef>
                <a:spcPts val="500"/>
              </a:spcBef>
              <a:spcAft>
                <a:spcPts val="0"/>
              </a:spcAft>
              <a:buClr>
                <a:srgbClr val="888888"/>
              </a:buClr>
              <a:buSzPts val="1800"/>
              <a:buNone/>
              <a:defRPr sz="1800">
                <a:solidFill>
                  <a:srgbClr val="888888"/>
                </a:solidFill>
              </a:defRPr>
            </a:lvl3pPr>
            <a:lvl4pPr indent="-228600" lvl="3" marL="1828800" algn="l">
              <a:lnSpc>
                <a:spcPct val="90000"/>
              </a:lnSpc>
              <a:spcBef>
                <a:spcPts val="500"/>
              </a:spcBef>
              <a:spcAft>
                <a:spcPts val="0"/>
              </a:spcAft>
              <a:buClr>
                <a:srgbClr val="888888"/>
              </a:buClr>
              <a:buSzPts val="1600"/>
              <a:buNone/>
              <a:defRPr sz="1600">
                <a:solidFill>
                  <a:srgbClr val="888888"/>
                </a:solidFill>
              </a:defRPr>
            </a:lvl4pPr>
            <a:lvl5pPr indent="-228600" lvl="4" marL="2286000" algn="l">
              <a:lnSpc>
                <a:spcPct val="90000"/>
              </a:lnSpc>
              <a:spcBef>
                <a:spcPts val="500"/>
              </a:spcBef>
              <a:spcAft>
                <a:spcPts val="0"/>
              </a:spcAft>
              <a:buClr>
                <a:srgbClr val="888888"/>
              </a:buClr>
              <a:buSzPts val="1600"/>
              <a:buNone/>
              <a:defRPr sz="1600">
                <a:solidFill>
                  <a:srgbClr val="888888"/>
                </a:solidFill>
              </a:defRPr>
            </a:lvl5pPr>
            <a:lvl6pPr indent="-228600" lvl="5" marL="2743200" algn="l">
              <a:lnSpc>
                <a:spcPct val="90000"/>
              </a:lnSpc>
              <a:spcBef>
                <a:spcPts val="500"/>
              </a:spcBef>
              <a:spcAft>
                <a:spcPts val="0"/>
              </a:spcAft>
              <a:buClr>
                <a:srgbClr val="888888"/>
              </a:buClr>
              <a:buSzPts val="1600"/>
              <a:buNone/>
              <a:defRPr sz="1600">
                <a:solidFill>
                  <a:srgbClr val="888888"/>
                </a:solidFill>
              </a:defRPr>
            </a:lvl6pPr>
            <a:lvl7pPr indent="-228600" lvl="6" marL="3200400" algn="l">
              <a:lnSpc>
                <a:spcPct val="90000"/>
              </a:lnSpc>
              <a:spcBef>
                <a:spcPts val="500"/>
              </a:spcBef>
              <a:spcAft>
                <a:spcPts val="0"/>
              </a:spcAft>
              <a:buClr>
                <a:srgbClr val="888888"/>
              </a:buClr>
              <a:buSzPts val="1600"/>
              <a:buNone/>
              <a:defRPr sz="1600">
                <a:solidFill>
                  <a:srgbClr val="888888"/>
                </a:solidFill>
              </a:defRPr>
            </a:lvl7pPr>
            <a:lvl8pPr indent="-228600" lvl="7" marL="3657600" algn="l">
              <a:lnSpc>
                <a:spcPct val="90000"/>
              </a:lnSpc>
              <a:spcBef>
                <a:spcPts val="500"/>
              </a:spcBef>
              <a:spcAft>
                <a:spcPts val="0"/>
              </a:spcAft>
              <a:buClr>
                <a:srgbClr val="888888"/>
              </a:buClr>
              <a:buSzPts val="1600"/>
              <a:buNone/>
              <a:defRPr sz="1600">
                <a:solidFill>
                  <a:srgbClr val="888888"/>
                </a:solidFill>
              </a:defRPr>
            </a:lvl8pPr>
            <a:lvl9pPr indent="-228600" lvl="8" marL="4114800" algn="l">
              <a:lnSpc>
                <a:spcPct val="90000"/>
              </a:lnSpc>
              <a:spcBef>
                <a:spcPts val="500"/>
              </a:spcBef>
              <a:spcAft>
                <a:spcPts val="0"/>
              </a:spcAft>
              <a:buClr>
                <a:srgbClr val="888888"/>
              </a:buClr>
              <a:buSzPts val="1600"/>
              <a:buNone/>
              <a:defRPr sz="1600">
                <a:solidFill>
                  <a:srgbClr val="888888"/>
                </a:solidFill>
              </a:defRPr>
            </a:lvl9pPr>
          </a:lstStyle>
          <a:p/>
        </p:txBody>
      </p:sp>
      <p:sp>
        <p:nvSpPr>
          <p:cNvPr id="22" name="Google Shape;22;p4"/>
          <p:cNvSpPr txBox="1"/>
          <p:nvPr>
            <p:ph idx="10" type="dt"/>
          </p:nvPr>
        </p:nvSpPr>
        <p:spPr>
          <a:xfrm>
            <a:off x="838200" y="6356350"/>
            <a:ext cx="2743200" cy="365125"/>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sz="1800">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23" name="Google Shape;23;p4"/>
          <p:cNvSpPr txBox="1"/>
          <p:nvPr>
            <p:ph idx="11" type="ftr"/>
          </p:nvPr>
        </p:nvSpPr>
        <p:spPr>
          <a:xfrm>
            <a:off x="4038600" y="6356350"/>
            <a:ext cx="4114800" cy="365125"/>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sz="1800">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24" name="Google Shape;24;p4"/>
          <p:cNvSpPr txBox="1"/>
          <p:nvPr>
            <p:ph idx="12" type="sldNum"/>
          </p:nvPr>
        </p:nvSpPr>
        <p:spPr>
          <a:xfrm>
            <a:off x="8610600" y="6356350"/>
            <a:ext cx="2743200" cy="365125"/>
          </a:xfrm>
          <a:prstGeom prst="rect">
            <a:avLst/>
          </a:prstGeom>
          <a:noFill/>
          <a:ln>
            <a:noFill/>
          </a:ln>
        </p:spPr>
        <p:txBody>
          <a:bodyPr anchorCtr="0" anchor="t" bIns="45700" lIns="91425" spcFirstLastPara="1" rIns="91425" wrap="square" tIns="45700">
            <a:noAutofit/>
          </a:bodyPr>
          <a:lstStyle>
            <a:lvl1pPr indent="0" lvl="0" marL="0" marR="0" rtl="0" algn="l">
              <a:spcBef>
                <a:spcPts val="0"/>
              </a:spcBef>
              <a:buNone/>
              <a:defRPr sz="1800">
                <a:solidFill>
                  <a:schemeClr val="dk1"/>
                </a:solidFill>
                <a:latin typeface="Calibri"/>
                <a:ea typeface="Calibri"/>
                <a:cs typeface="Calibri"/>
                <a:sym typeface="Calibri"/>
              </a:defRPr>
            </a:lvl1pPr>
            <a:lvl2pPr indent="0" lvl="1" marL="0" marR="0" rtl="0" algn="l">
              <a:spcBef>
                <a:spcPts val="0"/>
              </a:spcBef>
              <a:buNone/>
              <a:defRPr sz="1800">
                <a:solidFill>
                  <a:schemeClr val="dk1"/>
                </a:solidFill>
                <a:latin typeface="Calibri"/>
                <a:ea typeface="Calibri"/>
                <a:cs typeface="Calibri"/>
                <a:sym typeface="Calibri"/>
              </a:defRPr>
            </a:lvl2pPr>
            <a:lvl3pPr indent="0" lvl="2" marL="0" marR="0" rtl="0" algn="l">
              <a:spcBef>
                <a:spcPts val="0"/>
              </a:spcBef>
              <a:buNone/>
              <a:defRPr sz="1800">
                <a:solidFill>
                  <a:schemeClr val="dk1"/>
                </a:solidFill>
                <a:latin typeface="Calibri"/>
                <a:ea typeface="Calibri"/>
                <a:cs typeface="Calibri"/>
                <a:sym typeface="Calibri"/>
              </a:defRPr>
            </a:lvl3pPr>
            <a:lvl4pPr indent="0" lvl="3" marL="0" marR="0" rtl="0" algn="l">
              <a:spcBef>
                <a:spcPts val="0"/>
              </a:spcBef>
              <a:buNone/>
              <a:defRPr sz="1800">
                <a:solidFill>
                  <a:schemeClr val="dk1"/>
                </a:solidFill>
                <a:latin typeface="Calibri"/>
                <a:ea typeface="Calibri"/>
                <a:cs typeface="Calibri"/>
                <a:sym typeface="Calibri"/>
              </a:defRPr>
            </a:lvl4pPr>
            <a:lvl5pPr indent="0" lvl="4" marL="0" marR="0" rtl="0" algn="l">
              <a:spcBef>
                <a:spcPts val="0"/>
              </a:spcBef>
              <a:buNone/>
              <a:defRPr sz="1800">
                <a:solidFill>
                  <a:schemeClr val="dk1"/>
                </a:solidFill>
                <a:latin typeface="Calibri"/>
                <a:ea typeface="Calibri"/>
                <a:cs typeface="Calibri"/>
                <a:sym typeface="Calibri"/>
              </a:defRPr>
            </a:lvl5pPr>
            <a:lvl6pPr indent="0" lvl="5" marL="0" marR="0" rtl="0" algn="l">
              <a:spcBef>
                <a:spcPts val="0"/>
              </a:spcBef>
              <a:buNone/>
              <a:defRPr sz="1800">
                <a:solidFill>
                  <a:schemeClr val="dk1"/>
                </a:solidFill>
                <a:latin typeface="Calibri"/>
                <a:ea typeface="Calibri"/>
                <a:cs typeface="Calibri"/>
                <a:sym typeface="Calibri"/>
              </a:defRPr>
            </a:lvl6pPr>
            <a:lvl7pPr indent="0" lvl="6" marL="0" marR="0" rtl="0" algn="l">
              <a:spcBef>
                <a:spcPts val="0"/>
              </a:spcBef>
              <a:buNone/>
              <a:defRPr sz="1800">
                <a:solidFill>
                  <a:schemeClr val="dk1"/>
                </a:solidFill>
                <a:latin typeface="Calibri"/>
                <a:ea typeface="Calibri"/>
                <a:cs typeface="Calibri"/>
                <a:sym typeface="Calibri"/>
              </a:defRPr>
            </a:lvl7pPr>
            <a:lvl8pPr indent="0" lvl="7" marL="0" marR="0" rtl="0" algn="l">
              <a:spcBef>
                <a:spcPts val="0"/>
              </a:spcBef>
              <a:buNone/>
              <a:defRPr sz="1800">
                <a:solidFill>
                  <a:schemeClr val="dk1"/>
                </a:solidFill>
                <a:latin typeface="Calibri"/>
                <a:ea typeface="Calibri"/>
                <a:cs typeface="Calibri"/>
                <a:sym typeface="Calibri"/>
              </a:defRPr>
            </a:lvl8pPr>
            <a:lvl9pPr indent="0" lvl="8" marL="0" marR="0" rtl="0" algn="l">
              <a:spcBef>
                <a:spcPts val="0"/>
              </a:spcBef>
              <a:buNone/>
              <a:defRPr sz="1800">
                <a:solidFill>
                  <a:schemeClr val="dk1"/>
                </a:solidFill>
                <a:latin typeface="Calibri"/>
                <a:ea typeface="Calibri"/>
                <a:cs typeface="Calibri"/>
                <a:sym typeface="Calibri"/>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25" name="Shape 25"/>
        <p:cNvGrpSpPr/>
        <p:nvPr/>
      </p:nvGrpSpPr>
      <p:grpSpPr>
        <a:xfrm>
          <a:off x="0" y="0"/>
          <a:ext cx="0" cy="0"/>
          <a:chOff x="0" y="0"/>
          <a:chExt cx="0" cy="0"/>
        </a:xfrm>
      </p:grpSpPr>
      <p:sp>
        <p:nvSpPr>
          <p:cNvPr id="26" name="Google Shape;26;p5"/>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7" name="Google Shape;27;p5"/>
          <p:cNvSpPr txBox="1"/>
          <p:nvPr>
            <p:ph idx="1" type="body"/>
          </p:nvPr>
        </p:nvSpPr>
        <p:spPr>
          <a:xfrm>
            <a:off x="838200" y="1825625"/>
            <a:ext cx="5181600" cy="4351338"/>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28" name="Google Shape;28;p5"/>
          <p:cNvSpPr txBox="1"/>
          <p:nvPr>
            <p:ph idx="2" type="body"/>
          </p:nvPr>
        </p:nvSpPr>
        <p:spPr>
          <a:xfrm>
            <a:off x="6172200" y="1825625"/>
            <a:ext cx="5181600" cy="4351338"/>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29" name="Google Shape;29;p5"/>
          <p:cNvSpPr txBox="1"/>
          <p:nvPr>
            <p:ph idx="10" type="dt"/>
          </p:nvPr>
        </p:nvSpPr>
        <p:spPr>
          <a:xfrm>
            <a:off x="838200" y="6356350"/>
            <a:ext cx="2743200" cy="365125"/>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sz="1800">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30" name="Google Shape;30;p5"/>
          <p:cNvSpPr txBox="1"/>
          <p:nvPr>
            <p:ph idx="11" type="ftr"/>
          </p:nvPr>
        </p:nvSpPr>
        <p:spPr>
          <a:xfrm>
            <a:off x="4038600" y="6356350"/>
            <a:ext cx="4114800" cy="365125"/>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sz="1800">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31" name="Google Shape;31;p5"/>
          <p:cNvSpPr txBox="1"/>
          <p:nvPr>
            <p:ph idx="12" type="sldNum"/>
          </p:nvPr>
        </p:nvSpPr>
        <p:spPr>
          <a:xfrm>
            <a:off x="8610600" y="6356350"/>
            <a:ext cx="2743200" cy="365125"/>
          </a:xfrm>
          <a:prstGeom prst="rect">
            <a:avLst/>
          </a:prstGeom>
          <a:noFill/>
          <a:ln>
            <a:noFill/>
          </a:ln>
        </p:spPr>
        <p:txBody>
          <a:bodyPr anchorCtr="0" anchor="t" bIns="45700" lIns="91425" spcFirstLastPara="1" rIns="91425" wrap="square" tIns="45700">
            <a:noAutofit/>
          </a:bodyPr>
          <a:lstStyle>
            <a:lvl1pPr indent="0" lvl="0" marL="0" marR="0" rtl="0" algn="l">
              <a:spcBef>
                <a:spcPts val="0"/>
              </a:spcBef>
              <a:buNone/>
              <a:defRPr sz="1800">
                <a:solidFill>
                  <a:schemeClr val="dk1"/>
                </a:solidFill>
                <a:latin typeface="Calibri"/>
                <a:ea typeface="Calibri"/>
                <a:cs typeface="Calibri"/>
                <a:sym typeface="Calibri"/>
              </a:defRPr>
            </a:lvl1pPr>
            <a:lvl2pPr indent="0" lvl="1" marL="0" marR="0" rtl="0" algn="l">
              <a:spcBef>
                <a:spcPts val="0"/>
              </a:spcBef>
              <a:buNone/>
              <a:defRPr sz="1800">
                <a:solidFill>
                  <a:schemeClr val="dk1"/>
                </a:solidFill>
                <a:latin typeface="Calibri"/>
                <a:ea typeface="Calibri"/>
                <a:cs typeface="Calibri"/>
                <a:sym typeface="Calibri"/>
              </a:defRPr>
            </a:lvl2pPr>
            <a:lvl3pPr indent="0" lvl="2" marL="0" marR="0" rtl="0" algn="l">
              <a:spcBef>
                <a:spcPts val="0"/>
              </a:spcBef>
              <a:buNone/>
              <a:defRPr sz="1800">
                <a:solidFill>
                  <a:schemeClr val="dk1"/>
                </a:solidFill>
                <a:latin typeface="Calibri"/>
                <a:ea typeface="Calibri"/>
                <a:cs typeface="Calibri"/>
                <a:sym typeface="Calibri"/>
              </a:defRPr>
            </a:lvl3pPr>
            <a:lvl4pPr indent="0" lvl="3" marL="0" marR="0" rtl="0" algn="l">
              <a:spcBef>
                <a:spcPts val="0"/>
              </a:spcBef>
              <a:buNone/>
              <a:defRPr sz="1800">
                <a:solidFill>
                  <a:schemeClr val="dk1"/>
                </a:solidFill>
                <a:latin typeface="Calibri"/>
                <a:ea typeface="Calibri"/>
                <a:cs typeface="Calibri"/>
                <a:sym typeface="Calibri"/>
              </a:defRPr>
            </a:lvl4pPr>
            <a:lvl5pPr indent="0" lvl="4" marL="0" marR="0" rtl="0" algn="l">
              <a:spcBef>
                <a:spcPts val="0"/>
              </a:spcBef>
              <a:buNone/>
              <a:defRPr sz="1800">
                <a:solidFill>
                  <a:schemeClr val="dk1"/>
                </a:solidFill>
                <a:latin typeface="Calibri"/>
                <a:ea typeface="Calibri"/>
                <a:cs typeface="Calibri"/>
                <a:sym typeface="Calibri"/>
              </a:defRPr>
            </a:lvl5pPr>
            <a:lvl6pPr indent="0" lvl="5" marL="0" marR="0" rtl="0" algn="l">
              <a:spcBef>
                <a:spcPts val="0"/>
              </a:spcBef>
              <a:buNone/>
              <a:defRPr sz="1800">
                <a:solidFill>
                  <a:schemeClr val="dk1"/>
                </a:solidFill>
                <a:latin typeface="Calibri"/>
                <a:ea typeface="Calibri"/>
                <a:cs typeface="Calibri"/>
                <a:sym typeface="Calibri"/>
              </a:defRPr>
            </a:lvl6pPr>
            <a:lvl7pPr indent="0" lvl="6" marL="0" marR="0" rtl="0" algn="l">
              <a:spcBef>
                <a:spcPts val="0"/>
              </a:spcBef>
              <a:buNone/>
              <a:defRPr sz="1800">
                <a:solidFill>
                  <a:schemeClr val="dk1"/>
                </a:solidFill>
                <a:latin typeface="Calibri"/>
                <a:ea typeface="Calibri"/>
                <a:cs typeface="Calibri"/>
                <a:sym typeface="Calibri"/>
              </a:defRPr>
            </a:lvl7pPr>
            <a:lvl8pPr indent="0" lvl="7" marL="0" marR="0" rtl="0" algn="l">
              <a:spcBef>
                <a:spcPts val="0"/>
              </a:spcBef>
              <a:buNone/>
              <a:defRPr sz="1800">
                <a:solidFill>
                  <a:schemeClr val="dk1"/>
                </a:solidFill>
                <a:latin typeface="Calibri"/>
                <a:ea typeface="Calibri"/>
                <a:cs typeface="Calibri"/>
                <a:sym typeface="Calibri"/>
              </a:defRPr>
            </a:lvl8pPr>
            <a:lvl9pPr indent="0" lvl="8" marL="0" marR="0" rtl="0" algn="l">
              <a:spcBef>
                <a:spcPts val="0"/>
              </a:spcBef>
              <a:buNone/>
              <a:defRPr sz="1800">
                <a:solidFill>
                  <a:schemeClr val="dk1"/>
                </a:solidFill>
                <a:latin typeface="Calibri"/>
                <a:ea typeface="Calibri"/>
                <a:cs typeface="Calibri"/>
                <a:sym typeface="Calibri"/>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32" name="Shape 32"/>
        <p:cNvGrpSpPr/>
        <p:nvPr/>
      </p:nvGrpSpPr>
      <p:grpSpPr>
        <a:xfrm>
          <a:off x="0" y="0"/>
          <a:ext cx="0" cy="0"/>
          <a:chOff x="0" y="0"/>
          <a:chExt cx="0" cy="0"/>
        </a:xfrm>
      </p:grpSpPr>
      <p:sp>
        <p:nvSpPr>
          <p:cNvPr id="33" name="Google Shape;33;p6"/>
          <p:cNvSpPr txBox="1"/>
          <p:nvPr>
            <p:ph type="title"/>
          </p:nvPr>
        </p:nvSpPr>
        <p:spPr>
          <a:xfrm>
            <a:off x="839788" y="365125"/>
            <a:ext cx="10515600" cy="1325563"/>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4" name="Google Shape;34;p6"/>
          <p:cNvSpPr txBox="1"/>
          <p:nvPr>
            <p:ph idx="1" type="body"/>
          </p:nvPr>
        </p:nvSpPr>
        <p:spPr>
          <a:xfrm>
            <a:off x="839788" y="1681163"/>
            <a:ext cx="5157787" cy="823912"/>
          </a:xfrm>
          <a:prstGeom prst="rect">
            <a:avLst/>
          </a:prstGeom>
          <a:noFill/>
          <a:ln>
            <a:noFill/>
          </a:ln>
        </p:spPr>
        <p:txBody>
          <a:bodyPr anchorCtr="0" anchor="b" bIns="45700" lIns="91425" spcFirstLastPara="1" rIns="91425" wrap="square" tIns="45700">
            <a:normAutofit/>
          </a:bodyPr>
          <a:lstStyle>
            <a:lvl1pPr indent="-228600" lvl="0" marL="457200" algn="l">
              <a:lnSpc>
                <a:spcPct val="90000"/>
              </a:lnSpc>
              <a:spcBef>
                <a:spcPts val="1000"/>
              </a:spcBef>
              <a:spcAft>
                <a:spcPts val="0"/>
              </a:spcAft>
              <a:buClr>
                <a:schemeClr val="dk1"/>
              </a:buClr>
              <a:buSzPts val="2400"/>
              <a:buNone/>
              <a:defRPr b="1" sz="2400"/>
            </a:lvl1pPr>
            <a:lvl2pPr indent="-228600" lvl="1" marL="914400" algn="l">
              <a:lnSpc>
                <a:spcPct val="90000"/>
              </a:lnSpc>
              <a:spcBef>
                <a:spcPts val="500"/>
              </a:spcBef>
              <a:spcAft>
                <a:spcPts val="0"/>
              </a:spcAft>
              <a:buClr>
                <a:schemeClr val="dk1"/>
              </a:buClr>
              <a:buSzPts val="2000"/>
              <a:buNone/>
              <a:defRPr b="1" sz="2000"/>
            </a:lvl2pPr>
            <a:lvl3pPr indent="-228600" lvl="2" marL="1371600" algn="l">
              <a:lnSpc>
                <a:spcPct val="90000"/>
              </a:lnSpc>
              <a:spcBef>
                <a:spcPts val="500"/>
              </a:spcBef>
              <a:spcAft>
                <a:spcPts val="0"/>
              </a:spcAft>
              <a:buClr>
                <a:schemeClr val="dk1"/>
              </a:buClr>
              <a:buSzPts val="1800"/>
              <a:buNone/>
              <a:defRPr b="1" sz="1800"/>
            </a:lvl3pPr>
            <a:lvl4pPr indent="-228600" lvl="3" marL="1828800" algn="l">
              <a:lnSpc>
                <a:spcPct val="90000"/>
              </a:lnSpc>
              <a:spcBef>
                <a:spcPts val="500"/>
              </a:spcBef>
              <a:spcAft>
                <a:spcPts val="0"/>
              </a:spcAft>
              <a:buClr>
                <a:schemeClr val="dk1"/>
              </a:buClr>
              <a:buSzPts val="1600"/>
              <a:buNone/>
              <a:defRPr b="1" sz="1600"/>
            </a:lvl4pPr>
            <a:lvl5pPr indent="-228600" lvl="4" marL="2286000" algn="l">
              <a:lnSpc>
                <a:spcPct val="90000"/>
              </a:lnSpc>
              <a:spcBef>
                <a:spcPts val="500"/>
              </a:spcBef>
              <a:spcAft>
                <a:spcPts val="0"/>
              </a:spcAft>
              <a:buClr>
                <a:schemeClr val="dk1"/>
              </a:buClr>
              <a:buSzPts val="1600"/>
              <a:buNone/>
              <a:defRPr b="1" sz="1600"/>
            </a:lvl5pPr>
            <a:lvl6pPr indent="-228600" lvl="5" marL="2743200" algn="l">
              <a:lnSpc>
                <a:spcPct val="90000"/>
              </a:lnSpc>
              <a:spcBef>
                <a:spcPts val="500"/>
              </a:spcBef>
              <a:spcAft>
                <a:spcPts val="0"/>
              </a:spcAft>
              <a:buClr>
                <a:schemeClr val="dk1"/>
              </a:buClr>
              <a:buSzPts val="1600"/>
              <a:buNone/>
              <a:defRPr b="1" sz="1600"/>
            </a:lvl6pPr>
            <a:lvl7pPr indent="-228600" lvl="6" marL="3200400" algn="l">
              <a:lnSpc>
                <a:spcPct val="90000"/>
              </a:lnSpc>
              <a:spcBef>
                <a:spcPts val="500"/>
              </a:spcBef>
              <a:spcAft>
                <a:spcPts val="0"/>
              </a:spcAft>
              <a:buClr>
                <a:schemeClr val="dk1"/>
              </a:buClr>
              <a:buSzPts val="1600"/>
              <a:buNone/>
              <a:defRPr b="1" sz="1600"/>
            </a:lvl7pPr>
            <a:lvl8pPr indent="-228600" lvl="7" marL="3657600" algn="l">
              <a:lnSpc>
                <a:spcPct val="90000"/>
              </a:lnSpc>
              <a:spcBef>
                <a:spcPts val="500"/>
              </a:spcBef>
              <a:spcAft>
                <a:spcPts val="0"/>
              </a:spcAft>
              <a:buClr>
                <a:schemeClr val="dk1"/>
              </a:buClr>
              <a:buSzPts val="1600"/>
              <a:buNone/>
              <a:defRPr b="1" sz="1600"/>
            </a:lvl8pPr>
            <a:lvl9pPr indent="-228600" lvl="8" marL="4114800" algn="l">
              <a:lnSpc>
                <a:spcPct val="90000"/>
              </a:lnSpc>
              <a:spcBef>
                <a:spcPts val="500"/>
              </a:spcBef>
              <a:spcAft>
                <a:spcPts val="0"/>
              </a:spcAft>
              <a:buClr>
                <a:schemeClr val="dk1"/>
              </a:buClr>
              <a:buSzPts val="1600"/>
              <a:buNone/>
              <a:defRPr b="1" sz="1600"/>
            </a:lvl9pPr>
          </a:lstStyle>
          <a:p/>
        </p:txBody>
      </p:sp>
      <p:sp>
        <p:nvSpPr>
          <p:cNvPr id="35" name="Google Shape;35;p6"/>
          <p:cNvSpPr txBox="1"/>
          <p:nvPr>
            <p:ph idx="2" type="body"/>
          </p:nvPr>
        </p:nvSpPr>
        <p:spPr>
          <a:xfrm>
            <a:off x="839788" y="2505075"/>
            <a:ext cx="5157787" cy="3684588"/>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36" name="Google Shape;36;p6"/>
          <p:cNvSpPr txBox="1"/>
          <p:nvPr>
            <p:ph idx="3" type="body"/>
          </p:nvPr>
        </p:nvSpPr>
        <p:spPr>
          <a:xfrm>
            <a:off x="6172200" y="1681163"/>
            <a:ext cx="5183188" cy="823912"/>
          </a:xfrm>
          <a:prstGeom prst="rect">
            <a:avLst/>
          </a:prstGeom>
          <a:noFill/>
          <a:ln>
            <a:noFill/>
          </a:ln>
        </p:spPr>
        <p:txBody>
          <a:bodyPr anchorCtr="0" anchor="b" bIns="45700" lIns="91425" spcFirstLastPara="1" rIns="91425" wrap="square" tIns="45700">
            <a:normAutofit/>
          </a:bodyPr>
          <a:lstStyle>
            <a:lvl1pPr indent="-228600" lvl="0" marL="457200" algn="l">
              <a:lnSpc>
                <a:spcPct val="90000"/>
              </a:lnSpc>
              <a:spcBef>
                <a:spcPts val="1000"/>
              </a:spcBef>
              <a:spcAft>
                <a:spcPts val="0"/>
              </a:spcAft>
              <a:buClr>
                <a:schemeClr val="dk1"/>
              </a:buClr>
              <a:buSzPts val="2400"/>
              <a:buNone/>
              <a:defRPr b="1" sz="2400"/>
            </a:lvl1pPr>
            <a:lvl2pPr indent="-228600" lvl="1" marL="914400" algn="l">
              <a:lnSpc>
                <a:spcPct val="90000"/>
              </a:lnSpc>
              <a:spcBef>
                <a:spcPts val="500"/>
              </a:spcBef>
              <a:spcAft>
                <a:spcPts val="0"/>
              </a:spcAft>
              <a:buClr>
                <a:schemeClr val="dk1"/>
              </a:buClr>
              <a:buSzPts val="2000"/>
              <a:buNone/>
              <a:defRPr b="1" sz="2000"/>
            </a:lvl2pPr>
            <a:lvl3pPr indent="-228600" lvl="2" marL="1371600" algn="l">
              <a:lnSpc>
                <a:spcPct val="90000"/>
              </a:lnSpc>
              <a:spcBef>
                <a:spcPts val="500"/>
              </a:spcBef>
              <a:spcAft>
                <a:spcPts val="0"/>
              </a:spcAft>
              <a:buClr>
                <a:schemeClr val="dk1"/>
              </a:buClr>
              <a:buSzPts val="1800"/>
              <a:buNone/>
              <a:defRPr b="1" sz="1800"/>
            </a:lvl3pPr>
            <a:lvl4pPr indent="-228600" lvl="3" marL="1828800" algn="l">
              <a:lnSpc>
                <a:spcPct val="90000"/>
              </a:lnSpc>
              <a:spcBef>
                <a:spcPts val="500"/>
              </a:spcBef>
              <a:spcAft>
                <a:spcPts val="0"/>
              </a:spcAft>
              <a:buClr>
                <a:schemeClr val="dk1"/>
              </a:buClr>
              <a:buSzPts val="1600"/>
              <a:buNone/>
              <a:defRPr b="1" sz="1600"/>
            </a:lvl4pPr>
            <a:lvl5pPr indent="-228600" lvl="4" marL="2286000" algn="l">
              <a:lnSpc>
                <a:spcPct val="90000"/>
              </a:lnSpc>
              <a:spcBef>
                <a:spcPts val="500"/>
              </a:spcBef>
              <a:spcAft>
                <a:spcPts val="0"/>
              </a:spcAft>
              <a:buClr>
                <a:schemeClr val="dk1"/>
              </a:buClr>
              <a:buSzPts val="1600"/>
              <a:buNone/>
              <a:defRPr b="1" sz="1600"/>
            </a:lvl5pPr>
            <a:lvl6pPr indent="-228600" lvl="5" marL="2743200" algn="l">
              <a:lnSpc>
                <a:spcPct val="90000"/>
              </a:lnSpc>
              <a:spcBef>
                <a:spcPts val="500"/>
              </a:spcBef>
              <a:spcAft>
                <a:spcPts val="0"/>
              </a:spcAft>
              <a:buClr>
                <a:schemeClr val="dk1"/>
              </a:buClr>
              <a:buSzPts val="1600"/>
              <a:buNone/>
              <a:defRPr b="1" sz="1600"/>
            </a:lvl6pPr>
            <a:lvl7pPr indent="-228600" lvl="6" marL="3200400" algn="l">
              <a:lnSpc>
                <a:spcPct val="90000"/>
              </a:lnSpc>
              <a:spcBef>
                <a:spcPts val="500"/>
              </a:spcBef>
              <a:spcAft>
                <a:spcPts val="0"/>
              </a:spcAft>
              <a:buClr>
                <a:schemeClr val="dk1"/>
              </a:buClr>
              <a:buSzPts val="1600"/>
              <a:buNone/>
              <a:defRPr b="1" sz="1600"/>
            </a:lvl7pPr>
            <a:lvl8pPr indent="-228600" lvl="7" marL="3657600" algn="l">
              <a:lnSpc>
                <a:spcPct val="90000"/>
              </a:lnSpc>
              <a:spcBef>
                <a:spcPts val="500"/>
              </a:spcBef>
              <a:spcAft>
                <a:spcPts val="0"/>
              </a:spcAft>
              <a:buClr>
                <a:schemeClr val="dk1"/>
              </a:buClr>
              <a:buSzPts val="1600"/>
              <a:buNone/>
              <a:defRPr b="1" sz="1600"/>
            </a:lvl8pPr>
            <a:lvl9pPr indent="-228600" lvl="8" marL="4114800" algn="l">
              <a:lnSpc>
                <a:spcPct val="90000"/>
              </a:lnSpc>
              <a:spcBef>
                <a:spcPts val="500"/>
              </a:spcBef>
              <a:spcAft>
                <a:spcPts val="0"/>
              </a:spcAft>
              <a:buClr>
                <a:schemeClr val="dk1"/>
              </a:buClr>
              <a:buSzPts val="1600"/>
              <a:buNone/>
              <a:defRPr b="1" sz="1600"/>
            </a:lvl9pPr>
          </a:lstStyle>
          <a:p/>
        </p:txBody>
      </p:sp>
      <p:sp>
        <p:nvSpPr>
          <p:cNvPr id="37" name="Google Shape;37;p6"/>
          <p:cNvSpPr txBox="1"/>
          <p:nvPr>
            <p:ph idx="4" type="body"/>
          </p:nvPr>
        </p:nvSpPr>
        <p:spPr>
          <a:xfrm>
            <a:off x="6172200" y="2505075"/>
            <a:ext cx="5183188" cy="3684588"/>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38" name="Google Shape;38;p6"/>
          <p:cNvSpPr txBox="1"/>
          <p:nvPr>
            <p:ph idx="10" type="dt"/>
          </p:nvPr>
        </p:nvSpPr>
        <p:spPr>
          <a:xfrm>
            <a:off x="838200" y="6356350"/>
            <a:ext cx="2743200" cy="365125"/>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sz="1800">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39" name="Google Shape;39;p6"/>
          <p:cNvSpPr txBox="1"/>
          <p:nvPr>
            <p:ph idx="11" type="ftr"/>
          </p:nvPr>
        </p:nvSpPr>
        <p:spPr>
          <a:xfrm>
            <a:off x="4038600" y="6356350"/>
            <a:ext cx="4114800" cy="365125"/>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sz="1800">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0" name="Google Shape;40;p6"/>
          <p:cNvSpPr txBox="1"/>
          <p:nvPr>
            <p:ph idx="12" type="sldNum"/>
          </p:nvPr>
        </p:nvSpPr>
        <p:spPr>
          <a:xfrm>
            <a:off x="8610600" y="6356350"/>
            <a:ext cx="2743200" cy="365125"/>
          </a:xfrm>
          <a:prstGeom prst="rect">
            <a:avLst/>
          </a:prstGeom>
          <a:noFill/>
          <a:ln>
            <a:noFill/>
          </a:ln>
        </p:spPr>
        <p:txBody>
          <a:bodyPr anchorCtr="0" anchor="t" bIns="45700" lIns="91425" spcFirstLastPara="1" rIns="91425" wrap="square" tIns="45700">
            <a:noAutofit/>
          </a:bodyPr>
          <a:lstStyle>
            <a:lvl1pPr indent="0" lvl="0" marL="0" marR="0" rtl="0" algn="l">
              <a:spcBef>
                <a:spcPts val="0"/>
              </a:spcBef>
              <a:buNone/>
              <a:defRPr sz="1800">
                <a:solidFill>
                  <a:schemeClr val="dk1"/>
                </a:solidFill>
                <a:latin typeface="Calibri"/>
                <a:ea typeface="Calibri"/>
                <a:cs typeface="Calibri"/>
                <a:sym typeface="Calibri"/>
              </a:defRPr>
            </a:lvl1pPr>
            <a:lvl2pPr indent="0" lvl="1" marL="0" marR="0" rtl="0" algn="l">
              <a:spcBef>
                <a:spcPts val="0"/>
              </a:spcBef>
              <a:buNone/>
              <a:defRPr sz="1800">
                <a:solidFill>
                  <a:schemeClr val="dk1"/>
                </a:solidFill>
                <a:latin typeface="Calibri"/>
                <a:ea typeface="Calibri"/>
                <a:cs typeface="Calibri"/>
                <a:sym typeface="Calibri"/>
              </a:defRPr>
            </a:lvl2pPr>
            <a:lvl3pPr indent="0" lvl="2" marL="0" marR="0" rtl="0" algn="l">
              <a:spcBef>
                <a:spcPts val="0"/>
              </a:spcBef>
              <a:buNone/>
              <a:defRPr sz="1800">
                <a:solidFill>
                  <a:schemeClr val="dk1"/>
                </a:solidFill>
                <a:latin typeface="Calibri"/>
                <a:ea typeface="Calibri"/>
                <a:cs typeface="Calibri"/>
                <a:sym typeface="Calibri"/>
              </a:defRPr>
            </a:lvl3pPr>
            <a:lvl4pPr indent="0" lvl="3" marL="0" marR="0" rtl="0" algn="l">
              <a:spcBef>
                <a:spcPts val="0"/>
              </a:spcBef>
              <a:buNone/>
              <a:defRPr sz="1800">
                <a:solidFill>
                  <a:schemeClr val="dk1"/>
                </a:solidFill>
                <a:latin typeface="Calibri"/>
                <a:ea typeface="Calibri"/>
                <a:cs typeface="Calibri"/>
                <a:sym typeface="Calibri"/>
              </a:defRPr>
            </a:lvl4pPr>
            <a:lvl5pPr indent="0" lvl="4" marL="0" marR="0" rtl="0" algn="l">
              <a:spcBef>
                <a:spcPts val="0"/>
              </a:spcBef>
              <a:buNone/>
              <a:defRPr sz="1800">
                <a:solidFill>
                  <a:schemeClr val="dk1"/>
                </a:solidFill>
                <a:latin typeface="Calibri"/>
                <a:ea typeface="Calibri"/>
                <a:cs typeface="Calibri"/>
                <a:sym typeface="Calibri"/>
              </a:defRPr>
            </a:lvl5pPr>
            <a:lvl6pPr indent="0" lvl="5" marL="0" marR="0" rtl="0" algn="l">
              <a:spcBef>
                <a:spcPts val="0"/>
              </a:spcBef>
              <a:buNone/>
              <a:defRPr sz="1800">
                <a:solidFill>
                  <a:schemeClr val="dk1"/>
                </a:solidFill>
                <a:latin typeface="Calibri"/>
                <a:ea typeface="Calibri"/>
                <a:cs typeface="Calibri"/>
                <a:sym typeface="Calibri"/>
              </a:defRPr>
            </a:lvl6pPr>
            <a:lvl7pPr indent="0" lvl="6" marL="0" marR="0" rtl="0" algn="l">
              <a:spcBef>
                <a:spcPts val="0"/>
              </a:spcBef>
              <a:buNone/>
              <a:defRPr sz="1800">
                <a:solidFill>
                  <a:schemeClr val="dk1"/>
                </a:solidFill>
                <a:latin typeface="Calibri"/>
                <a:ea typeface="Calibri"/>
                <a:cs typeface="Calibri"/>
                <a:sym typeface="Calibri"/>
              </a:defRPr>
            </a:lvl7pPr>
            <a:lvl8pPr indent="0" lvl="7" marL="0" marR="0" rtl="0" algn="l">
              <a:spcBef>
                <a:spcPts val="0"/>
              </a:spcBef>
              <a:buNone/>
              <a:defRPr sz="1800">
                <a:solidFill>
                  <a:schemeClr val="dk1"/>
                </a:solidFill>
                <a:latin typeface="Calibri"/>
                <a:ea typeface="Calibri"/>
                <a:cs typeface="Calibri"/>
                <a:sym typeface="Calibri"/>
              </a:defRPr>
            </a:lvl8pPr>
            <a:lvl9pPr indent="0" lvl="8" marL="0" marR="0" rtl="0" algn="l">
              <a:spcBef>
                <a:spcPts val="0"/>
              </a:spcBef>
              <a:buNone/>
              <a:defRPr sz="1800">
                <a:solidFill>
                  <a:schemeClr val="dk1"/>
                </a:solidFill>
                <a:latin typeface="Calibri"/>
                <a:ea typeface="Calibri"/>
                <a:cs typeface="Calibri"/>
                <a:sym typeface="Calibri"/>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41" name="Shape 41"/>
        <p:cNvGrpSpPr/>
        <p:nvPr/>
      </p:nvGrpSpPr>
      <p:grpSpPr>
        <a:xfrm>
          <a:off x="0" y="0"/>
          <a:ext cx="0" cy="0"/>
          <a:chOff x="0" y="0"/>
          <a:chExt cx="0" cy="0"/>
        </a:xfrm>
      </p:grpSpPr>
      <p:sp>
        <p:nvSpPr>
          <p:cNvPr id="42" name="Google Shape;42;p7"/>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3" name="Google Shape;43;p7"/>
          <p:cNvSpPr txBox="1"/>
          <p:nvPr>
            <p:ph idx="10" type="dt"/>
          </p:nvPr>
        </p:nvSpPr>
        <p:spPr>
          <a:xfrm>
            <a:off x="838200" y="6356350"/>
            <a:ext cx="2743200" cy="365125"/>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sz="1800">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4" name="Google Shape;44;p7"/>
          <p:cNvSpPr txBox="1"/>
          <p:nvPr>
            <p:ph idx="11" type="ftr"/>
          </p:nvPr>
        </p:nvSpPr>
        <p:spPr>
          <a:xfrm>
            <a:off x="4038600" y="6356350"/>
            <a:ext cx="4114800" cy="365125"/>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sz="1800">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5" name="Google Shape;45;p7"/>
          <p:cNvSpPr txBox="1"/>
          <p:nvPr>
            <p:ph idx="12" type="sldNum"/>
          </p:nvPr>
        </p:nvSpPr>
        <p:spPr>
          <a:xfrm>
            <a:off x="8610600" y="6356350"/>
            <a:ext cx="2743200" cy="365125"/>
          </a:xfrm>
          <a:prstGeom prst="rect">
            <a:avLst/>
          </a:prstGeom>
          <a:noFill/>
          <a:ln>
            <a:noFill/>
          </a:ln>
        </p:spPr>
        <p:txBody>
          <a:bodyPr anchorCtr="0" anchor="t" bIns="45700" lIns="91425" spcFirstLastPara="1" rIns="91425" wrap="square" tIns="45700">
            <a:noAutofit/>
          </a:bodyPr>
          <a:lstStyle>
            <a:lvl1pPr indent="0" lvl="0" marL="0" marR="0" rtl="0" algn="l">
              <a:spcBef>
                <a:spcPts val="0"/>
              </a:spcBef>
              <a:buNone/>
              <a:defRPr sz="1800">
                <a:solidFill>
                  <a:schemeClr val="dk1"/>
                </a:solidFill>
                <a:latin typeface="Calibri"/>
                <a:ea typeface="Calibri"/>
                <a:cs typeface="Calibri"/>
                <a:sym typeface="Calibri"/>
              </a:defRPr>
            </a:lvl1pPr>
            <a:lvl2pPr indent="0" lvl="1" marL="0" marR="0" rtl="0" algn="l">
              <a:spcBef>
                <a:spcPts val="0"/>
              </a:spcBef>
              <a:buNone/>
              <a:defRPr sz="1800">
                <a:solidFill>
                  <a:schemeClr val="dk1"/>
                </a:solidFill>
                <a:latin typeface="Calibri"/>
                <a:ea typeface="Calibri"/>
                <a:cs typeface="Calibri"/>
                <a:sym typeface="Calibri"/>
              </a:defRPr>
            </a:lvl2pPr>
            <a:lvl3pPr indent="0" lvl="2" marL="0" marR="0" rtl="0" algn="l">
              <a:spcBef>
                <a:spcPts val="0"/>
              </a:spcBef>
              <a:buNone/>
              <a:defRPr sz="1800">
                <a:solidFill>
                  <a:schemeClr val="dk1"/>
                </a:solidFill>
                <a:latin typeface="Calibri"/>
                <a:ea typeface="Calibri"/>
                <a:cs typeface="Calibri"/>
                <a:sym typeface="Calibri"/>
              </a:defRPr>
            </a:lvl3pPr>
            <a:lvl4pPr indent="0" lvl="3" marL="0" marR="0" rtl="0" algn="l">
              <a:spcBef>
                <a:spcPts val="0"/>
              </a:spcBef>
              <a:buNone/>
              <a:defRPr sz="1800">
                <a:solidFill>
                  <a:schemeClr val="dk1"/>
                </a:solidFill>
                <a:latin typeface="Calibri"/>
                <a:ea typeface="Calibri"/>
                <a:cs typeface="Calibri"/>
                <a:sym typeface="Calibri"/>
              </a:defRPr>
            </a:lvl4pPr>
            <a:lvl5pPr indent="0" lvl="4" marL="0" marR="0" rtl="0" algn="l">
              <a:spcBef>
                <a:spcPts val="0"/>
              </a:spcBef>
              <a:buNone/>
              <a:defRPr sz="1800">
                <a:solidFill>
                  <a:schemeClr val="dk1"/>
                </a:solidFill>
                <a:latin typeface="Calibri"/>
                <a:ea typeface="Calibri"/>
                <a:cs typeface="Calibri"/>
                <a:sym typeface="Calibri"/>
              </a:defRPr>
            </a:lvl5pPr>
            <a:lvl6pPr indent="0" lvl="5" marL="0" marR="0" rtl="0" algn="l">
              <a:spcBef>
                <a:spcPts val="0"/>
              </a:spcBef>
              <a:buNone/>
              <a:defRPr sz="1800">
                <a:solidFill>
                  <a:schemeClr val="dk1"/>
                </a:solidFill>
                <a:latin typeface="Calibri"/>
                <a:ea typeface="Calibri"/>
                <a:cs typeface="Calibri"/>
                <a:sym typeface="Calibri"/>
              </a:defRPr>
            </a:lvl6pPr>
            <a:lvl7pPr indent="0" lvl="6" marL="0" marR="0" rtl="0" algn="l">
              <a:spcBef>
                <a:spcPts val="0"/>
              </a:spcBef>
              <a:buNone/>
              <a:defRPr sz="1800">
                <a:solidFill>
                  <a:schemeClr val="dk1"/>
                </a:solidFill>
                <a:latin typeface="Calibri"/>
                <a:ea typeface="Calibri"/>
                <a:cs typeface="Calibri"/>
                <a:sym typeface="Calibri"/>
              </a:defRPr>
            </a:lvl7pPr>
            <a:lvl8pPr indent="0" lvl="7" marL="0" marR="0" rtl="0" algn="l">
              <a:spcBef>
                <a:spcPts val="0"/>
              </a:spcBef>
              <a:buNone/>
              <a:defRPr sz="1800">
                <a:solidFill>
                  <a:schemeClr val="dk1"/>
                </a:solidFill>
                <a:latin typeface="Calibri"/>
                <a:ea typeface="Calibri"/>
                <a:cs typeface="Calibri"/>
                <a:sym typeface="Calibri"/>
              </a:defRPr>
            </a:lvl8pPr>
            <a:lvl9pPr indent="0" lvl="8" marL="0" marR="0" rtl="0" algn="l">
              <a:spcBef>
                <a:spcPts val="0"/>
              </a:spcBef>
              <a:buNone/>
              <a:defRPr sz="1800">
                <a:solidFill>
                  <a:schemeClr val="dk1"/>
                </a:solidFill>
                <a:latin typeface="Calibri"/>
                <a:ea typeface="Calibri"/>
                <a:cs typeface="Calibri"/>
                <a:sym typeface="Calibri"/>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6" name="Shape 46"/>
        <p:cNvGrpSpPr/>
        <p:nvPr/>
      </p:nvGrpSpPr>
      <p:grpSpPr>
        <a:xfrm>
          <a:off x="0" y="0"/>
          <a:ext cx="0" cy="0"/>
          <a:chOff x="0" y="0"/>
          <a:chExt cx="0" cy="0"/>
        </a:xfrm>
      </p:grpSpPr>
      <p:sp>
        <p:nvSpPr>
          <p:cNvPr id="47" name="Google Shape;47;p8"/>
          <p:cNvSpPr txBox="1"/>
          <p:nvPr>
            <p:ph idx="10" type="dt"/>
          </p:nvPr>
        </p:nvSpPr>
        <p:spPr>
          <a:xfrm>
            <a:off x="838200" y="6356350"/>
            <a:ext cx="2743200" cy="365125"/>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sz="1800">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8" name="Google Shape;48;p8"/>
          <p:cNvSpPr txBox="1"/>
          <p:nvPr>
            <p:ph idx="11" type="ftr"/>
          </p:nvPr>
        </p:nvSpPr>
        <p:spPr>
          <a:xfrm>
            <a:off x="4038600" y="6356350"/>
            <a:ext cx="4114800" cy="365125"/>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sz="1800">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9" name="Google Shape;49;p8"/>
          <p:cNvSpPr txBox="1"/>
          <p:nvPr>
            <p:ph idx="12" type="sldNum"/>
          </p:nvPr>
        </p:nvSpPr>
        <p:spPr>
          <a:xfrm>
            <a:off x="8610600" y="6356350"/>
            <a:ext cx="2743200" cy="365125"/>
          </a:xfrm>
          <a:prstGeom prst="rect">
            <a:avLst/>
          </a:prstGeom>
          <a:noFill/>
          <a:ln>
            <a:noFill/>
          </a:ln>
        </p:spPr>
        <p:txBody>
          <a:bodyPr anchorCtr="0" anchor="t" bIns="45700" lIns="91425" spcFirstLastPara="1" rIns="91425" wrap="square" tIns="45700">
            <a:noAutofit/>
          </a:bodyPr>
          <a:lstStyle>
            <a:lvl1pPr indent="0" lvl="0" marL="0" marR="0" rtl="0" algn="l">
              <a:spcBef>
                <a:spcPts val="0"/>
              </a:spcBef>
              <a:buNone/>
              <a:defRPr sz="1800">
                <a:solidFill>
                  <a:schemeClr val="dk1"/>
                </a:solidFill>
                <a:latin typeface="Calibri"/>
                <a:ea typeface="Calibri"/>
                <a:cs typeface="Calibri"/>
                <a:sym typeface="Calibri"/>
              </a:defRPr>
            </a:lvl1pPr>
            <a:lvl2pPr indent="0" lvl="1" marL="0" marR="0" rtl="0" algn="l">
              <a:spcBef>
                <a:spcPts val="0"/>
              </a:spcBef>
              <a:buNone/>
              <a:defRPr sz="1800">
                <a:solidFill>
                  <a:schemeClr val="dk1"/>
                </a:solidFill>
                <a:latin typeface="Calibri"/>
                <a:ea typeface="Calibri"/>
                <a:cs typeface="Calibri"/>
                <a:sym typeface="Calibri"/>
              </a:defRPr>
            </a:lvl2pPr>
            <a:lvl3pPr indent="0" lvl="2" marL="0" marR="0" rtl="0" algn="l">
              <a:spcBef>
                <a:spcPts val="0"/>
              </a:spcBef>
              <a:buNone/>
              <a:defRPr sz="1800">
                <a:solidFill>
                  <a:schemeClr val="dk1"/>
                </a:solidFill>
                <a:latin typeface="Calibri"/>
                <a:ea typeface="Calibri"/>
                <a:cs typeface="Calibri"/>
                <a:sym typeface="Calibri"/>
              </a:defRPr>
            </a:lvl3pPr>
            <a:lvl4pPr indent="0" lvl="3" marL="0" marR="0" rtl="0" algn="l">
              <a:spcBef>
                <a:spcPts val="0"/>
              </a:spcBef>
              <a:buNone/>
              <a:defRPr sz="1800">
                <a:solidFill>
                  <a:schemeClr val="dk1"/>
                </a:solidFill>
                <a:latin typeface="Calibri"/>
                <a:ea typeface="Calibri"/>
                <a:cs typeface="Calibri"/>
                <a:sym typeface="Calibri"/>
              </a:defRPr>
            </a:lvl4pPr>
            <a:lvl5pPr indent="0" lvl="4" marL="0" marR="0" rtl="0" algn="l">
              <a:spcBef>
                <a:spcPts val="0"/>
              </a:spcBef>
              <a:buNone/>
              <a:defRPr sz="1800">
                <a:solidFill>
                  <a:schemeClr val="dk1"/>
                </a:solidFill>
                <a:latin typeface="Calibri"/>
                <a:ea typeface="Calibri"/>
                <a:cs typeface="Calibri"/>
                <a:sym typeface="Calibri"/>
              </a:defRPr>
            </a:lvl5pPr>
            <a:lvl6pPr indent="0" lvl="5" marL="0" marR="0" rtl="0" algn="l">
              <a:spcBef>
                <a:spcPts val="0"/>
              </a:spcBef>
              <a:buNone/>
              <a:defRPr sz="1800">
                <a:solidFill>
                  <a:schemeClr val="dk1"/>
                </a:solidFill>
                <a:latin typeface="Calibri"/>
                <a:ea typeface="Calibri"/>
                <a:cs typeface="Calibri"/>
                <a:sym typeface="Calibri"/>
              </a:defRPr>
            </a:lvl6pPr>
            <a:lvl7pPr indent="0" lvl="6" marL="0" marR="0" rtl="0" algn="l">
              <a:spcBef>
                <a:spcPts val="0"/>
              </a:spcBef>
              <a:buNone/>
              <a:defRPr sz="1800">
                <a:solidFill>
                  <a:schemeClr val="dk1"/>
                </a:solidFill>
                <a:latin typeface="Calibri"/>
                <a:ea typeface="Calibri"/>
                <a:cs typeface="Calibri"/>
                <a:sym typeface="Calibri"/>
              </a:defRPr>
            </a:lvl7pPr>
            <a:lvl8pPr indent="0" lvl="7" marL="0" marR="0" rtl="0" algn="l">
              <a:spcBef>
                <a:spcPts val="0"/>
              </a:spcBef>
              <a:buNone/>
              <a:defRPr sz="1800">
                <a:solidFill>
                  <a:schemeClr val="dk1"/>
                </a:solidFill>
                <a:latin typeface="Calibri"/>
                <a:ea typeface="Calibri"/>
                <a:cs typeface="Calibri"/>
                <a:sym typeface="Calibri"/>
              </a:defRPr>
            </a:lvl8pPr>
            <a:lvl9pPr indent="0" lvl="8" marL="0" marR="0" rtl="0" algn="l">
              <a:spcBef>
                <a:spcPts val="0"/>
              </a:spcBef>
              <a:buNone/>
              <a:defRPr sz="1800">
                <a:solidFill>
                  <a:schemeClr val="dk1"/>
                </a:solidFill>
                <a:latin typeface="Calibri"/>
                <a:ea typeface="Calibri"/>
                <a:cs typeface="Calibri"/>
                <a:sym typeface="Calibri"/>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50" name="Shape 50"/>
        <p:cNvGrpSpPr/>
        <p:nvPr/>
      </p:nvGrpSpPr>
      <p:grpSpPr>
        <a:xfrm>
          <a:off x="0" y="0"/>
          <a:ext cx="0" cy="0"/>
          <a:chOff x="0" y="0"/>
          <a:chExt cx="0" cy="0"/>
        </a:xfrm>
      </p:grpSpPr>
      <p:sp>
        <p:nvSpPr>
          <p:cNvPr id="51" name="Google Shape;51;p9"/>
          <p:cNvSpPr txBox="1"/>
          <p:nvPr>
            <p:ph type="title"/>
          </p:nvPr>
        </p:nvSpPr>
        <p:spPr>
          <a:xfrm>
            <a:off x="839788" y="457200"/>
            <a:ext cx="3932237" cy="1600200"/>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dk1"/>
              </a:buClr>
              <a:buSzPts val="3200"/>
              <a:buFont typeface="Calibri"/>
              <a:buNone/>
              <a:defRPr sz="3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2" name="Google Shape;52;p9"/>
          <p:cNvSpPr txBox="1"/>
          <p:nvPr>
            <p:ph idx="1" type="body"/>
          </p:nvPr>
        </p:nvSpPr>
        <p:spPr>
          <a:xfrm>
            <a:off x="5183188" y="987425"/>
            <a:ext cx="6172200" cy="4873625"/>
          </a:xfrm>
          <a:prstGeom prst="rect">
            <a:avLst/>
          </a:prstGeom>
          <a:noFill/>
          <a:ln>
            <a:noFill/>
          </a:ln>
        </p:spPr>
        <p:txBody>
          <a:bodyPr anchorCtr="0" anchor="t" bIns="45700" lIns="91425" spcFirstLastPara="1" rIns="91425" wrap="square" tIns="45700">
            <a:normAutofit/>
          </a:bodyPr>
          <a:lstStyle>
            <a:lvl1pPr indent="-431800" lvl="0" marL="457200" algn="l">
              <a:lnSpc>
                <a:spcPct val="90000"/>
              </a:lnSpc>
              <a:spcBef>
                <a:spcPts val="1000"/>
              </a:spcBef>
              <a:spcAft>
                <a:spcPts val="0"/>
              </a:spcAft>
              <a:buClr>
                <a:schemeClr val="dk1"/>
              </a:buClr>
              <a:buSzPts val="3200"/>
              <a:buChar char="•"/>
              <a:defRPr sz="3200"/>
            </a:lvl1pPr>
            <a:lvl2pPr indent="-406400" lvl="1" marL="914400" algn="l">
              <a:lnSpc>
                <a:spcPct val="90000"/>
              </a:lnSpc>
              <a:spcBef>
                <a:spcPts val="500"/>
              </a:spcBef>
              <a:spcAft>
                <a:spcPts val="0"/>
              </a:spcAft>
              <a:buClr>
                <a:schemeClr val="dk1"/>
              </a:buClr>
              <a:buSzPts val="2800"/>
              <a:buChar char="•"/>
              <a:defRPr sz="2800"/>
            </a:lvl2pPr>
            <a:lvl3pPr indent="-381000" lvl="2" marL="1371600" algn="l">
              <a:lnSpc>
                <a:spcPct val="90000"/>
              </a:lnSpc>
              <a:spcBef>
                <a:spcPts val="500"/>
              </a:spcBef>
              <a:spcAft>
                <a:spcPts val="0"/>
              </a:spcAft>
              <a:buClr>
                <a:schemeClr val="dk1"/>
              </a:buClr>
              <a:buSzPts val="2400"/>
              <a:buChar char="•"/>
              <a:defRPr sz="2400"/>
            </a:lvl3pPr>
            <a:lvl4pPr indent="-355600" lvl="3" marL="1828800" algn="l">
              <a:lnSpc>
                <a:spcPct val="90000"/>
              </a:lnSpc>
              <a:spcBef>
                <a:spcPts val="500"/>
              </a:spcBef>
              <a:spcAft>
                <a:spcPts val="0"/>
              </a:spcAft>
              <a:buClr>
                <a:schemeClr val="dk1"/>
              </a:buClr>
              <a:buSzPts val="2000"/>
              <a:buChar char="•"/>
              <a:defRPr sz="2000"/>
            </a:lvl4pPr>
            <a:lvl5pPr indent="-355600" lvl="4" marL="2286000" algn="l">
              <a:lnSpc>
                <a:spcPct val="90000"/>
              </a:lnSpc>
              <a:spcBef>
                <a:spcPts val="500"/>
              </a:spcBef>
              <a:spcAft>
                <a:spcPts val="0"/>
              </a:spcAft>
              <a:buClr>
                <a:schemeClr val="dk1"/>
              </a:buClr>
              <a:buSzPts val="2000"/>
              <a:buChar char="•"/>
              <a:defRPr sz="2000"/>
            </a:lvl5pPr>
            <a:lvl6pPr indent="-355600" lvl="5" marL="2743200" algn="l">
              <a:lnSpc>
                <a:spcPct val="90000"/>
              </a:lnSpc>
              <a:spcBef>
                <a:spcPts val="500"/>
              </a:spcBef>
              <a:spcAft>
                <a:spcPts val="0"/>
              </a:spcAft>
              <a:buClr>
                <a:schemeClr val="dk1"/>
              </a:buClr>
              <a:buSzPts val="2000"/>
              <a:buChar char="•"/>
              <a:defRPr sz="2000"/>
            </a:lvl6pPr>
            <a:lvl7pPr indent="-355600" lvl="6" marL="3200400" algn="l">
              <a:lnSpc>
                <a:spcPct val="90000"/>
              </a:lnSpc>
              <a:spcBef>
                <a:spcPts val="500"/>
              </a:spcBef>
              <a:spcAft>
                <a:spcPts val="0"/>
              </a:spcAft>
              <a:buClr>
                <a:schemeClr val="dk1"/>
              </a:buClr>
              <a:buSzPts val="2000"/>
              <a:buChar char="•"/>
              <a:defRPr sz="2000"/>
            </a:lvl7pPr>
            <a:lvl8pPr indent="-355600" lvl="7" marL="3657600" algn="l">
              <a:lnSpc>
                <a:spcPct val="90000"/>
              </a:lnSpc>
              <a:spcBef>
                <a:spcPts val="500"/>
              </a:spcBef>
              <a:spcAft>
                <a:spcPts val="0"/>
              </a:spcAft>
              <a:buClr>
                <a:schemeClr val="dk1"/>
              </a:buClr>
              <a:buSzPts val="2000"/>
              <a:buChar char="•"/>
              <a:defRPr sz="2000"/>
            </a:lvl8pPr>
            <a:lvl9pPr indent="-355600" lvl="8" marL="4114800" algn="l">
              <a:lnSpc>
                <a:spcPct val="90000"/>
              </a:lnSpc>
              <a:spcBef>
                <a:spcPts val="500"/>
              </a:spcBef>
              <a:spcAft>
                <a:spcPts val="0"/>
              </a:spcAft>
              <a:buClr>
                <a:schemeClr val="dk1"/>
              </a:buClr>
              <a:buSzPts val="2000"/>
              <a:buChar char="•"/>
              <a:defRPr sz="2000"/>
            </a:lvl9pPr>
          </a:lstStyle>
          <a:p/>
        </p:txBody>
      </p:sp>
      <p:sp>
        <p:nvSpPr>
          <p:cNvPr id="53" name="Google Shape;53;p9"/>
          <p:cNvSpPr txBox="1"/>
          <p:nvPr>
            <p:ph idx="2" type="body"/>
          </p:nvPr>
        </p:nvSpPr>
        <p:spPr>
          <a:xfrm>
            <a:off x="839788" y="2057400"/>
            <a:ext cx="3932237" cy="3811588"/>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1000"/>
              </a:spcBef>
              <a:spcAft>
                <a:spcPts val="0"/>
              </a:spcAft>
              <a:buClr>
                <a:schemeClr val="dk1"/>
              </a:buClr>
              <a:buSzPts val="1600"/>
              <a:buNone/>
              <a:defRPr sz="1600"/>
            </a:lvl1pPr>
            <a:lvl2pPr indent="-228600" lvl="1" marL="914400" algn="l">
              <a:lnSpc>
                <a:spcPct val="90000"/>
              </a:lnSpc>
              <a:spcBef>
                <a:spcPts val="500"/>
              </a:spcBef>
              <a:spcAft>
                <a:spcPts val="0"/>
              </a:spcAft>
              <a:buClr>
                <a:schemeClr val="dk1"/>
              </a:buClr>
              <a:buSzPts val="1400"/>
              <a:buNone/>
              <a:defRPr sz="1400"/>
            </a:lvl2pPr>
            <a:lvl3pPr indent="-228600" lvl="2" marL="1371600" algn="l">
              <a:lnSpc>
                <a:spcPct val="90000"/>
              </a:lnSpc>
              <a:spcBef>
                <a:spcPts val="500"/>
              </a:spcBef>
              <a:spcAft>
                <a:spcPts val="0"/>
              </a:spcAft>
              <a:buClr>
                <a:schemeClr val="dk1"/>
              </a:buClr>
              <a:buSzPts val="1200"/>
              <a:buNone/>
              <a:defRPr sz="1200"/>
            </a:lvl3pPr>
            <a:lvl4pPr indent="-228600" lvl="3" marL="1828800" algn="l">
              <a:lnSpc>
                <a:spcPct val="90000"/>
              </a:lnSpc>
              <a:spcBef>
                <a:spcPts val="500"/>
              </a:spcBef>
              <a:spcAft>
                <a:spcPts val="0"/>
              </a:spcAft>
              <a:buClr>
                <a:schemeClr val="dk1"/>
              </a:buClr>
              <a:buSzPts val="1000"/>
              <a:buNone/>
              <a:defRPr sz="1000"/>
            </a:lvl4pPr>
            <a:lvl5pPr indent="-228600" lvl="4" marL="2286000" algn="l">
              <a:lnSpc>
                <a:spcPct val="90000"/>
              </a:lnSpc>
              <a:spcBef>
                <a:spcPts val="500"/>
              </a:spcBef>
              <a:spcAft>
                <a:spcPts val="0"/>
              </a:spcAft>
              <a:buClr>
                <a:schemeClr val="dk1"/>
              </a:buClr>
              <a:buSzPts val="1000"/>
              <a:buNone/>
              <a:defRPr sz="1000"/>
            </a:lvl5pPr>
            <a:lvl6pPr indent="-228600" lvl="5" marL="2743200" algn="l">
              <a:lnSpc>
                <a:spcPct val="90000"/>
              </a:lnSpc>
              <a:spcBef>
                <a:spcPts val="500"/>
              </a:spcBef>
              <a:spcAft>
                <a:spcPts val="0"/>
              </a:spcAft>
              <a:buClr>
                <a:schemeClr val="dk1"/>
              </a:buClr>
              <a:buSzPts val="1000"/>
              <a:buNone/>
              <a:defRPr sz="1000"/>
            </a:lvl6pPr>
            <a:lvl7pPr indent="-228600" lvl="6" marL="3200400" algn="l">
              <a:lnSpc>
                <a:spcPct val="90000"/>
              </a:lnSpc>
              <a:spcBef>
                <a:spcPts val="500"/>
              </a:spcBef>
              <a:spcAft>
                <a:spcPts val="0"/>
              </a:spcAft>
              <a:buClr>
                <a:schemeClr val="dk1"/>
              </a:buClr>
              <a:buSzPts val="1000"/>
              <a:buNone/>
              <a:defRPr sz="1000"/>
            </a:lvl7pPr>
            <a:lvl8pPr indent="-228600" lvl="7" marL="3657600" algn="l">
              <a:lnSpc>
                <a:spcPct val="90000"/>
              </a:lnSpc>
              <a:spcBef>
                <a:spcPts val="500"/>
              </a:spcBef>
              <a:spcAft>
                <a:spcPts val="0"/>
              </a:spcAft>
              <a:buClr>
                <a:schemeClr val="dk1"/>
              </a:buClr>
              <a:buSzPts val="1000"/>
              <a:buNone/>
              <a:defRPr sz="1000"/>
            </a:lvl8pPr>
            <a:lvl9pPr indent="-228600" lvl="8" marL="4114800" algn="l">
              <a:lnSpc>
                <a:spcPct val="90000"/>
              </a:lnSpc>
              <a:spcBef>
                <a:spcPts val="500"/>
              </a:spcBef>
              <a:spcAft>
                <a:spcPts val="0"/>
              </a:spcAft>
              <a:buClr>
                <a:schemeClr val="dk1"/>
              </a:buClr>
              <a:buSzPts val="1000"/>
              <a:buNone/>
              <a:defRPr sz="1000"/>
            </a:lvl9pPr>
          </a:lstStyle>
          <a:p/>
        </p:txBody>
      </p:sp>
      <p:sp>
        <p:nvSpPr>
          <p:cNvPr id="54" name="Google Shape;54;p9"/>
          <p:cNvSpPr txBox="1"/>
          <p:nvPr>
            <p:ph idx="10" type="dt"/>
          </p:nvPr>
        </p:nvSpPr>
        <p:spPr>
          <a:xfrm>
            <a:off x="838200" y="6356350"/>
            <a:ext cx="2743200" cy="365125"/>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sz="1800">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5" name="Google Shape;55;p9"/>
          <p:cNvSpPr txBox="1"/>
          <p:nvPr>
            <p:ph idx="11" type="ftr"/>
          </p:nvPr>
        </p:nvSpPr>
        <p:spPr>
          <a:xfrm>
            <a:off x="4038600" y="6356350"/>
            <a:ext cx="4114800" cy="365125"/>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sz="1800">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6" name="Google Shape;56;p9"/>
          <p:cNvSpPr txBox="1"/>
          <p:nvPr>
            <p:ph idx="12" type="sldNum"/>
          </p:nvPr>
        </p:nvSpPr>
        <p:spPr>
          <a:xfrm>
            <a:off x="8610600" y="6356350"/>
            <a:ext cx="2743200" cy="365125"/>
          </a:xfrm>
          <a:prstGeom prst="rect">
            <a:avLst/>
          </a:prstGeom>
          <a:noFill/>
          <a:ln>
            <a:noFill/>
          </a:ln>
        </p:spPr>
        <p:txBody>
          <a:bodyPr anchorCtr="0" anchor="t" bIns="45700" lIns="91425" spcFirstLastPara="1" rIns="91425" wrap="square" tIns="45700">
            <a:noAutofit/>
          </a:bodyPr>
          <a:lstStyle>
            <a:lvl1pPr indent="0" lvl="0" marL="0" marR="0" rtl="0" algn="l">
              <a:spcBef>
                <a:spcPts val="0"/>
              </a:spcBef>
              <a:buNone/>
              <a:defRPr sz="1800">
                <a:solidFill>
                  <a:schemeClr val="dk1"/>
                </a:solidFill>
                <a:latin typeface="Calibri"/>
                <a:ea typeface="Calibri"/>
                <a:cs typeface="Calibri"/>
                <a:sym typeface="Calibri"/>
              </a:defRPr>
            </a:lvl1pPr>
            <a:lvl2pPr indent="0" lvl="1" marL="0" marR="0" rtl="0" algn="l">
              <a:spcBef>
                <a:spcPts val="0"/>
              </a:spcBef>
              <a:buNone/>
              <a:defRPr sz="1800">
                <a:solidFill>
                  <a:schemeClr val="dk1"/>
                </a:solidFill>
                <a:latin typeface="Calibri"/>
                <a:ea typeface="Calibri"/>
                <a:cs typeface="Calibri"/>
                <a:sym typeface="Calibri"/>
              </a:defRPr>
            </a:lvl2pPr>
            <a:lvl3pPr indent="0" lvl="2" marL="0" marR="0" rtl="0" algn="l">
              <a:spcBef>
                <a:spcPts val="0"/>
              </a:spcBef>
              <a:buNone/>
              <a:defRPr sz="1800">
                <a:solidFill>
                  <a:schemeClr val="dk1"/>
                </a:solidFill>
                <a:latin typeface="Calibri"/>
                <a:ea typeface="Calibri"/>
                <a:cs typeface="Calibri"/>
                <a:sym typeface="Calibri"/>
              </a:defRPr>
            </a:lvl3pPr>
            <a:lvl4pPr indent="0" lvl="3" marL="0" marR="0" rtl="0" algn="l">
              <a:spcBef>
                <a:spcPts val="0"/>
              </a:spcBef>
              <a:buNone/>
              <a:defRPr sz="1800">
                <a:solidFill>
                  <a:schemeClr val="dk1"/>
                </a:solidFill>
                <a:latin typeface="Calibri"/>
                <a:ea typeface="Calibri"/>
                <a:cs typeface="Calibri"/>
                <a:sym typeface="Calibri"/>
              </a:defRPr>
            </a:lvl4pPr>
            <a:lvl5pPr indent="0" lvl="4" marL="0" marR="0" rtl="0" algn="l">
              <a:spcBef>
                <a:spcPts val="0"/>
              </a:spcBef>
              <a:buNone/>
              <a:defRPr sz="1800">
                <a:solidFill>
                  <a:schemeClr val="dk1"/>
                </a:solidFill>
                <a:latin typeface="Calibri"/>
                <a:ea typeface="Calibri"/>
                <a:cs typeface="Calibri"/>
                <a:sym typeface="Calibri"/>
              </a:defRPr>
            </a:lvl5pPr>
            <a:lvl6pPr indent="0" lvl="5" marL="0" marR="0" rtl="0" algn="l">
              <a:spcBef>
                <a:spcPts val="0"/>
              </a:spcBef>
              <a:buNone/>
              <a:defRPr sz="1800">
                <a:solidFill>
                  <a:schemeClr val="dk1"/>
                </a:solidFill>
                <a:latin typeface="Calibri"/>
                <a:ea typeface="Calibri"/>
                <a:cs typeface="Calibri"/>
                <a:sym typeface="Calibri"/>
              </a:defRPr>
            </a:lvl6pPr>
            <a:lvl7pPr indent="0" lvl="6" marL="0" marR="0" rtl="0" algn="l">
              <a:spcBef>
                <a:spcPts val="0"/>
              </a:spcBef>
              <a:buNone/>
              <a:defRPr sz="1800">
                <a:solidFill>
                  <a:schemeClr val="dk1"/>
                </a:solidFill>
                <a:latin typeface="Calibri"/>
                <a:ea typeface="Calibri"/>
                <a:cs typeface="Calibri"/>
                <a:sym typeface="Calibri"/>
              </a:defRPr>
            </a:lvl7pPr>
            <a:lvl8pPr indent="0" lvl="7" marL="0" marR="0" rtl="0" algn="l">
              <a:spcBef>
                <a:spcPts val="0"/>
              </a:spcBef>
              <a:buNone/>
              <a:defRPr sz="1800">
                <a:solidFill>
                  <a:schemeClr val="dk1"/>
                </a:solidFill>
                <a:latin typeface="Calibri"/>
                <a:ea typeface="Calibri"/>
                <a:cs typeface="Calibri"/>
                <a:sym typeface="Calibri"/>
              </a:defRPr>
            </a:lvl8pPr>
            <a:lvl9pPr indent="0" lvl="8" marL="0" marR="0" rtl="0" algn="l">
              <a:spcBef>
                <a:spcPts val="0"/>
              </a:spcBef>
              <a:buNone/>
              <a:defRPr sz="1800">
                <a:solidFill>
                  <a:schemeClr val="dk1"/>
                </a:solidFill>
                <a:latin typeface="Calibri"/>
                <a:ea typeface="Calibri"/>
                <a:cs typeface="Calibri"/>
                <a:sym typeface="Calibri"/>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type="picTx">
  <p:cSld name="PICTURE_WITH_CAPTION_TEXT">
    <p:spTree>
      <p:nvGrpSpPr>
        <p:cNvPr id="57" name="Shape 57"/>
        <p:cNvGrpSpPr/>
        <p:nvPr/>
      </p:nvGrpSpPr>
      <p:grpSpPr>
        <a:xfrm>
          <a:off x="0" y="0"/>
          <a:ext cx="0" cy="0"/>
          <a:chOff x="0" y="0"/>
          <a:chExt cx="0" cy="0"/>
        </a:xfrm>
      </p:grpSpPr>
      <p:sp>
        <p:nvSpPr>
          <p:cNvPr id="58" name="Google Shape;58;p10"/>
          <p:cNvSpPr txBox="1"/>
          <p:nvPr>
            <p:ph type="title"/>
          </p:nvPr>
        </p:nvSpPr>
        <p:spPr>
          <a:xfrm>
            <a:off x="839788" y="457200"/>
            <a:ext cx="3932237" cy="1600200"/>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dk1"/>
              </a:buClr>
              <a:buSzPts val="3200"/>
              <a:buFont typeface="Calibri"/>
              <a:buNone/>
              <a:defRPr sz="3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9" name="Google Shape;59;p10"/>
          <p:cNvSpPr/>
          <p:nvPr>
            <p:ph idx="2" type="pic"/>
          </p:nvPr>
        </p:nvSpPr>
        <p:spPr>
          <a:xfrm>
            <a:off x="5183188" y="987425"/>
            <a:ext cx="6172200" cy="4873625"/>
          </a:xfrm>
          <a:prstGeom prst="rect">
            <a:avLst/>
          </a:prstGeom>
          <a:noFill/>
          <a:ln>
            <a:noFill/>
          </a:ln>
        </p:spPr>
      </p:sp>
      <p:sp>
        <p:nvSpPr>
          <p:cNvPr id="60" name="Google Shape;60;p10"/>
          <p:cNvSpPr txBox="1"/>
          <p:nvPr>
            <p:ph idx="1" type="body"/>
          </p:nvPr>
        </p:nvSpPr>
        <p:spPr>
          <a:xfrm>
            <a:off x="839788" y="2057400"/>
            <a:ext cx="3932237" cy="3811588"/>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1000"/>
              </a:spcBef>
              <a:spcAft>
                <a:spcPts val="0"/>
              </a:spcAft>
              <a:buClr>
                <a:schemeClr val="dk1"/>
              </a:buClr>
              <a:buSzPts val="1600"/>
              <a:buNone/>
              <a:defRPr sz="1600"/>
            </a:lvl1pPr>
            <a:lvl2pPr indent="-228600" lvl="1" marL="914400" algn="l">
              <a:lnSpc>
                <a:spcPct val="90000"/>
              </a:lnSpc>
              <a:spcBef>
                <a:spcPts val="500"/>
              </a:spcBef>
              <a:spcAft>
                <a:spcPts val="0"/>
              </a:spcAft>
              <a:buClr>
                <a:schemeClr val="dk1"/>
              </a:buClr>
              <a:buSzPts val="1400"/>
              <a:buNone/>
              <a:defRPr sz="1400"/>
            </a:lvl2pPr>
            <a:lvl3pPr indent="-228600" lvl="2" marL="1371600" algn="l">
              <a:lnSpc>
                <a:spcPct val="90000"/>
              </a:lnSpc>
              <a:spcBef>
                <a:spcPts val="500"/>
              </a:spcBef>
              <a:spcAft>
                <a:spcPts val="0"/>
              </a:spcAft>
              <a:buClr>
                <a:schemeClr val="dk1"/>
              </a:buClr>
              <a:buSzPts val="1200"/>
              <a:buNone/>
              <a:defRPr sz="1200"/>
            </a:lvl3pPr>
            <a:lvl4pPr indent="-228600" lvl="3" marL="1828800" algn="l">
              <a:lnSpc>
                <a:spcPct val="90000"/>
              </a:lnSpc>
              <a:spcBef>
                <a:spcPts val="500"/>
              </a:spcBef>
              <a:spcAft>
                <a:spcPts val="0"/>
              </a:spcAft>
              <a:buClr>
                <a:schemeClr val="dk1"/>
              </a:buClr>
              <a:buSzPts val="1000"/>
              <a:buNone/>
              <a:defRPr sz="1000"/>
            </a:lvl4pPr>
            <a:lvl5pPr indent="-228600" lvl="4" marL="2286000" algn="l">
              <a:lnSpc>
                <a:spcPct val="90000"/>
              </a:lnSpc>
              <a:spcBef>
                <a:spcPts val="500"/>
              </a:spcBef>
              <a:spcAft>
                <a:spcPts val="0"/>
              </a:spcAft>
              <a:buClr>
                <a:schemeClr val="dk1"/>
              </a:buClr>
              <a:buSzPts val="1000"/>
              <a:buNone/>
              <a:defRPr sz="1000"/>
            </a:lvl5pPr>
            <a:lvl6pPr indent="-228600" lvl="5" marL="2743200" algn="l">
              <a:lnSpc>
                <a:spcPct val="90000"/>
              </a:lnSpc>
              <a:spcBef>
                <a:spcPts val="500"/>
              </a:spcBef>
              <a:spcAft>
                <a:spcPts val="0"/>
              </a:spcAft>
              <a:buClr>
                <a:schemeClr val="dk1"/>
              </a:buClr>
              <a:buSzPts val="1000"/>
              <a:buNone/>
              <a:defRPr sz="1000"/>
            </a:lvl6pPr>
            <a:lvl7pPr indent="-228600" lvl="6" marL="3200400" algn="l">
              <a:lnSpc>
                <a:spcPct val="90000"/>
              </a:lnSpc>
              <a:spcBef>
                <a:spcPts val="500"/>
              </a:spcBef>
              <a:spcAft>
                <a:spcPts val="0"/>
              </a:spcAft>
              <a:buClr>
                <a:schemeClr val="dk1"/>
              </a:buClr>
              <a:buSzPts val="1000"/>
              <a:buNone/>
              <a:defRPr sz="1000"/>
            </a:lvl7pPr>
            <a:lvl8pPr indent="-228600" lvl="7" marL="3657600" algn="l">
              <a:lnSpc>
                <a:spcPct val="90000"/>
              </a:lnSpc>
              <a:spcBef>
                <a:spcPts val="500"/>
              </a:spcBef>
              <a:spcAft>
                <a:spcPts val="0"/>
              </a:spcAft>
              <a:buClr>
                <a:schemeClr val="dk1"/>
              </a:buClr>
              <a:buSzPts val="1000"/>
              <a:buNone/>
              <a:defRPr sz="1000"/>
            </a:lvl8pPr>
            <a:lvl9pPr indent="-228600" lvl="8" marL="4114800" algn="l">
              <a:lnSpc>
                <a:spcPct val="90000"/>
              </a:lnSpc>
              <a:spcBef>
                <a:spcPts val="500"/>
              </a:spcBef>
              <a:spcAft>
                <a:spcPts val="0"/>
              </a:spcAft>
              <a:buClr>
                <a:schemeClr val="dk1"/>
              </a:buClr>
              <a:buSzPts val="1000"/>
              <a:buNone/>
              <a:defRPr sz="1000"/>
            </a:lvl9pPr>
          </a:lstStyle>
          <a:p/>
        </p:txBody>
      </p:sp>
      <p:sp>
        <p:nvSpPr>
          <p:cNvPr id="61" name="Google Shape;61;p10"/>
          <p:cNvSpPr txBox="1"/>
          <p:nvPr>
            <p:ph idx="10" type="dt"/>
          </p:nvPr>
        </p:nvSpPr>
        <p:spPr>
          <a:xfrm>
            <a:off x="838200" y="6356350"/>
            <a:ext cx="2743200" cy="365125"/>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sz="1800">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62" name="Google Shape;62;p10"/>
          <p:cNvSpPr txBox="1"/>
          <p:nvPr>
            <p:ph idx="11" type="ftr"/>
          </p:nvPr>
        </p:nvSpPr>
        <p:spPr>
          <a:xfrm>
            <a:off x="4038600" y="6356350"/>
            <a:ext cx="4114800" cy="365125"/>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sz="1800">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63" name="Google Shape;63;p10"/>
          <p:cNvSpPr txBox="1"/>
          <p:nvPr>
            <p:ph idx="12" type="sldNum"/>
          </p:nvPr>
        </p:nvSpPr>
        <p:spPr>
          <a:xfrm>
            <a:off x="8610600" y="6356350"/>
            <a:ext cx="2743200" cy="365125"/>
          </a:xfrm>
          <a:prstGeom prst="rect">
            <a:avLst/>
          </a:prstGeom>
          <a:noFill/>
          <a:ln>
            <a:noFill/>
          </a:ln>
        </p:spPr>
        <p:txBody>
          <a:bodyPr anchorCtr="0" anchor="t" bIns="45700" lIns="91425" spcFirstLastPara="1" rIns="91425" wrap="square" tIns="45700">
            <a:noAutofit/>
          </a:bodyPr>
          <a:lstStyle>
            <a:lvl1pPr indent="0" lvl="0" marL="0" marR="0" rtl="0" algn="l">
              <a:spcBef>
                <a:spcPts val="0"/>
              </a:spcBef>
              <a:buNone/>
              <a:defRPr sz="1800">
                <a:solidFill>
                  <a:schemeClr val="dk1"/>
                </a:solidFill>
                <a:latin typeface="Calibri"/>
                <a:ea typeface="Calibri"/>
                <a:cs typeface="Calibri"/>
                <a:sym typeface="Calibri"/>
              </a:defRPr>
            </a:lvl1pPr>
            <a:lvl2pPr indent="0" lvl="1" marL="0" marR="0" rtl="0" algn="l">
              <a:spcBef>
                <a:spcPts val="0"/>
              </a:spcBef>
              <a:buNone/>
              <a:defRPr sz="1800">
                <a:solidFill>
                  <a:schemeClr val="dk1"/>
                </a:solidFill>
                <a:latin typeface="Calibri"/>
                <a:ea typeface="Calibri"/>
                <a:cs typeface="Calibri"/>
                <a:sym typeface="Calibri"/>
              </a:defRPr>
            </a:lvl2pPr>
            <a:lvl3pPr indent="0" lvl="2" marL="0" marR="0" rtl="0" algn="l">
              <a:spcBef>
                <a:spcPts val="0"/>
              </a:spcBef>
              <a:buNone/>
              <a:defRPr sz="1800">
                <a:solidFill>
                  <a:schemeClr val="dk1"/>
                </a:solidFill>
                <a:latin typeface="Calibri"/>
                <a:ea typeface="Calibri"/>
                <a:cs typeface="Calibri"/>
                <a:sym typeface="Calibri"/>
              </a:defRPr>
            </a:lvl3pPr>
            <a:lvl4pPr indent="0" lvl="3" marL="0" marR="0" rtl="0" algn="l">
              <a:spcBef>
                <a:spcPts val="0"/>
              </a:spcBef>
              <a:buNone/>
              <a:defRPr sz="1800">
                <a:solidFill>
                  <a:schemeClr val="dk1"/>
                </a:solidFill>
                <a:latin typeface="Calibri"/>
                <a:ea typeface="Calibri"/>
                <a:cs typeface="Calibri"/>
                <a:sym typeface="Calibri"/>
              </a:defRPr>
            </a:lvl4pPr>
            <a:lvl5pPr indent="0" lvl="4" marL="0" marR="0" rtl="0" algn="l">
              <a:spcBef>
                <a:spcPts val="0"/>
              </a:spcBef>
              <a:buNone/>
              <a:defRPr sz="1800">
                <a:solidFill>
                  <a:schemeClr val="dk1"/>
                </a:solidFill>
                <a:latin typeface="Calibri"/>
                <a:ea typeface="Calibri"/>
                <a:cs typeface="Calibri"/>
                <a:sym typeface="Calibri"/>
              </a:defRPr>
            </a:lvl5pPr>
            <a:lvl6pPr indent="0" lvl="5" marL="0" marR="0" rtl="0" algn="l">
              <a:spcBef>
                <a:spcPts val="0"/>
              </a:spcBef>
              <a:buNone/>
              <a:defRPr sz="1800">
                <a:solidFill>
                  <a:schemeClr val="dk1"/>
                </a:solidFill>
                <a:latin typeface="Calibri"/>
                <a:ea typeface="Calibri"/>
                <a:cs typeface="Calibri"/>
                <a:sym typeface="Calibri"/>
              </a:defRPr>
            </a:lvl6pPr>
            <a:lvl7pPr indent="0" lvl="6" marL="0" marR="0" rtl="0" algn="l">
              <a:spcBef>
                <a:spcPts val="0"/>
              </a:spcBef>
              <a:buNone/>
              <a:defRPr sz="1800">
                <a:solidFill>
                  <a:schemeClr val="dk1"/>
                </a:solidFill>
                <a:latin typeface="Calibri"/>
                <a:ea typeface="Calibri"/>
                <a:cs typeface="Calibri"/>
                <a:sym typeface="Calibri"/>
              </a:defRPr>
            </a:lvl7pPr>
            <a:lvl8pPr indent="0" lvl="7" marL="0" marR="0" rtl="0" algn="l">
              <a:spcBef>
                <a:spcPts val="0"/>
              </a:spcBef>
              <a:buNone/>
              <a:defRPr sz="1800">
                <a:solidFill>
                  <a:schemeClr val="dk1"/>
                </a:solidFill>
                <a:latin typeface="Calibri"/>
                <a:ea typeface="Calibri"/>
                <a:cs typeface="Calibri"/>
                <a:sym typeface="Calibri"/>
              </a:defRPr>
            </a:lvl8pPr>
            <a:lvl9pPr indent="0" lvl="8" marL="0" marR="0" rtl="0" algn="l">
              <a:spcBef>
                <a:spcPts val="0"/>
              </a:spcBef>
              <a:buNone/>
              <a:defRPr sz="1800">
                <a:solidFill>
                  <a:schemeClr val="dk1"/>
                </a:solidFill>
                <a:latin typeface="Calibri"/>
                <a:ea typeface="Calibri"/>
                <a:cs typeface="Calibri"/>
                <a:sym typeface="Calibri"/>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64" name="Shape 64"/>
        <p:cNvGrpSpPr/>
        <p:nvPr/>
      </p:nvGrpSpPr>
      <p:grpSpPr>
        <a:xfrm>
          <a:off x="0" y="0"/>
          <a:ext cx="0" cy="0"/>
          <a:chOff x="0" y="0"/>
          <a:chExt cx="0" cy="0"/>
        </a:xfrm>
      </p:grpSpPr>
      <p:sp>
        <p:nvSpPr>
          <p:cNvPr id="65" name="Google Shape;65;p11"/>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6" name="Google Shape;66;p11"/>
          <p:cNvSpPr txBox="1"/>
          <p:nvPr>
            <p:ph idx="1" type="body"/>
          </p:nvPr>
        </p:nvSpPr>
        <p:spPr>
          <a:xfrm rot="5400000">
            <a:off x="3920331" y="-1256506"/>
            <a:ext cx="4351338" cy="10515600"/>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67" name="Google Shape;67;p11"/>
          <p:cNvSpPr txBox="1"/>
          <p:nvPr>
            <p:ph idx="10" type="dt"/>
          </p:nvPr>
        </p:nvSpPr>
        <p:spPr>
          <a:xfrm>
            <a:off x="838200" y="6356350"/>
            <a:ext cx="2743200" cy="365125"/>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sz="1800">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68" name="Google Shape;68;p11"/>
          <p:cNvSpPr txBox="1"/>
          <p:nvPr>
            <p:ph idx="11" type="ftr"/>
          </p:nvPr>
        </p:nvSpPr>
        <p:spPr>
          <a:xfrm>
            <a:off x="4038600" y="6356350"/>
            <a:ext cx="4114800" cy="365125"/>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sz="1800">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69" name="Google Shape;69;p11"/>
          <p:cNvSpPr txBox="1"/>
          <p:nvPr>
            <p:ph idx="12" type="sldNum"/>
          </p:nvPr>
        </p:nvSpPr>
        <p:spPr>
          <a:xfrm>
            <a:off x="8610600" y="6356350"/>
            <a:ext cx="2743200" cy="365125"/>
          </a:xfrm>
          <a:prstGeom prst="rect">
            <a:avLst/>
          </a:prstGeom>
          <a:noFill/>
          <a:ln>
            <a:noFill/>
          </a:ln>
        </p:spPr>
        <p:txBody>
          <a:bodyPr anchorCtr="0" anchor="t" bIns="45700" lIns="91425" spcFirstLastPara="1" rIns="91425" wrap="square" tIns="45700">
            <a:noAutofit/>
          </a:bodyPr>
          <a:lstStyle>
            <a:lvl1pPr indent="0" lvl="0" marL="0" marR="0" rtl="0" algn="l">
              <a:spcBef>
                <a:spcPts val="0"/>
              </a:spcBef>
              <a:buNone/>
              <a:defRPr sz="1800">
                <a:solidFill>
                  <a:schemeClr val="dk1"/>
                </a:solidFill>
                <a:latin typeface="Calibri"/>
                <a:ea typeface="Calibri"/>
                <a:cs typeface="Calibri"/>
                <a:sym typeface="Calibri"/>
              </a:defRPr>
            </a:lvl1pPr>
            <a:lvl2pPr indent="0" lvl="1" marL="0" marR="0" rtl="0" algn="l">
              <a:spcBef>
                <a:spcPts val="0"/>
              </a:spcBef>
              <a:buNone/>
              <a:defRPr sz="1800">
                <a:solidFill>
                  <a:schemeClr val="dk1"/>
                </a:solidFill>
                <a:latin typeface="Calibri"/>
                <a:ea typeface="Calibri"/>
                <a:cs typeface="Calibri"/>
                <a:sym typeface="Calibri"/>
              </a:defRPr>
            </a:lvl2pPr>
            <a:lvl3pPr indent="0" lvl="2" marL="0" marR="0" rtl="0" algn="l">
              <a:spcBef>
                <a:spcPts val="0"/>
              </a:spcBef>
              <a:buNone/>
              <a:defRPr sz="1800">
                <a:solidFill>
                  <a:schemeClr val="dk1"/>
                </a:solidFill>
                <a:latin typeface="Calibri"/>
                <a:ea typeface="Calibri"/>
                <a:cs typeface="Calibri"/>
                <a:sym typeface="Calibri"/>
              </a:defRPr>
            </a:lvl3pPr>
            <a:lvl4pPr indent="0" lvl="3" marL="0" marR="0" rtl="0" algn="l">
              <a:spcBef>
                <a:spcPts val="0"/>
              </a:spcBef>
              <a:buNone/>
              <a:defRPr sz="1800">
                <a:solidFill>
                  <a:schemeClr val="dk1"/>
                </a:solidFill>
                <a:latin typeface="Calibri"/>
                <a:ea typeface="Calibri"/>
                <a:cs typeface="Calibri"/>
                <a:sym typeface="Calibri"/>
              </a:defRPr>
            </a:lvl4pPr>
            <a:lvl5pPr indent="0" lvl="4" marL="0" marR="0" rtl="0" algn="l">
              <a:spcBef>
                <a:spcPts val="0"/>
              </a:spcBef>
              <a:buNone/>
              <a:defRPr sz="1800">
                <a:solidFill>
                  <a:schemeClr val="dk1"/>
                </a:solidFill>
                <a:latin typeface="Calibri"/>
                <a:ea typeface="Calibri"/>
                <a:cs typeface="Calibri"/>
                <a:sym typeface="Calibri"/>
              </a:defRPr>
            </a:lvl5pPr>
            <a:lvl6pPr indent="0" lvl="5" marL="0" marR="0" rtl="0" algn="l">
              <a:spcBef>
                <a:spcPts val="0"/>
              </a:spcBef>
              <a:buNone/>
              <a:defRPr sz="1800">
                <a:solidFill>
                  <a:schemeClr val="dk1"/>
                </a:solidFill>
                <a:latin typeface="Calibri"/>
                <a:ea typeface="Calibri"/>
                <a:cs typeface="Calibri"/>
                <a:sym typeface="Calibri"/>
              </a:defRPr>
            </a:lvl6pPr>
            <a:lvl7pPr indent="0" lvl="6" marL="0" marR="0" rtl="0" algn="l">
              <a:spcBef>
                <a:spcPts val="0"/>
              </a:spcBef>
              <a:buNone/>
              <a:defRPr sz="1800">
                <a:solidFill>
                  <a:schemeClr val="dk1"/>
                </a:solidFill>
                <a:latin typeface="Calibri"/>
                <a:ea typeface="Calibri"/>
                <a:cs typeface="Calibri"/>
                <a:sym typeface="Calibri"/>
              </a:defRPr>
            </a:lvl7pPr>
            <a:lvl8pPr indent="0" lvl="7" marL="0" marR="0" rtl="0" algn="l">
              <a:spcBef>
                <a:spcPts val="0"/>
              </a:spcBef>
              <a:buNone/>
              <a:defRPr sz="1800">
                <a:solidFill>
                  <a:schemeClr val="dk1"/>
                </a:solidFill>
                <a:latin typeface="Calibri"/>
                <a:ea typeface="Calibri"/>
                <a:cs typeface="Calibri"/>
                <a:sym typeface="Calibri"/>
              </a:defRPr>
            </a:lvl8pPr>
            <a:lvl9pPr indent="0" lvl="8" marL="0" marR="0" rtl="0" algn="l">
              <a:spcBef>
                <a:spcPts val="0"/>
              </a:spcBef>
              <a:buNone/>
              <a:defRPr sz="1800">
                <a:solidFill>
                  <a:schemeClr val="dk1"/>
                </a:solidFill>
                <a:latin typeface="Calibri"/>
                <a:ea typeface="Calibri"/>
                <a:cs typeface="Calibri"/>
                <a:sym typeface="Calibri"/>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type="vertTitleAndTx">
  <p:cSld name="VERTICAL_TITLE_AND_VERTICAL_TEXT">
    <p:spTree>
      <p:nvGrpSpPr>
        <p:cNvPr id="70" name="Shape 70"/>
        <p:cNvGrpSpPr/>
        <p:nvPr/>
      </p:nvGrpSpPr>
      <p:grpSpPr>
        <a:xfrm>
          <a:off x="0" y="0"/>
          <a:ext cx="0" cy="0"/>
          <a:chOff x="0" y="0"/>
          <a:chExt cx="0" cy="0"/>
        </a:xfrm>
      </p:grpSpPr>
      <p:sp>
        <p:nvSpPr>
          <p:cNvPr id="71" name="Google Shape;71;p12"/>
          <p:cNvSpPr txBox="1"/>
          <p:nvPr>
            <p:ph type="title"/>
          </p:nvPr>
        </p:nvSpPr>
        <p:spPr>
          <a:xfrm rot="5400000">
            <a:off x="7133431" y="1956594"/>
            <a:ext cx="5811838" cy="2628900"/>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2"/>
          <p:cNvSpPr txBox="1"/>
          <p:nvPr>
            <p:ph idx="1" type="body"/>
          </p:nvPr>
        </p:nvSpPr>
        <p:spPr>
          <a:xfrm rot="5400000">
            <a:off x="1799431" y="-596106"/>
            <a:ext cx="5811838" cy="7734300"/>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73" name="Google Shape;73;p12"/>
          <p:cNvSpPr txBox="1"/>
          <p:nvPr>
            <p:ph idx="10" type="dt"/>
          </p:nvPr>
        </p:nvSpPr>
        <p:spPr>
          <a:xfrm>
            <a:off x="838200" y="6356350"/>
            <a:ext cx="2743200" cy="365125"/>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sz="1800">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74" name="Google Shape;74;p12"/>
          <p:cNvSpPr txBox="1"/>
          <p:nvPr>
            <p:ph idx="11" type="ftr"/>
          </p:nvPr>
        </p:nvSpPr>
        <p:spPr>
          <a:xfrm>
            <a:off x="4038600" y="6356350"/>
            <a:ext cx="4114800" cy="365125"/>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sz="1800">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75" name="Google Shape;75;p12"/>
          <p:cNvSpPr txBox="1"/>
          <p:nvPr>
            <p:ph idx="12" type="sldNum"/>
          </p:nvPr>
        </p:nvSpPr>
        <p:spPr>
          <a:xfrm>
            <a:off x="8610600" y="6356350"/>
            <a:ext cx="2743200" cy="365125"/>
          </a:xfrm>
          <a:prstGeom prst="rect">
            <a:avLst/>
          </a:prstGeom>
          <a:noFill/>
          <a:ln>
            <a:noFill/>
          </a:ln>
        </p:spPr>
        <p:txBody>
          <a:bodyPr anchorCtr="0" anchor="t" bIns="45700" lIns="91425" spcFirstLastPara="1" rIns="91425" wrap="square" tIns="45700">
            <a:noAutofit/>
          </a:bodyPr>
          <a:lstStyle>
            <a:lvl1pPr indent="0" lvl="0" marL="0" marR="0" rtl="0" algn="l">
              <a:spcBef>
                <a:spcPts val="0"/>
              </a:spcBef>
              <a:buNone/>
              <a:defRPr sz="1800">
                <a:solidFill>
                  <a:schemeClr val="dk1"/>
                </a:solidFill>
                <a:latin typeface="Calibri"/>
                <a:ea typeface="Calibri"/>
                <a:cs typeface="Calibri"/>
                <a:sym typeface="Calibri"/>
              </a:defRPr>
            </a:lvl1pPr>
            <a:lvl2pPr indent="0" lvl="1" marL="0" marR="0" rtl="0" algn="l">
              <a:spcBef>
                <a:spcPts val="0"/>
              </a:spcBef>
              <a:buNone/>
              <a:defRPr sz="1800">
                <a:solidFill>
                  <a:schemeClr val="dk1"/>
                </a:solidFill>
                <a:latin typeface="Calibri"/>
                <a:ea typeface="Calibri"/>
                <a:cs typeface="Calibri"/>
                <a:sym typeface="Calibri"/>
              </a:defRPr>
            </a:lvl2pPr>
            <a:lvl3pPr indent="0" lvl="2" marL="0" marR="0" rtl="0" algn="l">
              <a:spcBef>
                <a:spcPts val="0"/>
              </a:spcBef>
              <a:buNone/>
              <a:defRPr sz="1800">
                <a:solidFill>
                  <a:schemeClr val="dk1"/>
                </a:solidFill>
                <a:latin typeface="Calibri"/>
                <a:ea typeface="Calibri"/>
                <a:cs typeface="Calibri"/>
                <a:sym typeface="Calibri"/>
              </a:defRPr>
            </a:lvl3pPr>
            <a:lvl4pPr indent="0" lvl="3" marL="0" marR="0" rtl="0" algn="l">
              <a:spcBef>
                <a:spcPts val="0"/>
              </a:spcBef>
              <a:buNone/>
              <a:defRPr sz="1800">
                <a:solidFill>
                  <a:schemeClr val="dk1"/>
                </a:solidFill>
                <a:latin typeface="Calibri"/>
                <a:ea typeface="Calibri"/>
                <a:cs typeface="Calibri"/>
                <a:sym typeface="Calibri"/>
              </a:defRPr>
            </a:lvl4pPr>
            <a:lvl5pPr indent="0" lvl="4" marL="0" marR="0" rtl="0" algn="l">
              <a:spcBef>
                <a:spcPts val="0"/>
              </a:spcBef>
              <a:buNone/>
              <a:defRPr sz="1800">
                <a:solidFill>
                  <a:schemeClr val="dk1"/>
                </a:solidFill>
                <a:latin typeface="Calibri"/>
                <a:ea typeface="Calibri"/>
                <a:cs typeface="Calibri"/>
                <a:sym typeface="Calibri"/>
              </a:defRPr>
            </a:lvl5pPr>
            <a:lvl6pPr indent="0" lvl="5" marL="0" marR="0" rtl="0" algn="l">
              <a:spcBef>
                <a:spcPts val="0"/>
              </a:spcBef>
              <a:buNone/>
              <a:defRPr sz="1800">
                <a:solidFill>
                  <a:schemeClr val="dk1"/>
                </a:solidFill>
                <a:latin typeface="Calibri"/>
                <a:ea typeface="Calibri"/>
                <a:cs typeface="Calibri"/>
                <a:sym typeface="Calibri"/>
              </a:defRPr>
            </a:lvl6pPr>
            <a:lvl7pPr indent="0" lvl="6" marL="0" marR="0" rtl="0" algn="l">
              <a:spcBef>
                <a:spcPts val="0"/>
              </a:spcBef>
              <a:buNone/>
              <a:defRPr sz="1800">
                <a:solidFill>
                  <a:schemeClr val="dk1"/>
                </a:solidFill>
                <a:latin typeface="Calibri"/>
                <a:ea typeface="Calibri"/>
                <a:cs typeface="Calibri"/>
                <a:sym typeface="Calibri"/>
              </a:defRPr>
            </a:lvl7pPr>
            <a:lvl8pPr indent="0" lvl="7" marL="0" marR="0" rtl="0" algn="l">
              <a:spcBef>
                <a:spcPts val="0"/>
              </a:spcBef>
              <a:buNone/>
              <a:defRPr sz="1800">
                <a:solidFill>
                  <a:schemeClr val="dk1"/>
                </a:solidFill>
                <a:latin typeface="Calibri"/>
                <a:ea typeface="Calibri"/>
                <a:cs typeface="Calibri"/>
                <a:sym typeface="Calibri"/>
              </a:defRPr>
            </a:lvl8pPr>
            <a:lvl9pPr indent="0" lvl="8" marL="0" marR="0" rtl="0" algn="l">
              <a:spcBef>
                <a:spcPts val="0"/>
              </a:spcBef>
              <a:buNone/>
              <a:defRPr sz="1800">
                <a:solidFill>
                  <a:schemeClr val="dk1"/>
                </a:solidFill>
                <a:latin typeface="Calibri"/>
                <a:ea typeface="Calibri"/>
                <a:cs typeface="Calibri"/>
                <a:sym typeface="Calibri"/>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1" Type="http://schemas.openxmlformats.org/officeDocument/2006/relationships/slideLayout" Target="../slideLayouts/slideLayout10.xml"/><Relationship Id="rId10" Type="http://schemas.openxmlformats.org/officeDocument/2006/relationships/slideLayout" Target="../slideLayouts/slideLayout9.xml"/><Relationship Id="rId13" Type="http://schemas.openxmlformats.org/officeDocument/2006/relationships/theme" Target="../theme/theme1.xml"/><Relationship Id="rId12" Type="http://schemas.openxmlformats.org/officeDocument/2006/relationships/slideLayout" Target="../slideLayouts/slideLayout11.xml"/><Relationship Id="rId1" Type="http://schemas.openxmlformats.org/officeDocument/2006/relationships/image" Target="../media/image1.jpg"/><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9" Type="http://schemas.openxmlformats.org/officeDocument/2006/relationships/slideLayout" Target="../slideLayouts/slideLayout8.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lvl1pPr lvl="0" marR="0" rtl="0" algn="l">
              <a:lnSpc>
                <a:spcPct val="90000"/>
              </a:lnSpc>
              <a:spcBef>
                <a:spcPts val="0"/>
              </a:spcBef>
              <a:spcAft>
                <a:spcPts val="0"/>
              </a:spcAft>
              <a:buClr>
                <a:schemeClr val="dk1"/>
              </a:buClr>
              <a:buSzPts val="4400"/>
              <a:buFont typeface="Calibri"/>
              <a:buNone/>
              <a:defRPr b="0" i="0" sz="4400" u="none" cap="none" strike="noStrik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7" name="Google Shape;7;p1"/>
          <p:cNvSpPr txBox="1"/>
          <p:nvPr>
            <p:ph idx="1" type="body"/>
          </p:nvPr>
        </p:nvSpPr>
        <p:spPr>
          <a:xfrm>
            <a:off x="838200" y="1825625"/>
            <a:ext cx="10515600" cy="4351338"/>
          </a:xfrm>
          <a:prstGeom prst="rect">
            <a:avLst/>
          </a:prstGeom>
          <a:noFill/>
          <a:ln>
            <a:noFill/>
          </a:ln>
        </p:spPr>
        <p:txBody>
          <a:bodyPr anchorCtr="0" anchor="t" bIns="45700" lIns="91425" spcFirstLastPara="1" rIns="91425" wrap="square" tIns="45700">
            <a:normAutofit/>
          </a:bodyPr>
          <a:lstStyle>
            <a:lvl1pPr indent="-406400" lvl="0" marL="457200" marR="0" rtl="0" algn="l">
              <a:lnSpc>
                <a:spcPct val="90000"/>
              </a:lnSpc>
              <a:spcBef>
                <a:spcPts val="1000"/>
              </a:spcBef>
              <a:spcAft>
                <a:spcPts val="0"/>
              </a:spcAft>
              <a:buClr>
                <a:schemeClr val="dk1"/>
              </a:buClr>
              <a:buSzPts val="2800"/>
              <a:buFont typeface="Arial"/>
              <a:buChar char="•"/>
              <a:defRPr b="0" i="0" sz="2800" u="none" cap="none" strike="noStrike">
                <a:solidFill>
                  <a:schemeClr val="dk1"/>
                </a:solidFill>
                <a:latin typeface="Calibri"/>
                <a:ea typeface="Calibri"/>
                <a:cs typeface="Calibri"/>
                <a:sym typeface="Calibri"/>
              </a:defRPr>
            </a:lvl1pPr>
            <a:lvl2pPr indent="-381000" lvl="1" marL="914400" marR="0" rtl="0" algn="l">
              <a:lnSpc>
                <a:spcPct val="90000"/>
              </a:lnSpc>
              <a:spcBef>
                <a:spcPts val="500"/>
              </a:spcBef>
              <a:spcAft>
                <a:spcPts val="0"/>
              </a:spcAft>
              <a:buClr>
                <a:schemeClr val="dk1"/>
              </a:buClr>
              <a:buSzPts val="2400"/>
              <a:buFont typeface="Arial"/>
              <a:buChar char="•"/>
              <a:defRPr b="0" i="0" sz="2400" u="none" cap="none" strike="noStrike">
                <a:solidFill>
                  <a:schemeClr val="dk1"/>
                </a:solidFill>
                <a:latin typeface="Calibri"/>
                <a:ea typeface="Calibri"/>
                <a:cs typeface="Calibri"/>
                <a:sym typeface="Calibri"/>
              </a:defRPr>
            </a:lvl2pPr>
            <a:lvl3pPr indent="-355600" lvl="2" marL="1371600" marR="0" rtl="0" algn="l">
              <a:lnSpc>
                <a:spcPct val="90000"/>
              </a:lnSpc>
              <a:spcBef>
                <a:spcPts val="5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3pPr>
            <a:lvl4pPr indent="-342900" lvl="3" marL="1828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4pPr>
            <a:lvl5pPr indent="-342900" lvl="4" marL="22860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8" name="Google Shape;8;p1"/>
          <p:cNvSpPr txBox="1"/>
          <p:nvPr/>
        </p:nvSpPr>
        <p:spPr>
          <a:xfrm>
            <a:off x="7547114" y="6380197"/>
            <a:ext cx="4114800" cy="365125"/>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r>
              <a:rPr b="0" i="0" lang="en-GB" sz="1200" u="none" cap="none" strike="noStrike">
                <a:solidFill>
                  <a:schemeClr val="dk1"/>
                </a:solidFill>
                <a:latin typeface="Calibri"/>
                <a:ea typeface="Calibri"/>
                <a:cs typeface="Calibri"/>
                <a:sym typeface="Calibri"/>
              </a:rPr>
              <a:t>© Hodder &amp; Stoughton Limited 2021</a:t>
            </a:r>
            <a:endParaRPr/>
          </a:p>
        </p:txBody>
      </p:sp>
      <p:pic>
        <p:nvPicPr>
          <p:cNvPr id="9" name="Google Shape;9;p1"/>
          <p:cNvPicPr preferRelativeResize="0"/>
          <p:nvPr/>
        </p:nvPicPr>
        <p:blipFill rotWithShape="1">
          <a:blip r:embed="rId1">
            <a:alphaModFix/>
          </a:blip>
          <a:srcRect b="0" l="0" r="0" t="0"/>
          <a:stretch/>
        </p:blipFill>
        <p:spPr>
          <a:xfrm>
            <a:off x="0" y="0"/>
            <a:ext cx="12238036" cy="1622391"/>
          </a:xfrm>
          <a:prstGeom prst="rect">
            <a:avLst/>
          </a:prstGeom>
          <a:noFill/>
          <a:ln>
            <a:noFill/>
          </a:ln>
        </p:spPr>
      </p:pic>
    </p:spTree>
  </p:cSld>
  <p:clrMap accent1="accent1" accent2="accent2" accent3="accent3" accent4="accent4" accent5="accent5" accent6="accent6" bg1="lt1" bg2="dk2" tx1="dk1" tx2="lt2" folHlink="folHlink" hlink="hlink"/>
  <p:sldLayoutIdLst>
    <p:sldLayoutId id="2147483648" r:id="rId2"/>
    <p:sldLayoutId id="2147483649" r:id="rId3"/>
    <p:sldLayoutId id="2147483650" r:id="rId4"/>
    <p:sldLayoutId id="2147483651" r:id="rId5"/>
    <p:sldLayoutId id="2147483652" r:id="rId6"/>
    <p:sldLayoutId id="2147483653" r:id="rId7"/>
    <p:sldLayoutId id="2147483654" r:id="rId8"/>
    <p:sldLayoutId id="2147483655" r:id="rId9"/>
    <p:sldLayoutId id="2147483656" r:id="rId10"/>
    <p:sldLayoutId id="2147483657" r:id="rId11"/>
    <p:sldLayoutId id="2147483658" r:id="rId1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 Id="rId3"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image" Target="../media/image8.jp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 Id="rId3" Type="http://schemas.openxmlformats.org/officeDocument/2006/relationships/image" Target="../media/image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image" Target="../media/image19.png"/><Relationship Id="rId4" Type="http://schemas.openxmlformats.org/officeDocument/2006/relationships/image" Target="../media/image14.png"/><Relationship Id="rId5" Type="http://schemas.openxmlformats.org/officeDocument/2006/relationships/image" Target="../media/image6.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image" Target="../media/image7.png"/><Relationship Id="rId4" Type="http://schemas.openxmlformats.org/officeDocument/2006/relationships/image" Target="../media/image10.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 Id="rId3" Type="http://schemas.openxmlformats.org/officeDocument/2006/relationships/image" Target="../media/image15.gif"/><Relationship Id="rId4" Type="http://schemas.openxmlformats.org/officeDocument/2006/relationships/image" Target="../media/image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3.png"/><Relationship Id="rId4" Type="http://schemas.openxmlformats.org/officeDocument/2006/relationships/image" Target="../media/image17.gif"/></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openxmlformats.org/officeDocument/2006/relationships/image" Target="../media/image3.png"/><Relationship Id="rId4" Type="http://schemas.openxmlformats.org/officeDocument/2006/relationships/image" Target="../media/image13.gif"/><Relationship Id="rId5" Type="http://schemas.openxmlformats.org/officeDocument/2006/relationships/image" Target="../media/image16.gif"/></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 Id="rId3" Type="http://schemas.openxmlformats.org/officeDocument/2006/relationships/image" Target="../media/image18.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image" Target="../media/image5.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2.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image" Target="../media/image20.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 Id="rId3" Type="http://schemas.openxmlformats.org/officeDocument/2006/relationships/image" Target="../media/image3.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9" name="Shape 79"/>
        <p:cNvGrpSpPr/>
        <p:nvPr/>
      </p:nvGrpSpPr>
      <p:grpSpPr>
        <a:xfrm>
          <a:off x="0" y="0"/>
          <a:ext cx="0" cy="0"/>
          <a:chOff x="0" y="0"/>
          <a:chExt cx="0" cy="0"/>
        </a:xfrm>
      </p:grpSpPr>
      <p:sp>
        <p:nvSpPr>
          <p:cNvPr id="80" name="Google Shape;80;p13"/>
          <p:cNvSpPr txBox="1"/>
          <p:nvPr>
            <p:ph type="ctrTitle"/>
          </p:nvPr>
        </p:nvSpPr>
        <p:spPr>
          <a:xfrm>
            <a:off x="1098958" y="3010438"/>
            <a:ext cx="5931016" cy="915850"/>
          </a:xfrm>
          <a:prstGeom prst="rect">
            <a:avLst/>
          </a:prstGeom>
          <a:noFill/>
          <a:ln>
            <a:noFill/>
          </a:ln>
        </p:spPr>
        <p:txBody>
          <a:bodyPr anchorCtr="0" anchor="b" bIns="45700" lIns="91425" spcFirstLastPara="1" rIns="91425" wrap="square" tIns="45700">
            <a:noAutofit/>
          </a:bodyPr>
          <a:lstStyle/>
          <a:p>
            <a:pPr indent="0" lvl="0" marL="0" rtl="0" algn="l">
              <a:lnSpc>
                <a:spcPct val="90000"/>
              </a:lnSpc>
              <a:spcBef>
                <a:spcPts val="0"/>
              </a:spcBef>
              <a:spcAft>
                <a:spcPts val="0"/>
              </a:spcAft>
              <a:buClr>
                <a:schemeClr val="dk1"/>
              </a:buClr>
              <a:buSzPts val="4800"/>
              <a:buFont typeface="Calibri"/>
              <a:buNone/>
            </a:pPr>
            <a:r>
              <a:rPr b="1" lang="en-GB" sz="4800"/>
              <a:t>Programming in Scratch</a:t>
            </a:r>
            <a:endParaRPr/>
          </a:p>
        </p:txBody>
      </p:sp>
      <p:sp>
        <p:nvSpPr>
          <p:cNvPr id="81" name="Google Shape;81;p13"/>
          <p:cNvSpPr/>
          <p:nvPr/>
        </p:nvSpPr>
        <p:spPr>
          <a:xfrm>
            <a:off x="1548484" y="3926287"/>
            <a:ext cx="5031964" cy="400110"/>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r>
              <a:rPr b="1" i="0" lang="en-GB" sz="2000" u="none" cap="none" strike="noStrike">
                <a:solidFill>
                  <a:srgbClr val="E30613"/>
                </a:solidFill>
                <a:latin typeface="Calibri"/>
                <a:ea typeface="Calibri"/>
                <a:cs typeface="Calibri"/>
                <a:sym typeface="Calibri"/>
              </a:rPr>
              <a:t>Lesson 3: Using variables </a:t>
            </a:r>
            <a:endParaRPr b="1" i="0" sz="2000" u="none" cap="none" strike="noStrike">
              <a:solidFill>
                <a:srgbClr val="E30613"/>
              </a:solidFill>
              <a:latin typeface="Calibri"/>
              <a:ea typeface="Calibri"/>
              <a:cs typeface="Calibri"/>
              <a:sym typeface="Calibri"/>
            </a:endParaRPr>
          </a:p>
        </p:txBody>
      </p:sp>
      <p:pic>
        <p:nvPicPr>
          <p:cNvPr id="82" name="Google Shape;82;p13"/>
          <p:cNvPicPr preferRelativeResize="0"/>
          <p:nvPr/>
        </p:nvPicPr>
        <p:blipFill rotWithShape="1">
          <a:blip r:embed="rId3">
            <a:alphaModFix/>
          </a:blip>
          <a:srcRect b="0" l="0" r="0" t="0"/>
          <a:stretch/>
        </p:blipFill>
        <p:spPr>
          <a:xfrm>
            <a:off x="7305669" y="2704323"/>
            <a:ext cx="2937413" cy="2443928"/>
          </a:xfrm>
          <a:prstGeom prst="rect">
            <a:avLst/>
          </a:prstGeom>
          <a:noFill/>
          <a:ln>
            <a:noFill/>
          </a:ln>
          <a:effectLst>
            <a:outerShdw blurRad="50800" rotWithShape="0" algn="tl" dir="2700000" dist="38100">
              <a:srgbClr val="000000">
                <a:alpha val="40000"/>
              </a:srgbClr>
            </a:outerShdw>
          </a:effectLst>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6" name="Shape 86"/>
        <p:cNvGrpSpPr/>
        <p:nvPr/>
      </p:nvGrpSpPr>
      <p:grpSpPr>
        <a:xfrm>
          <a:off x="0" y="0"/>
          <a:ext cx="0" cy="0"/>
          <a:chOff x="0" y="0"/>
          <a:chExt cx="0" cy="0"/>
        </a:xfrm>
      </p:grpSpPr>
      <p:sp>
        <p:nvSpPr>
          <p:cNvPr id="87" name="Google Shape;87;p14"/>
          <p:cNvSpPr txBox="1"/>
          <p:nvPr>
            <p:ph type="title"/>
          </p:nvPr>
        </p:nvSpPr>
        <p:spPr>
          <a:xfrm>
            <a:off x="1610413" y="806893"/>
            <a:ext cx="9634330" cy="766349"/>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chemeClr val="lt1"/>
              </a:buClr>
              <a:buSzPts val="4400"/>
              <a:buFont typeface="Calibri"/>
              <a:buNone/>
            </a:pPr>
            <a:r>
              <a:rPr b="1" lang="en-GB">
                <a:solidFill>
                  <a:schemeClr val="lt1"/>
                </a:solidFill>
              </a:rPr>
              <a:t>Objectives</a:t>
            </a:r>
            <a:endParaRPr/>
          </a:p>
        </p:txBody>
      </p:sp>
      <p:sp>
        <p:nvSpPr>
          <p:cNvPr id="88" name="Google Shape;88;p14"/>
          <p:cNvSpPr/>
          <p:nvPr/>
        </p:nvSpPr>
        <p:spPr>
          <a:xfrm>
            <a:off x="1610413" y="2397948"/>
            <a:ext cx="6718578" cy="2062103"/>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GB" sz="3200">
                <a:solidFill>
                  <a:schemeClr val="dk1"/>
                </a:solidFill>
                <a:latin typeface="Calibri"/>
                <a:ea typeface="Calibri"/>
                <a:cs typeface="Calibri"/>
                <a:sym typeface="Calibri"/>
              </a:rPr>
              <a:t>In this lesson, you will learn how to:</a:t>
            </a:r>
            <a:endParaRPr sz="3200">
              <a:solidFill>
                <a:schemeClr val="dk1"/>
              </a:solidFill>
              <a:latin typeface="Times New Roman"/>
              <a:ea typeface="Times New Roman"/>
              <a:cs typeface="Times New Roman"/>
              <a:sym typeface="Times New Roman"/>
            </a:endParaRPr>
          </a:p>
          <a:p>
            <a:pPr indent="-342900" lvl="0" marL="342900" marR="0" rtl="0" algn="l">
              <a:spcBef>
                <a:spcPts val="0"/>
              </a:spcBef>
              <a:spcAft>
                <a:spcPts val="0"/>
              </a:spcAft>
              <a:buClr>
                <a:schemeClr val="dk1"/>
              </a:buClr>
              <a:buSzPts val="2400"/>
              <a:buFont typeface="Arial"/>
              <a:buChar char="●"/>
            </a:pPr>
            <a:r>
              <a:rPr lang="en-GB" sz="2400">
                <a:solidFill>
                  <a:schemeClr val="dk1"/>
                </a:solidFill>
                <a:latin typeface="Calibri"/>
                <a:ea typeface="Calibri"/>
                <a:cs typeface="Calibri"/>
                <a:sym typeface="Calibri"/>
              </a:rPr>
              <a:t>input and output data using Scratch</a:t>
            </a:r>
            <a:endParaRPr/>
          </a:p>
          <a:p>
            <a:pPr indent="-342900" lvl="0" marL="342900" marR="0" rtl="0" algn="l">
              <a:spcBef>
                <a:spcPts val="0"/>
              </a:spcBef>
              <a:spcAft>
                <a:spcPts val="0"/>
              </a:spcAft>
              <a:buClr>
                <a:schemeClr val="dk1"/>
              </a:buClr>
              <a:buSzPts val="2400"/>
              <a:buFont typeface="Arial"/>
              <a:buChar char="●"/>
            </a:pPr>
            <a:r>
              <a:rPr lang="en-GB" sz="2400">
                <a:solidFill>
                  <a:schemeClr val="dk1"/>
                </a:solidFill>
                <a:latin typeface="Calibri"/>
                <a:ea typeface="Calibri"/>
                <a:cs typeface="Calibri"/>
                <a:sym typeface="Calibri"/>
              </a:rPr>
              <a:t>define the term ‘variable’</a:t>
            </a:r>
            <a:endParaRPr/>
          </a:p>
          <a:p>
            <a:pPr indent="-342900" lvl="0" marL="342900" marR="0" rtl="0" algn="l">
              <a:spcBef>
                <a:spcPts val="0"/>
              </a:spcBef>
              <a:spcAft>
                <a:spcPts val="0"/>
              </a:spcAft>
              <a:buClr>
                <a:schemeClr val="dk1"/>
              </a:buClr>
              <a:buSzPts val="2400"/>
              <a:buFont typeface="Arial"/>
              <a:buChar char="●"/>
            </a:pPr>
            <a:r>
              <a:rPr lang="en-GB" sz="2400">
                <a:solidFill>
                  <a:schemeClr val="dk1"/>
                </a:solidFill>
                <a:latin typeface="Calibri"/>
                <a:ea typeface="Calibri"/>
                <a:cs typeface="Calibri"/>
                <a:sym typeface="Calibri"/>
              </a:rPr>
              <a:t>use variables to temporarily store data in Scratch</a:t>
            </a:r>
            <a:endParaRPr/>
          </a:p>
          <a:p>
            <a:pPr indent="-342900" lvl="0" marL="342900" marR="0" rtl="0" algn="l">
              <a:spcBef>
                <a:spcPts val="0"/>
              </a:spcBef>
              <a:spcAft>
                <a:spcPts val="0"/>
              </a:spcAft>
              <a:buClr>
                <a:schemeClr val="dk1"/>
              </a:buClr>
              <a:buSzPts val="2400"/>
              <a:buFont typeface="Arial"/>
              <a:buChar char="●"/>
            </a:pPr>
            <a:r>
              <a:rPr lang="en-GB" sz="2400">
                <a:solidFill>
                  <a:schemeClr val="dk1"/>
                </a:solidFill>
                <a:latin typeface="Calibri"/>
                <a:ea typeface="Calibri"/>
                <a:cs typeface="Calibri"/>
                <a:sym typeface="Calibri"/>
              </a:rPr>
              <a:t>apply concatenation to join strings and variables.</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2" name="Shape 92"/>
        <p:cNvGrpSpPr/>
        <p:nvPr/>
      </p:nvGrpSpPr>
      <p:grpSpPr>
        <a:xfrm>
          <a:off x="0" y="0"/>
          <a:ext cx="0" cy="0"/>
          <a:chOff x="0" y="0"/>
          <a:chExt cx="0" cy="0"/>
        </a:xfrm>
      </p:grpSpPr>
      <p:sp>
        <p:nvSpPr>
          <p:cNvPr id="93" name="Google Shape;93;p15"/>
          <p:cNvSpPr txBox="1"/>
          <p:nvPr>
            <p:ph type="title"/>
          </p:nvPr>
        </p:nvSpPr>
        <p:spPr>
          <a:xfrm>
            <a:off x="1613878" y="802881"/>
            <a:ext cx="9773478" cy="845862"/>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chemeClr val="lt1"/>
              </a:buClr>
              <a:buSzPts val="4400"/>
              <a:buFont typeface="Calibri"/>
              <a:buNone/>
            </a:pPr>
            <a:r>
              <a:rPr b="1" lang="en-GB">
                <a:solidFill>
                  <a:schemeClr val="lt1"/>
                </a:solidFill>
              </a:rPr>
              <a:t>What do you already know? </a:t>
            </a:r>
            <a:endParaRPr/>
          </a:p>
        </p:txBody>
      </p:sp>
      <p:sp>
        <p:nvSpPr>
          <p:cNvPr id="94" name="Google Shape;94;p15"/>
          <p:cNvSpPr/>
          <p:nvPr/>
        </p:nvSpPr>
        <p:spPr>
          <a:xfrm>
            <a:off x="1613878" y="2598003"/>
            <a:ext cx="3822919" cy="830997"/>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GB" sz="2400">
                <a:solidFill>
                  <a:schemeClr val="dk1"/>
                </a:solidFill>
                <a:latin typeface="Calibri"/>
                <a:ea typeface="Calibri"/>
                <a:cs typeface="Calibri"/>
                <a:sym typeface="Calibri"/>
              </a:rPr>
              <a:t>Activity 3.1: Using variables in calculations </a:t>
            </a:r>
            <a:endParaRPr/>
          </a:p>
        </p:txBody>
      </p:sp>
      <p:sp>
        <p:nvSpPr>
          <p:cNvPr id="95" name="Google Shape;95;p15"/>
          <p:cNvSpPr/>
          <p:nvPr/>
        </p:nvSpPr>
        <p:spPr>
          <a:xfrm>
            <a:off x="1613878" y="4378260"/>
            <a:ext cx="4520789" cy="46166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GB" sz="2400">
                <a:solidFill>
                  <a:schemeClr val="dk1"/>
                </a:solidFill>
                <a:latin typeface="Calibri"/>
                <a:ea typeface="Calibri"/>
                <a:cs typeface="Calibri"/>
                <a:sym typeface="Calibri"/>
              </a:rPr>
              <a:t>Now complete Interactive quiz 3.1.</a:t>
            </a:r>
            <a:endParaRPr sz="2400">
              <a:solidFill>
                <a:schemeClr val="dk1"/>
              </a:solidFill>
              <a:latin typeface="Calibri"/>
              <a:ea typeface="Calibri"/>
              <a:cs typeface="Calibri"/>
              <a:sym typeface="Calibri"/>
            </a:endParaRPr>
          </a:p>
        </p:txBody>
      </p:sp>
      <p:pic>
        <p:nvPicPr>
          <p:cNvPr descr="A picture containing athletic game, basketball, sport&#10;&#10;Description automatically generated" id="96" name="Google Shape;96;p15"/>
          <p:cNvPicPr preferRelativeResize="0"/>
          <p:nvPr/>
        </p:nvPicPr>
        <p:blipFill rotWithShape="1">
          <a:blip r:embed="rId3">
            <a:alphaModFix/>
          </a:blip>
          <a:srcRect b="0" l="0" r="0" t="0"/>
          <a:stretch/>
        </p:blipFill>
        <p:spPr>
          <a:xfrm>
            <a:off x="6799789" y="1831567"/>
            <a:ext cx="4587567" cy="4494840"/>
          </a:xfrm>
          <a:prstGeom prst="rect">
            <a:avLst/>
          </a:prstGeom>
          <a:noFill/>
          <a:ln>
            <a:noFill/>
          </a:ln>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95"/>
                                        </p:tgtEl>
                                        <p:attrNameLst>
                                          <p:attrName>style.visibility</p:attrName>
                                        </p:attrNameLst>
                                      </p:cBhvr>
                                      <p:to>
                                        <p:strVal val="visible"/>
                                      </p:to>
                                    </p:set>
                                    <p:animEffect filter="fade" transition="in">
                                      <p:cBhvr>
                                        <p:cTn dur="2000"/>
                                        <p:tgtEl>
                                          <p:spTgt spid="95"/>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 name="Shape 100"/>
        <p:cNvGrpSpPr/>
        <p:nvPr/>
      </p:nvGrpSpPr>
      <p:grpSpPr>
        <a:xfrm>
          <a:off x="0" y="0"/>
          <a:ext cx="0" cy="0"/>
          <a:chOff x="0" y="0"/>
          <a:chExt cx="0" cy="0"/>
        </a:xfrm>
      </p:grpSpPr>
      <p:sp>
        <p:nvSpPr>
          <p:cNvPr id="101" name="Google Shape;101;p16"/>
          <p:cNvSpPr txBox="1"/>
          <p:nvPr>
            <p:ph type="title"/>
          </p:nvPr>
        </p:nvSpPr>
        <p:spPr>
          <a:xfrm>
            <a:off x="1620078" y="816265"/>
            <a:ext cx="9733721" cy="835923"/>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chemeClr val="lt1"/>
              </a:buClr>
              <a:buSzPts val="4400"/>
              <a:buFont typeface="Calibri"/>
              <a:buNone/>
            </a:pPr>
            <a:r>
              <a:rPr b="1" lang="en-GB">
                <a:solidFill>
                  <a:schemeClr val="lt1"/>
                </a:solidFill>
              </a:rPr>
              <a:t>Variables </a:t>
            </a:r>
            <a:endParaRPr/>
          </a:p>
        </p:txBody>
      </p:sp>
      <p:sp>
        <p:nvSpPr>
          <p:cNvPr id="102" name="Google Shape;102;p16"/>
          <p:cNvSpPr/>
          <p:nvPr/>
        </p:nvSpPr>
        <p:spPr>
          <a:xfrm>
            <a:off x="1620078" y="2242686"/>
            <a:ext cx="8194482" cy="3416320"/>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chemeClr val="dk1"/>
              </a:buClr>
              <a:buSzPts val="2400"/>
              <a:buFont typeface="Arial"/>
              <a:buChar char="•"/>
            </a:pPr>
            <a:r>
              <a:rPr lang="en-GB" sz="2400">
                <a:solidFill>
                  <a:schemeClr val="dk1"/>
                </a:solidFill>
                <a:latin typeface="Calibri"/>
                <a:ea typeface="Calibri"/>
                <a:cs typeface="Calibri"/>
                <a:sym typeface="Calibri"/>
              </a:rPr>
              <a:t>A </a:t>
            </a:r>
            <a:r>
              <a:rPr b="1" lang="en-GB" sz="2400">
                <a:solidFill>
                  <a:srgbClr val="0069B4"/>
                </a:solidFill>
                <a:latin typeface="Calibri"/>
                <a:ea typeface="Calibri"/>
                <a:cs typeface="Calibri"/>
                <a:sym typeface="Calibri"/>
              </a:rPr>
              <a:t>variable</a:t>
            </a:r>
            <a:r>
              <a:rPr lang="en-GB" sz="2400">
                <a:solidFill>
                  <a:schemeClr val="dk1"/>
                </a:solidFill>
                <a:latin typeface="Calibri"/>
                <a:ea typeface="Calibri"/>
                <a:cs typeface="Calibri"/>
                <a:sym typeface="Calibri"/>
              </a:rPr>
              <a:t> is a container that temporarily holds a value (a number or a piece of text). The value can be retrieved within the program using its variable name.</a:t>
            </a:r>
            <a:endParaRPr/>
          </a:p>
          <a:p>
            <a:pPr indent="-342900" lvl="0" marL="342900" marR="0" rtl="0" algn="l">
              <a:spcBef>
                <a:spcPts val="0"/>
              </a:spcBef>
              <a:spcAft>
                <a:spcPts val="0"/>
              </a:spcAft>
              <a:buClr>
                <a:schemeClr val="dk1"/>
              </a:buClr>
              <a:buSzPts val="2400"/>
              <a:buFont typeface="Arial"/>
              <a:buChar char="•"/>
            </a:pPr>
            <a:r>
              <a:rPr lang="en-GB" sz="2400">
                <a:solidFill>
                  <a:schemeClr val="dk1"/>
                </a:solidFill>
                <a:latin typeface="Calibri"/>
                <a:ea typeface="Calibri"/>
                <a:cs typeface="Calibri"/>
                <a:sym typeface="Calibri"/>
              </a:rPr>
              <a:t>This is very similar to cell references in spreadsheets, where you refer to the cell reference instead of the value in the cell.</a:t>
            </a:r>
            <a:endParaRPr/>
          </a:p>
          <a:p>
            <a:pPr indent="-342900" lvl="0" marL="342900" marR="0" rtl="0" algn="l">
              <a:spcBef>
                <a:spcPts val="0"/>
              </a:spcBef>
              <a:spcAft>
                <a:spcPts val="0"/>
              </a:spcAft>
              <a:buClr>
                <a:schemeClr val="dk1"/>
              </a:buClr>
              <a:buSzPts val="2400"/>
              <a:buFont typeface="Arial"/>
              <a:buChar char="•"/>
            </a:pPr>
            <a:r>
              <a:rPr lang="en-GB" sz="2400">
                <a:solidFill>
                  <a:schemeClr val="dk1"/>
                </a:solidFill>
                <a:latin typeface="Calibri"/>
                <a:ea typeface="Calibri"/>
                <a:cs typeface="Calibri"/>
                <a:sym typeface="Calibri"/>
              </a:rPr>
              <a:t>Using variables means that, if the value changes, you do not have to rewrite your code because it </a:t>
            </a:r>
            <a:r>
              <a:rPr b="1" lang="en-GB" sz="2400">
                <a:solidFill>
                  <a:schemeClr val="dk1"/>
                </a:solidFill>
                <a:latin typeface="Calibri"/>
                <a:ea typeface="Calibri"/>
                <a:cs typeface="Calibri"/>
                <a:sym typeface="Calibri"/>
              </a:rPr>
              <a:t>updates</a:t>
            </a:r>
            <a:r>
              <a:rPr lang="en-GB" sz="2400">
                <a:solidFill>
                  <a:schemeClr val="dk1"/>
                </a:solidFill>
                <a:latin typeface="Calibri"/>
                <a:ea typeface="Calibri"/>
                <a:cs typeface="Calibri"/>
                <a:sym typeface="Calibri"/>
              </a:rPr>
              <a:t> automatically.</a:t>
            </a:r>
            <a:endParaRPr/>
          </a:p>
          <a:p>
            <a:pPr indent="-342900" lvl="0" marL="342900" marR="0" rtl="0" algn="l">
              <a:spcBef>
                <a:spcPts val="0"/>
              </a:spcBef>
              <a:spcAft>
                <a:spcPts val="0"/>
              </a:spcAft>
              <a:buClr>
                <a:schemeClr val="dk1"/>
              </a:buClr>
              <a:buSzPts val="2400"/>
              <a:buFont typeface="Arial"/>
              <a:buChar char="•"/>
            </a:pPr>
            <a:r>
              <a:rPr lang="en-GB" sz="2400">
                <a:solidFill>
                  <a:schemeClr val="dk1"/>
                </a:solidFill>
                <a:latin typeface="Calibri"/>
                <a:ea typeface="Calibri"/>
                <a:cs typeface="Calibri"/>
                <a:sym typeface="Calibri"/>
              </a:rPr>
              <a:t>The content of a variable can change as the program runs, so it might not always stay the same.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6" name="Shape 106"/>
        <p:cNvGrpSpPr/>
        <p:nvPr/>
      </p:nvGrpSpPr>
      <p:grpSpPr>
        <a:xfrm>
          <a:off x="0" y="0"/>
          <a:ext cx="0" cy="0"/>
          <a:chOff x="0" y="0"/>
          <a:chExt cx="0" cy="0"/>
        </a:xfrm>
      </p:grpSpPr>
      <p:sp>
        <p:nvSpPr>
          <p:cNvPr id="107" name="Google Shape;107;p17"/>
          <p:cNvSpPr txBox="1"/>
          <p:nvPr>
            <p:ph type="title"/>
          </p:nvPr>
        </p:nvSpPr>
        <p:spPr>
          <a:xfrm>
            <a:off x="1609825" y="815951"/>
            <a:ext cx="9753599" cy="845862"/>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chemeClr val="lt1"/>
              </a:buClr>
              <a:buSzPts val="4400"/>
              <a:buFont typeface="Calibri"/>
              <a:buNone/>
            </a:pPr>
            <a:r>
              <a:rPr b="1" lang="en-GB">
                <a:solidFill>
                  <a:schemeClr val="lt1"/>
                </a:solidFill>
              </a:rPr>
              <a:t>Understanding variables </a:t>
            </a:r>
            <a:endParaRPr/>
          </a:p>
        </p:txBody>
      </p:sp>
      <p:sp>
        <p:nvSpPr>
          <p:cNvPr id="108" name="Google Shape;108;p17"/>
          <p:cNvSpPr/>
          <p:nvPr/>
        </p:nvSpPr>
        <p:spPr>
          <a:xfrm>
            <a:off x="1608324" y="2132150"/>
            <a:ext cx="8975349" cy="1200329"/>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GB" sz="2400">
                <a:solidFill>
                  <a:srgbClr val="000000"/>
                </a:solidFill>
                <a:latin typeface="Calibri"/>
                <a:ea typeface="Calibri"/>
                <a:cs typeface="Calibri"/>
                <a:sym typeface="Calibri"/>
              </a:rPr>
              <a:t>Think of a variable as a box with a name, which contains a piece of information. You do not need to know what is in the box, but you can ask the program to display what is in the box by referring to its name.</a:t>
            </a:r>
            <a:endParaRPr sz="2400">
              <a:solidFill>
                <a:schemeClr val="dk1"/>
              </a:solidFill>
              <a:latin typeface="Times New Roman"/>
              <a:ea typeface="Times New Roman"/>
              <a:cs typeface="Times New Roman"/>
              <a:sym typeface="Times New Roman"/>
            </a:endParaRPr>
          </a:p>
        </p:txBody>
      </p:sp>
      <p:pic>
        <p:nvPicPr>
          <p:cNvPr descr="Chart, funnel chart&#10;&#10;Description automatically generated" id="109" name="Google Shape;109;p17"/>
          <p:cNvPicPr preferRelativeResize="0"/>
          <p:nvPr/>
        </p:nvPicPr>
        <p:blipFill rotWithShape="1">
          <a:blip r:embed="rId3">
            <a:alphaModFix/>
          </a:blip>
          <a:srcRect b="0" l="0" r="0" t="0"/>
          <a:stretch/>
        </p:blipFill>
        <p:spPr>
          <a:xfrm>
            <a:off x="1542905" y="4125685"/>
            <a:ext cx="9106189" cy="1526177"/>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3" name="Shape 113"/>
        <p:cNvGrpSpPr/>
        <p:nvPr/>
      </p:nvGrpSpPr>
      <p:grpSpPr>
        <a:xfrm>
          <a:off x="0" y="0"/>
          <a:ext cx="0" cy="0"/>
          <a:chOff x="0" y="0"/>
          <a:chExt cx="0" cy="0"/>
        </a:xfrm>
      </p:grpSpPr>
      <p:sp>
        <p:nvSpPr>
          <p:cNvPr id="114" name="Google Shape;114;p18"/>
          <p:cNvSpPr txBox="1"/>
          <p:nvPr>
            <p:ph type="title"/>
          </p:nvPr>
        </p:nvSpPr>
        <p:spPr>
          <a:xfrm>
            <a:off x="1608567" y="815637"/>
            <a:ext cx="9793357" cy="855801"/>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chemeClr val="lt1"/>
              </a:buClr>
              <a:buSzPts val="4400"/>
              <a:buFont typeface="Calibri"/>
              <a:buNone/>
            </a:pPr>
            <a:r>
              <a:rPr b="1" lang="en-GB">
                <a:solidFill>
                  <a:schemeClr val="lt1"/>
                </a:solidFill>
              </a:rPr>
              <a:t>Variables in Scratch </a:t>
            </a:r>
            <a:endParaRPr/>
          </a:p>
        </p:txBody>
      </p:sp>
      <p:sp>
        <p:nvSpPr>
          <p:cNvPr id="115" name="Google Shape;115;p18"/>
          <p:cNvSpPr/>
          <p:nvPr/>
        </p:nvSpPr>
        <p:spPr>
          <a:xfrm>
            <a:off x="1361320" y="3167390"/>
            <a:ext cx="9145572" cy="523220"/>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lang="en-GB" sz="2800">
                <a:solidFill>
                  <a:schemeClr val="dk1"/>
                </a:solidFill>
                <a:latin typeface="Calibri"/>
                <a:ea typeface="Calibri"/>
                <a:cs typeface="Calibri"/>
                <a:sym typeface="Calibri"/>
              </a:rPr>
              <a:t>Now watch Video 3.1</a:t>
            </a:r>
            <a:endParaRPr sz="2800">
              <a:solidFill>
                <a:schemeClr val="dk1"/>
              </a:solidFill>
              <a:latin typeface="Calibri"/>
              <a:ea typeface="Calibri"/>
              <a:cs typeface="Calibri"/>
              <a:sym typeface="Calibri"/>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15"/>
                                        </p:tgtEl>
                                        <p:attrNameLst>
                                          <p:attrName>style.visibility</p:attrName>
                                        </p:attrNameLst>
                                      </p:cBhvr>
                                      <p:to>
                                        <p:strVal val="visible"/>
                                      </p:to>
                                    </p:set>
                                    <p:animEffect filter="fade" transition="in">
                                      <p:cBhvr>
                                        <p:cTn dur="1000"/>
                                        <p:tgtEl>
                                          <p:spTgt spid="115"/>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9" name="Shape 119"/>
        <p:cNvGrpSpPr/>
        <p:nvPr/>
      </p:nvGrpSpPr>
      <p:grpSpPr>
        <a:xfrm>
          <a:off x="0" y="0"/>
          <a:ext cx="0" cy="0"/>
          <a:chOff x="0" y="0"/>
          <a:chExt cx="0" cy="0"/>
        </a:xfrm>
      </p:grpSpPr>
      <p:pic>
        <p:nvPicPr>
          <p:cNvPr descr="Graphical user interface, text, application, chat or text message&#10;&#10;Description automatically generated" id="120" name="Google Shape;120;p19"/>
          <p:cNvPicPr preferRelativeResize="0"/>
          <p:nvPr/>
        </p:nvPicPr>
        <p:blipFill rotWithShape="1">
          <a:blip r:embed="rId3">
            <a:alphaModFix/>
          </a:blip>
          <a:srcRect b="0" l="0" r="0" t="0"/>
          <a:stretch/>
        </p:blipFill>
        <p:spPr>
          <a:xfrm>
            <a:off x="1589632" y="3272171"/>
            <a:ext cx="3915118" cy="2623532"/>
          </a:xfrm>
          <a:prstGeom prst="rect">
            <a:avLst/>
          </a:prstGeom>
          <a:noFill/>
          <a:ln>
            <a:noFill/>
          </a:ln>
        </p:spPr>
      </p:pic>
      <p:sp>
        <p:nvSpPr>
          <p:cNvPr id="121" name="Google Shape;121;p19"/>
          <p:cNvSpPr txBox="1"/>
          <p:nvPr>
            <p:ph type="title"/>
          </p:nvPr>
        </p:nvSpPr>
        <p:spPr>
          <a:xfrm>
            <a:off x="1589632" y="796072"/>
            <a:ext cx="10037685" cy="865740"/>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chemeClr val="lt1"/>
              </a:buClr>
              <a:buSzPts val="4400"/>
              <a:buFont typeface="Calibri"/>
              <a:buNone/>
            </a:pPr>
            <a:r>
              <a:rPr b="1" lang="en-GB">
                <a:solidFill>
                  <a:schemeClr val="lt1"/>
                </a:solidFill>
              </a:rPr>
              <a:t> New blocks </a:t>
            </a:r>
            <a:endParaRPr/>
          </a:p>
        </p:txBody>
      </p:sp>
      <p:sp>
        <p:nvSpPr>
          <p:cNvPr id="122" name="Google Shape;122;p19"/>
          <p:cNvSpPr/>
          <p:nvPr/>
        </p:nvSpPr>
        <p:spPr>
          <a:xfrm>
            <a:off x="1589632" y="2255796"/>
            <a:ext cx="7961872" cy="830997"/>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chemeClr val="dk1"/>
              </a:buClr>
              <a:buSzPts val="2400"/>
              <a:buFont typeface="Calibri"/>
              <a:buNone/>
            </a:pPr>
            <a:r>
              <a:rPr b="0" i="0" lang="en-GB" sz="2400" u="none" cap="none" strike="noStrike">
                <a:solidFill>
                  <a:schemeClr val="dk1"/>
                </a:solidFill>
                <a:latin typeface="Calibri"/>
                <a:ea typeface="Calibri"/>
                <a:cs typeface="Calibri"/>
                <a:sym typeface="Calibri"/>
              </a:rPr>
              <a:t>Here are some of the new blocks that you will need to use to work with variables in Scratch.</a:t>
            </a:r>
            <a:endParaRPr b="0" i="0" sz="2400" u="none" cap="none" strike="noStrike">
              <a:solidFill>
                <a:schemeClr val="dk1"/>
              </a:solidFill>
              <a:latin typeface="Calibri"/>
              <a:ea typeface="Calibri"/>
              <a:cs typeface="Calibri"/>
              <a:sym typeface="Calibri"/>
            </a:endParaRPr>
          </a:p>
        </p:txBody>
      </p:sp>
      <p:sp>
        <p:nvSpPr>
          <p:cNvPr id="123" name="Google Shape;123;p19"/>
          <p:cNvSpPr txBox="1"/>
          <p:nvPr/>
        </p:nvSpPr>
        <p:spPr>
          <a:xfrm>
            <a:off x="6301406" y="3138675"/>
            <a:ext cx="4880113" cy="1200329"/>
          </a:xfrm>
          <a:prstGeom prst="rect">
            <a:avLst/>
          </a:prstGeom>
          <a:noFill/>
          <a:ln cap="flat" cmpd="sng" w="9525">
            <a:solidFill>
              <a:srgbClr val="E30613"/>
            </a:solidFill>
            <a:prstDash val="solid"/>
            <a:round/>
            <a:headEnd len="sm" w="sm" type="none"/>
            <a:tailEnd len="sm" w="sm" type="none"/>
          </a:ln>
        </p:spPr>
        <p:txBody>
          <a:bodyPr anchorCtr="0" anchor="t" bIns="45700" lIns="91425" spcFirstLastPara="1" rIns="91425" wrap="square" tIns="45700">
            <a:spAutoFit/>
          </a:bodyPr>
          <a:lstStyle/>
          <a:p>
            <a:pPr indent="0" lvl="0" marL="0" marR="0" rtl="0" algn="l">
              <a:spcBef>
                <a:spcPts val="0"/>
              </a:spcBef>
              <a:spcAft>
                <a:spcPts val="0"/>
              </a:spcAft>
              <a:buNone/>
            </a:pPr>
            <a:r>
              <a:rPr lang="en-GB" sz="1800">
                <a:solidFill>
                  <a:schemeClr val="dk1"/>
                </a:solidFill>
                <a:latin typeface="Calibri"/>
                <a:ea typeface="Calibri"/>
                <a:cs typeface="Calibri"/>
                <a:sym typeface="Calibri"/>
              </a:rPr>
              <a:t>The ‘ask’ block displays a message and you can customise what it says in the white area. This block requires a response from the user. The user has to type something in; enter an </a:t>
            </a:r>
            <a:r>
              <a:rPr b="1" lang="en-GB" sz="1800">
                <a:solidFill>
                  <a:srgbClr val="FF0000"/>
                </a:solidFill>
                <a:latin typeface="Calibri"/>
                <a:ea typeface="Calibri"/>
                <a:cs typeface="Calibri"/>
                <a:sym typeface="Calibri"/>
              </a:rPr>
              <a:t>input</a:t>
            </a:r>
            <a:r>
              <a:rPr lang="en-GB" sz="1800">
                <a:solidFill>
                  <a:schemeClr val="dk1"/>
                </a:solidFill>
                <a:latin typeface="Calibri"/>
                <a:ea typeface="Calibri"/>
                <a:cs typeface="Calibri"/>
                <a:sym typeface="Calibri"/>
              </a:rPr>
              <a:t>.</a:t>
            </a:r>
            <a:endParaRPr/>
          </a:p>
        </p:txBody>
      </p:sp>
      <p:sp>
        <p:nvSpPr>
          <p:cNvPr id="124" name="Google Shape;124;p19"/>
          <p:cNvSpPr txBox="1"/>
          <p:nvPr/>
        </p:nvSpPr>
        <p:spPr>
          <a:xfrm>
            <a:off x="6299757" y="4556511"/>
            <a:ext cx="4880113" cy="1477328"/>
          </a:xfrm>
          <a:prstGeom prst="rect">
            <a:avLst/>
          </a:prstGeom>
          <a:noFill/>
          <a:ln cap="flat" cmpd="sng" w="9525">
            <a:solidFill>
              <a:srgbClr val="E30613"/>
            </a:solidFill>
            <a:prstDash val="solid"/>
            <a:round/>
            <a:headEnd len="sm" w="sm" type="none"/>
            <a:tailEnd len="sm" w="sm" type="none"/>
          </a:ln>
        </p:spPr>
        <p:txBody>
          <a:bodyPr anchorCtr="0" anchor="t" bIns="45700" lIns="91425" spcFirstLastPara="1" rIns="91425" wrap="square" tIns="45700">
            <a:spAutoFit/>
          </a:bodyPr>
          <a:lstStyle/>
          <a:p>
            <a:pPr indent="0" lvl="0" marL="0" marR="0" rtl="0" algn="l">
              <a:spcBef>
                <a:spcPts val="0"/>
              </a:spcBef>
              <a:spcAft>
                <a:spcPts val="0"/>
              </a:spcAft>
              <a:buNone/>
            </a:pPr>
            <a:r>
              <a:rPr lang="en-GB" sz="1800">
                <a:solidFill>
                  <a:schemeClr val="dk1"/>
                </a:solidFill>
                <a:latin typeface="Calibri"/>
                <a:ea typeface="Calibri"/>
                <a:cs typeface="Calibri"/>
                <a:sym typeface="Calibri"/>
              </a:rPr>
              <a:t>The ‘set’ block sets your chosen </a:t>
            </a:r>
            <a:r>
              <a:rPr b="1" lang="en-GB" sz="1800">
                <a:solidFill>
                  <a:schemeClr val="dk1"/>
                </a:solidFill>
                <a:latin typeface="Calibri"/>
                <a:ea typeface="Calibri"/>
                <a:cs typeface="Calibri"/>
                <a:sym typeface="Calibri"/>
              </a:rPr>
              <a:t>variable</a:t>
            </a:r>
            <a:r>
              <a:rPr lang="en-GB" sz="1800">
                <a:solidFill>
                  <a:schemeClr val="dk1"/>
                </a:solidFill>
                <a:latin typeface="Calibri"/>
                <a:ea typeface="Calibri"/>
                <a:cs typeface="Calibri"/>
                <a:sym typeface="Calibri"/>
              </a:rPr>
              <a:t> to something. You have to create your variable first, in the ‘Variables’ category of the palette. In this example, the variable </a:t>
            </a:r>
            <a:r>
              <a:rPr b="1" lang="en-GB" sz="1800">
                <a:solidFill>
                  <a:srgbClr val="FF0000"/>
                </a:solidFill>
                <a:latin typeface="Calibri"/>
                <a:ea typeface="Calibri"/>
                <a:cs typeface="Calibri"/>
                <a:sym typeface="Calibri"/>
              </a:rPr>
              <a:t>number</a:t>
            </a:r>
            <a:r>
              <a:rPr lang="en-GB" sz="1800">
                <a:solidFill>
                  <a:schemeClr val="dk1"/>
                </a:solidFill>
                <a:latin typeface="Calibri"/>
                <a:ea typeface="Calibri"/>
                <a:cs typeface="Calibri"/>
                <a:sym typeface="Calibri"/>
              </a:rPr>
              <a:t> is set to the answer from the question asked in the previous block.</a:t>
            </a:r>
            <a:endParaRPr/>
          </a:p>
        </p:txBody>
      </p:sp>
      <p:cxnSp>
        <p:nvCxnSpPr>
          <p:cNvPr id="125" name="Google Shape;125;p19"/>
          <p:cNvCxnSpPr>
            <a:stCxn id="123" idx="1"/>
          </p:cNvCxnSpPr>
          <p:nvPr/>
        </p:nvCxnSpPr>
        <p:spPr>
          <a:xfrm flipH="1">
            <a:off x="5291906" y="3738839"/>
            <a:ext cx="1009500" cy="685500"/>
          </a:xfrm>
          <a:prstGeom prst="straightConnector1">
            <a:avLst/>
          </a:prstGeom>
          <a:noFill/>
          <a:ln cap="flat" cmpd="sng" w="9525">
            <a:solidFill>
              <a:srgbClr val="E30613"/>
            </a:solidFill>
            <a:prstDash val="solid"/>
            <a:miter lim="8000"/>
            <a:headEnd len="sm" w="sm" type="none"/>
            <a:tailEnd len="med" w="med" type="triangle"/>
          </a:ln>
        </p:spPr>
      </p:cxnSp>
      <p:cxnSp>
        <p:nvCxnSpPr>
          <p:cNvPr id="126" name="Google Shape;126;p19"/>
          <p:cNvCxnSpPr>
            <a:stCxn id="124" idx="1"/>
          </p:cNvCxnSpPr>
          <p:nvPr/>
        </p:nvCxnSpPr>
        <p:spPr>
          <a:xfrm flipH="1">
            <a:off x="5138157" y="5295175"/>
            <a:ext cx="1161600" cy="138600"/>
          </a:xfrm>
          <a:prstGeom prst="straightConnector1">
            <a:avLst/>
          </a:prstGeom>
          <a:noFill/>
          <a:ln cap="flat" cmpd="sng" w="9525">
            <a:solidFill>
              <a:srgbClr val="E30613"/>
            </a:solidFill>
            <a:prstDash val="solid"/>
            <a:miter lim="8000"/>
            <a:headEnd len="sm" w="sm" type="none"/>
            <a:tailEnd len="med" w="med" type="triangle"/>
          </a:ln>
        </p:spPr>
      </p:cxn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0" name="Shape 130"/>
        <p:cNvGrpSpPr/>
        <p:nvPr/>
      </p:nvGrpSpPr>
      <p:grpSpPr>
        <a:xfrm>
          <a:off x="0" y="0"/>
          <a:ext cx="0" cy="0"/>
          <a:chOff x="0" y="0"/>
          <a:chExt cx="0" cy="0"/>
        </a:xfrm>
      </p:grpSpPr>
      <p:pic>
        <p:nvPicPr>
          <p:cNvPr descr="Graphical user interface, application&#10;&#10;Description automatically generated" id="131" name="Google Shape;131;p20"/>
          <p:cNvPicPr preferRelativeResize="0"/>
          <p:nvPr/>
        </p:nvPicPr>
        <p:blipFill rotWithShape="1">
          <a:blip r:embed="rId3">
            <a:alphaModFix/>
          </a:blip>
          <a:srcRect b="0" l="0" r="0" t="0"/>
          <a:stretch/>
        </p:blipFill>
        <p:spPr>
          <a:xfrm>
            <a:off x="1600200" y="2201732"/>
            <a:ext cx="3972479" cy="1686160"/>
          </a:xfrm>
          <a:prstGeom prst="rect">
            <a:avLst/>
          </a:prstGeom>
          <a:noFill/>
          <a:ln>
            <a:noFill/>
          </a:ln>
        </p:spPr>
      </p:pic>
      <p:sp>
        <p:nvSpPr>
          <p:cNvPr id="132" name="Google Shape;132;p20"/>
          <p:cNvSpPr txBox="1"/>
          <p:nvPr>
            <p:ph type="title"/>
          </p:nvPr>
        </p:nvSpPr>
        <p:spPr>
          <a:xfrm>
            <a:off x="1600200" y="815009"/>
            <a:ext cx="9753600" cy="875679"/>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chemeClr val="lt1"/>
              </a:buClr>
              <a:buSzPts val="4400"/>
              <a:buFont typeface="Calibri"/>
              <a:buNone/>
            </a:pPr>
            <a:r>
              <a:rPr b="1" lang="en-GB">
                <a:solidFill>
                  <a:schemeClr val="lt1"/>
                </a:solidFill>
              </a:rPr>
              <a:t>New blocks</a:t>
            </a:r>
            <a:endParaRPr/>
          </a:p>
        </p:txBody>
      </p:sp>
      <p:pic>
        <p:nvPicPr>
          <p:cNvPr id="133" name="Google Shape;133;p20"/>
          <p:cNvPicPr preferRelativeResize="0"/>
          <p:nvPr/>
        </p:nvPicPr>
        <p:blipFill rotWithShape="1">
          <a:blip r:embed="rId4">
            <a:alphaModFix/>
          </a:blip>
          <a:srcRect b="0" l="0" r="0" t="0"/>
          <a:stretch/>
        </p:blipFill>
        <p:spPr>
          <a:xfrm>
            <a:off x="1494458" y="4114690"/>
            <a:ext cx="5727700" cy="824865"/>
          </a:xfrm>
          <a:prstGeom prst="rect">
            <a:avLst/>
          </a:prstGeom>
          <a:noFill/>
          <a:ln>
            <a:noFill/>
          </a:ln>
        </p:spPr>
      </p:pic>
      <p:pic>
        <p:nvPicPr>
          <p:cNvPr id="134" name="Google Shape;134;p20"/>
          <p:cNvPicPr preferRelativeResize="0"/>
          <p:nvPr/>
        </p:nvPicPr>
        <p:blipFill rotWithShape="1">
          <a:blip r:embed="rId5">
            <a:alphaModFix/>
          </a:blip>
          <a:srcRect b="0" l="0" r="0" t="0"/>
          <a:stretch/>
        </p:blipFill>
        <p:spPr>
          <a:xfrm>
            <a:off x="1600200" y="5230826"/>
            <a:ext cx="5727700" cy="812165"/>
          </a:xfrm>
          <a:prstGeom prst="rect">
            <a:avLst/>
          </a:prstGeom>
          <a:noFill/>
          <a:ln>
            <a:noFill/>
          </a:ln>
        </p:spPr>
      </p:pic>
      <p:sp>
        <p:nvSpPr>
          <p:cNvPr id="135" name="Google Shape;135;p20"/>
          <p:cNvSpPr txBox="1"/>
          <p:nvPr/>
        </p:nvSpPr>
        <p:spPr>
          <a:xfrm>
            <a:off x="5512488" y="1813795"/>
            <a:ext cx="5727699" cy="584775"/>
          </a:xfrm>
          <a:prstGeom prst="rect">
            <a:avLst/>
          </a:prstGeom>
          <a:noFill/>
          <a:ln cap="flat" cmpd="sng" w="9525">
            <a:solidFill>
              <a:srgbClr val="E30613"/>
            </a:solidFill>
            <a:prstDash val="solid"/>
            <a:round/>
            <a:headEnd len="sm" w="sm" type="none"/>
            <a:tailEnd len="sm" w="sm" type="none"/>
          </a:ln>
        </p:spPr>
        <p:txBody>
          <a:bodyPr anchorCtr="0" anchor="t" bIns="45700" lIns="91425" spcFirstLastPara="1" rIns="91425" wrap="square" tIns="45700">
            <a:spAutoFit/>
          </a:bodyPr>
          <a:lstStyle/>
          <a:p>
            <a:pPr indent="0" lvl="0" marL="0" marR="0" rtl="0" algn="l">
              <a:spcBef>
                <a:spcPts val="0"/>
              </a:spcBef>
              <a:spcAft>
                <a:spcPts val="0"/>
              </a:spcAft>
              <a:buNone/>
            </a:pPr>
            <a:r>
              <a:rPr lang="en-GB" sz="1600">
                <a:solidFill>
                  <a:schemeClr val="dk1"/>
                </a:solidFill>
                <a:latin typeface="Calibri"/>
                <a:ea typeface="Calibri"/>
                <a:cs typeface="Calibri"/>
                <a:sym typeface="Calibri"/>
              </a:rPr>
              <a:t>The ‘say’ block makes the cat say whatever is in the white area for as long as you specify.</a:t>
            </a:r>
            <a:endParaRPr/>
          </a:p>
        </p:txBody>
      </p:sp>
      <p:sp>
        <p:nvSpPr>
          <p:cNvPr id="136" name="Google Shape;136;p20"/>
          <p:cNvSpPr txBox="1"/>
          <p:nvPr/>
        </p:nvSpPr>
        <p:spPr>
          <a:xfrm>
            <a:off x="5923722" y="2842835"/>
            <a:ext cx="5316465" cy="584775"/>
          </a:xfrm>
          <a:prstGeom prst="rect">
            <a:avLst/>
          </a:prstGeom>
          <a:noFill/>
          <a:ln cap="flat" cmpd="sng" w="9525">
            <a:solidFill>
              <a:srgbClr val="E30613"/>
            </a:solidFill>
            <a:prstDash val="solid"/>
            <a:round/>
            <a:headEnd len="sm" w="sm" type="none"/>
            <a:tailEnd len="sm" w="sm" type="none"/>
          </a:ln>
        </p:spPr>
        <p:txBody>
          <a:bodyPr anchorCtr="0" anchor="t" bIns="45700" lIns="91425" spcFirstLastPara="1" rIns="91425" wrap="square" tIns="45700">
            <a:spAutoFit/>
          </a:bodyPr>
          <a:lstStyle/>
          <a:p>
            <a:pPr indent="0" lvl="0" marL="0" marR="0" rtl="0" algn="l">
              <a:spcBef>
                <a:spcPts val="0"/>
              </a:spcBef>
              <a:spcAft>
                <a:spcPts val="0"/>
              </a:spcAft>
              <a:buNone/>
            </a:pPr>
            <a:r>
              <a:rPr lang="en-GB" sz="1600">
                <a:solidFill>
                  <a:schemeClr val="dk1"/>
                </a:solidFill>
                <a:latin typeface="Calibri"/>
                <a:ea typeface="Calibri"/>
                <a:cs typeface="Calibri"/>
                <a:sym typeface="Calibri"/>
              </a:rPr>
              <a:t>The ‘join’ block is used to join text together with variables. This is called </a:t>
            </a:r>
            <a:r>
              <a:rPr b="1" lang="en-GB" sz="1600">
                <a:solidFill>
                  <a:srgbClr val="FF0000"/>
                </a:solidFill>
                <a:latin typeface="Calibri"/>
                <a:ea typeface="Calibri"/>
                <a:cs typeface="Calibri"/>
                <a:sym typeface="Calibri"/>
              </a:rPr>
              <a:t>concatenation</a:t>
            </a:r>
            <a:r>
              <a:rPr lang="en-GB" sz="1600">
                <a:solidFill>
                  <a:schemeClr val="dk1"/>
                </a:solidFill>
                <a:latin typeface="Calibri"/>
                <a:ea typeface="Calibri"/>
                <a:cs typeface="Calibri"/>
                <a:sym typeface="Calibri"/>
              </a:rPr>
              <a:t>.</a:t>
            </a:r>
            <a:endParaRPr/>
          </a:p>
        </p:txBody>
      </p:sp>
      <p:sp>
        <p:nvSpPr>
          <p:cNvPr id="137" name="Google Shape;137;p20"/>
          <p:cNvSpPr txBox="1"/>
          <p:nvPr/>
        </p:nvSpPr>
        <p:spPr>
          <a:xfrm>
            <a:off x="7327900" y="3902284"/>
            <a:ext cx="4452728" cy="1077218"/>
          </a:xfrm>
          <a:prstGeom prst="rect">
            <a:avLst/>
          </a:prstGeom>
          <a:noFill/>
          <a:ln cap="flat" cmpd="sng" w="9525">
            <a:solidFill>
              <a:srgbClr val="E30613"/>
            </a:solidFill>
            <a:prstDash val="solid"/>
            <a:round/>
            <a:headEnd len="sm" w="sm" type="none"/>
            <a:tailEnd len="sm" w="sm" type="none"/>
          </a:ln>
        </p:spPr>
        <p:txBody>
          <a:bodyPr anchorCtr="0" anchor="t" bIns="45700" lIns="91425" spcFirstLastPara="1" rIns="91425" wrap="square" tIns="45700">
            <a:spAutoFit/>
          </a:bodyPr>
          <a:lstStyle/>
          <a:p>
            <a:pPr indent="0" lvl="0" marL="0" marR="0" rtl="0" algn="l">
              <a:spcBef>
                <a:spcPts val="0"/>
              </a:spcBef>
              <a:spcAft>
                <a:spcPts val="0"/>
              </a:spcAft>
              <a:buNone/>
            </a:pPr>
            <a:r>
              <a:rPr lang="en-GB" sz="1600">
                <a:solidFill>
                  <a:schemeClr val="dk1"/>
                </a:solidFill>
                <a:latin typeface="Calibri"/>
                <a:ea typeface="Calibri"/>
                <a:cs typeface="Calibri"/>
                <a:sym typeface="Calibri"/>
              </a:rPr>
              <a:t>You can combine the ‘say’ block and the ‘join’ block. This line of code would </a:t>
            </a:r>
            <a:r>
              <a:rPr b="1" lang="en-GB" sz="1600">
                <a:solidFill>
                  <a:srgbClr val="FF0000"/>
                </a:solidFill>
                <a:latin typeface="Calibri"/>
                <a:ea typeface="Calibri"/>
                <a:cs typeface="Calibri"/>
                <a:sym typeface="Calibri"/>
              </a:rPr>
              <a:t>output</a:t>
            </a:r>
            <a:r>
              <a:rPr lang="en-GB" sz="1600">
                <a:solidFill>
                  <a:schemeClr val="dk1"/>
                </a:solidFill>
                <a:latin typeface="Calibri"/>
                <a:ea typeface="Calibri"/>
                <a:cs typeface="Calibri"/>
                <a:sym typeface="Calibri"/>
              </a:rPr>
              <a:t> </a:t>
            </a:r>
            <a:r>
              <a:rPr lang="en-GB" sz="1600">
                <a:solidFill>
                  <a:schemeClr val="dk1"/>
                </a:solidFill>
                <a:latin typeface="Courier New"/>
                <a:ea typeface="Courier New"/>
                <a:cs typeface="Courier New"/>
                <a:sym typeface="Courier New"/>
              </a:rPr>
              <a:t>The final number you entered was: </a:t>
            </a:r>
            <a:r>
              <a:rPr lang="en-GB" sz="1600">
                <a:solidFill>
                  <a:schemeClr val="dk1"/>
                </a:solidFill>
                <a:latin typeface="Calibri"/>
                <a:ea typeface="Calibri"/>
                <a:cs typeface="Calibri"/>
                <a:sym typeface="Calibri"/>
              </a:rPr>
              <a:t>and then the value that is stored in the </a:t>
            </a:r>
            <a:r>
              <a:rPr lang="en-GB" sz="1600">
                <a:solidFill>
                  <a:schemeClr val="dk1"/>
                </a:solidFill>
                <a:latin typeface="Courier New"/>
                <a:ea typeface="Courier New"/>
                <a:cs typeface="Courier New"/>
                <a:sym typeface="Courier New"/>
              </a:rPr>
              <a:t>number</a:t>
            </a:r>
            <a:r>
              <a:rPr lang="en-GB" sz="1600">
                <a:solidFill>
                  <a:schemeClr val="dk1"/>
                </a:solidFill>
                <a:latin typeface="Calibri"/>
                <a:ea typeface="Calibri"/>
                <a:cs typeface="Calibri"/>
                <a:sym typeface="Calibri"/>
              </a:rPr>
              <a:t> variable.</a:t>
            </a:r>
            <a:endParaRPr/>
          </a:p>
        </p:txBody>
      </p:sp>
      <p:sp>
        <p:nvSpPr>
          <p:cNvPr id="138" name="Google Shape;138;p20"/>
          <p:cNvSpPr txBox="1"/>
          <p:nvPr/>
        </p:nvSpPr>
        <p:spPr>
          <a:xfrm>
            <a:off x="7592944" y="5684178"/>
            <a:ext cx="3662483" cy="584775"/>
          </a:xfrm>
          <a:prstGeom prst="rect">
            <a:avLst/>
          </a:prstGeom>
          <a:noFill/>
          <a:ln cap="flat" cmpd="sng" w="9525">
            <a:solidFill>
              <a:srgbClr val="E30613"/>
            </a:solidFill>
            <a:prstDash val="solid"/>
            <a:round/>
            <a:headEnd len="sm" w="sm" type="none"/>
            <a:tailEnd len="sm" w="sm" type="none"/>
          </a:ln>
        </p:spPr>
        <p:txBody>
          <a:bodyPr anchorCtr="0" anchor="t" bIns="45700" lIns="91425" spcFirstLastPara="1" rIns="91425" wrap="square" tIns="45700">
            <a:spAutoFit/>
          </a:bodyPr>
          <a:lstStyle/>
          <a:p>
            <a:pPr indent="0" lvl="0" marL="0" marR="0" rtl="0" algn="l">
              <a:spcBef>
                <a:spcPts val="0"/>
              </a:spcBef>
              <a:spcAft>
                <a:spcPts val="0"/>
              </a:spcAft>
              <a:buNone/>
            </a:pPr>
            <a:r>
              <a:rPr lang="en-GB" sz="1600">
                <a:solidFill>
                  <a:schemeClr val="dk1"/>
                </a:solidFill>
                <a:latin typeface="Calibri"/>
                <a:ea typeface="Calibri"/>
                <a:cs typeface="Calibri"/>
                <a:sym typeface="Calibri"/>
              </a:rPr>
              <a:t>Multiple ‘join’ blocks can be used to join together multiple strings and variables.</a:t>
            </a:r>
            <a:endParaRPr/>
          </a:p>
        </p:txBody>
      </p:sp>
      <p:cxnSp>
        <p:nvCxnSpPr>
          <p:cNvPr id="139" name="Google Shape;139;p20"/>
          <p:cNvCxnSpPr/>
          <p:nvPr/>
        </p:nvCxnSpPr>
        <p:spPr>
          <a:xfrm flipH="1">
            <a:off x="4194313" y="2244682"/>
            <a:ext cx="1318175" cy="202103"/>
          </a:xfrm>
          <a:prstGeom prst="straightConnector1">
            <a:avLst/>
          </a:prstGeom>
          <a:noFill/>
          <a:ln cap="flat" cmpd="sng" w="9525">
            <a:solidFill>
              <a:srgbClr val="E30613"/>
            </a:solidFill>
            <a:prstDash val="solid"/>
            <a:miter lim="8000"/>
            <a:headEnd len="sm" w="sm" type="none"/>
            <a:tailEnd len="med" w="med" type="triangle"/>
          </a:ln>
        </p:spPr>
      </p:cxnSp>
      <p:cxnSp>
        <p:nvCxnSpPr>
          <p:cNvPr id="140" name="Google Shape;140;p20"/>
          <p:cNvCxnSpPr/>
          <p:nvPr/>
        </p:nvCxnSpPr>
        <p:spPr>
          <a:xfrm flipH="1">
            <a:off x="5233852" y="3112948"/>
            <a:ext cx="689870" cy="192671"/>
          </a:xfrm>
          <a:prstGeom prst="straightConnector1">
            <a:avLst/>
          </a:prstGeom>
          <a:noFill/>
          <a:ln cap="flat" cmpd="sng" w="9525">
            <a:solidFill>
              <a:srgbClr val="E30613"/>
            </a:solidFill>
            <a:prstDash val="solid"/>
            <a:miter lim="8000"/>
            <a:headEnd len="sm" w="sm" type="none"/>
            <a:tailEnd len="med" w="med" type="triangle"/>
          </a:ln>
        </p:spPr>
      </p:cxnSp>
      <p:cxnSp>
        <p:nvCxnSpPr>
          <p:cNvPr id="141" name="Google Shape;141;p20"/>
          <p:cNvCxnSpPr/>
          <p:nvPr/>
        </p:nvCxnSpPr>
        <p:spPr>
          <a:xfrm flipH="1">
            <a:off x="7071360" y="4089994"/>
            <a:ext cx="256541" cy="130612"/>
          </a:xfrm>
          <a:prstGeom prst="straightConnector1">
            <a:avLst/>
          </a:prstGeom>
          <a:noFill/>
          <a:ln cap="flat" cmpd="sng" w="9525">
            <a:solidFill>
              <a:srgbClr val="FF0000"/>
            </a:solidFill>
            <a:prstDash val="solid"/>
            <a:miter lim="8000"/>
            <a:headEnd len="sm" w="sm" type="none"/>
            <a:tailEnd len="med" w="med" type="triangle"/>
          </a:ln>
        </p:spPr>
      </p:cxnSp>
      <p:cxnSp>
        <p:nvCxnSpPr>
          <p:cNvPr id="142" name="Google Shape;142;p20"/>
          <p:cNvCxnSpPr/>
          <p:nvPr/>
        </p:nvCxnSpPr>
        <p:spPr>
          <a:xfrm rot="10800000">
            <a:off x="5163786" y="5934179"/>
            <a:ext cx="2429158" cy="171864"/>
          </a:xfrm>
          <a:prstGeom prst="straightConnector1">
            <a:avLst/>
          </a:prstGeom>
          <a:noFill/>
          <a:ln cap="flat" cmpd="sng" w="9525">
            <a:solidFill>
              <a:srgbClr val="E30613"/>
            </a:solidFill>
            <a:prstDash val="solid"/>
            <a:miter lim="8000"/>
            <a:headEnd len="sm" w="sm" type="none"/>
            <a:tailEnd len="med" w="med" type="triangle"/>
          </a:ln>
        </p:spPr>
      </p:cxn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6" name="Shape 146"/>
        <p:cNvGrpSpPr/>
        <p:nvPr/>
      </p:nvGrpSpPr>
      <p:grpSpPr>
        <a:xfrm>
          <a:off x="0" y="0"/>
          <a:ext cx="0" cy="0"/>
          <a:chOff x="0" y="0"/>
          <a:chExt cx="0" cy="0"/>
        </a:xfrm>
      </p:grpSpPr>
      <p:sp>
        <p:nvSpPr>
          <p:cNvPr id="147" name="Google Shape;147;p21"/>
          <p:cNvSpPr txBox="1"/>
          <p:nvPr>
            <p:ph type="title"/>
          </p:nvPr>
        </p:nvSpPr>
        <p:spPr>
          <a:xfrm>
            <a:off x="1600200" y="775252"/>
            <a:ext cx="9753600" cy="834887"/>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chemeClr val="lt1"/>
              </a:buClr>
              <a:buSzPts val="4400"/>
              <a:buFont typeface="Calibri"/>
              <a:buNone/>
            </a:pPr>
            <a:r>
              <a:rPr b="1" lang="en-GB">
                <a:solidFill>
                  <a:schemeClr val="lt1"/>
                </a:solidFill>
              </a:rPr>
              <a:t>New blocks</a:t>
            </a:r>
            <a:endParaRPr/>
          </a:p>
        </p:txBody>
      </p:sp>
      <p:sp>
        <p:nvSpPr>
          <p:cNvPr id="148" name="Google Shape;148;p21"/>
          <p:cNvSpPr txBox="1"/>
          <p:nvPr>
            <p:ph idx="1" type="body"/>
          </p:nvPr>
        </p:nvSpPr>
        <p:spPr>
          <a:xfrm>
            <a:off x="1600200" y="2082233"/>
            <a:ext cx="8823960" cy="1919061"/>
          </a:xfrm>
          <a:prstGeom prst="rect">
            <a:avLst/>
          </a:prstGeom>
          <a:noFill/>
          <a:ln>
            <a:noFill/>
          </a:ln>
        </p:spPr>
        <p:txBody>
          <a:bodyPr anchorCtr="0" anchor="t" bIns="45700" lIns="91425" spcFirstLastPara="1" rIns="91425" wrap="square" tIns="45700">
            <a:normAutofit/>
          </a:bodyPr>
          <a:lstStyle/>
          <a:p>
            <a:pPr indent="-228600" lvl="0" marL="228600" rtl="0" algn="l">
              <a:lnSpc>
                <a:spcPct val="90000"/>
              </a:lnSpc>
              <a:spcBef>
                <a:spcPts val="0"/>
              </a:spcBef>
              <a:spcAft>
                <a:spcPts val="0"/>
              </a:spcAft>
              <a:buClr>
                <a:schemeClr val="dk1"/>
              </a:buClr>
              <a:buSzPts val="2400"/>
              <a:buChar char="•"/>
            </a:pPr>
            <a:r>
              <a:rPr lang="en-GB" sz="2400"/>
              <a:t>When the ‘ask’ block is used, it automatically creates a variable called ‘answer’ that stores whatever is entered by the user.</a:t>
            </a:r>
            <a:endParaRPr/>
          </a:p>
          <a:p>
            <a:pPr indent="-228600" lvl="0" marL="228600" rtl="0" algn="l">
              <a:lnSpc>
                <a:spcPct val="90000"/>
              </a:lnSpc>
              <a:spcBef>
                <a:spcPts val="1000"/>
              </a:spcBef>
              <a:spcAft>
                <a:spcPts val="0"/>
              </a:spcAft>
              <a:buClr>
                <a:schemeClr val="dk1"/>
              </a:buClr>
              <a:buSzPts val="2400"/>
              <a:buChar char="•"/>
            </a:pPr>
            <a:r>
              <a:rPr lang="en-GB" sz="2400"/>
              <a:t>This means that, if you want to output the answer straight away, you don’t need to create a variable.</a:t>
            </a:r>
            <a:endParaRPr/>
          </a:p>
        </p:txBody>
      </p:sp>
      <p:pic>
        <p:nvPicPr>
          <p:cNvPr descr="Graphical user interface, text, application&#10;&#10;Description automatically generated" id="149" name="Google Shape;149;p21"/>
          <p:cNvPicPr preferRelativeResize="0"/>
          <p:nvPr/>
        </p:nvPicPr>
        <p:blipFill rotWithShape="1">
          <a:blip r:embed="rId3">
            <a:alphaModFix/>
          </a:blip>
          <a:srcRect b="0" l="0" r="0" t="0"/>
          <a:stretch/>
        </p:blipFill>
        <p:spPr>
          <a:xfrm>
            <a:off x="3425598" y="3661660"/>
            <a:ext cx="4943339" cy="2444267"/>
          </a:xfrm>
          <a:prstGeom prst="rect">
            <a:avLst/>
          </a:prstGeom>
          <a:noFill/>
          <a:ln>
            <a:noFill/>
          </a:ln>
        </p:spPr>
      </p:pic>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3" name="Shape 153"/>
        <p:cNvGrpSpPr/>
        <p:nvPr/>
      </p:nvGrpSpPr>
      <p:grpSpPr>
        <a:xfrm>
          <a:off x="0" y="0"/>
          <a:ext cx="0" cy="0"/>
          <a:chOff x="0" y="0"/>
          <a:chExt cx="0" cy="0"/>
        </a:xfrm>
      </p:grpSpPr>
      <p:sp>
        <p:nvSpPr>
          <p:cNvPr id="154" name="Google Shape;154;p22"/>
          <p:cNvSpPr/>
          <p:nvPr/>
        </p:nvSpPr>
        <p:spPr>
          <a:xfrm>
            <a:off x="1467969" y="1772801"/>
            <a:ext cx="9256062" cy="1323439"/>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GB" sz="2000">
                <a:solidFill>
                  <a:schemeClr val="dk1"/>
                </a:solidFill>
                <a:latin typeface="Calibri"/>
                <a:ea typeface="Calibri"/>
                <a:cs typeface="Calibri"/>
                <a:sym typeface="Calibri"/>
              </a:rPr>
              <a:t>However, if you want to ask multiple questions and output the information entered by the user at a later date, you will need to create a separate variable for each question and set it to the corresponding answer.</a:t>
            </a:r>
            <a:endParaRPr/>
          </a:p>
          <a:p>
            <a:pPr indent="0" lvl="0" marL="0" marR="0" rtl="0" algn="l">
              <a:spcBef>
                <a:spcPts val="0"/>
              </a:spcBef>
              <a:spcAft>
                <a:spcPts val="0"/>
              </a:spcAft>
              <a:buNone/>
            </a:pPr>
            <a:r>
              <a:rPr lang="en-GB" sz="2000">
                <a:solidFill>
                  <a:schemeClr val="dk1"/>
                </a:solidFill>
                <a:latin typeface="Calibri"/>
                <a:ea typeface="Calibri"/>
                <a:cs typeface="Calibri"/>
                <a:sym typeface="Calibri"/>
              </a:rPr>
              <a:t>Compare these two programs:</a:t>
            </a:r>
            <a:endParaRPr/>
          </a:p>
        </p:txBody>
      </p:sp>
      <p:pic>
        <p:nvPicPr>
          <p:cNvPr descr="Graphical user interface, text, application, chat or text message&#10;&#10;Description automatically generated" id="155" name="Google Shape;155;p22"/>
          <p:cNvPicPr preferRelativeResize="0"/>
          <p:nvPr/>
        </p:nvPicPr>
        <p:blipFill rotWithShape="1">
          <a:blip r:embed="rId3">
            <a:alphaModFix/>
          </a:blip>
          <a:srcRect b="0" l="0" r="0" t="0"/>
          <a:stretch/>
        </p:blipFill>
        <p:spPr>
          <a:xfrm>
            <a:off x="1758565" y="3429000"/>
            <a:ext cx="3546318" cy="2592859"/>
          </a:xfrm>
          <a:prstGeom prst="rect">
            <a:avLst/>
          </a:prstGeom>
          <a:noFill/>
          <a:ln>
            <a:noFill/>
          </a:ln>
        </p:spPr>
      </p:pic>
      <p:pic>
        <p:nvPicPr>
          <p:cNvPr descr="Text&#10;&#10;Description automatically generated" id="156" name="Google Shape;156;p22"/>
          <p:cNvPicPr preferRelativeResize="0"/>
          <p:nvPr/>
        </p:nvPicPr>
        <p:blipFill rotWithShape="1">
          <a:blip r:embed="rId4">
            <a:alphaModFix/>
          </a:blip>
          <a:srcRect b="0" l="0" r="0" t="0"/>
          <a:stretch/>
        </p:blipFill>
        <p:spPr>
          <a:xfrm>
            <a:off x="5762074" y="3429000"/>
            <a:ext cx="6051530" cy="2022245"/>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0" name="Shape 160"/>
        <p:cNvGrpSpPr/>
        <p:nvPr/>
      </p:nvGrpSpPr>
      <p:grpSpPr>
        <a:xfrm>
          <a:off x="0" y="0"/>
          <a:ext cx="0" cy="0"/>
          <a:chOff x="0" y="0"/>
          <a:chExt cx="0" cy="0"/>
        </a:xfrm>
      </p:grpSpPr>
      <p:pic>
        <p:nvPicPr>
          <p:cNvPr id="161" name="Google Shape;161;p23"/>
          <p:cNvPicPr preferRelativeResize="0"/>
          <p:nvPr/>
        </p:nvPicPr>
        <p:blipFill rotWithShape="1">
          <a:blip r:embed="rId3">
            <a:alphaModFix/>
          </a:blip>
          <a:srcRect b="0" l="0" r="0" t="0"/>
          <a:stretch/>
        </p:blipFill>
        <p:spPr>
          <a:xfrm>
            <a:off x="1447800" y="2646796"/>
            <a:ext cx="4648200" cy="3505200"/>
          </a:xfrm>
          <a:prstGeom prst="rect">
            <a:avLst/>
          </a:prstGeom>
          <a:noFill/>
          <a:ln>
            <a:noFill/>
          </a:ln>
        </p:spPr>
      </p:pic>
      <p:sp>
        <p:nvSpPr>
          <p:cNvPr id="162" name="Google Shape;162;p23"/>
          <p:cNvSpPr txBox="1"/>
          <p:nvPr>
            <p:ph type="title"/>
          </p:nvPr>
        </p:nvSpPr>
        <p:spPr>
          <a:xfrm>
            <a:off x="1589632" y="796072"/>
            <a:ext cx="10037685" cy="865740"/>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chemeClr val="lt1"/>
              </a:buClr>
              <a:buSzPts val="4400"/>
              <a:buFont typeface="Calibri"/>
              <a:buNone/>
            </a:pPr>
            <a:r>
              <a:rPr b="1" lang="en-GB">
                <a:solidFill>
                  <a:schemeClr val="lt1"/>
                </a:solidFill>
              </a:rPr>
              <a:t>Activity 3.2: Asking your name </a:t>
            </a:r>
            <a:endParaRPr/>
          </a:p>
        </p:txBody>
      </p:sp>
      <p:pic>
        <p:nvPicPr>
          <p:cNvPr descr="A picture containing athletic game, basketball, sport&#10;&#10;Description automatically generated" id="163" name="Google Shape;163;p23"/>
          <p:cNvPicPr preferRelativeResize="0"/>
          <p:nvPr/>
        </p:nvPicPr>
        <p:blipFill rotWithShape="1">
          <a:blip r:embed="rId4">
            <a:alphaModFix/>
          </a:blip>
          <a:srcRect b="0" l="0" r="0" t="0"/>
          <a:stretch/>
        </p:blipFill>
        <p:spPr>
          <a:xfrm>
            <a:off x="6608474" y="1877575"/>
            <a:ext cx="4587567" cy="4494840"/>
          </a:xfrm>
          <a:prstGeom prst="rect">
            <a:avLst/>
          </a:prstGeom>
          <a:noFill/>
          <a:ln>
            <a:noFill/>
          </a:ln>
        </p:spPr>
      </p:pic>
      <p:sp>
        <p:nvSpPr>
          <p:cNvPr id="164" name="Google Shape;164;p23"/>
          <p:cNvSpPr/>
          <p:nvPr/>
        </p:nvSpPr>
        <p:spPr>
          <a:xfrm>
            <a:off x="2354364" y="2277464"/>
            <a:ext cx="2835071" cy="369332"/>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GB" sz="1800">
                <a:solidFill>
                  <a:schemeClr val="dk1"/>
                </a:solidFill>
                <a:latin typeface="Calibri"/>
                <a:ea typeface="Calibri"/>
                <a:cs typeface="Calibri"/>
                <a:sym typeface="Calibri"/>
              </a:rPr>
              <a:t>Example of finished solution</a:t>
            </a:r>
            <a:endParaRPr sz="1800">
              <a:solidFill>
                <a:schemeClr val="dk1"/>
              </a:solidFill>
              <a:latin typeface="Times New Roman"/>
              <a:ea typeface="Times New Roman"/>
              <a:cs typeface="Times New Roman"/>
              <a:sym typeface="Times New Roman"/>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4"/>
                                        </p:tgtEl>
                                        <p:attrNameLst>
                                          <p:attrName>style.visibility</p:attrName>
                                        </p:attrNameLst>
                                      </p:cBhvr>
                                      <p:to>
                                        <p:strVal val="visible"/>
                                      </p:to>
                                    </p:set>
                                  </p:childTnLst>
                                </p:cTn>
                              </p:par>
                              <p:par>
                                <p:cTn fill="hold" nodeType="withEffect" presetClass="entr" presetID="1" presetSubtype="0">
                                  <p:stCondLst>
                                    <p:cond delay="0"/>
                                  </p:stCondLst>
                                  <p:childTnLst>
                                    <p:set>
                                      <p:cBhvr>
                                        <p:cTn dur="1" fill="hold">
                                          <p:stCondLst>
                                            <p:cond delay="0"/>
                                          </p:stCondLst>
                                        </p:cTn>
                                        <p:tgtEl>
                                          <p:spTgt spid="161"/>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8" name="Shape 168"/>
        <p:cNvGrpSpPr/>
        <p:nvPr/>
      </p:nvGrpSpPr>
      <p:grpSpPr>
        <a:xfrm>
          <a:off x="0" y="0"/>
          <a:ext cx="0" cy="0"/>
          <a:chOff x="0" y="0"/>
          <a:chExt cx="0" cy="0"/>
        </a:xfrm>
      </p:grpSpPr>
      <p:sp>
        <p:nvSpPr>
          <p:cNvPr id="169" name="Google Shape;169;p24"/>
          <p:cNvSpPr txBox="1"/>
          <p:nvPr>
            <p:ph type="title"/>
          </p:nvPr>
        </p:nvSpPr>
        <p:spPr>
          <a:xfrm>
            <a:off x="1589632" y="796072"/>
            <a:ext cx="10037685" cy="865740"/>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chemeClr val="lt1"/>
              </a:buClr>
              <a:buSzPts val="4400"/>
              <a:buFont typeface="Calibri"/>
              <a:buNone/>
            </a:pPr>
            <a:r>
              <a:rPr b="1" lang="en-GB">
                <a:solidFill>
                  <a:schemeClr val="lt1"/>
                </a:solidFill>
              </a:rPr>
              <a:t>Activity 3.3: Shopping list </a:t>
            </a:r>
            <a:endParaRPr/>
          </a:p>
        </p:txBody>
      </p:sp>
      <p:pic>
        <p:nvPicPr>
          <p:cNvPr descr="A picture containing athletic game, basketball, sport&#10;&#10;Description automatically generated" id="170" name="Google Shape;170;p24"/>
          <p:cNvPicPr preferRelativeResize="0"/>
          <p:nvPr/>
        </p:nvPicPr>
        <p:blipFill rotWithShape="1">
          <a:blip r:embed="rId3">
            <a:alphaModFix/>
          </a:blip>
          <a:srcRect b="0" l="0" r="0" t="0"/>
          <a:stretch/>
        </p:blipFill>
        <p:spPr>
          <a:xfrm>
            <a:off x="6608474" y="1877575"/>
            <a:ext cx="4587567" cy="4494840"/>
          </a:xfrm>
          <a:prstGeom prst="rect">
            <a:avLst/>
          </a:prstGeom>
          <a:noFill/>
          <a:ln>
            <a:noFill/>
          </a:ln>
        </p:spPr>
      </p:pic>
      <p:sp>
        <p:nvSpPr>
          <p:cNvPr id="171" name="Google Shape;171;p24"/>
          <p:cNvSpPr/>
          <p:nvPr/>
        </p:nvSpPr>
        <p:spPr>
          <a:xfrm>
            <a:off x="2354364" y="2281015"/>
            <a:ext cx="2835071" cy="369332"/>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GB" sz="1800">
                <a:solidFill>
                  <a:schemeClr val="dk1"/>
                </a:solidFill>
                <a:latin typeface="Calibri"/>
                <a:ea typeface="Calibri"/>
                <a:cs typeface="Calibri"/>
                <a:sym typeface="Calibri"/>
              </a:rPr>
              <a:t>Example of finished solution</a:t>
            </a:r>
            <a:endParaRPr sz="1800">
              <a:solidFill>
                <a:schemeClr val="dk1"/>
              </a:solidFill>
              <a:latin typeface="Times New Roman"/>
              <a:ea typeface="Times New Roman"/>
              <a:cs typeface="Times New Roman"/>
              <a:sym typeface="Times New Roman"/>
            </a:endParaRPr>
          </a:p>
        </p:txBody>
      </p:sp>
      <p:pic>
        <p:nvPicPr>
          <p:cNvPr id="172" name="Google Shape;172;p24"/>
          <p:cNvPicPr preferRelativeResize="0"/>
          <p:nvPr/>
        </p:nvPicPr>
        <p:blipFill rotWithShape="1">
          <a:blip r:embed="rId4">
            <a:alphaModFix/>
          </a:blip>
          <a:srcRect b="0" l="0" r="0" t="0"/>
          <a:stretch/>
        </p:blipFill>
        <p:spPr>
          <a:xfrm>
            <a:off x="1447800" y="2650347"/>
            <a:ext cx="4648200" cy="3505200"/>
          </a:xfrm>
          <a:prstGeom prst="rect">
            <a:avLst/>
          </a:prstGeom>
          <a:noFill/>
          <a:ln>
            <a:noFill/>
          </a:ln>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1"/>
                                        </p:tgtEl>
                                        <p:attrNameLst>
                                          <p:attrName>style.visibility</p:attrName>
                                        </p:attrNameLst>
                                      </p:cBhvr>
                                      <p:to>
                                        <p:strVal val="visible"/>
                                      </p:to>
                                    </p:set>
                                  </p:childTnLst>
                                </p:cTn>
                              </p:par>
                              <p:par>
                                <p:cTn fill="hold" nodeType="withEffect" presetClass="entr" presetID="1" presetSubtype="0">
                                  <p:stCondLst>
                                    <p:cond delay="0"/>
                                  </p:stCondLst>
                                  <p:childTnLst>
                                    <p:set>
                                      <p:cBhvr>
                                        <p:cTn dur="1" fill="hold">
                                          <p:stCondLst>
                                            <p:cond delay="0"/>
                                          </p:stCondLst>
                                        </p:cTn>
                                        <p:tgtEl>
                                          <p:spTgt spid="172"/>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6" name="Shape 176"/>
        <p:cNvGrpSpPr/>
        <p:nvPr/>
      </p:nvGrpSpPr>
      <p:grpSpPr>
        <a:xfrm>
          <a:off x="0" y="0"/>
          <a:ext cx="0" cy="0"/>
          <a:chOff x="0" y="0"/>
          <a:chExt cx="0" cy="0"/>
        </a:xfrm>
      </p:grpSpPr>
      <p:sp>
        <p:nvSpPr>
          <p:cNvPr id="177" name="Google Shape;177;p25"/>
          <p:cNvSpPr txBox="1"/>
          <p:nvPr>
            <p:ph type="title"/>
          </p:nvPr>
        </p:nvSpPr>
        <p:spPr>
          <a:xfrm>
            <a:off x="1589632" y="796072"/>
            <a:ext cx="10037685" cy="865740"/>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chemeClr val="lt1"/>
              </a:buClr>
              <a:buSzPts val="4400"/>
              <a:buFont typeface="Calibri"/>
              <a:buNone/>
            </a:pPr>
            <a:r>
              <a:rPr b="1" lang="en-GB">
                <a:solidFill>
                  <a:schemeClr val="lt1"/>
                </a:solidFill>
              </a:rPr>
              <a:t>Activity 3.4: Chatbot aka ‘Cat Bot’ </a:t>
            </a:r>
            <a:endParaRPr/>
          </a:p>
        </p:txBody>
      </p:sp>
      <p:pic>
        <p:nvPicPr>
          <p:cNvPr descr="A picture containing athletic game, basketball, sport&#10;&#10;Description automatically generated" id="178" name="Google Shape;178;p25"/>
          <p:cNvPicPr preferRelativeResize="0"/>
          <p:nvPr/>
        </p:nvPicPr>
        <p:blipFill rotWithShape="1">
          <a:blip r:embed="rId3">
            <a:alphaModFix/>
          </a:blip>
          <a:srcRect b="0" l="0" r="0" t="0"/>
          <a:stretch/>
        </p:blipFill>
        <p:spPr>
          <a:xfrm>
            <a:off x="7851466" y="1877575"/>
            <a:ext cx="3815148" cy="3738034"/>
          </a:xfrm>
          <a:prstGeom prst="rect">
            <a:avLst/>
          </a:prstGeom>
          <a:noFill/>
          <a:ln>
            <a:noFill/>
          </a:ln>
        </p:spPr>
      </p:pic>
      <p:sp>
        <p:nvSpPr>
          <p:cNvPr id="179" name="Google Shape;179;p25"/>
          <p:cNvSpPr/>
          <p:nvPr/>
        </p:nvSpPr>
        <p:spPr>
          <a:xfrm>
            <a:off x="1185789" y="2561001"/>
            <a:ext cx="2835071" cy="369332"/>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GB" sz="1800">
                <a:solidFill>
                  <a:schemeClr val="dk1"/>
                </a:solidFill>
                <a:latin typeface="Calibri"/>
                <a:ea typeface="Calibri"/>
                <a:cs typeface="Calibri"/>
                <a:sym typeface="Calibri"/>
              </a:rPr>
              <a:t>Example of finished solution</a:t>
            </a:r>
            <a:endParaRPr sz="1800">
              <a:solidFill>
                <a:schemeClr val="dk1"/>
              </a:solidFill>
              <a:latin typeface="Times New Roman"/>
              <a:ea typeface="Times New Roman"/>
              <a:cs typeface="Times New Roman"/>
              <a:sym typeface="Times New Roman"/>
            </a:endParaRPr>
          </a:p>
        </p:txBody>
      </p:sp>
      <p:sp>
        <p:nvSpPr>
          <p:cNvPr id="180" name="Google Shape;180;p25"/>
          <p:cNvSpPr/>
          <p:nvPr/>
        </p:nvSpPr>
        <p:spPr>
          <a:xfrm>
            <a:off x="5002011" y="2548816"/>
            <a:ext cx="2408223" cy="369332"/>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GB" sz="1800">
                <a:solidFill>
                  <a:schemeClr val="dk1"/>
                </a:solidFill>
                <a:latin typeface="Calibri"/>
                <a:ea typeface="Calibri"/>
                <a:cs typeface="Calibri"/>
                <a:sym typeface="Calibri"/>
              </a:rPr>
              <a:t>Example of extension 1 </a:t>
            </a:r>
            <a:endParaRPr sz="1800">
              <a:solidFill>
                <a:schemeClr val="dk1"/>
              </a:solidFill>
              <a:latin typeface="Times New Roman"/>
              <a:ea typeface="Times New Roman"/>
              <a:cs typeface="Times New Roman"/>
              <a:sym typeface="Times New Roman"/>
            </a:endParaRPr>
          </a:p>
        </p:txBody>
      </p:sp>
      <p:pic>
        <p:nvPicPr>
          <p:cNvPr id="181" name="Google Shape;181;p25"/>
          <p:cNvPicPr preferRelativeResize="0"/>
          <p:nvPr/>
        </p:nvPicPr>
        <p:blipFill rotWithShape="1">
          <a:blip r:embed="rId4">
            <a:alphaModFix/>
          </a:blip>
          <a:srcRect b="0" l="0" r="0" t="0"/>
          <a:stretch/>
        </p:blipFill>
        <p:spPr>
          <a:xfrm>
            <a:off x="1054635" y="2930333"/>
            <a:ext cx="3097380" cy="2312710"/>
          </a:xfrm>
          <a:prstGeom prst="rect">
            <a:avLst/>
          </a:prstGeom>
          <a:noFill/>
          <a:ln>
            <a:noFill/>
          </a:ln>
        </p:spPr>
      </p:pic>
      <p:pic>
        <p:nvPicPr>
          <p:cNvPr id="182" name="Google Shape;182;p25"/>
          <p:cNvPicPr preferRelativeResize="0"/>
          <p:nvPr/>
        </p:nvPicPr>
        <p:blipFill rotWithShape="1">
          <a:blip r:embed="rId5">
            <a:alphaModFix/>
          </a:blip>
          <a:srcRect b="0" l="0" r="0" t="0"/>
          <a:stretch/>
        </p:blipFill>
        <p:spPr>
          <a:xfrm>
            <a:off x="4657433" y="2930333"/>
            <a:ext cx="3097380" cy="2312710"/>
          </a:xfrm>
          <a:prstGeom prst="rect">
            <a:avLst/>
          </a:prstGeom>
          <a:noFill/>
          <a:ln>
            <a:noFill/>
          </a:ln>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9"/>
                                        </p:tgtEl>
                                        <p:attrNameLst>
                                          <p:attrName>style.visibility</p:attrName>
                                        </p:attrNameLst>
                                      </p:cBhvr>
                                      <p:to>
                                        <p:strVal val="visible"/>
                                      </p:to>
                                    </p:set>
                                  </p:childTnLst>
                                </p:cTn>
                              </p:par>
                              <p:par>
                                <p:cTn fill="hold" nodeType="withEffect" presetClass="entr" presetID="1" presetSubtype="0">
                                  <p:stCondLst>
                                    <p:cond delay="0"/>
                                  </p:stCondLst>
                                  <p:childTnLst>
                                    <p:set>
                                      <p:cBhvr>
                                        <p:cTn dur="1" fill="hold">
                                          <p:stCondLst>
                                            <p:cond delay="0"/>
                                          </p:stCondLst>
                                        </p:cTn>
                                        <p:tgtEl>
                                          <p:spTgt spid="181"/>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80"/>
                                        </p:tgtEl>
                                        <p:attrNameLst>
                                          <p:attrName>style.visibility</p:attrName>
                                        </p:attrNameLst>
                                      </p:cBhvr>
                                      <p:to>
                                        <p:strVal val="visible"/>
                                      </p:to>
                                    </p:set>
                                  </p:childTnLst>
                                </p:cTn>
                              </p:par>
                              <p:par>
                                <p:cTn fill="hold" nodeType="withEffect" presetClass="entr" presetID="1" presetSubtype="0">
                                  <p:stCondLst>
                                    <p:cond delay="0"/>
                                  </p:stCondLst>
                                  <p:childTnLst>
                                    <p:set>
                                      <p:cBhvr>
                                        <p:cTn dur="1" fill="hold">
                                          <p:stCondLst>
                                            <p:cond delay="0"/>
                                          </p:stCondLst>
                                        </p:cTn>
                                        <p:tgtEl>
                                          <p:spTgt spid="182"/>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6" name="Shape 186"/>
        <p:cNvGrpSpPr/>
        <p:nvPr/>
      </p:nvGrpSpPr>
      <p:grpSpPr>
        <a:xfrm>
          <a:off x="0" y="0"/>
          <a:ext cx="0" cy="0"/>
          <a:chOff x="0" y="0"/>
          <a:chExt cx="0" cy="0"/>
        </a:xfrm>
      </p:grpSpPr>
      <p:sp>
        <p:nvSpPr>
          <p:cNvPr id="187" name="Google Shape;187;p26"/>
          <p:cNvSpPr txBox="1"/>
          <p:nvPr>
            <p:ph type="title"/>
          </p:nvPr>
        </p:nvSpPr>
        <p:spPr>
          <a:xfrm>
            <a:off x="1608882" y="805698"/>
            <a:ext cx="9783417" cy="865740"/>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chemeClr val="lt1"/>
              </a:buClr>
              <a:buSzPts val="4400"/>
              <a:buFont typeface="Calibri"/>
              <a:buNone/>
            </a:pPr>
            <a:r>
              <a:rPr b="1" lang="en-GB">
                <a:solidFill>
                  <a:schemeClr val="lt1"/>
                </a:solidFill>
              </a:rPr>
              <a:t>Question 1</a:t>
            </a:r>
            <a:endParaRPr/>
          </a:p>
        </p:txBody>
      </p:sp>
      <p:sp>
        <p:nvSpPr>
          <p:cNvPr id="188" name="Google Shape;188;p26"/>
          <p:cNvSpPr/>
          <p:nvPr/>
        </p:nvSpPr>
        <p:spPr>
          <a:xfrm>
            <a:off x="3977182" y="3179559"/>
            <a:ext cx="4237635" cy="707886"/>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GB" sz="4000">
                <a:solidFill>
                  <a:schemeClr val="dk1"/>
                </a:solidFill>
                <a:latin typeface="Calibri"/>
                <a:ea typeface="Calibri"/>
                <a:cs typeface="Calibri"/>
                <a:sym typeface="Calibri"/>
              </a:rPr>
              <a:t>What is a variable? </a:t>
            </a:r>
            <a:endParaRPr sz="4000">
              <a:solidFill>
                <a:schemeClr val="dk1"/>
              </a:solidFill>
              <a:latin typeface="Times New Roman"/>
              <a:ea typeface="Times New Roman"/>
              <a:cs typeface="Times New Roman"/>
              <a:sym typeface="Times New Roman"/>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608882" y="805698"/>
            <a:ext cx="9783417" cy="865740"/>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chemeClr val="lt1"/>
              </a:buClr>
              <a:buSzPts val="4400"/>
              <a:buFont typeface="Calibri"/>
              <a:buNone/>
            </a:pPr>
            <a:r>
              <a:rPr b="1" lang="en-GB">
                <a:solidFill>
                  <a:schemeClr val="lt1"/>
                </a:solidFill>
              </a:rPr>
              <a:t>Question 2</a:t>
            </a:r>
            <a:endParaRPr/>
          </a:p>
        </p:txBody>
      </p:sp>
      <p:sp>
        <p:nvSpPr>
          <p:cNvPr id="194" name="Google Shape;194;p27"/>
          <p:cNvSpPr/>
          <p:nvPr/>
        </p:nvSpPr>
        <p:spPr>
          <a:xfrm>
            <a:off x="1608882" y="2598003"/>
            <a:ext cx="7603802" cy="830997"/>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GB" sz="2400">
                <a:solidFill>
                  <a:schemeClr val="dk1"/>
                </a:solidFill>
                <a:latin typeface="Calibri"/>
                <a:ea typeface="Calibri"/>
                <a:cs typeface="Calibri"/>
                <a:sym typeface="Calibri"/>
              </a:rPr>
              <a:t>In which category would you find the block to display something on screen?</a:t>
            </a:r>
            <a:endParaRPr/>
          </a:p>
        </p:txBody>
      </p:sp>
      <p:pic>
        <p:nvPicPr>
          <p:cNvPr descr="Graphical user interface, text, application, chat or text message&#10;&#10;Description automatically generated" id="195" name="Google Shape;195;p27"/>
          <p:cNvPicPr preferRelativeResize="0"/>
          <p:nvPr/>
        </p:nvPicPr>
        <p:blipFill rotWithShape="1">
          <a:blip r:embed="rId3">
            <a:alphaModFix/>
          </a:blip>
          <a:srcRect b="0" l="0" r="0" t="0"/>
          <a:stretch/>
        </p:blipFill>
        <p:spPr>
          <a:xfrm>
            <a:off x="2855919" y="3845650"/>
            <a:ext cx="6480161" cy="1632041"/>
          </a:xfrm>
          <a:prstGeom prst="rect">
            <a:avLst/>
          </a:prstGeom>
          <a:noFill/>
          <a:ln>
            <a:noFill/>
          </a:ln>
        </p:spPr>
      </p:pic>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9" name="Shape 199"/>
        <p:cNvGrpSpPr/>
        <p:nvPr/>
      </p:nvGrpSpPr>
      <p:grpSpPr>
        <a:xfrm>
          <a:off x="0" y="0"/>
          <a:ext cx="0" cy="0"/>
          <a:chOff x="0" y="0"/>
          <a:chExt cx="0" cy="0"/>
        </a:xfrm>
      </p:grpSpPr>
      <p:sp>
        <p:nvSpPr>
          <p:cNvPr id="200" name="Google Shape;200;p28"/>
          <p:cNvSpPr txBox="1"/>
          <p:nvPr>
            <p:ph type="title"/>
          </p:nvPr>
        </p:nvSpPr>
        <p:spPr>
          <a:xfrm>
            <a:off x="1608882" y="805698"/>
            <a:ext cx="9783417" cy="865740"/>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chemeClr val="lt1"/>
              </a:buClr>
              <a:buSzPts val="4400"/>
              <a:buFont typeface="Calibri"/>
              <a:buNone/>
            </a:pPr>
            <a:r>
              <a:rPr b="1" lang="en-GB">
                <a:solidFill>
                  <a:schemeClr val="lt1"/>
                </a:solidFill>
              </a:rPr>
              <a:t>Question 3</a:t>
            </a:r>
            <a:endParaRPr/>
          </a:p>
        </p:txBody>
      </p:sp>
      <p:sp>
        <p:nvSpPr>
          <p:cNvPr id="201" name="Google Shape;201;p28"/>
          <p:cNvSpPr/>
          <p:nvPr/>
        </p:nvSpPr>
        <p:spPr>
          <a:xfrm>
            <a:off x="1608882" y="2598003"/>
            <a:ext cx="6879135" cy="830997"/>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GB" sz="2400">
                <a:solidFill>
                  <a:schemeClr val="dk1"/>
                </a:solidFill>
                <a:latin typeface="Calibri"/>
                <a:ea typeface="Calibri"/>
                <a:cs typeface="Calibri"/>
                <a:sym typeface="Calibri"/>
              </a:rPr>
              <a:t>In which category would you find the block to ask a question?</a:t>
            </a:r>
            <a:endParaRPr sz="2400">
              <a:solidFill>
                <a:schemeClr val="dk1"/>
              </a:solidFill>
              <a:latin typeface="Calibri"/>
              <a:ea typeface="Calibri"/>
              <a:cs typeface="Calibri"/>
              <a:sym typeface="Calibri"/>
            </a:endParaRPr>
          </a:p>
        </p:txBody>
      </p:sp>
      <p:pic>
        <p:nvPicPr>
          <p:cNvPr descr="Graphical user interface, application&#10;&#10;Description automatically generated" id="202" name="Google Shape;202;p28"/>
          <p:cNvPicPr preferRelativeResize="0"/>
          <p:nvPr/>
        </p:nvPicPr>
        <p:blipFill rotWithShape="1">
          <a:blip r:embed="rId3">
            <a:alphaModFix/>
          </a:blip>
          <a:srcRect b="0" l="0" r="0" t="0"/>
          <a:stretch/>
        </p:blipFill>
        <p:spPr>
          <a:xfrm>
            <a:off x="2361225" y="3680641"/>
            <a:ext cx="7469549" cy="1966982"/>
          </a:xfrm>
          <a:prstGeom prst="rect">
            <a:avLst/>
          </a:prstGeom>
          <a:noFill/>
          <a:ln>
            <a:noFill/>
          </a:ln>
        </p:spPr>
      </p:pic>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6" name="Shape 206"/>
        <p:cNvGrpSpPr/>
        <p:nvPr/>
      </p:nvGrpSpPr>
      <p:grpSpPr>
        <a:xfrm>
          <a:off x="0" y="0"/>
          <a:ext cx="0" cy="0"/>
          <a:chOff x="0" y="0"/>
          <a:chExt cx="0" cy="0"/>
        </a:xfrm>
      </p:grpSpPr>
      <p:sp>
        <p:nvSpPr>
          <p:cNvPr id="207" name="Google Shape;207;p29"/>
          <p:cNvSpPr txBox="1"/>
          <p:nvPr>
            <p:ph type="title"/>
          </p:nvPr>
        </p:nvSpPr>
        <p:spPr>
          <a:xfrm>
            <a:off x="1608882" y="805698"/>
            <a:ext cx="9783417" cy="865740"/>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chemeClr val="lt1"/>
              </a:buClr>
              <a:buSzPts val="4400"/>
              <a:buFont typeface="Calibri"/>
              <a:buNone/>
            </a:pPr>
            <a:r>
              <a:rPr b="1" lang="en-GB">
                <a:solidFill>
                  <a:schemeClr val="lt1"/>
                </a:solidFill>
              </a:rPr>
              <a:t>Question 4</a:t>
            </a:r>
            <a:endParaRPr/>
          </a:p>
        </p:txBody>
      </p:sp>
      <p:sp>
        <p:nvSpPr>
          <p:cNvPr id="208" name="Google Shape;208;p29"/>
          <p:cNvSpPr/>
          <p:nvPr/>
        </p:nvSpPr>
        <p:spPr>
          <a:xfrm>
            <a:off x="1608882" y="2144422"/>
            <a:ext cx="4599272" cy="46166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GB" sz="2400">
                <a:solidFill>
                  <a:schemeClr val="dk1"/>
                </a:solidFill>
                <a:latin typeface="Calibri"/>
                <a:ea typeface="Calibri"/>
                <a:cs typeface="Calibri"/>
                <a:sym typeface="Calibri"/>
              </a:rPr>
              <a:t>What is wrong with this code?</a:t>
            </a:r>
            <a:endParaRPr/>
          </a:p>
        </p:txBody>
      </p:sp>
      <p:pic>
        <p:nvPicPr>
          <p:cNvPr descr="Graphical user interface&#10;&#10;Description automatically generated" id="209" name="Google Shape;209;p29"/>
          <p:cNvPicPr preferRelativeResize="0"/>
          <p:nvPr/>
        </p:nvPicPr>
        <p:blipFill rotWithShape="1">
          <a:blip r:embed="rId3">
            <a:alphaModFix/>
          </a:blip>
          <a:srcRect b="0" l="0" r="0" t="0"/>
          <a:stretch/>
        </p:blipFill>
        <p:spPr>
          <a:xfrm>
            <a:off x="3629782" y="2606087"/>
            <a:ext cx="4932435" cy="376729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608882" y="805698"/>
            <a:ext cx="9783417" cy="865740"/>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chemeClr val="lt1"/>
              </a:buClr>
              <a:buSzPts val="4400"/>
              <a:buFont typeface="Calibri"/>
              <a:buNone/>
            </a:pPr>
            <a:r>
              <a:rPr b="1" lang="en-GB">
                <a:solidFill>
                  <a:schemeClr val="lt1"/>
                </a:solidFill>
              </a:rPr>
              <a:t>Question 5</a:t>
            </a:r>
            <a:endParaRPr/>
          </a:p>
        </p:txBody>
      </p:sp>
      <p:sp>
        <p:nvSpPr>
          <p:cNvPr id="215" name="Google Shape;215;p30"/>
          <p:cNvSpPr/>
          <p:nvPr/>
        </p:nvSpPr>
        <p:spPr>
          <a:xfrm>
            <a:off x="1496727" y="1907330"/>
            <a:ext cx="6036187" cy="830997"/>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GB" sz="2400">
                <a:solidFill>
                  <a:schemeClr val="dk1"/>
                </a:solidFill>
                <a:latin typeface="Calibri"/>
                <a:ea typeface="Calibri"/>
                <a:cs typeface="Calibri"/>
                <a:sym typeface="Calibri"/>
              </a:rPr>
              <a:t>How many variables are there in this code? What are the names of the variables?</a:t>
            </a:r>
            <a:endParaRPr/>
          </a:p>
        </p:txBody>
      </p:sp>
      <p:pic>
        <p:nvPicPr>
          <p:cNvPr descr="Graphical user interface, application&#10;&#10;Description automatically generated" id="216" name="Google Shape;216;p30"/>
          <p:cNvPicPr preferRelativeResize="0"/>
          <p:nvPr/>
        </p:nvPicPr>
        <p:blipFill rotWithShape="1">
          <a:blip r:embed="rId3">
            <a:alphaModFix/>
          </a:blip>
          <a:srcRect b="0" l="0" r="0" t="0"/>
          <a:stretch/>
        </p:blipFill>
        <p:spPr>
          <a:xfrm>
            <a:off x="3520718" y="2738327"/>
            <a:ext cx="5150563" cy="3836644"/>
          </a:xfrm>
          <a:prstGeom prst="rect">
            <a:avLst/>
          </a:prstGeom>
          <a:noFill/>
          <a:ln>
            <a:noFill/>
          </a:ln>
        </p:spPr>
      </p:pic>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0" name="Shape 220"/>
        <p:cNvGrpSpPr/>
        <p:nvPr/>
      </p:nvGrpSpPr>
      <p:grpSpPr>
        <a:xfrm>
          <a:off x="0" y="0"/>
          <a:ext cx="0" cy="0"/>
          <a:chOff x="0" y="0"/>
          <a:chExt cx="0" cy="0"/>
        </a:xfrm>
      </p:grpSpPr>
      <p:sp>
        <p:nvSpPr>
          <p:cNvPr id="221" name="Google Shape;221;p31"/>
          <p:cNvSpPr txBox="1"/>
          <p:nvPr>
            <p:ph type="title"/>
          </p:nvPr>
        </p:nvSpPr>
        <p:spPr>
          <a:xfrm>
            <a:off x="1608882" y="805698"/>
            <a:ext cx="9783417" cy="865740"/>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chemeClr val="lt1"/>
              </a:buClr>
              <a:buSzPts val="4400"/>
              <a:buFont typeface="Calibri"/>
              <a:buNone/>
            </a:pPr>
            <a:r>
              <a:rPr b="1" lang="en-GB">
                <a:solidFill>
                  <a:schemeClr val="lt1"/>
                </a:solidFill>
              </a:rPr>
              <a:t>Question 6</a:t>
            </a:r>
            <a:endParaRPr/>
          </a:p>
        </p:txBody>
      </p:sp>
      <p:sp>
        <p:nvSpPr>
          <p:cNvPr id="222" name="Google Shape;222;p31"/>
          <p:cNvSpPr/>
          <p:nvPr/>
        </p:nvSpPr>
        <p:spPr>
          <a:xfrm>
            <a:off x="1608882" y="1976904"/>
            <a:ext cx="9006109" cy="46166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GB" sz="2400">
                <a:solidFill>
                  <a:schemeClr val="dk1"/>
                </a:solidFill>
                <a:latin typeface="Calibri"/>
                <a:ea typeface="Calibri"/>
                <a:cs typeface="Calibri"/>
                <a:sym typeface="Calibri"/>
              </a:rPr>
              <a:t>What would the cat say on screen when the program is run?</a:t>
            </a:r>
            <a:endParaRPr/>
          </a:p>
        </p:txBody>
      </p:sp>
      <p:pic>
        <p:nvPicPr>
          <p:cNvPr descr="Graphical user interface, text&#10;&#10;Description automatically generated" id="223" name="Google Shape;223;p31"/>
          <p:cNvPicPr preferRelativeResize="0"/>
          <p:nvPr/>
        </p:nvPicPr>
        <p:blipFill rotWithShape="1">
          <a:blip r:embed="rId3">
            <a:alphaModFix/>
          </a:blip>
          <a:srcRect b="0" l="0" r="0" t="0"/>
          <a:stretch/>
        </p:blipFill>
        <p:spPr>
          <a:xfrm>
            <a:off x="1608882" y="2854234"/>
            <a:ext cx="9793067" cy="2905530"/>
          </a:xfrm>
          <a:prstGeom prst="rect">
            <a:avLst/>
          </a:prstGeom>
          <a:noFill/>
          <a:ln>
            <a:noFill/>
          </a:ln>
        </p:spPr>
      </p:pic>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7" name="Shape 227"/>
        <p:cNvGrpSpPr/>
        <p:nvPr/>
      </p:nvGrpSpPr>
      <p:grpSpPr>
        <a:xfrm>
          <a:off x="0" y="0"/>
          <a:ext cx="0" cy="0"/>
          <a:chOff x="0" y="0"/>
          <a:chExt cx="0" cy="0"/>
        </a:xfrm>
      </p:grpSpPr>
      <p:sp>
        <p:nvSpPr>
          <p:cNvPr id="228" name="Google Shape;228;p32"/>
          <p:cNvSpPr txBox="1"/>
          <p:nvPr>
            <p:ph type="title"/>
          </p:nvPr>
        </p:nvSpPr>
        <p:spPr>
          <a:xfrm>
            <a:off x="1608882" y="796072"/>
            <a:ext cx="10037685" cy="865740"/>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chemeClr val="lt1"/>
              </a:buClr>
              <a:buSzPts val="4400"/>
              <a:buFont typeface="Calibri"/>
              <a:buNone/>
            </a:pPr>
            <a:r>
              <a:rPr b="1" lang="en-GB">
                <a:solidFill>
                  <a:schemeClr val="lt1"/>
                </a:solidFill>
              </a:rPr>
              <a:t>Quiz 3</a:t>
            </a:r>
            <a:endParaRPr b="1">
              <a:solidFill>
                <a:schemeClr val="lt1"/>
              </a:solidFill>
            </a:endParaRPr>
          </a:p>
        </p:txBody>
      </p:sp>
      <p:pic>
        <p:nvPicPr>
          <p:cNvPr descr="A picture containing athletic game, basketball, sport&#10;&#10;Description automatically generated" id="229" name="Google Shape;229;p32"/>
          <p:cNvPicPr preferRelativeResize="0"/>
          <p:nvPr/>
        </p:nvPicPr>
        <p:blipFill rotWithShape="1">
          <a:blip r:embed="rId3">
            <a:alphaModFix/>
          </a:blip>
          <a:srcRect b="0" l="0" r="0" t="0"/>
          <a:stretch/>
        </p:blipFill>
        <p:spPr>
          <a:xfrm>
            <a:off x="3802216" y="1967027"/>
            <a:ext cx="4587567" cy="4494840"/>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