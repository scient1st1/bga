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24917" y="2306361"/>
            <a:ext cx="1120264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Programming in Python: iteration </a:t>
            </a:r>
            <a:endParaRPr b="1"/>
          </a:p>
        </p:txBody>
      </p:sp>
      <p:sp>
        <p:nvSpPr>
          <p:cNvPr id="81" name="Google Shape;81;p13"/>
          <p:cNvSpPr/>
          <p:nvPr/>
        </p:nvSpPr>
        <p:spPr>
          <a:xfrm>
            <a:off x="4631541" y="3332524"/>
            <a:ext cx="318939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 4: For loops and lists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7682" y="3332524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3488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80322" y="2116093"/>
            <a:ext cx="7702826" cy="187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lists with for loops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 and write programs in Python that use for loops to work with lists.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795130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Lists</a:t>
            </a:r>
            <a:r>
              <a:rPr lang="en-GB">
                <a:solidFill>
                  <a:schemeClr val="lt1"/>
                </a:solidFill>
              </a:rPr>
              <a:t> 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1580322" y="1944252"/>
            <a:ext cx="9511748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lang="en-GB" sz="2000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data container that uses a single identifier to store several data items.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list contains elements, separated by commas, inside square brackets. Each element in a list is identified by an index value and we start counting at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Python.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number of items in the list can be found using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len()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Look at this code: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fruits = ['Damson', 'Pear', 'Orange', 'Apple', 'Kiwi’]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fruit[2]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fruit[4]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would you get the program to return the fruit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Damson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print(len(fruits))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80322" y="795130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For loops </a:t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1580322" y="1894557"/>
            <a:ext cx="9134061" cy="3754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for loop must have two parameters and can have three.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first tells the loop where to start counting.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second tells the loop how many times the action should be completed. This needs to be one more than the number of times the action should be completed.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third, if it is included, is the step value, which tells the loop how many to step each time.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the following code output?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index in range(1, 5):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print(index)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6096000" y="5241276"/>
            <a:ext cx="844826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1570382" y="834887"/>
            <a:ext cx="1062161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4.1: Programming in Python: iteration, Section 4 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99651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 </a:t>
            </a:r>
            <a:endParaRPr/>
          </a:p>
        </p:txBody>
      </p:sp>
      <p:sp>
        <p:nvSpPr>
          <p:cNvPr id="113" name="Google Shape;113;p18"/>
          <p:cNvSpPr txBox="1"/>
          <p:nvPr>
            <p:ph idx="1" type="body"/>
          </p:nvPr>
        </p:nvSpPr>
        <p:spPr>
          <a:xfrm>
            <a:off x="1580321" y="2154048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What will be output if this code is run?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5804093" y="4455474"/>
            <a:ext cx="58381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5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15" name="Google Shape;115;p18"/>
          <p:cNvSpPr/>
          <p:nvPr/>
        </p:nvSpPr>
        <p:spPr>
          <a:xfrm>
            <a:off x="1580320" y="2946449"/>
            <a:ext cx="10074968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fruits = ['Damson', 'Pear', 'Orange', 'Apple', 'Kiwi']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print(len(fruits))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 </a:t>
            </a:r>
            <a:endParaRPr/>
          </a:p>
        </p:txBody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1580321" y="2154048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What will be output if this code is run?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22" name="Google Shape;122;p19"/>
          <p:cNvSpPr/>
          <p:nvPr/>
        </p:nvSpPr>
        <p:spPr>
          <a:xfrm>
            <a:off x="5481889" y="4569847"/>
            <a:ext cx="122822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Kiwi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23" name="Google Shape;123;p19"/>
          <p:cNvSpPr/>
          <p:nvPr/>
        </p:nvSpPr>
        <p:spPr>
          <a:xfrm>
            <a:off x="1580320" y="2946449"/>
            <a:ext cx="10074968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fruits = ['Damson', 'Pear', 'Orange', 'Apple', 'Kiwi']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print(fruits[len(fruits) -1])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3 </a:t>
            </a:r>
            <a:endParaRPr/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1580321" y="2154048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What will be output if this code is run?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30" name="Google Shape;130;p20"/>
          <p:cNvSpPr/>
          <p:nvPr/>
        </p:nvSpPr>
        <p:spPr>
          <a:xfrm>
            <a:off x="5359260" y="4538920"/>
            <a:ext cx="147348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Damson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Orange</a:t>
            </a:r>
            <a:endParaRPr/>
          </a:p>
        </p:txBody>
      </p:sp>
      <p:sp>
        <p:nvSpPr>
          <p:cNvPr id="131" name="Google Shape;131;p20"/>
          <p:cNvSpPr/>
          <p:nvPr/>
        </p:nvSpPr>
        <p:spPr>
          <a:xfrm>
            <a:off x="1580320" y="2946449"/>
            <a:ext cx="1007496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fruits = ['Damson', 'Pear', 'Orange', 'Apple', 'Kiwi']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 in range(0, len(fruits) -1, 2):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print(fruits[i])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>
            <p:ph type="title"/>
          </p:nvPr>
        </p:nvSpPr>
        <p:spPr>
          <a:xfrm>
            <a:off x="1580322" y="824948"/>
            <a:ext cx="977347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4 </a:t>
            </a:r>
            <a:endParaRPr/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580321" y="2154048"/>
            <a:ext cx="977347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If we have three lists containing related information about a number of different of items, how do we output all the information relating to a specific item?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38" name="Google Shape;138;p21"/>
          <p:cNvSpPr/>
          <p:nvPr/>
        </p:nvSpPr>
        <p:spPr>
          <a:xfrm>
            <a:off x="1580321" y="3580830"/>
            <a:ext cx="1013931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fruits = ['Damson', 'Pear', 'Orange', 'Apple', 'Kiwi']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stock = ['Yes',' Yes', 'No', 'Yes', 'No']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price = [70, 40, 35, 25, 45]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 in range(0, len(fruits)):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print(fruits[i], stock[i], price[i])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/>
          <p:nvPr>
            <p:ph type="title"/>
          </p:nvPr>
        </p:nvSpPr>
        <p:spPr>
          <a:xfrm>
            <a:off x="1590260" y="805070"/>
            <a:ext cx="9763539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4</a:t>
            </a:r>
            <a:endParaRPr/>
          </a:p>
        </p:txBody>
      </p:sp>
      <p:pic>
        <p:nvPicPr>
          <p:cNvPr descr="A picture containing athletic game, basketball, sport&#10;&#10;Description automatically generated" id="144" name="Google Shape;14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99651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