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A picture containing text, tool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2928"/>
            <a:ext cx="12192000" cy="16589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24917" y="2306361"/>
            <a:ext cx="1120264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Programming in Python: iteration </a:t>
            </a:r>
            <a:endParaRPr b="1"/>
          </a:p>
        </p:txBody>
      </p:sp>
      <p:sp>
        <p:nvSpPr>
          <p:cNvPr id="81" name="Google Shape;81;p13"/>
          <p:cNvSpPr/>
          <p:nvPr/>
        </p:nvSpPr>
        <p:spPr>
          <a:xfrm>
            <a:off x="4296084" y="3332524"/>
            <a:ext cx="35998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Lesson 2: User-defined for loops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612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682" y="33325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0322" y="83488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0322" y="1907372"/>
            <a:ext cx="980992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user input can be used to determine the range of a for loop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use for loops with concatenation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write a program in Python that uses a for loop with user defined variables.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795130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User input</a:t>
            </a:r>
            <a:r>
              <a:rPr lang="en-GB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580322" y="2272244"/>
            <a:ext cx="893527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the user to define how many times a for loop is repeated, we can ask for an input: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value = int(input(‘Number of repeats? '))</a:t>
            </a:r>
            <a:endParaRPr sz="2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80322" y="795130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user input in a for loop 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580322" y="1894557"/>
            <a:ext cx="9134061" cy="3354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store the value entered by the user in a variable and use the variable in a for loop. If the variable is called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get: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index in range(1, value + 1):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the final parameter is the variable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the second parameter needs to be one more than the number of times the loop should run.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70382" y="834887"/>
            <a:ext cx="10621618" cy="785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 sz="4000">
                <a:solidFill>
                  <a:schemeClr val="lt1"/>
                </a:solidFill>
              </a:rPr>
              <a:t>Activity 2.1: Programming in Python: iteration, Section 2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53" y="1964816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580322" y="824948"/>
            <a:ext cx="9773478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1 and 2 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1580321" y="2019942"/>
            <a:ext cx="977347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is wrong with this code?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1580320" y="4703952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index in range(1 ,count + 1):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1580319" y="2380713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count = input('Enter range: ')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580319" y="2842378"/>
            <a:ext cx="66367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count = int(input('Enter range: '))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1580320" y="3371348"/>
            <a:ext cx="90313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corrected that line of code, what is the next line of code needed to define the for loop to run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count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count = int(input('Enter range: '))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580322" y="824948"/>
            <a:ext cx="9773478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580321" y="2019942"/>
            <a:ext cx="82693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How can we use a for loop to print out multiples of a number entered by the user, starting with the number entered by the user and going up to another number entered by the user?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580321" y="3044690"/>
            <a:ext cx="977347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 possible 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step = int(input('Enter number to be multiplied: ')		</a:t>
            </a: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1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upper = int(input('Enter upper number: ')			</a:t>
            </a: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2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index in range(step, upper + 1, step):			</a:t>
            </a: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3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print(index)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1 the input must be cast as an integer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2 again the input must be cast as an integer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0AD47"/>
                </a:solidFill>
                <a:latin typeface="Courier"/>
                <a:ea typeface="Courier"/>
                <a:cs typeface="Courier"/>
                <a:sym typeface="Courier"/>
              </a:rPr>
              <a:t># 3 we need to start counting at the value of 'step', stop counting at the upper limit using 'upper + 1' and count in increments of the value of 'step'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590260" y="805070"/>
            <a:ext cx="9763539" cy="805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2</a:t>
            </a:r>
            <a:endParaRPr/>
          </a:p>
        </p:txBody>
      </p:sp>
      <p:pic>
        <p:nvPicPr>
          <p:cNvPr descr="A picture containing athletic game, basketball, sport&#10;&#10;Description automatically generated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53" y="1964816"/>
            <a:ext cx="4410894" cy="432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