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24917" y="2306361"/>
            <a:ext cx="1120264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Programming in Python: iteration </a:t>
            </a:r>
            <a:endParaRPr b="1"/>
          </a:p>
        </p:txBody>
      </p:sp>
      <p:sp>
        <p:nvSpPr>
          <p:cNvPr id="81" name="Google Shape;81;p13"/>
          <p:cNvSpPr/>
          <p:nvPr/>
        </p:nvSpPr>
        <p:spPr>
          <a:xfrm>
            <a:off x="4859742" y="3332524"/>
            <a:ext cx="347794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 3: For loops and strings </a:t>
            </a:r>
            <a:endParaRPr b="1" sz="2000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7682" y="3332524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3488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80323" y="1907372"/>
            <a:ext cx="8338930" cy="187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for loops to manipulate strings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 and write programs in Python to manipulate strings using for loops.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795130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Strings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80322" y="2272244"/>
            <a:ext cx="7563678" cy="3323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Look at this code: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 = 'Python programming'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variable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</a:t>
            </a:r>
            <a:r>
              <a:rPr b="1" lang="en-GB" sz="2400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string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character in the string can be identified by an index value and we start counting at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Python.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character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text[1]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character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text[7]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would you return the character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/>
          <p:nvPr/>
        </p:nvSpPr>
        <p:spPr>
          <a:xfrm>
            <a:off x="1580322" y="1894557"/>
            <a:ext cx="9601200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 = 'Python programming’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length of a string can be found using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len()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print(len('mystring'))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output?</a:t>
            </a:r>
            <a:endParaRPr/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print(len(text))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/>
          <p:nvPr/>
        </p:nvSpPr>
        <p:spPr>
          <a:xfrm>
            <a:off x="1580322" y="1894557"/>
            <a:ext cx="9601200" cy="39703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can join strings using concatenation. The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+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combines strings inside quotes and strings stored as variables.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text1 = 'Progress’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text2 = 'Key Stage 3’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print(text1 + ' at ' + text2)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output?</a:t>
            </a:r>
            <a:endParaRPr/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print(text1[0] + text1[5] + text2[5])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8"/>
          <p:cNvSpPr txBox="1"/>
          <p:nvPr>
            <p:ph type="title"/>
          </p:nvPr>
        </p:nvSpPr>
        <p:spPr>
          <a:xfrm>
            <a:off x="1570382" y="834887"/>
            <a:ext cx="1062161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3.1: Programming in Python: iteration, Section 3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10" name="Google Shape;1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82234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 </a:t>
            </a:r>
            <a:endParaRPr/>
          </a:p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1580321" y="2019942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What is printed when this code is run?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17" name="Google Shape;117;p19"/>
          <p:cNvSpPr/>
          <p:nvPr/>
        </p:nvSpPr>
        <p:spPr>
          <a:xfrm>
            <a:off x="1580320" y="4661229"/>
            <a:ext cx="34015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18" name="Google Shape;118;p19"/>
          <p:cNvSpPr/>
          <p:nvPr/>
        </p:nvSpPr>
        <p:spPr>
          <a:xfrm>
            <a:off x="1580320" y="2461301"/>
            <a:ext cx="2396810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num1 = 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num2 = 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num1 += num2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print(num1)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 </a:t>
            </a:r>
            <a:endParaRPr/>
          </a:p>
        </p:txBody>
      </p:sp>
      <p:sp>
        <p:nvSpPr>
          <p:cNvPr id="124" name="Google Shape;124;p20"/>
          <p:cNvSpPr txBox="1"/>
          <p:nvPr>
            <p:ph idx="1" type="body"/>
          </p:nvPr>
        </p:nvSpPr>
        <p:spPr>
          <a:xfrm>
            <a:off x="1580321" y="2019942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What is printed when this code is run?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/>
          <p:nvPr/>
        </p:nvSpPr>
        <p:spPr>
          <a:xfrm>
            <a:off x="1580320" y="4661229"/>
            <a:ext cx="202811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catdogdog </a:t>
            </a:r>
            <a:endParaRPr/>
          </a:p>
        </p:txBody>
      </p:sp>
      <p:sp>
        <p:nvSpPr>
          <p:cNvPr id="126" name="Google Shape;126;p20"/>
          <p:cNvSpPr/>
          <p:nvPr/>
        </p:nvSpPr>
        <p:spPr>
          <a:xfrm>
            <a:off x="1580320" y="2461301"/>
            <a:ext cx="4055919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text = 'cat'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 in range(1, 3):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text += 'dog'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print(text)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3</a:t>
            </a:r>
            <a:endParaRPr/>
          </a:p>
        </p:txBody>
      </p:sp>
      <p:sp>
        <p:nvSpPr>
          <p:cNvPr id="132" name="Google Shape;132;p21"/>
          <p:cNvSpPr txBox="1"/>
          <p:nvPr>
            <p:ph idx="1" type="body"/>
          </p:nvPr>
        </p:nvSpPr>
        <p:spPr>
          <a:xfrm>
            <a:off x="1580321" y="2019942"/>
            <a:ext cx="8269357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GB" sz="1800"/>
              <a:t>What is printed when this code is run and the user enters &lt;code&gt;Secret&lt;/code&gt;?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sz="1800">
                <a:latin typeface="Courier"/>
                <a:ea typeface="Courier"/>
                <a:cs typeface="Courier"/>
                <a:sym typeface="Courier"/>
              </a:rPr>
              <a:t>word = input('Enter a word: ')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sz="1800">
                <a:latin typeface="Courier"/>
                <a:ea typeface="Courier"/>
                <a:cs typeface="Courier"/>
                <a:sym typeface="Courier"/>
              </a:rPr>
              <a:t>newword = ''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sz="1800">
                <a:latin typeface="Courier"/>
                <a:ea typeface="Courier"/>
                <a:cs typeface="Courier"/>
                <a:sym typeface="Courier"/>
              </a:rPr>
              <a:t>for i in range(0, len(word)):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sz="1800">
                <a:latin typeface="Courier"/>
                <a:ea typeface="Courier"/>
                <a:cs typeface="Courier"/>
                <a:sym typeface="Courier"/>
              </a:rPr>
              <a:t>    newword += '*'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GB" sz="1800">
                <a:latin typeface="Courier"/>
                <a:ea typeface="Courier"/>
                <a:cs typeface="Courier"/>
                <a:sym typeface="Courier"/>
              </a:rPr>
              <a:t>print(newword)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33" name="Google Shape;133;p21"/>
          <p:cNvSpPr/>
          <p:nvPr/>
        </p:nvSpPr>
        <p:spPr>
          <a:xfrm>
            <a:off x="1580321" y="4195611"/>
            <a:ext cx="181886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******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34" name="Google Shape;134;p21"/>
          <p:cNvSpPr/>
          <p:nvPr/>
        </p:nvSpPr>
        <p:spPr>
          <a:xfrm>
            <a:off x="1580321" y="4657276"/>
            <a:ext cx="912412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   What is printed if we change the third line to 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 in range(0, len(word) ,2):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the user enters 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Secret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35" name="Google Shape;135;p21"/>
          <p:cNvSpPr/>
          <p:nvPr/>
        </p:nvSpPr>
        <p:spPr>
          <a:xfrm>
            <a:off x="1580321" y="5468111"/>
            <a:ext cx="7360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*** 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1590260" y="805070"/>
            <a:ext cx="9763539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3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41" name="Google Shape;141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82234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