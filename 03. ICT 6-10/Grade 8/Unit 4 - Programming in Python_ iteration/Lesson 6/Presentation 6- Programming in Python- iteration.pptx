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descr="A picture containing text, tool&#10;&#10;Description automatically generated"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-22928"/>
            <a:ext cx="12192000" cy="1658912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624917" y="2306361"/>
            <a:ext cx="11202648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lang="en-GB"/>
              <a:t>Programming in Python: iteration </a:t>
            </a:r>
            <a:endParaRPr b="1"/>
          </a:p>
        </p:txBody>
      </p:sp>
      <p:sp>
        <p:nvSpPr>
          <p:cNvPr id="81" name="Google Shape;81;p13"/>
          <p:cNvSpPr/>
          <p:nvPr/>
        </p:nvSpPr>
        <p:spPr>
          <a:xfrm>
            <a:off x="5429144" y="3332524"/>
            <a:ext cx="2538195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B612AD"/>
                </a:solidFill>
                <a:latin typeface="Calibri"/>
                <a:ea typeface="Calibri"/>
                <a:cs typeface="Calibri"/>
                <a:sym typeface="Calibri"/>
              </a:rPr>
              <a:t>Lesson 6: While loops </a:t>
            </a:r>
            <a:endParaRPr b="1" sz="2000">
              <a:solidFill>
                <a:srgbClr val="B612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7682" y="3332524"/>
            <a:ext cx="2937413" cy="2443928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580322" y="834887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580322" y="1907372"/>
            <a:ext cx="9809921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use while loops to repeat a section of code while a condition is met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design and write programs in Python that use while loops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nest selection within a while loop.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580322" y="795130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For loops versus while loops 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580321" y="1974070"/>
            <a:ext cx="9084365" cy="44012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Both for loops and while loops allow us to perform repetitive tasks that require lots of lines of code.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loops are normally used when want to repeat something a set number of times.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B612AD"/>
                </a:solidFill>
                <a:latin typeface="Calibri"/>
                <a:ea typeface="Calibri"/>
                <a:cs typeface="Calibri"/>
                <a:sym typeface="Calibri"/>
              </a:rPr>
              <a:t>While loops</a:t>
            </a:r>
            <a:r>
              <a:rPr lang="en-GB" sz="2000">
                <a:solidFill>
                  <a:srgbClr val="B612A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are normally used when we do not know how many times we want to repeat something.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Would you use a for loop or a while loop to complete each of the following tasks?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Asking the user to enter a password and asking them again and again until they get it correct.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Asking the user to enter the number of students in a class then using a loop to collect that number of names.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Asking the user to keep entering numbers until they type 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at which point all the numbers entered so far will be added together.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Asking the user to enter ten numbers, at which point the ten numbers will be added together.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1570382" y="834887"/>
            <a:ext cx="10621618" cy="785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r>
              <a:rPr b="1" lang="en-GB" sz="4000">
                <a:solidFill>
                  <a:schemeClr val="lt1"/>
                </a:solidFill>
              </a:rPr>
              <a:t>Activity 6.1: Programming in Python: iteration, Section 6</a:t>
            </a:r>
            <a:endParaRPr/>
          </a:p>
        </p:txBody>
      </p:sp>
      <p:pic>
        <p:nvPicPr>
          <p:cNvPr descr="A picture containing athletic game, basketball, sport&#10;&#10;Description automatically generated" id="100" name="Google Shape;10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90553" y="1973526"/>
            <a:ext cx="4410894" cy="4321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/>
          <p:nvPr>
            <p:ph type="title"/>
          </p:nvPr>
        </p:nvSpPr>
        <p:spPr>
          <a:xfrm>
            <a:off x="1580322" y="824948"/>
            <a:ext cx="9773478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Questions 1–4  </a:t>
            </a:r>
            <a:endParaRPr/>
          </a:p>
        </p:txBody>
      </p:sp>
      <p:sp>
        <p:nvSpPr>
          <p:cNvPr id="106" name="Google Shape;106;p17"/>
          <p:cNvSpPr/>
          <p:nvPr/>
        </p:nvSpPr>
        <p:spPr>
          <a:xfrm>
            <a:off x="1580322" y="2293419"/>
            <a:ext cx="7255565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would you use a for loop?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would you use a while loop?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type of loop would you use If you want a user to input an unknown number of values?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might you check that the user has finished entering values?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8"/>
          <p:cNvSpPr txBox="1"/>
          <p:nvPr>
            <p:ph type="title"/>
          </p:nvPr>
        </p:nvSpPr>
        <p:spPr>
          <a:xfrm>
            <a:off x="1580322" y="824948"/>
            <a:ext cx="9773478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5</a:t>
            </a:r>
            <a:endParaRPr/>
          </a:p>
        </p:txBody>
      </p:sp>
      <p:sp>
        <p:nvSpPr>
          <p:cNvPr id="112" name="Google Shape;112;p18"/>
          <p:cNvSpPr txBox="1"/>
          <p:nvPr>
            <p:ph idx="1" type="body"/>
          </p:nvPr>
        </p:nvSpPr>
        <p:spPr>
          <a:xfrm>
            <a:off x="1580321" y="2019942"/>
            <a:ext cx="8269357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Complete this program by filling in the gaps. It asks the user to enter whole numbers and adds them together. The user must enter </a:t>
            </a:r>
            <a:r>
              <a:rPr lang="en-GB" sz="2400">
                <a:latin typeface="Courier"/>
                <a:ea typeface="Courier"/>
                <a:cs typeface="Courier"/>
                <a:sym typeface="Courier"/>
              </a:rPr>
              <a:t>Y</a:t>
            </a:r>
            <a:r>
              <a:rPr lang="en-GB" sz="2400"/>
              <a:t> to continue entering values and </a:t>
            </a:r>
            <a:r>
              <a:rPr lang="en-GB" sz="2400">
                <a:latin typeface="Courier"/>
                <a:ea typeface="Courier"/>
                <a:cs typeface="Courier"/>
                <a:sym typeface="Courier"/>
              </a:rPr>
              <a:t>N</a:t>
            </a:r>
            <a:r>
              <a:rPr lang="en-GB" sz="2400"/>
              <a:t> when they have finished entering values.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13" name="Google Shape;113;p18"/>
          <p:cNvSpPr/>
          <p:nvPr/>
        </p:nvSpPr>
        <p:spPr>
          <a:xfrm>
            <a:off x="1580320" y="3429000"/>
            <a:ext cx="10277063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more = '</a:t>
            </a:r>
            <a:r>
              <a:rPr lang="en-GB" sz="24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___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'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total = 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while more == '</a:t>
            </a:r>
            <a:r>
              <a:rPr lang="en-GB" sz="24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___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':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   value = </a:t>
            </a:r>
            <a:r>
              <a:rPr lang="en-GB" sz="24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_____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(input('Enter a value: '))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   total = </a:t>
            </a:r>
            <a:r>
              <a:rPr lang="en-GB" sz="24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__________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+ value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sz="24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________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= input('Any more values? Enter Y or N: ')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print(total)</a:t>
            </a:r>
            <a:endParaRPr/>
          </a:p>
        </p:txBody>
      </p:sp>
      <p:sp>
        <p:nvSpPr>
          <p:cNvPr id="114" name="Google Shape;114;p18"/>
          <p:cNvSpPr/>
          <p:nvPr/>
        </p:nvSpPr>
        <p:spPr>
          <a:xfrm>
            <a:off x="3187851" y="3429000"/>
            <a:ext cx="42191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Y</a:t>
            </a: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8"/>
          <p:cNvSpPr/>
          <p:nvPr/>
        </p:nvSpPr>
        <p:spPr>
          <a:xfrm>
            <a:off x="4499816" y="4195611"/>
            <a:ext cx="42191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Y</a:t>
            </a: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8"/>
          <p:cNvSpPr/>
          <p:nvPr/>
        </p:nvSpPr>
        <p:spPr>
          <a:xfrm>
            <a:off x="3920170" y="4554862"/>
            <a:ext cx="790601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int</a:t>
            </a: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8"/>
          <p:cNvSpPr/>
          <p:nvPr/>
        </p:nvSpPr>
        <p:spPr>
          <a:xfrm>
            <a:off x="4309927" y="4914113"/>
            <a:ext cx="1159292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total</a:t>
            </a: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8"/>
          <p:cNvSpPr/>
          <p:nvPr/>
        </p:nvSpPr>
        <p:spPr>
          <a:xfrm>
            <a:off x="2562680" y="5207390"/>
            <a:ext cx="97494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more</a:t>
            </a: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/>
          <p:nvPr>
            <p:ph type="title"/>
          </p:nvPr>
        </p:nvSpPr>
        <p:spPr>
          <a:xfrm>
            <a:off x="1590259" y="805070"/>
            <a:ext cx="9763539" cy="8050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Quiz 6</a:t>
            </a:r>
            <a:endParaRPr/>
          </a:p>
        </p:txBody>
      </p:sp>
      <p:pic>
        <p:nvPicPr>
          <p:cNvPr descr="A picture containing athletic game, basketball, sport&#10;&#10;Description automatically generated" id="124" name="Google Shape;12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90553" y="1973526"/>
            <a:ext cx="4410894" cy="4321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