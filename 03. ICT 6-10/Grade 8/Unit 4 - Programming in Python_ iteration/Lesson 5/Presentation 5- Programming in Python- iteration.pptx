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A picture containing text, tool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22928"/>
            <a:ext cx="12192000" cy="165891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624917" y="2306361"/>
            <a:ext cx="11202648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GB"/>
              <a:t>Programming in Python: iteration </a:t>
            </a:r>
            <a:endParaRPr b="1"/>
          </a:p>
        </p:txBody>
      </p:sp>
      <p:sp>
        <p:nvSpPr>
          <p:cNvPr id="81" name="Google Shape;81;p13"/>
          <p:cNvSpPr/>
          <p:nvPr/>
        </p:nvSpPr>
        <p:spPr>
          <a:xfrm>
            <a:off x="4296084" y="3332524"/>
            <a:ext cx="39316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B612AD"/>
                </a:solidFill>
                <a:latin typeface="Calibri"/>
                <a:ea typeface="Calibri"/>
                <a:cs typeface="Calibri"/>
                <a:sym typeface="Calibri"/>
              </a:rPr>
              <a:t>Lesson 5: Searching using for loops </a:t>
            </a:r>
            <a:endParaRPr b="1" sz="2000">
              <a:solidFill>
                <a:srgbClr val="B612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682" y="3332524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80322" y="834887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80322" y="2195607"/>
            <a:ext cx="854765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for loops to search for values in a list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and write programs in Python that can search for values in a list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 selection within a for loop.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580322" y="795130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if statements 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580323" y="1905506"/>
            <a:ext cx="6443216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GB" sz="2400">
                <a:solidFill>
                  <a:srgbClr val="B612AD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make a decision about what to do next based on the outcome of a condition.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condition must be a question that returns a True or False value.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important to understand the structure of an if statement.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if statement must end with a colon.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lines of code telling the computer what to do if the condition in the if statement returns True must follow the if statement and be indented.</a:t>
            </a:r>
            <a:endParaRPr/>
          </a:p>
        </p:txBody>
      </p:sp>
      <p:pic>
        <p:nvPicPr>
          <p:cNvPr descr="Text&#10;&#10;Description automatically generated"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3539" y="4498431"/>
            <a:ext cx="3830633" cy="137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1570382" y="834887"/>
            <a:ext cx="10621618" cy="785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GB" sz="4000">
                <a:solidFill>
                  <a:schemeClr val="lt1"/>
                </a:solidFill>
              </a:rPr>
              <a:t>Activity 5.1: Programming in Python: iteration, Section 5 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descr="A picture containing athletic game, basketball, sport&#10;&#10;Description automatically generated" id="101" name="Google Shape;1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0553" y="1999651"/>
            <a:ext cx="4410894" cy="4321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1580322" y="824948"/>
            <a:ext cx="9773478" cy="775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1 </a:t>
            </a:r>
            <a:endParaRPr/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1580321" y="2019942"/>
            <a:ext cx="977347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This program tells the user the index value of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Orange</a:t>
            </a:r>
            <a:r>
              <a:rPr lang="en-GB"/>
              <a:t>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Complete it by filling in the gaps.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580320" y="3371348"/>
            <a:ext cx="903136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fruits = ['Damson', 'Pear', 'Orange', 'Apple', 'Kiwi']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for i in range(0, </a:t>
            </a: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____________________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if </a:t>
            </a: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____________  ____ 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'Orange':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print('Orange is found at index value ', </a:t>
            </a: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5449028" y="4010945"/>
            <a:ext cx="23968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len(fruits)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3020183" y="4472610"/>
            <a:ext cx="202811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fruits[i] 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627602" y="4518776"/>
            <a:ext cx="6062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==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1805033" y="5222221"/>
            <a:ext cx="6062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1580322" y="824948"/>
            <a:ext cx="9773478" cy="775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2 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1580321" y="2019942"/>
            <a:ext cx="977347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This program tells the user if a number is </a:t>
            </a: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Found</a:t>
            </a:r>
            <a:r>
              <a:rPr lang="en-GB" sz="2400"/>
              <a:t> or </a:t>
            </a: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Not found</a:t>
            </a:r>
            <a:r>
              <a:rPr lang="en-GB" sz="2400"/>
              <a:t> in a list.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Complete it by filling in the gaps.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1580321" y="2815943"/>
            <a:ext cx="903136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search = </a:t>
            </a: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______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(input('Enter a number: '))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numbers = [3, 5, 7, 11, 12, 17]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found </a:t>
            </a: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  __________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for i in range(</a:t>
            </a: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__________________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if </a:t>
            </a: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________________  ____  ____________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found =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if found </a:t>
            </a: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  ________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print('Found')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else: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print('Not found')</a:t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5751839" y="3812162"/>
            <a:ext cx="25811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len(numbers)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3718982" y="3517010"/>
            <a:ext cx="12907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false </a:t>
            </a:r>
            <a:endParaRPr sz="2400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2682551" y="3497853"/>
            <a:ext cx="4219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=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3304796" y="2751844"/>
            <a:ext cx="97494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int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4364351" y="3886622"/>
            <a:ext cx="4219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3536454" y="4232612"/>
            <a:ext cx="202811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numbers[i]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7764928" y="4273827"/>
            <a:ext cx="12907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search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6342886" y="4317468"/>
            <a:ext cx="5533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==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3340174" y="5046048"/>
            <a:ext cx="6062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==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575306" y="5023939"/>
            <a:ext cx="11063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True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1590260" y="805070"/>
            <a:ext cx="9763539" cy="805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5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descr="A picture containing athletic game, basketball, sport&#10;&#10;Description automatically generated" id="135" name="Google Shape;1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0553" y="1999651"/>
            <a:ext cx="4410894" cy="4321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