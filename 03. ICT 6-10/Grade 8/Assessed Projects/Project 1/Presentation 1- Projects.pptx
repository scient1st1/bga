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F54AD9-C826-4B06-8C55-F1A49E9B32FF}">
  <a:tblStyle styleId="{01F54AD9-C826-4B06-8C55-F1A49E9B32F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rectangle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25758"/>
            <a:ext cx="12192000" cy="16561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1613647" y="2922494"/>
            <a:ext cx="4470140" cy="17944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GB"/>
              <a:t>End of KS3 assessments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3973786" y="4718391"/>
            <a:ext cx="21100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ED8100"/>
                </a:solidFill>
                <a:latin typeface="Calibri"/>
                <a:ea typeface="Calibri"/>
                <a:cs typeface="Calibri"/>
                <a:sym typeface="Calibri"/>
              </a:rPr>
              <a:t>Projects: Project 1</a:t>
            </a:r>
            <a:endParaRPr/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3284" y="3117591"/>
            <a:ext cx="2808191" cy="1999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600200" y="815009"/>
            <a:ext cx="9753600" cy="795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00200" y="2582614"/>
            <a:ext cx="9753601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demonstrate: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ability to write a program in Python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understanding of testing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importance of versioning.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90261" y="717663"/>
            <a:ext cx="9773478" cy="912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project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590261" y="2274838"/>
            <a:ext cx="806063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be using the Python programming skills you have learnt to develop two computer programs over the next six weeks.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you will spend three lessons coding an arithmetic quiz. Then you will spend three lessons coding a password strength program.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code a section of each program and then debug and test it before moving on to the next section. This is the </a:t>
            </a:r>
            <a:r>
              <a:rPr b="1" lang="en-GB" sz="2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iterative approach to project development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1590261" y="717663"/>
            <a:ext cx="9773478" cy="912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Debugging</a:t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1590262" y="2274838"/>
            <a:ext cx="7971182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 run each section of your program for the first time, it will probably contain errors. These errors are known as </a:t>
            </a:r>
            <a:r>
              <a:rPr b="1" lang="en-GB" sz="2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bugs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bugs occur because Python cannot understand the program or because it is unable to carry out the instructions.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usually be given a clue about the cause of the bug and you will need to read through the code carefully to work out how to fix or </a:t>
            </a:r>
            <a:r>
              <a:rPr b="1" lang="en-GB" sz="2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debug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1590261" y="717663"/>
            <a:ext cx="9773478" cy="912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Testing</a:t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1590262" y="2274838"/>
            <a:ext cx="797118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each section of your program is working without bugs, you need to </a:t>
            </a:r>
            <a:r>
              <a:rPr b="1" lang="en-GB" sz="2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 to make sure it works as it should.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do this, you need to test the program with: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GB" sz="2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normal data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GB" sz="2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abnormal data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GB" sz="2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boundary data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1590261" y="717663"/>
            <a:ext cx="9773478" cy="912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Testing</a:t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1573696" y="2095934"/>
            <a:ext cx="901592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 data is data you would expect to see if the program was being used normally.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 </a:t>
            </a:r>
            <a:r>
              <a:rPr lang="en-GB" sz="2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8</a:t>
            </a: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entered in response to the question </a:t>
            </a:r>
            <a:r>
              <a:rPr lang="en-GB" sz="2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What is 3 + 5?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Abnormal data is data you would not expect to see if the program was being used normally.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 </a:t>
            </a:r>
            <a:r>
              <a:rPr lang="en-GB" sz="2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Do not know</a:t>
            </a: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entered in response to the question </a:t>
            </a:r>
            <a:r>
              <a:rPr lang="en-GB" sz="2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What is 3 + 5?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Boundary data is data that checks that answers just within a range are accepted and those just outside a range are not.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 if we wanted to check to see if someone was 10 or older, we would use </a:t>
            </a:r>
            <a:r>
              <a:rPr lang="en-GB" sz="2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9</a:t>
            </a: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(just outside the range) and </a:t>
            </a:r>
            <a:r>
              <a:rPr lang="en-GB" sz="2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10</a:t>
            </a:r>
            <a:r>
              <a:rPr lang="en-GB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(just inside the range) as the test values.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1590261" y="717663"/>
            <a:ext cx="9773478" cy="912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Test tables </a:t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1573695" y="1994479"/>
            <a:ext cx="90446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testing a program, you must record what you do in a test table and provide accompanying evidence.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focus on testing your programs with normal data so your test tables and evidence will look something like this:</a:t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8587409" y="3397960"/>
            <a:ext cx="277633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9 + 1 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 the answer: </a:t>
            </a:r>
            <a:r>
              <a:rPr lang="en-GB" sz="1800">
                <a:solidFill>
                  <a:srgbClr val="2E74B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Well done.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5 + 5 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 the answer: </a:t>
            </a:r>
            <a:r>
              <a:rPr lang="en-GB" sz="1800">
                <a:solidFill>
                  <a:srgbClr val="2E74B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is not right.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10 + 1 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 the answer:</a:t>
            </a:r>
            <a:endParaRPr/>
          </a:p>
        </p:txBody>
      </p:sp>
      <p:graphicFrame>
        <p:nvGraphicFramePr>
          <p:cNvPr id="120" name="Google Shape;120;p19"/>
          <p:cNvGraphicFramePr/>
          <p:nvPr/>
        </p:nvGraphicFramePr>
        <p:xfrm>
          <a:off x="1590261" y="35592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{01F54AD9-C826-4B06-8C55-F1A49E9B32FF}</a:tableStyleId>
              </a:tblPr>
              <a:tblGrid>
                <a:gridCol w="1045400"/>
                <a:gridCol w="1421300"/>
                <a:gridCol w="1272200"/>
                <a:gridCol w="1253100"/>
                <a:gridCol w="1450350"/>
              </a:tblGrid>
              <a:tr h="569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data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4E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Reason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4E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Expected outcome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4E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 outcome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4E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Actions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4E0E"/>
                    </a:solidFill>
                  </a:tcPr>
                </a:tc>
              </a:tr>
              <a:tr h="1037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9 + 1?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Will I get the expected response to the correct answer?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Well done.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Well done.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 required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5 + 5?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Will I get the expected response to an incorrect answer?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That is not right.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That is not right.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 required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4E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1590261" y="717663"/>
            <a:ext cx="9773478" cy="912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Keeping versions </a:t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1590261" y="2274838"/>
            <a:ext cx="806726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important to save a </a:t>
            </a:r>
            <a:r>
              <a:rPr b="1" lang="en-GB" sz="2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version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a program before you test and debug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Saving multiple versions of a program means you can return to a working version if something goes wrong.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to use logical file names, so that you know which version of the program is which.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1590261" y="717663"/>
            <a:ext cx="9773478" cy="912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IDLE </a:t>
            </a:r>
            <a:endParaRPr/>
          </a:p>
        </p:txBody>
      </p:sp>
      <p:sp>
        <p:nvSpPr>
          <p:cNvPr id="132" name="Google Shape;132;p21"/>
          <p:cNvSpPr/>
          <p:nvPr/>
        </p:nvSpPr>
        <p:spPr>
          <a:xfrm>
            <a:off x="1590261" y="2145630"/>
            <a:ext cx="806726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IDLE is Python’s standard development environment.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IDLE is loaded, it opens the Python shell. This is where the output from a program appears.</a:t>
            </a:r>
            <a:endParaRPr/>
          </a:p>
        </p:txBody>
      </p:sp>
      <p:pic>
        <p:nvPicPr>
          <p:cNvPr descr="Graphical user interface, text, application, email&#10;&#10;Description automatically generated" id="133" name="Google Shape;1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1106" y="3398770"/>
            <a:ext cx="8209788" cy="2597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1590261" y="717663"/>
            <a:ext cx="9773478" cy="912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IDLE </a:t>
            </a:r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1590261" y="2145630"/>
            <a:ext cx="806726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start coding a new program, click on ‘File’ and ‘New File’. This will open a new window where you can type your code.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save a program, click on ‘File’ and ‘Save As…’, give the file a .py extension and then click ‘Save’.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 want to run your code, click on ‘Run’ and ‘Run Module’.</a:t>
            </a:r>
            <a:endParaRPr/>
          </a:p>
        </p:txBody>
      </p:sp>
      <p:pic>
        <p:nvPicPr>
          <p:cNvPr descr="Graphical user interface, application, Word&#10;&#10;Description automatically generated" id="140" name="Google Shape;1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1705" y="4453954"/>
            <a:ext cx="6228589" cy="224845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/>
          <p:nvPr/>
        </p:nvSpPr>
        <p:spPr>
          <a:xfrm>
            <a:off x="8212265" y="5440881"/>
            <a:ext cx="2660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 Video 1.1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1570382" y="725557"/>
            <a:ext cx="9783417" cy="8845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Project 1.1: Arithmetic quiz </a:t>
            </a:r>
            <a:endParaRPr/>
          </a:p>
        </p:txBody>
      </p:sp>
      <p:pic>
        <p:nvPicPr>
          <p:cNvPr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9261" y="1903472"/>
            <a:ext cx="4393477" cy="4304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1570382" y="725557"/>
            <a:ext cx="9783417" cy="8845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Project 1.2: Password strength program</a:t>
            </a:r>
            <a:endParaRPr/>
          </a:p>
        </p:txBody>
      </p:sp>
      <p:pic>
        <p:nvPicPr>
          <p:cNvPr id="153" name="Google Shape;1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9261" y="1903472"/>
            <a:ext cx="4393477" cy="4304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