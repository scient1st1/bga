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" name="Google Shape;78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" name="Google Shape;85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2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4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2" name="Google Shape;22;p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3" name="Google Shape;23;p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5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" name="Google Shape;28;p5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1" name="Google Shape;31;p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6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6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5" name="Google Shape;35;p6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6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6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" name="Google Shape;39;p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0" name="Google Shape;40;p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4" name="Google Shape;44;p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5" name="Google Shape;45;p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8" name="Google Shape;48;p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9" name="Google Shape;49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9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3" name="Google Shape;53;p9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54" name="Google Shape;54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5" name="Google Shape;55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6" name="Google Shape;56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0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0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0" name="Google Shape;60;p10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1" name="Google Shape;61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2" name="Google Shape;62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3" name="Google Shape;63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1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7" name="Google Shape;67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8" name="Google Shape;68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9" name="Google Shape;69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2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2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3" name="Google Shape;73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4" name="Google Shape;74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5" name="Google Shape;75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9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1.xml"/><Relationship Id="rId1" Type="http://schemas.openxmlformats.org/officeDocument/2006/relationships/image" Target="../media/image1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9" Type="http://schemas.openxmlformats.org/officeDocument/2006/relationships/slideLayout" Target="../slideLayouts/slideLayout8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hape, rectangle&#10;&#10;Description automatically generated" id="6" name="Google Shape;6;p1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0" y="-25758"/>
            <a:ext cx="12192000" cy="1656196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7;p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8" name="Google Shape;8;p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/>
        </p:nvSpPr>
        <p:spPr>
          <a:xfrm>
            <a:off x="7547114" y="6380197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© Hodder &amp; Stoughton Limited 2021</a:t>
            </a:r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3"/>
          <p:cNvSpPr txBox="1"/>
          <p:nvPr/>
        </p:nvSpPr>
        <p:spPr>
          <a:xfrm>
            <a:off x="1613647" y="2922494"/>
            <a:ext cx="4470140" cy="179441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</a:pPr>
            <a:r>
              <a:rPr b="1" i="0" lang="en-GB" sz="6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End of KS3 assessments</a:t>
            </a:r>
            <a:endParaRPr b="1" i="0" sz="6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13"/>
          <p:cNvSpPr/>
          <p:nvPr/>
        </p:nvSpPr>
        <p:spPr>
          <a:xfrm>
            <a:off x="3973786" y="4718391"/>
            <a:ext cx="2110001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ED8100"/>
                </a:solidFill>
                <a:latin typeface="Calibri"/>
                <a:ea typeface="Calibri"/>
                <a:cs typeface="Calibri"/>
                <a:sym typeface="Calibri"/>
              </a:rPr>
              <a:t>Projects: Project 3</a:t>
            </a:r>
            <a:endParaRPr/>
          </a:p>
        </p:txBody>
      </p:sp>
      <p:pic>
        <p:nvPicPr>
          <p:cNvPr id="82" name="Google Shape;82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33284" y="3117591"/>
            <a:ext cx="2808191" cy="19994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Chart&#10;&#10;Description automatically generated" id="87" name="Google Shape;87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821018" y="2224378"/>
            <a:ext cx="8549963" cy="38881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