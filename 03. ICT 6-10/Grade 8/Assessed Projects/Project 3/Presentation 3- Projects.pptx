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3"/>
  </p:sldMasterIdLst>
  <p:notesMasterIdLst>
    <p:notesMasterId r:id="rId4"/>
  </p:notesMasterIdLst>
  <p:sldIdLst>
    <p:sldId id="256" r:id="rId5"/>
    <p:sldId id="257" r:id="rId6"/>
    <p:sldId id="258" r:id="rId7"/>
    <p:sldId id="259" r:id="rId8"/>
    <p:sldId id="260" r:id="rId9"/>
    <p:sldId id="261" r:id="rId10"/>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0" Type="http://schemas.openxmlformats.org/officeDocument/2006/relationships/slide" Target="slides/slide6.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 name="Shape 10"/>
        <p:cNvGrpSpPr/>
        <p:nvPr/>
      </p:nvGrpSpPr>
      <p:grpSpPr>
        <a:xfrm>
          <a:off x="0" y="0"/>
          <a:ext cx="0" cy="0"/>
          <a:chOff x="0" y="0"/>
          <a:chExt cx="0" cy="0"/>
        </a:xfrm>
      </p:grpSpPr>
      <p:sp>
        <p:nvSpPr>
          <p:cNvPr id="11" name="Google Shape;11;p2"/>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 name="Google Shape;12;p2"/>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3" name="Shape 13"/>
        <p:cNvGrpSpPr/>
        <p:nvPr/>
      </p:nvGrpSpPr>
      <p:grpSpPr>
        <a:xfrm>
          <a:off x="0" y="0"/>
          <a:ext cx="0" cy="0"/>
          <a:chOff x="0" y="0"/>
          <a:chExt cx="0" cy="0"/>
        </a:xfrm>
      </p:grpSpPr>
      <p:sp>
        <p:nvSpPr>
          <p:cNvPr id="14" name="Google Shape;14;p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 name="Google Shape;15;p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 name="Google Shape;16;p3"/>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7" name="Google Shape;17;p3"/>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8" name="Google Shape;18;p3"/>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b="0" i="0" sz="1800" u="none" cap="none" strike="noStrike">
                <a:solidFill>
                  <a:schemeClr val="dk1"/>
                </a:solidFill>
                <a:latin typeface="Calibri"/>
                <a:ea typeface="Calibri"/>
                <a:cs typeface="Calibri"/>
                <a:sym typeface="Calibri"/>
              </a:defRPr>
            </a:lvl1pPr>
            <a:lvl2pPr indent="0" lvl="1" marL="0" marR="0" rtl="0" algn="l">
              <a:spcBef>
                <a:spcPts val="0"/>
              </a:spcBef>
              <a:buNone/>
              <a:defRPr b="0" i="0" sz="1800" u="none" cap="none" strike="noStrike">
                <a:solidFill>
                  <a:schemeClr val="dk1"/>
                </a:solidFill>
                <a:latin typeface="Calibri"/>
                <a:ea typeface="Calibri"/>
                <a:cs typeface="Calibri"/>
                <a:sym typeface="Calibri"/>
              </a:defRPr>
            </a:lvl2pPr>
            <a:lvl3pPr indent="0" lvl="2" marL="0" marR="0" rtl="0" algn="l">
              <a:spcBef>
                <a:spcPts val="0"/>
              </a:spcBef>
              <a:buNone/>
              <a:defRPr b="0" i="0" sz="1800" u="none" cap="none" strike="noStrike">
                <a:solidFill>
                  <a:schemeClr val="dk1"/>
                </a:solidFill>
                <a:latin typeface="Calibri"/>
                <a:ea typeface="Calibri"/>
                <a:cs typeface="Calibri"/>
                <a:sym typeface="Calibri"/>
              </a:defRPr>
            </a:lvl3pPr>
            <a:lvl4pPr indent="0" lvl="3" marL="0" marR="0" rtl="0" algn="l">
              <a:spcBef>
                <a:spcPts val="0"/>
              </a:spcBef>
              <a:buNone/>
              <a:defRPr b="0" i="0" sz="1800" u="none" cap="none" strike="noStrike">
                <a:solidFill>
                  <a:schemeClr val="dk1"/>
                </a:solidFill>
                <a:latin typeface="Calibri"/>
                <a:ea typeface="Calibri"/>
                <a:cs typeface="Calibri"/>
                <a:sym typeface="Calibri"/>
              </a:defRPr>
            </a:lvl4pPr>
            <a:lvl5pPr indent="0" lvl="4" marL="0" marR="0" rtl="0" algn="l">
              <a:spcBef>
                <a:spcPts val="0"/>
              </a:spcBef>
              <a:buNone/>
              <a:defRPr b="0" i="0" sz="1800" u="none" cap="none" strike="noStrike">
                <a:solidFill>
                  <a:schemeClr val="dk1"/>
                </a:solidFill>
                <a:latin typeface="Calibri"/>
                <a:ea typeface="Calibri"/>
                <a:cs typeface="Calibri"/>
                <a:sym typeface="Calibri"/>
              </a:defRPr>
            </a:lvl5pPr>
            <a:lvl6pPr indent="0" lvl="5" marL="0" marR="0" rtl="0" algn="l">
              <a:spcBef>
                <a:spcPts val="0"/>
              </a:spcBef>
              <a:buNone/>
              <a:defRPr b="0" i="0" sz="1800" u="none" cap="none" strike="noStrike">
                <a:solidFill>
                  <a:schemeClr val="dk1"/>
                </a:solidFill>
                <a:latin typeface="Calibri"/>
                <a:ea typeface="Calibri"/>
                <a:cs typeface="Calibri"/>
                <a:sym typeface="Calibri"/>
              </a:defRPr>
            </a:lvl6pPr>
            <a:lvl7pPr indent="0" lvl="6" marL="0" marR="0" rtl="0" algn="l">
              <a:spcBef>
                <a:spcPts val="0"/>
              </a:spcBef>
              <a:buNone/>
              <a:defRPr b="0" i="0" sz="1800" u="none" cap="none" strike="noStrike">
                <a:solidFill>
                  <a:schemeClr val="dk1"/>
                </a:solidFill>
                <a:latin typeface="Calibri"/>
                <a:ea typeface="Calibri"/>
                <a:cs typeface="Calibri"/>
                <a:sym typeface="Calibri"/>
              </a:defRPr>
            </a:lvl7pPr>
            <a:lvl8pPr indent="0" lvl="7" marL="0" marR="0" rtl="0" algn="l">
              <a:spcBef>
                <a:spcPts val="0"/>
              </a:spcBef>
              <a:buNone/>
              <a:defRPr b="0" i="0" sz="1800" u="none" cap="none" strike="noStrike">
                <a:solidFill>
                  <a:schemeClr val="dk1"/>
                </a:solidFill>
                <a:latin typeface="Calibri"/>
                <a:ea typeface="Calibri"/>
                <a:cs typeface="Calibri"/>
                <a:sym typeface="Calibri"/>
              </a:defRPr>
            </a:lvl8pPr>
            <a:lvl9pPr indent="0" lvl="8" marL="0" marR="0" rtl="0" algn="l">
              <a:spcBef>
                <a:spcPts val="0"/>
              </a:spcBef>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9" name="Shape 19"/>
        <p:cNvGrpSpPr/>
        <p:nvPr/>
      </p:nvGrpSpPr>
      <p:grpSpPr>
        <a:xfrm>
          <a:off x="0" y="0"/>
          <a:ext cx="0" cy="0"/>
          <a:chOff x="0" y="0"/>
          <a:chExt cx="0" cy="0"/>
        </a:xfrm>
      </p:grpSpPr>
      <p:sp>
        <p:nvSpPr>
          <p:cNvPr id="20" name="Google Shape;20;p4"/>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 name="Google Shape;21;p4"/>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22" name="Google Shape;22;p4"/>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3" name="Google Shape;23;p4"/>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4" name="Google Shape;24;p4"/>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5" name="Shape 25"/>
        <p:cNvGrpSpPr/>
        <p:nvPr/>
      </p:nvGrpSpPr>
      <p:grpSpPr>
        <a:xfrm>
          <a:off x="0" y="0"/>
          <a:ext cx="0" cy="0"/>
          <a:chOff x="0" y="0"/>
          <a:chExt cx="0" cy="0"/>
        </a:xfrm>
      </p:grpSpPr>
      <p:sp>
        <p:nvSpPr>
          <p:cNvPr id="26" name="Google Shape;26;p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 name="Google Shape;27;p5"/>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 name="Google Shape;28;p5"/>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 name="Google Shape;29;p5"/>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0" name="Google Shape;30;p5"/>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1" name="Google Shape;31;p5"/>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2" name="Shape 32"/>
        <p:cNvGrpSpPr/>
        <p:nvPr/>
      </p:nvGrpSpPr>
      <p:grpSpPr>
        <a:xfrm>
          <a:off x="0" y="0"/>
          <a:ext cx="0" cy="0"/>
          <a:chOff x="0" y="0"/>
          <a:chExt cx="0" cy="0"/>
        </a:xfrm>
      </p:grpSpPr>
      <p:sp>
        <p:nvSpPr>
          <p:cNvPr id="33" name="Google Shape;33;p6"/>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4" name="Google Shape;34;p6"/>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5" name="Google Shape;35;p6"/>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6"/>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7" name="Google Shape;37;p6"/>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8" name="Google Shape;38;p6"/>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9" name="Google Shape;39;p6"/>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0" name="Google Shape;40;p6"/>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1" name="Shape 41"/>
        <p:cNvGrpSpPr/>
        <p:nvPr/>
      </p:nvGrpSpPr>
      <p:grpSpPr>
        <a:xfrm>
          <a:off x="0" y="0"/>
          <a:ext cx="0" cy="0"/>
          <a:chOff x="0" y="0"/>
          <a:chExt cx="0" cy="0"/>
        </a:xfrm>
      </p:grpSpPr>
      <p:sp>
        <p:nvSpPr>
          <p:cNvPr id="42" name="Google Shape;42;p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3" name="Google Shape;43;p7"/>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4" name="Google Shape;44;p7"/>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5" name="Google Shape;45;p7"/>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6" name="Shape 46"/>
        <p:cNvGrpSpPr/>
        <p:nvPr/>
      </p:nvGrpSpPr>
      <p:grpSpPr>
        <a:xfrm>
          <a:off x="0" y="0"/>
          <a:ext cx="0" cy="0"/>
          <a:chOff x="0" y="0"/>
          <a:chExt cx="0" cy="0"/>
        </a:xfrm>
      </p:grpSpPr>
      <p:sp>
        <p:nvSpPr>
          <p:cNvPr id="47" name="Google Shape;47;p8"/>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8" name="Google Shape;48;p8"/>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9" name="Google Shape;49;p8"/>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0" name="Shape 50"/>
        <p:cNvGrpSpPr/>
        <p:nvPr/>
      </p:nvGrpSpPr>
      <p:grpSpPr>
        <a:xfrm>
          <a:off x="0" y="0"/>
          <a:ext cx="0" cy="0"/>
          <a:chOff x="0" y="0"/>
          <a:chExt cx="0" cy="0"/>
        </a:xfrm>
      </p:grpSpPr>
      <p:sp>
        <p:nvSpPr>
          <p:cNvPr id="51" name="Google Shape;51;p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2" name="Google Shape;52;p9"/>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3" name="Google Shape;53;p9"/>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4" name="Google Shape;54;p9"/>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5" name="Google Shape;55;p9"/>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6" name="Google Shape;56;p9"/>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57" name="Shape 57"/>
        <p:cNvGrpSpPr/>
        <p:nvPr/>
      </p:nvGrpSpPr>
      <p:grpSpPr>
        <a:xfrm>
          <a:off x="0" y="0"/>
          <a:ext cx="0" cy="0"/>
          <a:chOff x="0" y="0"/>
          <a:chExt cx="0" cy="0"/>
        </a:xfrm>
      </p:grpSpPr>
      <p:sp>
        <p:nvSpPr>
          <p:cNvPr id="58" name="Google Shape;58;p1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9" name="Google Shape;59;p10"/>
          <p:cNvSpPr/>
          <p:nvPr>
            <p:ph idx="2" type="pic"/>
          </p:nvPr>
        </p:nvSpPr>
        <p:spPr>
          <a:xfrm>
            <a:off x="5183188" y="987425"/>
            <a:ext cx="6172200" cy="4873625"/>
          </a:xfrm>
          <a:prstGeom prst="rect">
            <a:avLst/>
          </a:prstGeom>
          <a:noFill/>
          <a:ln>
            <a:noFill/>
          </a:ln>
        </p:spPr>
      </p:sp>
      <p:sp>
        <p:nvSpPr>
          <p:cNvPr id="60" name="Google Shape;60;p10"/>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1" name="Google Shape;61;p10"/>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62" name="Google Shape;62;p10"/>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63" name="Google Shape;63;p10"/>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4" name="Shape 64"/>
        <p:cNvGrpSpPr/>
        <p:nvPr/>
      </p:nvGrpSpPr>
      <p:grpSpPr>
        <a:xfrm>
          <a:off x="0" y="0"/>
          <a:ext cx="0" cy="0"/>
          <a:chOff x="0" y="0"/>
          <a:chExt cx="0" cy="0"/>
        </a:xfrm>
      </p:grpSpPr>
      <p:sp>
        <p:nvSpPr>
          <p:cNvPr id="65" name="Google Shape;65;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6" name="Google Shape;66;p11"/>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7" name="Google Shape;67;p11"/>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68" name="Google Shape;68;p11"/>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69" name="Google Shape;69;p11"/>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0" name="Shape 70"/>
        <p:cNvGrpSpPr/>
        <p:nvPr/>
      </p:nvGrpSpPr>
      <p:grpSpPr>
        <a:xfrm>
          <a:off x="0" y="0"/>
          <a:ext cx="0" cy="0"/>
          <a:chOff x="0" y="0"/>
          <a:chExt cx="0" cy="0"/>
        </a:xfrm>
      </p:grpSpPr>
      <p:sp>
        <p:nvSpPr>
          <p:cNvPr id="71" name="Google Shape;71;p12"/>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2" name="Google Shape;72;p12"/>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3" name="Google Shape;73;p12"/>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74" name="Google Shape;74;p12"/>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75" name="Google Shape;75;p12"/>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1.xml"/><Relationship Id="rId12" Type="http://schemas.openxmlformats.org/officeDocument/2006/relationships/slideLayout" Target="../slideLayouts/slideLayout11.xml"/><Relationship Id="rId1" Type="http://schemas.openxmlformats.org/officeDocument/2006/relationships/image" Target="../media/image1.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pic>
        <p:nvPicPr>
          <p:cNvPr descr="Shape, rectangle&#10;&#10;Description automatically generated" id="6" name="Google Shape;6;p1"/>
          <p:cNvPicPr preferRelativeResize="0"/>
          <p:nvPr/>
        </p:nvPicPr>
        <p:blipFill rotWithShape="1">
          <a:blip r:embed="rId1">
            <a:alphaModFix/>
          </a:blip>
          <a:srcRect b="0" l="0" r="0" t="0"/>
          <a:stretch/>
        </p:blipFill>
        <p:spPr>
          <a:xfrm>
            <a:off x="0" y="-25758"/>
            <a:ext cx="12192000" cy="1656196"/>
          </a:xfrm>
          <a:prstGeom prst="rect">
            <a:avLst/>
          </a:prstGeom>
          <a:noFill/>
          <a:ln>
            <a:noFill/>
          </a:ln>
        </p:spPr>
      </p:pic>
      <p:sp>
        <p:nvSpPr>
          <p:cNvPr id="7" name="Google Shape;7;p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8" name="Google Shape;8;p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nvSpPr>
        <p:spPr>
          <a:xfrm>
            <a:off x="7547114" y="6380197"/>
            <a:ext cx="4114800" cy="365125"/>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b="0" i="0" lang="en-GB" sz="1200" u="none" cap="none" strike="noStrike">
                <a:solidFill>
                  <a:schemeClr val="dk1"/>
                </a:solidFill>
                <a:latin typeface="Calibri"/>
                <a:ea typeface="Calibri"/>
                <a:cs typeface="Calibri"/>
                <a:sym typeface="Calibri"/>
              </a:rPr>
              <a:t>© Hodder &amp; Stoughton Limited 2021</a:t>
            </a:r>
            <a:endParaRPr/>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3.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3"/>
          <p:cNvSpPr txBox="1"/>
          <p:nvPr/>
        </p:nvSpPr>
        <p:spPr>
          <a:xfrm>
            <a:off x="1613647" y="2922494"/>
            <a:ext cx="4470140" cy="1794419"/>
          </a:xfrm>
          <a:prstGeom prst="rect">
            <a:avLst/>
          </a:prstGeom>
          <a:noFill/>
          <a:ln>
            <a:noFill/>
          </a:ln>
        </p:spPr>
        <p:txBody>
          <a:bodyPr anchorCtr="0" anchor="b" bIns="45700" lIns="91425" spcFirstLastPara="1" rIns="91425" wrap="square" tIns="45700">
            <a:noAutofit/>
          </a:bodyPr>
          <a:lstStyle/>
          <a:p>
            <a:pPr indent="0" lvl="0" marL="0" marR="0" rtl="0" algn="r">
              <a:lnSpc>
                <a:spcPct val="90000"/>
              </a:lnSpc>
              <a:spcBef>
                <a:spcPts val="0"/>
              </a:spcBef>
              <a:spcAft>
                <a:spcPts val="0"/>
              </a:spcAft>
              <a:buClr>
                <a:schemeClr val="dk1"/>
              </a:buClr>
              <a:buSzPts val="6000"/>
              <a:buFont typeface="Calibri"/>
              <a:buNone/>
            </a:pPr>
            <a:r>
              <a:rPr b="1" i="0" lang="en-GB" sz="6000" u="none" cap="none" strike="noStrike">
                <a:solidFill>
                  <a:schemeClr val="dk1"/>
                </a:solidFill>
                <a:latin typeface="Calibri"/>
                <a:ea typeface="Calibri"/>
                <a:cs typeface="Calibri"/>
                <a:sym typeface="Calibri"/>
              </a:rPr>
              <a:t>End of KS3 assessments</a:t>
            </a:r>
            <a:endParaRPr b="1" i="0" sz="6000" u="none" cap="none" strike="noStrike">
              <a:solidFill>
                <a:schemeClr val="dk1"/>
              </a:solidFill>
              <a:latin typeface="Calibri"/>
              <a:ea typeface="Calibri"/>
              <a:cs typeface="Calibri"/>
              <a:sym typeface="Calibri"/>
            </a:endParaRPr>
          </a:p>
        </p:txBody>
      </p:sp>
      <p:sp>
        <p:nvSpPr>
          <p:cNvPr id="81" name="Google Shape;81;p13"/>
          <p:cNvSpPr/>
          <p:nvPr/>
        </p:nvSpPr>
        <p:spPr>
          <a:xfrm>
            <a:off x="3973786" y="4718391"/>
            <a:ext cx="2110001" cy="40011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b="1" i="0" lang="en-GB" sz="2000" u="none" cap="none" strike="noStrike">
                <a:solidFill>
                  <a:srgbClr val="ED8100"/>
                </a:solidFill>
                <a:latin typeface="Calibri"/>
                <a:ea typeface="Calibri"/>
                <a:cs typeface="Calibri"/>
                <a:sym typeface="Calibri"/>
              </a:rPr>
              <a:t>Projects: Project 3</a:t>
            </a:r>
            <a:endParaRPr/>
          </a:p>
        </p:txBody>
      </p:sp>
      <p:pic>
        <p:nvPicPr>
          <p:cNvPr id="82" name="Google Shape;82;p13"/>
          <p:cNvPicPr preferRelativeResize="0"/>
          <p:nvPr/>
        </p:nvPicPr>
        <p:blipFill rotWithShape="1">
          <a:blip r:embed="rId3">
            <a:alphaModFix/>
          </a:blip>
          <a:srcRect b="0" l="0" r="0" t="0"/>
          <a:stretch/>
        </p:blipFill>
        <p:spPr>
          <a:xfrm>
            <a:off x="6233284" y="3117591"/>
            <a:ext cx="2808191" cy="1999432"/>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14"/>
          <p:cNvSpPr txBox="1"/>
          <p:nvPr>
            <p:ph type="title"/>
          </p:nvPr>
        </p:nvSpPr>
        <p:spPr>
          <a:xfrm>
            <a:off x="1600200" y="815009"/>
            <a:ext cx="9753600" cy="795131"/>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alibri"/>
              <a:buNone/>
            </a:pPr>
            <a:r>
              <a:rPr b="1" lang="en-GB">
                <a:solidFill>
                  <a:schemeClr val="lt1"/>
                </a:solidFill>
              </a:rPr>
              <a:t>Objectives</a:t>
            </a:r>
            <a:endParaRPr/>
          </a:p>
        </p:txBody>
      </p:sp>
      <p:sp>
        <p:nvSpPr>
          <p:cNvPr id="88" name="Google Shape;88;p14"/>
          <p:cNvSpPr/>
          <p:nvPr/>
        </p:nvSpPr>
        <p:spPr>
          <a:xfrm>
            <a:off x="1600200" y="2582614"/>
            <a:ext cx="9753601" cy="169277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GB" sz="3200">
                <a:solidFill>
                  <a:schemeClr val="dk1"/>
                </a:solidFill>
                <a:latin typeface="Calibri"/>
                <a:ea typeface="Calibri"/>
                <a:cs typeface="Calibri"/>
                <a:sym typeface="Calibri"/>
              </a:rPr>
              <a:t>In this lesson, you will demonstrate your ability to:</a:t>
            </a:r>
            <a:endParaRPr/>
          </a:p>
          <a:p>
            <a:pPr indent="-342900" lvl="0" marL="342900" marR="0" rtl="0" algn="l">
              <a:spcBef>
                <a:spcPts val="0"/>
              </a:spcBef>
              <a:spcAft>
                <a:spcPts val="0"/>
              </a:spcAft>
              <a:buClr>
                <a:schemeClr val="dk1"/>
              </a:buClr>
              <a:buSzPts val="2400"/>
              <a:buFont typeface="Noto Sans Symbols"/>
              <a:buChar char="∙"/>
            </a:pPr>
            <a:r>
              <a:rPr lang="en-GB" sz="2400">
                <a:solidFill>
                  <a:schemeClr val="dk1"/>
                </a:solidFill>
                <a:latin typeface="Calibri"/>
                <a:ea typeface="Calibri"/>
                <a:cs typeface="Calibri"/>
                <a:sym typeface="Calibri"/>
              </a:rPr>
              <a:t>plan a solution to meet a brief </a:t>
            </a:r>
            <a:endParaRPr/>
          </a:p>
          <a:p>
            <a:pPr indent="-342900" lvl="0" marL="342900" marR="0" rtl="0" algn="l">
              <a:spcBef>
                <a:spcPts val="0"/>
              </a:spcBef>
              <a:spcAft>
                <a:spcPts val="0"/>
              </a:spcAft>
              <a:buClr>
                <a:schemeClr val="dk1"/>
              </a:buClr>
              <a:buSzPts val="2400"/>
              <a:buFont typeface="Noto Sans Symbols"/>
              <a:buChar char="∙"/>
            </a:pPr>
            <a:r>
              <a:rPr lang="en-GB" sz="2400">
                <a:solidFill>
                  <a:schemeClr val="dk1"/>
                </a:solidFill>
                <a:latin typeface="Calibri"/>
                <a:ea typeface="Calibri"/>
                <a:cs typeface="Calibri"/>
                <a:sym typeface="Calibri"/>
              </a:rPr>
              <a:t>use graphics, audio- and video-editing software</a:t>
            </a:r>
            <a:endParaRPr/>
          </a:p>
          <a:p>
            <a:pPr indent="-342900" lvl="0" marL="342900" marR="0" rtl="0" algn="l">
              <a:spcBef>
                <a:spcPts val="0"/>
              </a:spcBef>
              <a:spcAft>
                <a:spcPts val="0"/>
              </a:spcAft>
              <a:buClr>
                <a:schemeClr val="dk1"/>
              </a:buClr>
              <a:buSzPts val="2400"/>
              <a:buFont typeface="Noto Sans Symbols"/>
              <a:buChar char="∙"/>
            </a:pPr>
            <a:r>
              <a:rPr lang="en-GB" sz="2400">
                <a:solidFill>
                  <a:schemeClr val="dk1"/>
                </a:solidFill>
                <a:latin typeface="Calibri"/>
                <a:ea typeface="Calibri"/>
                <a:cs typeface="Calibri"/>
                <a:sym typeface="Calibri"/>
              </a:rPr>
              <a:t>review and refine your work.</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15"/>
          <p:cNvSpPr txBox="1"/>
          <p:nvPr>
            <p:ph type="title"/>
          </p:nvPr>
        </p:nvSpPr>
        <p:spPr>
          <a:xfrm>
            <a:off x="1590261" y="717663"/>
            <a:ext cx="9773478" cy="912354"/>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alibri"/>
              <a:buNone/>
            </a:pPr>
            <a:r>
              <a:rPr b="1" lang="en-GB">
                <a:solidFill>
                  <a:schemeClr val="lt1"/>
                </a:solidFill>
              </a:rPr>
              <a:t>The project</a:t>
            </a:r>
            <a:endParaRPr/>
          </a:p>
        </p:txBody>
      </p:sp>
      <p:sp>
        <p:nvSpPr>
          <p:cNvPr id="94" name="Google Shape;94;p15"/>
          <p:cNvSpPr/>
          <p:nvPr/>
        </p:nvSpPr>
        <p:spPr>
          <a:xfrm>
            <a:off x="1590261" y="1985353"/>
            <a:ext cx="10068339" cy="415498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GB" sz="2400">
                <a:solidFill>
                  <a:schemeClr val="dk1"/>
                </a:solidFill>
                <a:latin typeface="Calibri"/>
                <a:ea typeface="Calibri"/>
                <a:cs typeface="Calibri"/>
                <a:sym typeface="Calibri"/>
              </a:rPr>
              <a:t>Over the next six weeks, you will be using your skills with graphics, audio- and video-editing software to create a 30-second advert for a theme park.</a:t>
            </a:r>
            <a:endParaRPr/>
          </a:p>
          <a:p>
            <a:pPr indent="0" lvl="0" marL="0" marR="0" rtl="0" algn="l">
              <a:spcBef>
                <a:spcPts val="0"/>
              </a:spcBef>
              <a:spcAft>
                <a:spcPts val="0"/>
              </a:spcAft>
              <a:buNone/>
            </a:pPr>
            <a:r>
              <a:rPr lang="en-GB" sz="2400">
                <a:solidFill>
                  <a:schemeClr val="dk1"/>
                </a:solidFill>
                <a:latin typeface="Calibri"/>
                <a:ea typeface="Calibri"/>
                <a:cs typeface="Calibri"/>
                <a:sym typeface="Calibri"/>
              </a:rPr>
              <a:t>You will need to:</a:t>
            </a:r>
            <a:endParaRPr/>
          </a:p>
          <a:p>
            <a:pPr indent="-342900" lvl="0" marL="342900" marR="0" rtl="0" algn="l">
              <a:spcBef>
                <a:spcPts val="0"/>
              </a:spcBef>
              <a:spcAft>
                <a:spcPts val="0"/>
              </a:spcAft>
              <a:buClr>
                <a:schemeClr val="dk1"/>
              </a:buClr>
              <a:buSzPts val="2400"/>
              <a:buFont typeface="Noto Sans Symbols"/>
              <a:buChar char="∙"/>
            </a:pPr>
            <a:r>
              <a:rPr lang="en-GB" sz="2400">
                <a:solidFill>
                  <a:schemeClr val="dk1"/>
                </a:solidFill>
                <a:latin typeface="Calibri"/>
                <a:ea typeface="Calibri"/>
                <a:cs typeface="Calibri"/>
                <a:sym typeface="Calibri"/>
              </a:rPr>
              <a:t>design and develop a logo</a:t>
            </a:r>
            <a:endParaRPr/>
          </a:p>
          <a:p>
            <a:pPr indent="-342900" lvl="0" marL="342900" marR="0" rtl="0" algn="l">
              <a:spcBef>
                <a:spcPts val="0"/>
              </a:spcBef>
              <a:spcAft>
                <a:spcPts val="0"/>
              </a:spcAft>
              <a:buClr>
                <a:schemeClr val="dk1"/>
              </a:buClr>
              <a:buSzPts val="2400"/>
              <a:buFont typeface="Noto Sans Symbols"/>
              <a:buChar char="∙"/>
            </a:pPr>
            <a:r>
              <a:rPr lang="en-GB" sz="2400">
                <a:solidFill>
                  <a:schemeClr val="dk1"/>
                </a:solidFill>
                <a:latin typeface="Calibri"/>
                <a:ea typeface="Calibri"/>
                <a:cs typeface="Calibri"/>
                <a:sym typeface="Calibri"/>
              </a:rPr>
              <a:t>plan how you will use video and audio to create your advert</a:t>
            </a:r>
            <a:endParaRPr/>
          </a:p>
          <a:p>
            <a:pPr indent="-342900" lvl="0" marL="342900" marR="0" rtl="0" algn="l">
              <a:spcBef>
                <a:spcPts val="0"/>
              </a:spcBef>
              <a:spcAft>
                <a:spcPts val="0"/>
              </a:spcAft>
              <a:buClr>
                <a:schemeClr val="dk1"/>
              </a:buClr>
              <a:buSzPts val="2400"/>
              <a:buFont typeface="Noto Sans Symbols"/>
              <a:buChar char="∙"/>
            </a:pPr>
            <a:r>
              <a:rPr lang="en-GB" sz="2400">
                <a:solidFill>
                  <a:schemeClr val="dk1"/>
                </a:solidFill>
                <a:latin typeface="Calibri"/>
                <a:ea typeface="Calibri"/>
                <a:cs typeface="Calibri"/>
                <a:sym typeface="Calibri"/>
              </a:rPr>
              <a:t>create a soundtrack</a:t>
            </a:r>
            <a:endParaRPr/>
          </a:p>
          <a:p>
            <a:pPr indent="-342900" lvl="0" marL="342900" marR="0" rtl="0" algn="l">
              <a:spcBef>
                <a:spcPts val="0"/>
              </a:spcBef>
              <a:spcAft>
                <a:spcPts val="0"/>
              </a:spcAft>
              <a:buClr>
                <a:schemeClr val="dk1"/>
              </a:buClr>
              <a:buSzPts val="2400"/>
              <a:buFont typeface="Noto Sans Symbols"/>
              <a:buChar char="∙"/>
            </a:pPr>
            <a:r>
              <a:rPr lang="en-GB" sz="2400">
                <a:solidFill>
                  <a:schemeClr val="dk1"/>
                </a:solidFill>
                <a:latin typeface="Calibri"/>
                <a:ea typeface="Calibri"/>
                <a:cs typeface="Calibri"/>
                <a:sym typeface="Calibri"/>
              </a:rPr>
              <a:t>edit together the soundtrack, video clips and logo to create the final advert.</a:t>
            </a:r>
            <a:endParaRPr/>
          </a:p>
          <a:p>
            <a:pPr indent="0" lvl="0" marL="0" marR="0" rtl="0" algn="l">
              <a:spcBef>
                <a:spcPts val="0"/>
              </a:spcBef>
              <a:spcAft>
                <a:spcPts val="0"/>
              </a:spcAft>
              <a:buNone/>
            </a:pPr>
            <a:r>
              <a:rPr lang="en-GB" sz="2400">
                <a:solidFill>
                  <a:schemeClr val="dk1"/>
                </a:solidFill>
                <a:latin typeface="Calibri"/>
                <a:ea typeface="Calibri"/>
                <a:cs typeface="Calibri"/>
                <a:sym typeface="Calibri"/>
              </a:rPr>
              <a:t>You will need to use an</a:t>
            </a:r>
            <a:r>
              <a:rPr b="1" lang="en-GB" sz="2400">
                <a:solidFill>
                  <a:srgbClr val="ED7D31"/>
                </a:solidFill>
                <a:latin typeface="Calibri"/>
                <a:ea typeface="Calibri"/>
                <a:cs typeface="Calibri"/>
                <a:sym typeface="Calibri"/>
              </a:rPr>
              <a:t> iterative approach to project development</a:t>
            </a:r>
            <a:r>
              <a:rPr lang="en-GB" sz="2400">
                <a:solidFill>
                  <a:schemeClr val="dk1"/>
                </a:solidFill>
                <a:latin typeface="Calibri"/>
                <a:ea typeface="Calibri"/>
                <a:cs typeface="Calibri"/>
                <a:sym typeface="Calibri"/>
              </a:rPr>
              <a:t> to create each element before moving on to the next element, and you will need to be prepared to tweak elements when you combine them together to create the final advert.</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16"/>
          <p:cNvSpPr txBox="1"/>
          <p:nvPr>
            <p:ph type="title"/>
          </p:nvPr>
        </p:nvSpPr>
        <p:spPr>
          <a:xfrm>
            <a:off x="1590261" y="717663"/>
            <a:ext cx="9773478" cy="912354"/>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alibri"/>
              <a:buNone/>
            </a:pPr>
            <a:r>
              <a:rPr b="1" lang="en-GB">
                <a:solidFill>
                  <a:schemeClr val="lt1"/>
                </a:solidFill>
              </a:rPr>
              <a:t>Resources </a:t>
            </a:r>
            <a:endParaRPr/>
          </a:p>
        </p:txBody>
      </p:sp>
      <p:sp>
        <p:nvSpPr>
          <p:cNvPr id="100" name="Google Shape;100;p16"/>
          <p:cNvSpPr/>
          <p:nvPr/>
        </p:nvSpPr>
        <p:spPr>
          <a:xfrm>
            <a:off x="1590261" y="1985353"/>
            <a:ext cx="5411431" cy="415498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GB" sz="2400">
                <a:solidFill>
                  <a:schemeClr val="dk1"/>
                </a:solidFill>
                <a:latin typeface="Calibri"/>
                <a:ea typeface="Calibri"/>
                <a:cs typeface="Calibri"/>
                <a:sym typeface="Calibri"/>
              </a:rPr>
              <a:t>You will be provided with suggestions for video clips to create your advert. You can also supplement these with images, videos and sounds you create or source yourself if you want to.</a:t>
            </a:r>
            <a:endParaRPr/>
          </a:p>
          <a:p>
            <a:pPr indent="0" lvl="0" marL="0" marR="0" rtl="0" algn="l">
              <a:spcBef>
                <a:spcPts val="0"/>
              </a:spcBef>
              <a:spcAft>
                <a:spcPts val="0"/>
              </a:spcAft>
              <a:buNone/>
            </a:pPr>
            <a:r>
              <a:rPr lang="en-GB" sz="2400">
                <a:solidFill>
                  <a:schemeClr val="dk1"/>
                </a:solidFill>
                <a:latin typeface="Calibri"/>
                <a:ea typeface="Calibri"/>
                <a:cs typeface="Calibri"/>
                <a:sym typeface="Calibri"/>
              </a:rPr>
              <a:t>You will need to include a logo for the theme park, and you should design this and create it using vector drawing tools in Word or Google Docs.</a:t>
            </a:r>
            <a:endParaRPr/>
          </a:p>
          <a:p>
            <a:pPr indent="0" lvl="0" marL="0" marR="0" rtl="0" algn="l">
              <a:spcBef>
                <a:spcPts val="0"/>
              </a:spcBef>
              <a:spcAft>
                <a:spcPts val="0"/>
              </a:spcAft>
              <a:buNone/>
            </a:pPr>
            <a:r>
              <a:rPr lang="en-GB" sz="2400">
                <a:solidFill>
                  <a:schemeClr val="dk1"/>
                </a:solidFill>
                <a:latin typeface="Calibri"/>
                <a:ea typeface="Calibri"/>
                <a:cs typeface="Calibri"/>
                <a:sym typeface="Calibri"/>
              </a:rPr>
              <a:t>Remember to keep all your files for this project in the same folder.</a:t>
            </a:r>
            <a:endParaRPr/>
          </a:p>
        </p:txBody>
      </p:sp>
      <p:pic>
        <p:nvPicPr>
          <p:cNvPr descr="A picture containing shape&#10;&#10;Description automatically generated" id="101" name="Google Shape;101;p16"/>
          <p:cNvPicPr preferRelativeResize="0"/>
          <p:nvPr/>
        </p:nvPicPr>
        <p:blipFill rotWithShape="1">
          <a:blip r:embed="rId3">
            <a:alphaModFix/>
          </a:blip>
          <a:srcRect b="0" l="0" r="0" t="0"/>
          <a:stretch/>
        </p:blipFill>
        <p:spPr>
          <a:xfrm>
            <a:off x="7410994" y="3032757"/>
            <a:ext cx="3741855" cy="2060176"/>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17"/>
          <p:cNvSpPr txBox="1"/>
          <p:nvPr>
            <p:ph type="title"/>
          </p:nvPr>
        </p:nvSpPr>
        <p:spPr>
          <a:xfrm>
            <a:off x="1590261" y="717663"/>
            <a:ext cx="9773478" cy="912354"/>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alibri"/>
              <a:buNone/>
            </a:pPr>
            <a:r>
              <a:rPr b="1" lang="en-GB">
                <a:solidFill>
                  <a:schemeClr val="lt1"/>
                </a:solidFill>
              </a:rPr>
              <a:t>Theme Park video advert </a:t>
            </a:r>
            <a:endParaRPr/>
          </a:p>
        </p:txBody>
      </p:sp>
      <p:sp>
        <p:nvSpPr>
          <p:cNvPr id="107" name="Google Shape;107;p17"/>
          <p:cNvSpPr/>
          <p:nvPr/>
        </p:nvSpPr>
        <p:spPr>
          <a:xfrm>
            <a:off x="1590261" y="1985353"/>
            <a:ext cx="8507894" cy="415498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GB" sz="2400">
                <a:solidFill>
                  <a:schemeClr val="dk1"/>
                </a:solidFill>
                <a:latin typeface="Calibri"/>
                <a:ea typeface="Calibri"/>
                <a:cs typeface="Calibri"/>
                <a:sym typeface="Calibri"/>
              </a:rPr>
              <a:t>The advert must:</a:t>
            </a:r>
            <a:endParaRPr/>
          </a:p>
          <a:p>
            <a:pPr indent="-342900" lvl="0" marL="342900" marR="0" rtl="0" algn="l">
              <a:spcBef>
                <a:spcPts val="0"/>
              </a:spcBef>
              <a:spcAft>
                <a:spcPts val="0"/>
              </a:spcAft>
              <a:buClr>
                <a:schemeClr val="dk1"/>
              </a:buClr>
              <a:buSzPts val="2400"/>
              <a:buFont typeface="Noto Sans Symbols"/>
              <a:buChar char="∙"/>
            </a:pPr>
            <a:r>
              <a:rPr lang="en-GB" sz="2400">
                <a:solidFill>
                  <a:schemeClr val="dk1"/>
                </a:solidFill>
                <a:latin typeface="Calibri"/>
                <a:ea typeface="Calibri"/>
                <a:cs typeface="Calibri"/>
                <a:sym typeface="Calibri"/>
              </a:rPr>
              <a:t>be 30 seconds long</a:t>
            </a:r>
            <a:endParaRPr/>
          </a:p>
          <a:p>
            <a:pPr indent="-342900" lvl="0" marL="342900" marR="0" rtl="0" algn="l">
              <a:spcBef>
                <a:spcPts val="0"/>
              </a:spcBef>
              <a:spcAft>
                <a:spcPts val="0"/>
              </a:spcAft>
              <a:buClr>
                <a:schemeClr val="dk1"/>
              </a:buClr>
              <a:buSzPts val="2400"/>
              <a:buFont typeface="Noto Sans Symbols"/>
              <a:buChar char="∙"/>
            </a:pPr>
            <a:r>
              <a:rPr lang="en-GB" sz="2400">
                <a:solidFill>
                  <a:schemeClr val="dk1"/>
                </a:solidFill>
                <a:latin typeface="Calibri"/>
                <a:ea typeface="Calibri"/>
                <a:cs typeface="Calibri"/>
                <a:sym typeface="Calibri"/>
              </a:rPr>
              <a:t>include background music</a:t>
            </a:r>
            <a:endParaRPr/>
          </a:p>
          <a:p>
            <a:pPr indent="-342900" lvl="0" marL="342900" marR="0" rtl="0" algn="l">
              <a:spcBef>
                <a:spcPts val="0"/>
              </a:spcBef>
              <a:spcAft>
                <a:spcPts val="0"/>
              </a:spcAft>
              <a:buClr>
                <a:schemeClr val="dk1"/>
              </a:buClr>
              <a:buSzPts val="2400"/>
              <a:buFont typeface="Noto Sans Symbols"/>
              <a:buChar char="∙"/>
            </a:pPr>
            <a:r>
              <a:rPr lang="en-GB" sz="2400">
                <a:solidFill>
                  <a:schemeClr val="dk1"/>
                </a:solidFill>
                <a:latin typeface="Calibri"/>
                <a:ea typeface="Calibri"/>
                <a:cs typeface="Calibri"/>
                <a:sym typeface="Calibri"/>
              </a:rPr>
              <a:t>include a voiceover</a:t>
            </a:r>
            <a:endParaRPr/>
          </a:p>
          <a:p>
            <a:pPr indent="-342900" lvl="0" marL="342900" marR="0" rtl="0" algn="l">
              <a:spcBef>
                <a:spcPts val="0"/>
              </a:spcBef>
              <a:spcAft>
                <a:spcPts val="0"/>
              </a:spcAft>
              <a:buClr>
                <a:schemeClr val="dk1"/>
              </a:buClr>
              <a:buSzPts val="2400"/>
              <a:buFont typeface="Noto Sans Symbols"/>
              <a:buChar char="∙"/>
            </a:pPr>
            <a:r>
              <a:rPr lang="en-GB" sz="2400">
                <a:solidFill>
                  <a:schemeClr val="dk1"/>
                </a:solidFill>
                <a:latin typeface="Calibri"/>
                <a:ea typeface="Calibri"/>
                <a:cs typeface="Calibri"/>
                <a:sym typeface="Calibri"/>
              </a:rPr>
              <a:t>include at least three background sounds</a:t>
            </a:r>
            <a:endParaRPr/>
          </a:p>
          <a:p>
            <a:pPr indent="-342900" lvl="0" marL="342900" marR="0" rtl="0" algn="l">
              <a:spcBef>
                <a:spcPts val="0"/>
              </a:spcBef>
              <a:spcAft>
                <a:spcPts val="0"/>
              </a:spcAft>
              <a:buClr>
                <a:schemeClr val="dk1"/>
              </a:buClr>
              <a:buSzPts val="2400"/>
              <a:buFont typeface="Noto Sans Symbols"/>
              <a:buChar char="∙"/>
            </a:pPr>
            <a:r>
              <a:rPr lang="en-GB" sz="2400">
                <a:solidFill>
                  <a:schemeClr val="dk1"/>
                </a:solidFill>
                <a:latin typeface="Calibri"/>
                <a:ea typeface="Calibri"/>
                <a:cs typeface="Calibri"/>
                <a:sym typeface="Calibri"/>
              </a:rPr>
              <a:t>include at least five video clips</a:t>
            </a:r>
            <a:endParaRPr/>
          </a:p>
          <a:p>
            <a:pPr indent="-342900" lvl="0" marL="342900" marR="0" rtl="0" algn="l">
              <a:spcBef>
                <a:spcPts val="0"/>
              </a:spcBef>
              <a:spcAft>
                <a:spcPts val="0"/>
              </a:spcAft>
              <a:buClr>
                <a:schemeClr val="dk1"/>
              </a:buClr>
              <a:buSzPts val="2400"/>
              <a:buFont typeface="Noto Sans Symbols"/>
              <a:buChar char="∙"/>
            </a:pPr>
            <a:r>
              <a:rPr lang="en-GB" sz="2400">
                <a:solidFill>
                  <a:schemeClr val="dk1"/>
                </a:solidFill>
                <a:latin typeface="Calibri"/>
                <a:ea typeface="Calibri"/>
                <a:cs typeface="Calibri"/>
                <a:sym typeface="Calibri"/>
              </a:rPr>
              <a:t>include transitions between the video clips</a:t>
            </a:r>
            <a:endParaRPr/>
          </a:p>
          <a:p>
            <a:pPr indent="-342900" lvl="0" marL="342900" marR="0" rtl="0" algn="l">
              <a:spcBef>
                <a:spcPts val="0"/>
              </a:spcBef>
              <a:spcAft>
                <a:spcPts val="0"/>
              </a:spcAft>
              <a:buClr>
                <a:schemeClr val="dk1"/>
              </a:buClr>
              <a:buSzPts val="2400"/>
              <a:buFont typeface="Noto Sans Symbols"/>
              <a:buChar char="∙"/>
            </a:pPr>
            <a:r>
              <a:rPr lang="en-GB" sz="2400">
                <a:solidFill>
                  <a:schemeClr val="dk1"/>
                </a:solidFill>
                <a:latin typeface="Calibri"/>
                <a:ea typeface="Calibri"/>
                <a:cs typeface="Calibri"/>
                <a:sym typeface="Calibri"/>
              </a:rPr>
              <a:t>include a logo, which could be on the screen throughout or shown at the end.</a:t>
            </a:r>
            <a:endParaRPr/>
          </a:p>
          <a:p>
            <a:pPr indent="0" lvl="0" marL="0" marR="0" rtl="0" algn="l">
              <a:spcBef>
                <a:spcPts val="0"/>
              </a:spcBef>
              <a:spcAft>
                <a:spcPts val="0"/>
              </a:spcAft>
              <a:buNone/>
            </a:pPr>
            <a:r>
              <a:rPr lang="en-GB" sz="2400">
                <a:solidFill>
                  <a:schemeClr val="dk1"/>
                </a:solidFill>
                <a:latin typeface="Calibri"/>
                <a:ea typeface="Calibri"/>
                <a:cs typeface="Calibri"/>
                <a:sym typeface="Calibri"/>
              </a:rPr>
              <a:t>The images, videos and sounds must be mixed together to create a watchable advert.</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18"/>
          <p:cNvSpPr txBox="1"/>
          <p:nvPr>
            <p:ph type="title"/>
          </p:nvPr>
        </p:nvSpPr>
        <p:spPr>
          <a:xfrm>
            <a:off x="1570382" y="725557"/>
            <a:ext cx="9783417" cy="88458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alibri"/>
              <a:buNone/>
            </a:pPr>
            <a:r>
              <a:rPr b="1" lang="en-GB">
                <a:solidFill>
                  <a:schemeClr val="lt1"/>
                </a:solidFill>
              </a:rPr>
              <a:t>Project 3: Theme Park advert</a:t>
            </a:r>
            <a:endParaRPr/>
          </a:p>
        </p:txBody>
      </p:sp>
      <p:pic>
        <p:nvPicPr>
          <p:cNvPr id="113" name="Google Shape;113;p18"/>
          <p:cNvPicPr preferRelativeResize="0"/>
          <p:nvPr/>
        </p:nvPicPr>
        <p:blipFill rotWithShape="1">
          <a:blip r:embed="rId3">
            <a:alphaModFix/>
          </a:blip>
          <a:srcRect b="0" l="0" r="0" t="0"/>
          <a:stretch/>
        </p:blipFill>
        <p:spPr>
          <a:xfrm>
            <a:off x="3899261" y="1903472"/>
            <a:ext cx="4393477" cy="4304673"/>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