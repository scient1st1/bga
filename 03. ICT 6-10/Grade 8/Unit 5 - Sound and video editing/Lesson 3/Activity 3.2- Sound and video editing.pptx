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 name="Shape 10"/>
        <p:cNvGrpSpPr/>
        <p:nvPr/>
      </p:nvGrpSpPr>
      <p:grpSpPr>
        <a:xfrm>
          <a:off x="0" y="0"/>
          <a:ext cx="0" cy="0"/>
          <a:chOff x="0" y="0"/>
          <a:chExt cx="0" cy="0"/>
        </a:xfrm>
      </p:grpSpPr>
      <p:sp>
        <p:nvSpPr>
          <p:cNvPr id="11" name="Google Shape;1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 name="Google Shape;13;p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id="9" name="Google Shape;9;p1"/>
          <p:cNvPicPr preferRelativeResize="0"/>
          <p:nvPr/>
        </p:nvPicPr>
        <p:blipFill rotWithShape="1">
          <a:blip r:embed="rId1">
            <a:alphaModFix/>
          </a:blip>
          <a:srcRect b="0" l="0" r="0" t="0"/>
          <a:stretch/>
        </p:blipFill>
        <p:spPr>
          <a:xfrm>
            <a:off x="0" y="0"/>
            <a:ext cx="12238036" cy="162239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bensound.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title"/>
          </p:nvPr>
        </p:nvSpPr>
        <p:spPr>
          <a:xfrm>
            <a:off x="1630018" y="824948"/>
            <a:ext cx="10409582" cy="76634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3.2: Planning a video advert (Part one) </a:t>
            </a:r>
            <a:endParaRPr/>
          </a:p>
        </p:txBody>
      </p:sp>
      <p:sp>
        <p:nvSpPr>
          <p:cNvPr id="81" name="Google Shape;81;p13"/>
          <p:cNvSpPr/>
          <p:nvPr/>
        </p:nvSpPr>
        <p:spPr>
          <a:xfrm>
            <a:off x="1630018" y="2081484"/>
            <a:ext cx="9142485" cy="372409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On the next slides, you will see the beginnings of a timeline for the Hachette Travel video advert.</a:t>
            </a:r>
            <a:endParaRPr/>
          </a:p>
          <a:p>
            <a:pPr indent="0" lvl="0" marL="0" marR="0" rtl="0" algn="l">
              <a:spcBef>
                <a:spcPts val="1200"/>
              </a:spcBef>
              <a:spcAft>
                <a:spcPts val="0"/>
              </a:spcAft>
              <a:buNone/>
            </a:pPr>
            <a:r>
              <a:rPr lang="en-GB" sz="2400">
                <a:solidFill>
                  <a:schemeClr val="dk1"/>
                </a:solidFill>
                <a:latin typeface="Calibri"/>
                <a:ea typeface="Calibri"/>
                <a:cs typeface="Calibri"/>
                <a:sym typeface="Calibri"/>
              </a:rPr>
              <a:t>Listen to the audio files and look at the suggested videos and voiceover script that you have been provided with by your client, Hachette Travel. You can download background music of your choice from </a:t>
            </a:r>
            <a:r>
              <a:rPr lang="en-GB" sz="2400" u="sng">
                <a:solidFill>
                  <a:schemeClr val="hlink"/>
                </a:solidFill>
                <a:latin typeface="Calibri"/>
                <a:ea typeface="Calibri"/>
                <a:cs typeface="Calibri"/>
                <a:sym typeface="Calibri"/>
                <a:hlinkClick r:id="rId3"/>
              </a:rPr>
              <a:t>www.bensound.com</a:t>
            </a:r>
            <a:r>
              <a:rPr lang="en-GB" sz="2400">
                <a:solidFill>
                  <a:schemeClr val="dk1"/>
                </a:solidFill>
                <a:latin typeface="Calibri"/>
                <a:ea typeface="Calibri"/>
                <a:cs typeface="Calibri"/>
                <a:sym typeface="Calibri"/>
              </a:rPr>
              <a:t>.</a:t>
            </a:r>
            <a:endParaRPr/>
          </a:p>
          <a:p>
            <a:pPr indent="0" lvl="0" marL="0" marR="0" rtl="0" algn="l">
              <a:spcBef>
                <a:spcPts val="1200"/>
              </a:spcBef>
              <a:spcAft>
                <a:spcPts val="0"/>
              </a:spcAft>
              <a:buNone/>
            </a:pPr>
            <a:r>
              <a:rPr lang="en-GB" sz="2400">
                <a:solidFill>
                  <a:schemeClr val="dk1"/>
                </a:solidFill>
                <a:latin typeface="Calibri"/>
                <a:ea typeface="Calibri"/>
                <a:cs typeface="Calibri"/>
                <a:sym typeface="Calibri"/>
              </a:rPr>
              <a:t>Decide which sounds and images to use in your advert and drag them into position on the timeline. You will have to resize the blocks but do not rename them.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p:nvPr/>
        </p:nvSpPr>
        <p:spPr>
          <a:xfrm>
            <a:off x="1630018" y="2014419"/>
            <a:ext cx="6096000" cy="341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 advert must:</a:t>
            </a:r>
            <a:endParaRPr/>
          </a:p>
          <a:p>
            <a:pPr indent="-457200" lvl="0" marL="457200" marR="0" rtl="0" algn="l">
              <a:spcBef>
                <a:spcPts val="0"/>
              </a:spcBef>
              <a:spcAft>
                <a:spcPts val="0"/>
              </a:spcAft>
              <a:buClr>
                <a:schemeClr val="dk1"/>
              </a:buClr>
              <a:buSzPts val="2400"/>
              <a:buFont typeface="Calibri"/>
              <a:buAutoNum type="arabicPeriod"/>
            </a:pPr>
            <a:r>
              <a:rPr lang="en-GB" sz="2400">
                <a:solidFill>
                  <a:schemeClr val="dk1"/>
                </a:solidFill>
                <a:latin typeface="Calibri"/>
                <a:ea typeface="Calibri"/>
                <a:cs typeface="Calibri"/>
                <a:sym typeface="Calibri"/>
              </a:rPr>
              <a:t>be no longer than 30 seconds</a:t>
            </a:r>
            <a:endParaRPr/>
          </a:p>
          <a:p>
            <a:pPr indent="-457200" lvl="0" marL="457200" marR="0" rtl="0" algn="l">
              <a:spcBef>
                <a:spcPts val="0"/>
              </a:spcBef>
              <a:spcAft>
                <a:spcPts val="0"/>
              </a:spcAft>
              <a:buClr>
                <a:schemeClr val="dk1"/>
              </a:buClr>
              <a:buSzPts val="2400"/>
              <a:buFont typeface="Calibri"/>
              <a:buAutoNum type="arabicPeriod"/>
            </a:pPr>
            <a:r>
              <a:rPr lang="en-GB" sz="2400">
                <a:solidFill>
                  <a:schemeClr val="dk1"/>
                </a:solidFill>
                <a:latin typeface="Calibri"/>
                <a:ea typeface="Calibri"/>
                <a:cs typeface="Calibri"/>
                <a:sym typeface="Calibri"/>
              </a:rPr>
              <a:t>include a voiceover</a:t>
            </a:r>
            <a:endParaRPr/>
          </a:p>
          <a:p>
            <a:pPr indent="-457200" lvl="0" marL="457200" marR="0" rtl="0" algn="l">
              <a:spcBef>
                <a:spcPts val="0"/>
              </a:spcBef>
              <a:spcAft>
                <a:spcPts val="0"/>
              </a:spcAft>
              <a:buClr>
                <a:schemeClr val="dk1"/>
              </a:buClr>
              <a:buSzPts val="2400"/>
              <a:buFont typeface="Calibri"/>
              <a:buAutoNum type="arabicPeriod"/>
            </a:pPr>
            <a:r>
              <a:rPr lang="en-GB" sz="2400">
                <a:solidFill>
                  <a:schemeClr val="dk1"/>
                </a:solidFill>
                <a:latin typeface="Calibri"/>
                <a:ea typeface="Calibri"/>
                <a:cs typeface="Calibri"/>
                <a:sym typeface="Calibri"/>
              </a:rPr>
              <a:t>include background music</a:t>
            </a:r>
            <a:endParaRPr/>
          </a:p>
          <a:p>
            <a:pPr indent="-457200" lvl="0" marL="457200" marR="0" rtl="0" algn="l">
              <a:spcBef>
                <a:spcPts val="0"/>
              </a:spcBef>
              <a:spcAft>
                <a:spcPts val="0"/>
              </a:spcAft>
              <a:buClr>
                <a:schemeClr val="dk1"/>
              </a:buClr>
              <a:buSzPts val="2400"/>
              <a:buFont typeface="Calibri"/>
              <a:buAutoNum type="arabicPeriod"/>
            </a:pPr>
            <a:r>
              <a:rPr lang="en-GB" sz="2400">
                <a:solidFill>
                  <a:schemeClr val="dk1"/>
                </a:solidFill>
                <a:latin typeface="Calibri"/>
                <a:ea typeface="Calibri"/>
                <a:cs typeface="Calibri"/>
                <a:sym typeface="Calibri"/>
              </a:rPr>
              <a:t>include at least three audio effects</a:t>
            </a:r>
            <a:endParaRPr/>
          </a:p>
          <a:p>
            <a:pPr indent="-457200" lvl="0" marL="457200" marR="0" rtl="0" algn="l">
              <a:spcBef>
                <a:spcPts val="0"/>
              </a:spcBef>
              <a:spcAft>
                <a:spcPts val="0"/>
              </a:spcAft>
              <a:buClr>
                <a:schemeClr val="dk1"/>
              </a:buClr>
              <a:buSzPts val="2400"/>
              <a:buFont typeface="Calibri"/>
              <a:buAutoNum type="arabicPeriod"/>
            </a:pPr>
            <a:r>
              <a:rPr lang="en-GB" sz="2400">
                <a:solidFill>
                  <a:schemeClr val="dk1"/>
                </a:solidFill>
                <a:latin typeface="Calibri"/>
                <a:ea typeface="Calibri"/>
                <a:cs typeface="Calibri"/>
                <a:sym typeface="Calibri"/>
              </a:rPr>
              <a:t>include at least five different video clips</a:t>
            </a:r>
            <a:endParaRPr/>
          </a:p>
          <a:p>
            <a:pPr indent="-457200" lvl="0" marL="457200" marR="0" rtl="0" algn="l">
              <a:spcBef>
                <a:spcPts val="0"/>
              </a:spcBef>
              <a:spcAft>
                <a:spcPts val="0"/>
              </a:spcAft>
              <a:buClr>
                <a:schemeClr val="dk1"/>
              </a:buClr>
              <a:buSzPts val="2400"/>
              <a:buFont typeface="Calibri"/>
              <a:buAutoNum type="arabicPeriod"/>
            </a:pPr>
            <a:r>
              <a:rPr lang="en-GB" sz="2400">
                <a:solidFill>
                  <a:schemeClr val="dk1"/>
                </a:solidFill>
                <a:latin typeface="Calibri"/>
                <a:ea typeface="Calibri"/>
                <a:cs typeface="Calibri"/>
                <a:sym typeface="Calibri"/>
              </a:rPr>
              <a:t>include Hachette Travel’s logo, which should be on screen throughout</a:t>
            </a:r>
            <a:endParaRPr/>
          </a:p>
          <a:p>
            <a:pPr indent="-457200" lvl="0" marL="457200" marR="0" rtl="0" algn="l">
              <a:spcBef>
                <a:spcPts val="0"/>
              </a:spcBef>
              <a:spcAft>
                <a:spcPts val="0"/>
              </a:spcAft>
              <a:buClr>
                <a:schemeClr val="dk1"/>
              </a:buClr>
              <a:buSzPts val="2400"/>
              <a:buFont typeface="Calibri"/>
              <a:buAutoNum type="arabicPeriod"/>
            </a:pPr>
            <a:r>
              <a:rPr lang="en-GB" sz="2400">
                <a:solidFill>
                  <a:schemeClr val="dk1"/>
                </a:solidFill>
                <a:latin typeface="Calibri"/>
                <a:ea typeface="Calibri"/>
                <a:cs typeface="Calibri"/>
                <a:sym typeface="Calibri"/>
              </a:rPr>
              <a:t>include at least three visual effects.</a:t>
            </a:r>
            <a:endParaRPr/>
          </a:p>
        </p:txBody>
      </p:sp>
      <p:sp>
        <p:nvSpPr>
          <p:cNvPr id="87" name="Google Shape;87;p14"/>
          <p:cNvSpPr txBox="1"/>
          <p:nvPr>
            <p:ph type="title"/>
          </p:nvPr>
        </p:nvSpPr>
        <p:spPr>
          <a:xfrm>
            <a:off x="1630018" y="824948"/>
            <a:ext cx="10409582" cy="76634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Remember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5"/>
          <p:cNvSpPr txBox="1"/>
          <p:nvPr>
            <p:ph type="title"/>
          </p:nvPr>
        </p:nvSpPr>
        <p:spPr>
          <a:xfrm>
            <a:off x="1580322" y="775252"/>
            <a:ext cx="9773478" cy="8348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Video and audio clips you can use </a:t>
            </a:r>
            <a:endParaRPr/>
          </a:p>
        </p:txBody>
      </p:sp>
      <p:sp>
        <p:nvSpPr>
          <p:cNvPr id="93" name="Google Shape;93;p15"/>
          <p:cNvSpPr txBox="1"/>
          <p:nvPr/>
        </p:nvSpPr>
        <p:spPr>
          <a:xfrm>
            <a:off x="5185299" y="4886739"/>
            <a:ext cx="2204555" cy="4472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5"/>
          <p:cNvSpPr txBox="1"/>
          <p:nvPr/>
        </p:nvSpPr>
        <p:spPr>
          <a:xfrm>
            <a:off x="5337699" y="5039139"/>
            <a:ext cx="2204555" cy="4472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15"/>
          <p:cNvSpPr txBox="1"/>
          <p:nvPr/>
        </p:nvSpPr>
        <p:spPr>
          <a:xfrm>
            <a:off x="5490099" y="5191539"/>
            <a:ext cx="2204555" cy="4472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15"/>
          <p:cNvSpPr txBox="1"/>
          <p:nvPr/>
        </p:nvSpPr>
        <p:spPr>
          <a:xfrm>
            <a:off x="894242" y="3961752"/>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Passengers boarding plane</a:t>
            </a:r>
            <a:endParaRPr/>
          </a:p>
        </p:txBody>
      </p:sp>
      <p:sp>
        <p:nvSpPr>
          <p:cNvPr id="97" name="Google Shape;97;p15"/>
          <p:cNvSpPr txBox="1"/>
          <p:nvPr/>
        </p:nvSpPr>
        <p:spPr>
          <a:xfrm>
            <a:off x="7283247" y="5352768"/>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Plane engines</a:t>
            </a:r>
            <a:endParaRPr/>
          </a:p>
        </p:txBody>
      </p:sp>
      <p:sp>
        <p:nvSpPr>
          <p:cNvPr id="98" name="Google Shape;98;p15"/>
          <p:cNvSpPr txBox="1"/>
          <p:nvPr/>
        </p:nvSpPr>
        <p:spPr>
          <a:xfrm>
            <a:off x="894571" y="4892701"/>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Boats on the ocean</a:t>
            </a:r>
            <a:endParaRPr/>
          </a:p>
        </p:txBody>
      </p:sp>
      <p:sp>
        <p:nvSpPr>
          <p:cNvPr id="99" name="Google Shape;99;p15"/>
          <p:cNvSpPr txBox="1"/>
          <p:nvPr/>
        </p:nvSpPr>
        <p:spPr>
          <a:xfrm>
            <a:off x="7283247" y="4404686"/>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Ski lift noise</a:t>
            </a:r>
            <a:endParaRPr/>
          </a:p>
        </p:txBody>
      </p:sp>
      <p:sp>
        <p:nvSpPr>
          <p:cNvPr id="100" name="Google Shape;100;p15"/>
          <p:cNvSpPr txBox="1"/>
          <p:nvPr/>
        </p:nvSpPr>
        <p:spPr>
          <a:xfrm>
            <a:off x="894242" y="4426275"/>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Footsteps in the sand</a:t>
            </a:r>
            <a:endParaRPr/>
          </a:p>
        </p:txBody>
      </p:sp>
      <p:sp>
        <p:nvSpPr>
          <p:cNvPr id="101" name="Google Shape;101;p15"/>
          <p:cNvSpPr txBox="1"/>
          <p:nvPr/>
        </p:nvSpPr>
        <p:spPr>
          <a:xfrm>
            <a:off x="7283247" y="4898409"/>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Voiceover</a:t>
            </a:r>
            <a:endParaRPr/>
          </a:p>
        </p:txBody>
      </p:sp>
      <p:sp>
        <p:nvSpPr>
          <p:cNvPr id="102" name="Google Shape;102;p15"/>
          <p:cNvSpPr txBox="1"/>
          <p:nvPr/>
        </p:nvSpPr>
        <p:spPr>
          <a:xfrm>
            <a:off x="3828758" y="4404372"/>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Ski resort</a:t>
            </a:r>
            <a:endParaRPr/>
          </a:p>
        </p:txBody>
      </p:sp>
      <p:sp>
        <p:nvSpPr>
          <p:cNvPr id="103" name="Google Shape;103;p15"/>
          <p:cNvSpPr txBox="1"/>
          <p:nvPr/>
        </p:nvSpPr>
        <p:spPr>
          <a:xfrm>
            <a:off x="3828758" y="3959578"/>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New York – Times Square</a:t>
            </a:r>
            <a:endParaRPr/>
          </a:p>
        </p:txBody>
      </p:sp>
      <p:sp>
        <p:nvSpPr>
          <p:cNvPr id="104" name="Google Shape;104;p15"/>
          <p:cNvSpPr txBox="1"/>
          <p:nvPr/>
        </p:nvSpPr>
        <p:spPr>
          <a:xfrm>
            <a:off x="909038" y="3503693"/>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Hiking</a:t>
            </a:r>
            <a:endParaRPr/>
          </a:p>
        </p:txBody>
      </p:sp>
      <p:sp>
        <p:nvSpPr>
          <p:cNvPr id="105" name="Google Shape;105;p15"/>
          <p:cNvSpPr txBox="1"/>
          <p:nvPr/>
        </p:nvSpPr>
        <p:spPr>
          <a:xfrm>
            <a:off x="7283247" y="3506978"/>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Beach noise</a:t>
            </a:r>
            <a:endParaRPr/>
          </a:p>
        </p:txBody>
      </p:sp>
      <p:sp>
        <p:nvSpPr>
          <p:cNvPr id="106" name="Google Shape;106;p15"/>
          <p:cNvSpPr txBox="1"/>
          <p:nvPr/>
        </p:nvSpPr>
        <p:spPr>
          <a:xfrm>
            <a:off x="7283247" y="5812700"/>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Background music</a:t>
            </a:r>
            <a:endParaRPr/>
          </a:p>
        </p:txBody>
      </p:sp>
      <p:sp>
        <p:nvSpPr>
          <p:cNvPr id="107" name="Google Shape;107;p15"/>
          <p:cNvSpPr txBox="1"/>
          <p:nvPr/>
        </p:nvSpPr>
        <p:spPr>
          <a:xfrm>
            <a:off x="3828758" y="4898200"/>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Palm trees</a:t>
            </a:r>
            <a:endParaRPr/>
          </a:p>
        </p:txBody>
      </p:sp>
      <p:sp>
        <p:nvSpPr>
          <p:cNvPr id="108" name="Google Shape;108;p15"/>
          <p:cNvSpPr txBox="1"/>
          <p:nvPr/>
        </p:nvSpPr>
        <p:spPr>
          <a:xfrm>
            <a:off x="7283247" y="3954216"/>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Forest noise</a:t>
            </a:r>
            <a:endParaRPr/>
          </a:p>
        </p:txBody>
      </p:sp>
      <p:sp>
        <p:nvSpPr>
          <p:cNvPr id="109" name="Google Shape;109;p15"/>
          <p:cNvSpPr txBox="1"/>
          <p:nvPr/>
        </p:nvSpPr>
        <p:spPr>
          <a:xfrm>
            <a:off x="3828758" y="3503693"/>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Plane in the sky</a:t>
            </a:r>
            <a:endParaRPr/>
          </a:p>
        </p:txBody>
      </p:sp>
      <p:sp>
        <p:nvSpPr>
          <p:cNvPr id="110" name="Google Shape;110;p15"/>
          <p:cNvSpPr/>
          <p:nvPr/>
        </p:nvSpPr>
        <p:spPr>
          <a:xfrm>
            <a:off x="7212932" y="2937049"/>
            <a:ext cx="251684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chemeClr val="dk1"/>
                </a:solidFill>
                <a:latin typeface="Calibri"/>
                <a:ea typeface="Calibri"/>
                <a:cs typeface="Calibri"/>
                <a:sym typeface="Calibri"/>
              </a:rPr>
              <a:t>Audio clips you can use: </a:t>
            </a:r>
            <a:endParaRPr b="1" sz="1800">
              <a:solidFill>
                <a:schemeClr val="dk1"/>
              </a:solidFill>
              <a:latin typeface="Calibri"/>
              <a:ea typeface="Calibri"/>
              <a:cs typeface="Calibri"/>
              <a:sym typeface="Calibri"/>
            </a:endParaRPr>
          </a:p>
        </p:txBody>
      </p:sp>
      <p:sp>
        <p:nvSpPr>
          <p:cNvPr id="111" name="Google Shape;111;p15"/>
          <p:cNvSpPr/>
          <p:nvPr/>
        </p:nvSpPr>
        <p:spPr>
          <a:xfrm>
            <a:off x="1054264" y="2937049"/>
            <a:ext cx="1943609"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chemeClr val="dk1"/>
                </a:solidFill>
                <a:latin typeface="Calibri"/>
                <a:ea typeface="Calibri"/>
                <a:cs typeface="Calibri"/>
                <a:sym typeface="Calibri"/>
              </a:rPr>
              <a:t>Suggested videos: </a:t>
            </a:r>
            <a:endParaRPr sz="1800">
              <a:solidFill>
                <a:schemeClr val="dk1"/>
              </a:solidFill>
              <a:latin typeface="Calibri"/>
              <a:ea typeface="Calibri"/>
              <a:cs typeface="Calibri"/>
              <a:sym typeface="Calibri"/>
            </a:endParaRPr>
          </a:p>
        </p:txBody>
      </p:sp>
      <p:sp>
        <p:nvSpPr>
          <p:cNvPr id="112" name="Google Shape;112;p15"/>
          <p:cNvSpPr/>
          <p:nvPr/>
        </p:nvSpPr>
        <p:spPr>
          <a:xfrm>
            <a:off x="1580322" y="1895642"/>
            <a:ext cx="8815429" cy="10156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Copy the video clips and audio clips you wish to use and paste them on the next slide, then move them to where you want them to appear in your video advert. One video clip and one audio clip have already been placed.</a:t>
            </a:r>
            <a:endParaRPr sz="2000">
              <a:solidFill>
                <a:schemeClr val="dk1"/>
              </a:solidFill>
              <a:latin typeface="Calibri"/>
              <a:ea typeface="Calibri"/>
              <a:cs typeface="Calibri"/>
              <a:sym typeface="Calibri"/>
            </a:endParaRPr>
          </a:p>
        </p:txBody>
      </p:sp>
      <p:sp>
        <p:nvSpPr>
          <p:cNvPr id="113" name="Google Shape;113;p15"/>
          <p:cNvSpPr txBox="1"/>
          <p:nvPr/>
        </p:nvSpPr>
        <p:spPr>
          <a:xfrm>
            <a:off x="894242" y="5415169"/>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Video clip of your choice …</a:t>
            </a:r>
            <a:endParaRPr/>
          </a:p>
        </p:txBody>
      </p:sp>
      <p:sp>
        <p:nvSpPr>
          <p:cNvPr id="114" name="Google Shape;114;p15"/>
          <p:cNvSpPr txBox="1"/>
          <p:nvPr/>
        </p:nvSpPr>
        <p:spPr>
          <a:xfrm>
            <a:off x="3848666" y="5418086"/>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Video clip of your choice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580322" y="775252"/>
            <a:ext cx="9773478" cy="8348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Video and audio clips you can use </a:t>
            </a:r>
            <a:endParaRPr/>
          </a:p>
        </p:txBody>
      </p:sp>
      <p:sp>
        <p:nvSpPr>
          <p:cNvPr id="120" name="Google Shape;120;p16"/>
          <p:cNvSpPr txBox="1"/>
          <p:nvPr/>
        </p:nvSpPr>
        <p:spPr>
          <a:xfrm>
            <a:off x="1903619" y="4734339"/>
            <a:ext cx="2204555" cy="4472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16"/>
          <p:cNvSpPr txBox="1"/>
          <p:nvPr/>
        </p:nvSpPr>
        <p:spPr>
          <a:xfrm>
            <a:off x="2056019" y="4886739"/>
            <a:ext cx="2204555" cy="4472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16"/>
          <p:cNvSpPr txBox="1"/>
          <p:nvPr/>
        </p:nvSpPr>
        <p:spPr>
          <a:xfrm>
            <a:off x="2208419" y="5039139"/>
            <a:ext cx="2204555" cy="4472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23" name="Google Shape;123;p16"/>
          <p:cNvPicPr preferRelativeResize="0"/>
          <p:nvPr/>
        </p:nvPicPr>
        <p:blipFill rotWithShape="1">
          <a:blip r:embed="rId3">
            <a:alphaModFix/>
          </a:blip>
          <a:srcRect b="0" l="0" r="0" t="0"/>
          <a:stretch/>
        </p:blipFill>
        <p:spPr>
          <a:xfrm>
            <a:off x="847883" y="1676400"/>
            <a:ext cx="10496234" cy="4773276"/>
          </a:xfrm>
          <a:prstGeom prst="rect">
            <a:avLst/>
          </a:prstGeom>
          <a:noFill/>
          <a:ln>
            <a:noFill/>
          </a:ln>
        </p:spPr>
      </p:pic>
      <p:sp>
        <p:nvSpPr>
          <p:cNvPr id="124" name="Google Shape;124;p16"/>
          <p:cNvSpPr txBox="1"/>
          <p:nvPr/>
        </p:nvSpPr>
        <p:spPr>
          <a:xfrm>
            <a:off x="1282508" y="3096904"/>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Passengers boarding plane</a:t>
            </a:r>
            <a:endParaRPr/>
          </a:p>
        </p:txBody>
      </p:sp>
      <p:sp>
        <p:nvSpPr>
          <p:cNvPr id="125" name="Google Shape;125;p16"/>
          <p:cNvSpPr txBox="1"/>
          <p:nvPr/>
        </p:nvSpPr>
        <p:spPr>
          <a:xfrm>
            <a:off x="1282508" y="5440888"/>
            <a:ext cx="2825666" cy="369332"/>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Plane engines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7"/>
          <p:cNvSpPr txBox="1"/>
          <p:nvPr>
            <p:ph idx="1" type="body"/>
          </p:nvPr>
        </p:nvSpPr>
        <p:spPr>
          <a:xfrm>
            <a:off x="1620078" y="2183434"/>
            <a:ext cx="9591261" cy="374028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GB"/>
              <a:t>You know how to add the following audio effects when designing sound:</a:t>
            </a:r>
            <a:endParaRPr/>
          </a:p>
          <a:p>
            <a:pPr indent="-228600" lvl="0" marL="228600" rtl="0" algn="l">
              <a:lnSpc>
                <a:spcPct val="90000"/>
              </a:lnSpc>
              <a:spcBef>
                <a:spcPts val="1000"/>
              </a:spcBef>
              <a:spcAft>
                <a:spcPts val="0"/>
              </a:spcAft>
              <a:buClr>
                <a:schemeClr val="dk1"/>
              </a:buClr>
              <a:buSzPct val="100000"/>
              <a:buChar char="•"/>
            </a:pPr>
            <a:r>
              <a:rPr lang="en-GB"/>
              <a:t>fade in/fade out</a:t>
            </a:r>
            <a:endParaRPr/>
          </a:p>
          <a:p>
            <a:pPr indent="-228600" lvl="0" marL="228600" rtl="0" algn="l">
              <a:lnSpc>
                <a:spcPct val="90000"/>
              </a:lnSpc>
              <a:spcBef>
                <a:spcPts val="1000"/>
              </a:spcBef>
              <a:spcAft>
                <a:spcPts val="0"/>
              </a:spcAft>
              <a:buClr>
                <a:schemeClr val="dk1"/>
              </a:buClr>
              <a:buSzPct val="100000"/>
              <a:buChar char="•"/>
            </a:pPr>
            <a:r>
              <a:rPr lang="en-GB"/>
              <a:t>reverb</a:t>
            </a:r>
            <a:endParaRPr/>
          </a:p>
          <a:p>
            <a:pPr indent="-228600" lvl="0" marL="228600" rtl="0" algn="l">
              <a:lnSpc>
                <a:spcPct val="90000"/>
              </a:lnSpc>
              <a:spcBef>
                <a:spcPts val="1000"/>
              </a:spcBef>
              <a:spcAft>
                <a:spcPts val="0"/>
              </a:spcAft>
              <a:buClr>
                <a:schemeClr val="dk1"/>
              </a:buClr>
              <a:buSzPct val="100000"/>
              <a:buChar char="•"/>
            </a:pPr>
            <a:r>
              <a:rPr lang="en-GB"/>
              <a:t>compression</a:t>
            </a:r>
            <a:endParaRPr/>
          </a:p>
          <a:p>
            <a:pPr indent="-228600" lvl="0" marL="228600" rtl="0" algn="l">
              <a:lnSpc>
                <a:spcPct val="90000"/>
              </a:lnSpc>
              <a:spcBef>
                <a:spcPts val="1000"/>
              </a:spcBef>
              <a:spcAft>
                <a:spcPts val="0"/>
              </a:spcAft>
              <a:buClr>
                <a:schemeClr val="dk1"/>
              </a:buClr>
              <a:buSzPct val="100000"/>
              <a:buChar char="•"/>
            </a:pPr>
            <a:r>
              <a:rPr lang="en-GB"/>
              <a:t>envelope.</a:t>
            </a:r>
            <a:endParaRPr/>
          </a:p>
          <a:p>
            <a:pPr indent="0" lvl="0" marL="0" rtl="0" algn="l">
              <a:lnSpc>
                <a:spcPct val="90000"/>
              </a:lnSpc>
              <a:spcBef>
                <a:spcPts val="1000"/>
              </a:spcBef>
              <a:spcAft>
                <a:spcPts val="0"/>
              </a:spcAft>
              <a:buClr>
                <a:schemeClr val="dk1"/>
              </a:buClr>
              <a:buSzPct val="100000"/>
              <a:buNone/>
            </a:pPr>
            <a:r>
              <a:rPr lang="en-GB"/>
              <a:t>Annotate your timeline to include at least three audio effects. Do this by adding a text box containing the name of each audio effect and why you want to use it next to the sound you want to apply it to.</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131" name="Google Shape;131;p17"/>
          <p:cNvSpPr txBox="1"/>
          <p:nvPr/>
        </p:nvSpPr>
        <p:spPr>
          <a:xfrm>
            <a:off x="1630018" y="824948"/>
            <a:ext cx="10409582" cy="766349"/>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Calibri"/>
              <a:buNone/>
            </a:pPr>
            <a:r>
              <a:rPr b="1" lang="en-GB" sz="4400">
                <a:solidFill>
                  <a:schemeClr val="lt1"/>
                </a:solidFill>
                <a:latin typeface="Calibri"/>
                <a:ea typeface="Calibri"/>
                <a:cs typeface="Calibri"/>
                <a:sym typeface="Calibri"/>
              </a:rPr>
              <a:t>Activity 3.2: Planning a video advert (Part two)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