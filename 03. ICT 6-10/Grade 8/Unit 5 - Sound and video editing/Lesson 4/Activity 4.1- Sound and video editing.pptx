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238036" cy="1622391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title"/>
          </p:nvPr>
        </p:nvSpPr>
        <p:spPr>
          <a:xfrm>
            <a:off x="1630018" y="824948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PowerPoint 4.1</a:t>
            </a:r>
            <a:endParaRPr/>
          </a:p>
        </p:txBody>
      </p:sp>
      <p:pic>
        <p:nvPicPr>
          <p:cNvPr descr="Table&#10;&#10;Description automatically generated" id="81" name="Google Shape;8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9764" y="1739535"/>
            <a:ext cx="10192472" cy="46351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