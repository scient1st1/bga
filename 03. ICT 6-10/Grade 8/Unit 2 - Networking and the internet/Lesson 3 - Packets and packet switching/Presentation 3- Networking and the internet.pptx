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85" r:id="rId4"/>
    <p:sldId id="258" r:id="rId5"/>
    <p:sldId id="273" r:id="rId6"/>
    <p:sldId id="286" r:id="rId7"/>
    <p:sldId id="274" r:id="rId8"/>
    <p:sldId id="259" r:id="rId9"/>
    <p:sldId id="287" r:id="rId10"/>
    <p:sldId id="275" r:id="rId11"/>
    <p:sldId id="260" r:id="rId12"/>
    <p:sldId id="276" r:id="rId13"/>
    <p:sldId id="279" r:id="rId14"/>
    <p:sldId id="289" r:id="rId15"/>
    <p:sldId id="290" r:id="rId16"/>
    <p:sldId id="284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Lea Albrechtsen" initials="LA" lastIdx="2" clrIdx="0">
    <p:extLst>
      <p:ext uri="{19B8F6BF-5375-455C-9EA6-DF929625EA0E}">
        <p15:presenceInfo xmlns:p15="http://schemas.microsoft.com/office/powerpoint/2012/main" userId="S::Lea.Albrechtsen@hoddereducation.co.uk::4df490f3-5904-4e82-a5b6-23281874b6f0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049A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636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28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commentAuthors" Target="commentAuthors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9F7712-1F3B-4253-AEF1-0FE171523E1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DC14F2F-A2B8-4861-8B33-2CF08A1C259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378146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60902-80CF-4DD3-B59F-8E58611CF1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756315-CBCB-4124-93B3-3DEF3C56BD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FA47B5-60C4-46E0-B317-50F50E6D857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049A0D-7474-4882-A51A-CF35E154F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F5A12C-5BED-457E-A6CE-2E58C8D0DE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233533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9C2461-8DBB-43F0-A3AC-126E643979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96A727-278D-4E57-850B-78E0D727C7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41C733-75AA-40FE-8179-B58FA4EA5EE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8C4D2E-FA87-41DA-961F-7D250DD08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F020F2E-2A86-4F16-B83F-E86E731995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611048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5B458-3AE6-4C21-BEBE-F7B760619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2FF206-47D4-451B-80B7-578E10A3E6E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1D2DF79-B13E-46C5-AAA1-F49C3BABAB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199702-3758-423C-8C91-550D5C885DF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55CC31-BF31-4EB1-8B54-2DD0D6BE79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03EFAF2-4586-4670-8EF7-78067B1872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161545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05FA2-A60C-405C-A307-880C049CB0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A970388-4034-4A46-8B98-D37491E0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C39A8B-6B00-4329-AC44-AD6EBE236E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55DFF08-1C59-4E60-A964-4D4A3690072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6548497-A585-4527-B8A6-BB01B9FBC43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77C2D4B-BCC3-48CF-B358-D817886727C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393C415-FAAE-444A-BBA1-9059E1C450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6C512DB-E555-4910-92DC-7AB19F87F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7741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FD8A33-5CA5-4826-9B83-0B2F6A50C2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17C1E61-1B5E-44DC-BC0F-2F956B04C01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BA212BA-9EF0-4463-A9C0-997D557204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50D64F-9F3A-43FB-A563-07763EE16E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79599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4739767-A677-43FB-A13E-C6E76D21E158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FA103BA-C2DE-41DE-842B-306DECB788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320D2-03FC-47A8-B437-7B7CEBDD61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471799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B20E6-8664-4FD7-A9B2-0B5C17E8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75017E-7CE6-4AFE-8756-092A858401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5C17A6-B2E1-42BB-9629-032C80545F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1DC4D7-18F9-4992-BB61-15FA97A5299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B52144-EB56-46FB-8C3D-7A87023543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142B02-C27D-4AC0-9DE7-A653F338FB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55819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FD8A0-DA8A-463F-AC82-9A3D896B80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3B553CB-6BB8-4D69-8270-E69093C148F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00E0B06-F972-42E3-B94A-6BA4824458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FFCFE24-5759-425E-A7E5-6EAACD13BAA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C458F3E-34B5-48AA-B148-66ED69F306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133722-4E46-4BF0-841D-DC92DCB48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531943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0A43C2-4F61-40F8-A06C-596F42B7D0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12D4A7-8F4B-484D-90BE-4A6A303F659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BE0C66-2DCD-4454-98BE-EE8ADD1D798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C655C5-A5ED-4766-97E4-846A80536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ADFEEA-B282-4D56-A557-4193031EB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01290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31B7A8B-8DD3-4239-8EA1-8739462541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5621B91-126F-434B-86F2-89E6778E91C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BFCCA6-FBA0-4A4B-97BC-8B2465C018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A39D0840-F340-4464-8C11-64AA65425DFE}" type="datetimeFigureOut">
              <a:rPr lang="en-GB" smtClean="0"/>
              <a:t>07/06/2021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17EED6-4B0F-4C58-A54B-C4F0F72D7B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249905-D4AB-4930-9B2A-6E8E550A0D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/>
          <a:lstStyle/>
          <a:p>
            <a:fld id="{51383E49-ED47-42EE-A6B1-265FC0095DE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0811159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3B9995C-D844-455E-9E19-BF66C81EFD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204189-41E9-4E09-B418-B033E7F1473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4D739203-7E29-BA40-9D51-8F9968799BF3}"/>
              </a:ext>
            </a:extLst>
          </p:cNvPr>
          <p:cNvSpPr txBox="1">
            <a:spLocks/>
          </p:cNvSpPr>
          <p:nvPr userDrawn="1"/>
        </p:nvSpPr>
        <p:spPr>
          <a:xfrm>
            <a:off x="7547114" y="6380197"/>
            <a:ext cx="4114800" cy="365125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GB" sz="1200" dirty="0"/>
              <a:t>© Hodder &amp; Stoughton Limited 2021</a:t>
            </a:r>
          </a:p>
        </p:txBody>
      </p:sp>
      <p:pic>
        <p:nvPicPr>
          <p:cNvPr id="8" name="Picture 7" descr="Shape, rectangle&#10;&#10;Description automatically generated">
            <a:extLst>
              <a:ext uri="{FF2B5EF4-FFF2-40B4-BE49-F238E27FC236}">
                <a16:creationId xmlns:a16="http://schemas.microsoft.com/office/drawing/2014/main" id="{FEDAC554-0635-7742-969A-A6C2C4C2DD42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-794"/>
            <a:ext cx="12217999" cy="16223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8774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5346DB13-257C-4484-9CB0-C755672B55D3}"/>
              </a:ext>
            </a:extLst>
          </p:cNvPr>
          <p:cNvSpPr/>
          <p:nvPr/>
        </p:nvSpPr>
        <p:spPr>
          <a:xfrm>
            <a:off x="2694739" y="4537165"/>
            <a:ext cx="436542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r"/>
            <a:r>
              <a:rPr lang="en-GB" sz="2000" b="1" dirty="0">
                <a:solidFill>
                  <a:srgbClr val="7030A0"/>
                </a:solidFill>
                <a:latin typeface="Calibri" panose="020F0502020204030204" pitchFamily="34" charset="0"/>
                <a:ea typeface="Times New Roman" panose="02020603050405020304" pitchFamily="18" charset="0"/>
              </a:rPr>
              <a:t>Lesson 3: Packets and packet switching </a:t>
            </a:r>
            <a:endParaRPr lang="en-GB" sz="2000" b="1" dirty="0">
              <a:solidFill>
                <a:srgbClr val="7030A0"/>
              </a:solidFill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1B6B17A9-F101-418A-B5C1-0E68F73798E1}"/>
              </a:ext>
            </a:extLst>
          </p:cNvPr>
          <p:cNvSpPr txBox="1">
            <a:spLocks/>
          </p:cNvSpPr>
          <p:nvPr/>
        </p:nvSpPr>
        <p:spPr>
          <a:xfrm>
            <a:off x="1202454" y="2908951"/>
            <a:ext cx="5857711" cy="162821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GB" b="1"/>
              <a:t>Networking and the internet</a:t>
            </a:r>
            <a:endParaRPr lang="en-GB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BD42BD-A0C6-4BE5-9388-DC4816C13B0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95297" y="2908950"/>
            <a:ext cx="2937413" cy="2267856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543161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C4667-2A3C-4536-9386-00402F3C6E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30018" y="854765"/>
            <a:ext cx="9634330" cy="766349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Objectives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30BE0A-41D5-4110-A78D-A6ACD33DE78B}"/>
              </a:ext>
            </a:extLst>
          </p:cNvPr>
          <p:cNvSpPr/>
          <p:nvPr/>
        </p:nvSpPr>
        <p:spPr>
          <a:xfrm>
            <a:off x="1630018" y="2397948"/>
            <a:ext cx="7496397" cy="206210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Aft>
                <a:spcPts val="0"/>
              </a:spcAft>
            </a:pPr>
            <a:r>
              <a:rPr lang="en-GB" sz="3200" dirty="0">
                <a:ea typeface="Times New Roman" panose="02020603050405020304" pitchFamily="18" charset="0"/>
              </a:rPr>
              <a:t>In this lesson, you will learn: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how data is split into packets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why data is split into packets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what packet switching is</a:t>
            </a:r>
          </a:p>
          <a:p>
            <a:pPr marL="342900" lvl="0" indent="-342900">
              <a:spcAft>
                <a:spcPts val="0"/>
              </a:spcAft>
              <a:buFont typeface="Symbol" panose="05050102010706020507" pitchFamily="18" charset="2"/>
              <a:buChar char="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</a:rPr>
              <a:t>why packet switching is important.</a:t>
            </a:r>
          </a:p>
        </p:txBody>
      </p:sp>
    </p:spTree>
    <p:extLst>
      <p:ext uri="{BB962C8B-B14F-4D97-AF65-F5344CB8AC3E}">
        <p14:creationId xmlns:p14="http://schemas.microsoft.com/office/powerpoint/2010/main" val="16998104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AF71FA9-F933-4B84-9156-EEB52B1BA7F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20643027">
            <a:off x="2530796" y="2883027"/>
            <a:ext cx="2328835" cy="3271153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3.1: Spider drawing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5440C0E-FE36-9C4C-8F4A-29BD60ECEAD6}"/>
              </a:ext>
            </a:extLst>
          </p:cNvPr>
          <p:cNvSpPr/>
          <p:nvPr/>
        </p:nvSpPr>
        <p:spPr>
          <a:xfrm>
            <a:off x="1620078" y="1979688"/>
            <a:ext cx="447592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Take an A4 piece of paper and fill the page with a drawing of a spider.</a:t>
            </a:r>
            <a:endParaRPr lang="en-GB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6FD8A3B-1A0C-46A8-AB95-DD83C4A3E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35889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735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Create packets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9031" y="2627894"/>
            <a:ext cx="4681141" cy="193899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Fold your drawing in half and then in half again.</a:t>
            </a:r>
          </a:p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Use the fold lines to cut or tear your drawing into four equal-sized packets.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F10F65A1-1CA6-40D7-A6C5-D077BB7032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58608" y="2627894"/>
            <a:ext cx="3644361" cy="3437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6616680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Label the packets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903924"/>
            <a:ext cx="6107606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Fold each packet to hide its contents.</a:t>
            </a:r>
          </a:p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Number the packets from 1 to 4 on the outside.</a:t>
            </a:r>
          </a:p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Write the name of the intended recipient on the outside of all four packets.</a:t>
            </a:r>
          </a:p>
        </p:txBody>
      </p:sp>
      <p:pic>
        <p:nvPicPr>
          <p:cNvPr id="8" name="Picture 7" descr="Graphical user interface&#10;&#10;Description automatically generated">
            <a:extLst>
              <a:ext uri="{FF2B5EF4-FFF2-40B4-BE49-F238E27FC236}">
                <a16:creationId xmlns:a16="http://schemas.microsoft.com/office/drawing/2014/main" id="{7B1167E0-2F5D-4DEE-ABBC-1D3CCFF27B1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49471" y="2584268"/>
            <a:ext cx="3243072" cy="2706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7021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Data transmission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1" y="2198529"/>
            <a:ext cx="919218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Pass the packets to the intended recipient following these rules: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You must stay in your seat.</a:t>
            </a:r>
          </a:p>
          <a:p>
            <a:pPr marL="457200" indent="-457200">
              <a:buFont typeface="+mj-lt"/>
              <a:buAutoNum type="arabicPeriod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You must pass the packets, not throw them.</a:t>
            </a:r>
          </a:p>
        </p:txBody>
      </p:sp>
      <p:pic>
        <p:nvPicPr>
          <p:cNvPr id="6" name="Picture 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F7CBE9BA-CDBA-4D81-8241-D7CCD95978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76321" y="3638685"/>
            <a:ext cx="4123944" cy="236829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D0AF2317-EA0C-4E35-B29D-41C1AB2C8BA2}"/>
              </a:ext>
            </a:extLst>
          </p:cNvPr>
          <p:cNvSpPr/>
          <p:nvPr/>
        </p:nvSpPr>
        <p:spPr>
          <a:xfrm>
            <a:off x="1580321" y="3329325"/>
            <a:ext cx="6096000" cy="2677656"/>
          </a:xfrm>
          <a:prstGeom prst="rect">
            <a:avLst/>
          </a:prstGeom>
        </p:spPr>
        <p:txBody>
          <a:bodyPr>
            <a:spAutoFit/>
          </a:bodyPr>
          <a:lstStyle/>
          <a:p>
            <a:pPr marL="457200" indent="-457200">
              <a:buFont typeface="+mj-lt"/>
              <a:buAutoNum type="arabicPeriod" startAt="3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You can only pass one packet at a time.</a:t>
            </a:r>
          </a:p>
          <a:p>
            <a:pPr marL="457200" indent="-457200">
              <a:buFont typeface="+mj-lt"/>
              <a:buAutoNum type="arabicPeriod" startAt="3"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You must pass the packet towards the recipient.</a:t>
            </a:r>
          </a:p>
          <a:p>
            <a:endParaRPr lang="en-GB" sz="24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When you have received all four packets, open them, put them in order and check that the message looks OK.</a:t>
            </a:r>
          </a:p>
        </p:txBody>
      </p:sp>
    </p:spTree>
    <p:extLst>
      <p:ext uri="{BB962C8B-B14F-4D97-AF65-F5344CB8AC3E}">
        <p14:creationId xmlns:p14="http://schemas.microsoft.com/office/powerpoint/2010/main" val="32687256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27905C-00CB-4FC9-83B7-66A2E3C077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80322" y="844826"/>
            <a:ext cx="9773478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Packets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40A2FE6-5E02-704F-998C-BA733B4FB89C}"/>
              </a:ext>
            </a:extLst>
          </p:cNvPr>
          <p:cNvSpPr/>
          <p:nvPr/>
        </p:nvSpPr>
        <p:spPr>
          <a:xfrm>
            <a:off x="1580322" y="2251283"/>
            <a:ext cx="8179904" cy="310854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</a:t>
            </a:r>
            <a:r>
              <a:rPr lang="en-GB" sz="2800" b="1" dirty="0">
                <a:solidFill>
                  <a:srgbClr val="7049A8"/>
                </a:solidFill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packet</a:t>
            </a:r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 is a small chunk of data.</a:t>
            </a:r>
          </a:p>
          <a:p>
            <a:endParaRPr lang="en-GB" sz="28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When a file or an email message is sent over a network, it is split into equal-sized packets. </a:t>
            </a:r>
          </a:p>
          <a:p>
            <a:endParaRPr lang="en-GB" sz="2800" dirty="0">
              <a:latin typeface="Calibri" panose="020F0502020204030204" pitchFamily="34" charset="0"/>
              <a:ea typeface="Times New Roman" panose="02020603050405020304" pitchFamily="18" charset="0"/>
              <a:cs typeface="Calibri" panose="020F0502020204030204" pitchFamily="34" charset="0"/>
            </a:endParaRPr>
          </a:p>
          <a:p>
            <a:r>
              <a:rPr lang="en-GB" sz="28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Just like your spider drawing, each packet is numbered and addressed to the recipient.</a:t>
            </a:r>
          </a:p>
        </p:txBody>
      </p:sp>
    </p:spTree>
    <p:extLst>
      <p:ext uri="{BB962C8B-B14F-4D97-AF65-F5344CB8AC3E}">
        <p14:creationId xmlns:p14="http://schemas.microsoft.com/office/powerpoint/2010/main" val="2454150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>
            <a:extLst>
              <a:ext uri="{FF2B5EF4-FFF2-40B4-BE49-F238E27FC236}">
                <a16:creationId xmlns:a16="http://schemas.microsoft.com/office/drawing/2014/main" id="{07E6D60F-E29D-4E9B-9DF2-8E4E7F74EF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8517" y="2041199"/>
            <a:ext cx="3351551" cy="2308478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Advantage of packets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20068" y="2223190"/>
            <a:ext cx="7125105" cy="1812724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If a whole file or a whole email message goes missing or is damaged, then the whole file or the whole message has to be re-sent.</a:t>
            </a:r>
          </a:p>
          <a:p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7087E0D-B970-F24E-9773-797B16061085}"/>
              </a:ext>
            </a:extLst>
          </p:cNvPr>
          <p:cNvSpPr/>
          <p:nvPr/>
        </p:nvSpPr>
        <p:spPr>
          <a:xfrm>
            <a:off x="1231377" y="4662898"/>
            <a:ext cx="7755868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If a packet goes missing, or is damaged, then just one packet needs to be re-sent. Having the packet numbers makes it easy to identify which one is missing. This is much less work!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8079E03-EAB0-47C3-90BE-8A310B6F6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87245" y="3564620"/>
            <a:ext cx="2706203" cy="216661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5745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4C3D19-1115-422D-B31A-F4EC856863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775252"/>
            <a:ext cx="9733721" cy="835923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Disadvantage of packets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3992AB-7463-4849-AFE8-C91C20C454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20079" y="2143676"/>
            <a:ext cx="8280060" cy="373034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Each packet must have a </a:t>
            </a:r>
            <a:r>
              <a:rPr lang="en-GB" sz="2400" b="1" dirty="0">
                <a:solidFill>
                  <a:srgbClr val="7049A8"/>
                </a:solidFill>
              </a:rPr>
              <a:t>header</a:t>
            </a:r>
            <a:r>
              <a:rPr lang="en-GB" sz="2400" dirty="0"/>
              <a:t> added to it which includes:</a:t>
            </a:r>
          </a:p>
          <a:p>
            <a:pPr lvl="0"/>
            <a:r>
              <a:rPr lang="en-GB" sz="2400" dirty="0"/>
              <a:t>packet number</a:t>
            </a:r>
          </a:p>
          <a:p>
            <a:pPr lvl="0"/>
            <a:r>
              <a:rPr lang="en-GB" sz="2400" dirty="0"/>
              <a:t>IP address of recipient</a:t>
            </a:r>
          </a:p>
          <a:p>
            <a:pPr lvl="0"/>
            <a:r>
              <a:rPr lang="en-GB" sz="2400" dirty="0"/>
              <a:t>IP address of sender</a:t>
            </a:r>
          </a:p>
          <a:p>
            <a:pPr marL="0" indent="0">
              <a:buNone/>
            </a:pPr>
            <a:r>
              <a:rPr lang="en-GB" sz="2400" dirty="0"/>
              <a:t>Adding this data to every packet increases the total amount of data sent by about 3%.</a:t>
            </a:r>
          </a:p>
          <a:p>
            <a:pPr marL="0" indent="0">
              <a:buNone/>
            </a:pPr>
            <a:r>
              <a:rPr lang="en-GB" sz="2400" dirty="0"/>
              <a:t>Despite this disadvantage, using packets is better than sending files or emails in one go.</a:t>
            </a:r>
          </a:p>
        </p:txBody>
      </p:sp>
    </p:spTree>
    <p:extLst>
      <p:ext uri="{BB962C8B-B14F-4D97-AF65-F5344CB8AC3E}">
        <p14:creationId xmlns:p14="http://schemas.microsoft.com/office/powerpoint/2010/main" val="12568186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3.2 Packets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F420D-4234-664A-80A1-F46AFD0F8258}"/>
              </a:ext>
            </a:extLst>
          </p:cNvPr>
          <p:cNvSpPr/>
          <p:nvPr/>
        </p:nvSpPr>
        <p:spPr>
          <a:xfrm>
            <a:off x="8153814" y="5361370"/>
            <a:ext cx="3844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Times New Roman" panose="02020603050405020304" pitchFamily="18" charset="0"/>
                <a:cs typeface="Calibri" panose="020F0502020204030204" pitchFamily="34" charset="0"/>
              </a:rPr>
              <a:t>Complete Interactive 3.2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84351FB-56E9-4941-909E-210646F8C82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5212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44826"/>
            <a:ext cx="10515600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Packet switching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B485-6993-428E-81B4-74946598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1954833"/>
            <a:ext cx="9183757" cy="920669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Each packet travels independently, like the parts of your spider drawing.</a:t>
            </a:r>
          </a:p>
          <a:p>
            <a:pPr marL="0" indent="0">
              <a:buNone/>
            </a:pPr>
            <a:r>
              <a:rPr lang="en-GB" sz="2400" dirty="0"/>
              <a:t>If there is a traffic jam, then different packets can take different routes.</a:t>
            </a:r>
          </a:p>
        </p:txBody>
      </p:sp>
      <p:pic>
        <p:nvPicPr>
          <p:cNvPr id="6" name="Picture 5" descr="Diagram&#10;&#10;Description automatically generated">
            <a:extLst>
              <a:ext uri="{FF2B5EF4-FFF2-40B4-BE49-F238E27FC236}">
                <a16:creationId xmlns:a16="http://schemas.microsoft.com/office/drawing/2014/main" id="{CBA7D9DE-9DEB-4DE1-80E4-FBD4F81D7EB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111" y="3154150"/>
            <a:ext cx="6641592" cy="2859024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B5A87BD4-EA52-4BB0-B137-4B37E42DCDC4}"/>
              </a:ext>
            </a:extLst>
          </p:cNvPr>
          <p:cNvSpPr/>
          <p:nvPr/>
        </p:nvSpPr>
        <p:spPr>
          <a:xfrm>
            <a:off x="1600200" y="2837402"/>
            <a:ext cx="3337911" cy="3416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2400" dirty="0"/>
              <a:t>Because each packet is numbered, it doesn’t matter if they arrive in the wrong order. They can be put into the correct order when they all arrive.</a:t>
            </a:r>
          </a:p>
          <a:p>
            <a:r>
              <a:rPr lang="en-GB" sz="2400" dirty="0"/>
              <a:t>This is called </a:t>
            </a:r>
            <a:r>
              <a:rPr lang="en-GB" sz="2400" b="1" dirty="0">
                <a:solidFill>
                  <a:srgbClr val="7049A8"/>
                </a:solidFill>
              </a:rPr>
              <a:t>packet switching</a:t>
            </a:r>
            <a:r>
              <a:rPr lang="en-GB" sz="2400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3817030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F5B0F3-7F56-4F5C-81F1-A743D46BDB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844826"/>
            <a:ext cx="10515600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Traceroute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8FB485-6993-428E-81B4-749465982C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00200" y="2037266"/>
            <a:ext cx="8601648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GB" sz="2400" dirty="0"/>
              <a:t>A traceroute shows you the hops a packet makes as it travels across the internet.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>
                <a:latin typeface="Calibri" panose="020F0502020204030204" pitchFamily="34" charset="0"/>
                <a:ea typeface="Times New Roman" panose="02020603050405020304" pitchFamily="18" charset="0"/>
                <a:cs typeface="Calibri" panose="020F0502020204030204" pitchFamily="34" charset="0"/>
              </a:rPr>
              <a:t>A starred hop is a hop that failed because it timed out. The packet then tried a different route.</a:t>
            </a:r>
            <a:endParaRPr lang="en-GB" sz="240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0" indent="0">
              <a:buNone/>
            </a:pPr>
            <a:endParaRPr lang="en-GB" sz="2400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2E0FA54-3246-4BD1-8E4E-A71F9FDB140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12507" y="2878222"/>
            <a:ext cx="6766986" cy="24493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69474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 dirty="0">
                <a:solidFill>
                  <a:schemeClr val="bg1"/>
                </a:solidFill>
              </a:rPr>
              <a:t>Activity 3.3: Traceroute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BB09AD2-9937-49F5-BE60-E5D990D326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048944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3.4: Packet switching 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A1F420D-4234-664A-80A1-F46AFD0F8258}"/>
              </a:ext>
            </a:extLst>
          </p:cNvPr>
          <p:cNvSpPr/>
          <p:nvPr/>
        </p:nvSpPr>
        <p:spPr>
          <a:xfrm>
            <a:off x="8153814" y="5361370"/>
            <a:ext cx="3844514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sz="2800" dirty="0">
                <a:ea typeface="Times New Roman" panose="02020603050405020304" pitchFamily="18" charset="0"/>
                <a:cs typeface="Calibri" panose="020F0502020204030204" pitchFamily="34" charset="0"/>
              </a:rPr>
              <a:t>Complete Interactive 3.4</a:t>
            </a:r>
            <a:r>
              <a:rPr lang="en-GB" sz="2800" dirty="0"/>
              <a:t> </a:t>
            </a:r>
            <a:endParaRPr lang="en-US" sz="28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C0E71BF-FC8B-47CF-A269-740F26B895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46031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9" presetClass="entr" presetSubtype="0" decel="10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36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>
            <a:normAutofit/>
          </a:bodyPr>
          <a:lstStyle/>
          <a:p>
            <a:r>
              <a:rPr lang="en-GB" b="1" dirty="0">
                <a:solidFill>
                  <a:schemeClr val="bg1"/>
                </a:solidFill>
              </a:rPr>
              <a:t>Activity 3.5: Toppers (Part 3)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A2D971F-F6B5-4643-9923-87A3A13549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85747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306696-8D12-4574-BDC3-2DC3137EF4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0078" y="834888"/>
            <a:ext cx="9733721" cy="775252"/>
          </a:xfrm>
        </p:spPr>
        <p:txBody>
          <a:bodyPr/>
          <a:lstStyle/>
          <a:p>
            <a:r>
              <a:rPr lang="en-GB" b="1">
                <a:solidFill>
                  <a:schemeClr val="bg1"/>
                </a:solidFill>
              </a:rPr>
              <a:t>Quiz 3</a:t>
            </a:r>
            <a:endParaRPr lang="en-GB" b="1" dirty="0">
              <a:solidFill>
                <a:schemeClr val="bg1"/>
              </a:solidFill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2C4100C-D34D-402D-B157-9AE994E72B9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99261" y="1903472"/>
            <a:ext cx="4393477" cy="43046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8198527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421</TotalTime>
  <Words>508</Words>
  <Application>Microsoft Office PowerPoint</Application>
  <PresentationFormat>Widescreen</PresentationFormat>
  <Paragraphs>62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Calibri</vt:lpstr>
      <vt:lpstr>Calibri Light</vt:lpstr>
      <vt:lpstr>Symbol</vt:lpstr>
      <vt:lpstr>Times New Roman</vt:lpstr>
      <vt:lpstr>Office Theme</vt:lpstr>
      <vt:lpstr>PowerPoint Presentation</vt:lpstr>
      <vt:lpstr>Objectives</vt:lpstr>
      <vt:lpstr>Activity 3.1: Spider drawing </vt:lpstr>
      <vt:lpstr>Create packets</vt:lpstr>
      <vt:lpstr>Label the packets</vt:lpstr>
      <vt:lpstr>Data transmission</vt:lpstr>
      <vt:lpstr>Packets</vt:lpstr>
      <vt:lpstr>Advantage of packets</vt:lpstr>
      <vt:lpstr>Disadvantage of packets </vt:lpstr>
      <vt:lpstr>Activity 3.2 Packets</vt:lpstr>
      <vt:lpstr>Packet switching </vt:lpstr>
      <vt:lpstr>Traceroute </vt:lpstr>
      <vt:lpstr>Activity 3.3: Traceroute</vt:lpstr>
      <vt:lpstr>Activity 3.4: Packet switching </vt:lpstr>
      <vt:lpstr>Activity 3.5: Toppers (Part 3) </vt:lpstr>
      <vt:lpstr>Quiz 3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Introducing spreadsheets</dc:title>
  <dc:creator>Lea Albrechtsen</dc:creator>
  <cp:lastModifiedBy>Lea Albrechtsen</cp:lastModifiedBy>
  <cp:revision>43</cp:revision>
  <dcterms:created xsi:type="dcterms:W3CDTF">2020-11-04T15:22:46Z</dcterms:created>
  <dcterms:modified xsi:type="dcterms:W3CDTF">2021-06-07T17:39:30Z</dcterms:modified>
</cp:coreProperties>
</file>