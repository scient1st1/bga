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Shape, rectangle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238036" cy="164781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569134" y="2395813"/>
            <a:ext cx="8860459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Designing websites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3824501" y="3429000"/>
            <a:ext cx="393979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2197AC"/>
                </a:solidFill>
                <a:latin typeface="Calibri"/>
                <a:ea typeface="Calibri"/>
                <a:cs typeface="Calibri"/>
                <a:sym typeface="Calibri"/>
              </a:rPr>
              <a:t>Lesson 6: Web page design (part 2) </a:t>
            </a:r>
            <a:endParaRPr b="1" sz="2000">
              <a:solidFill>
                <a:srgbClr val="2197A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67500" y="2853738"/>
            <a:ext cx="2937412" cy="2584922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92719" y="87464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92719" y="2135971"/>
            <a:ext cx="1028539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finish developing your own website.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00201" y="824947"/>
            <a:ext cx="9753599" cy="8061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My website</a:t>
            </a:r>
            <a:endParaRPr/>
          </a:p>
        </p:txBody>
      </p:sp>
      <p:sp>
        <p:nvSpPr>
          <p:cNvPr id="94" name="Google Shape;94;p15"/>
          <p:cNvSpPr txBox="1"/>
          <p:nvPr>
            <p:ph idx="1" type="body"/>
          </p:nvPr>
        </p:nvSpPr>
        <p:spPr>
          <a:xfrm>
            <a:off x="1600201" y="2345634"/>
            <a:ext cx="9571382" cy="34687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In the last lesson, you identified content for your website and planned the layout and page design.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You should also have edited the style sheet to set up the layout and colour scheme for your website.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You may have begun to add the text and images to the HTML pages.</a:t>
            </a:r>
            <a:endParaRPr/>
          </a:p>
          <a:p>
            <a:pPr indent="0" lvl="0" marL="0" rtl="0" algn="l">
              <a:lnSpc>
                <a:spcPct val="13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300"/>
              <a:buNone/>
            </a:pPr>
            <a:r>
              <a:t/>
            </a:r>
            <a:endParaRPr sz="3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70382" y="834888"/>
            <a:ext cx="9783417" cy="8050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6.1: Completing your website </a:t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1570382" y="2089019"/>
            <a:ext cx="4333461" cy="4600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Today, you need to finish adding the content to your HTML files.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Complete the home page first and then work on the other pages of your website.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Make sure that the images and words you use are suitable for your audience.</a:t>
            </a:r>
            <a:endParaRPr/>
          </a:p>
          <a:p>
            <a:pPr indent="-2921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that all of the hyperlinks work and that images are displayed correctly.</a:t>
            </a:r>
            <a:endParaRPr/>
          </a:p>
          <a:p>
            <a:pPr indent="-2921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that all the images for your website need to be stored in the same folder as the HTML and CSS files.</a:t>
            </a:r>
            <a:endParaRPr/>
          </a:p>
        </p:txBody>
      </p:sp>
      <p:pic>
        <p:nvPicPr>
          <p:cNvPr descr="A picture containing athletic game, basketball, sport&#10;&#10;Description automatically generated" id="101" name="Google Shape;10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92959" y="1903473"/>
            <a:ext cx="4489272" cy="4398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