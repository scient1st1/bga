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416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2082477" y="3118978"/>
            <a:ext cx="4013523" cy="14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The ethics</a:t>
            </a:r>
            <a:br>
              <a:rPr b="1" lang="en-US"/>
            </a:br>
            <a:r>
              <a:rPr b="1" lang="en-US"/>
              <a:t>of computing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401783" y="4616892"/>
            <a:ext cx="36942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Lesson 5: Moral dilemma (Part 1)</a:t>
            </a:r>
            <a:endParaRPr b="1" i="0" sz="20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462" y="2852165"/>
            <a:ext cx="3626103" cy="216483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00200" y="844826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00200" y="2798058"/>
            <a:ext cx="9471991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technology creates moral dilemmas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two moral dilemmas created by technology.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322" y="1975244"/>
            <a:ext cx="3098358" cy="438611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>
            <p:ph type="title"/>
          </p:nvPr>
        </p:nvSpPr>
        <p:spPr>
          <a:xfrm>
            <a:off x="1580322" y="844826"/>
            <a:ext cx="9773478" cy="755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 A thought experiment 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5319010" y="3314373"/>
            <a:ext cx="5897630" cy="3046988"/>
          </a:xfrm>
          <a:prstGeom prst="rect">
            <a:avLst/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 you are the driver of a runaway tram (‘trolley’). All you can do is steer from one narrow track to another.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men are working on one track and one man is working on the other track. Anyone working on the track when the tram enters it will be killed.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track do you choose?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319010" y="2049224"/>
            <a:ext cx="5897630" cy="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1967, the moral philosopher Philippa Foot created the Trolley Problem.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580322" y="844826"/>
            <a:ext cx="9773478" cy="755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Driverless cars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580322" y="2754106"/>
            <a:ext cx="431755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Philippa Foot came up with the Trolley Problem in 1967, driverless cars were the stuff of science fiction.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they are a reality, and the Trolley Problem has become a very real </a:t>
            </a:r>
            <a:r>
              <a:rPr b="1"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moral dilemma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&#10;&#10;Description automatically generated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172694"/>
            <a:ext cx="5761296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580322" y="844826"/>
            <a:ext cx="9773478" cy="755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Driverless cars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1580322" y="1812520"/>
            <a:ext cx="898099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Driverless cars have to make decisions.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Driverless cars are computers and, as you know, computers can be programmed to make decisions using</a:t>
            </a:r>
            <a:r>
              <a:rPr b="1"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algorithms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This means that programmers are writing algorithms to govern what a driverless car does in lots of different situations.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relatively simple when the car needs to turn 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 programmed route identifies that the car needs to take the next turning on the left.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 left-hand indicator signals for 10 seconds.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 car steers left and continues on down the new road.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580322" y="844826"/>
            <a:ext cx="9773478" cy="755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Driverless cars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580322" y="1995400"/>
            <a:ext cx="917381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it gets a lot more complicated when the car has to make a moral decision.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somebody steps out in front of a driverless car, should the car swerve to avoid the person and potentially kill all the passengers?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should the car kill the person who stepped out into the road?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were driving the car, you would make a split-second decision and whatever happened would be called an accident.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 programmer must decide in advance what a driverless car will 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1570382" y="834888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Activity 5.1: Driverless car dilemmas</a:t>
            </a:r>
            <a:endParaRPr/>
          </a:p>
        </p:txBody>
      </p:sp>
      <p:pic>
        <p:nvPicPr>
          <p:cNvPr descr="A picture containing athletic game, basketball, sport&#10;&#10;Description automatically generated"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553" y="2042810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1570382" y="834888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Activity 5.2: The counter arguments </a:t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1570382" y="1886056"/>
            <a:ext cx="5570647" cy="4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your Activity 5.1 worksheet with a partner.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space around the reasons for their choices to present the counter arguments in another colour. Why should the other option be chosen?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may agree with your partner’s choice, but is there another way of looking at the dilemma?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have finished, hand your Activity 5.1 worksheet back to your partner.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thletic game, basketball, sport&#10;&#10;Description automatically generated"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1029" y="1886056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1570382" y="834888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Activity 5.3: A final decision 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1570382" y="2179939"/>
            <a:ext cx="5013298" cy="3733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your Activity 5.1 worksheet and all the annotations. Highlight the best arguments and decide, once and for all, which option you will program the driverless car to pursue.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using your decisions to write algorithms next lesson, so remember to bring your annotated worksheet with you.</a:t>
            </a:r>
            <a:endParaRPr/>
          </a:p>
        </p:txBody>
      </p:sp>
      <p:pic>
        <p:nvPicPr>
          <p:cNvPr descr="A picture containing athletic game, basketball, sport&#10;&#10;Description automatically generated" id="135" name="Google Shape;1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1029" y="1886056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