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43C14D-FFF1-49FD-86A9-84D0379BC180}">
  <a:tblStyle styleId="{7843C14D-FFF1-49FD-86A9-84D0379BC1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416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5.jpg"/><Relationship Id="rId6" Type="http://schemas.openxmlformats.org/officeDocument/2006/relationships/image" Target="../media/image9.jpg"/><Relationship Id="rId7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2082477" y="3118978"/>
            <a:ext cx="4013523" cy="14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The ethics</a:t>
            </a:r>
            <a:br>
              <a:rPr b="1" lang="en-GB"/>
            </a:br>
            <a:r>
              <a:rPr b="1" lang="en-GB"/>
              <a:t>of computing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401783" y="4616892"/>
            <a:ext cx="36942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Lesson 6: Moral dilemma (Part 2)</a:t>
            </a:r>
            <a:endParaRPr b="1" i="0" sz="20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462" y="2852165"/>
            <a:ext cx="3626103" cy="216483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00200" y="844826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00200" y="2244060"/>
            <a:ext cx="7653130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algorithms are used to program driverless cars to make moral decisions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design algorithms to program a driverless car to make moral decisions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justify your algorithms.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Google Shape;93;p15"/>
          <p:cNvGraphicFramePr/>
          <p:nvPr/>
        </p:nvGraphicFramePr>
        <p:xfrm>
          <a:off x="835742" y="18151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{7843C14D-FFF1-49FD-86A9-84D0379BC180}</a:tableStyleId>
              </a:tblPr>
              <a:tblGrid>
                <a:gridCol w="2625225"/>
                <a:gridCol w="1897625"/>
                <a:gridCol w="5997675"/>
              </a:tblGrid>
              <a:tr h="485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Symbol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AE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AE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Function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AEE4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start/end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an oval represents the start or end point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arrows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an arrow represents the relationship between the shapes it connects and shows the direction of flow through the diagram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input/output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 parallelogram represents input of output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process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 rectangle represents a process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decision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 diamond represents a decision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DA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5"/>
          <p:cNvSpPr txBox="1"/>
          <p:nvPr>
            <p:ph type="title"/>
          </p:nvPr>
        </p:nvSpPr>
        <p:spPr>
          <a:xfrm>
            <a:off x="1620077" y="874644"/>
            <a:ext cx="10197548" cy="755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FFFFF"/>
                </a:solidFill>
              </a:rPr>
              <a:t>Standard flow diagram symbols 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077" y="2443868"/>
            <a:ext cx="1119052" cy="455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background pattern&#10;&#10;Description automatically generated" id="96" name="Google Shape;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0077" y="3407610"/>
            <a:ext cx="1223207" cy="16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, rectangle&#10;&#10;Description automatically generated" id="97" name="Google Shape;9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0077" y="4060436"/>
            <a:ext cx="917448" cy="46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0077" y="4841125"/>
            <a:ext cx="917448" cy="460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99" name="Google Shape;9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20077" y="5510339"/>
            <a:ext cx="926592" cy="701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1580322" y="2796679"/>
            <a:ext cx="3366608" cy="2050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an algorithm to program the main beam of a lighthouse ON for 2 seconds and OFF for 3 seconds when it is dark.</a:t>
            </a:r>
            <a:endParaRPr/>
          </a:p>
        </p:txBody>
      </p:sp>
      <p:pic>
        <p:nvPicPr>
          <p:cNvPr descr="Diagram&#10;&#10;Description automatically generated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740893"/>
            <a:ext cx="3366608" cy="4887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1570382" y="834888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6.1: Driverless cars algorithms</a:t>
            </a:r>
            <a:endParaRPr/>
          </a:p>
        </p:txBody>
      </p:sp>
      <p:pic>
        <p:nvPicPr>
          <p:cNvPr descr="A picture containing athletic game, basketball, sport&#10;&#10;Description automatically generated"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977" y="1885897"/>
            <a:ext cx="4686046" cy="4591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