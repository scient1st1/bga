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16416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2082477" y="3118978"/>
            <a:ext cx="4013523" cy="14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/>
              <a:t>The ethics</a:t>
            </a:r>
            <a:br>
              <a:rPr b="1" lang="en-GB"/>
            </a:br>
            <a:r>
              <a:rPr b="1" lang="en-GB"/>
              <a:t>of computing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1709478" y="4616892"/>
            <a:ext cx="4386522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Lesson 2: Using technology responsibly </a:t>
            </a:r>
            <a:endParaRPr b="1" i="0" sz="2000" u="none" cap="none" strike="noStrike">
              <a:solidFill>
                <a:srgbClr val="00B0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30462" y="2852165"/>
            <a:ext cx="3626103" cy="2164837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00200" y="844826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00200" y="2428726"/>
            <a:ext cx="9471991" cy="20005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difference between illegality and immorality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technology can be used immorally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protect yourself from people who want to use technology immorally.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70382" y="834888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What is the difference between ‘illegal’ and ‘immoral’?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70382" y="2747531"/>
            <a:ext cx="8209344" cy="1362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something is </a:t>
            </a:r>
            <a:r>
              <a:rPr b="1" lang="en-GB" sz="2400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illegal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it is against the law.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something is </a:t>
            </a:r>
            <a:r>
              <a:rPr b="1" lang="en-GB" sz="2400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immoral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it is not necessarily against the law, but it is against acceptable standards of behaviour.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570382" y="834888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What is the difference between ‘illegal’ and ‘immoral’? </a:t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2168883" y="1832170"/>
            <a:ext cx="7854233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illegal, immoral or both for a business to sell a customer’s personal data without their permission?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text&#10;&#10;Description automatically generated" id="101" name="Google Shape;10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32020" y="2865319"/>
            <a:ext cx="5127960" cy="34231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1570382" y="834888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What is the difference between ‘illegal’ and ‘immoral’? </a:t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1267096" y="1832170"/>
            <a:ext cx="965780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immoral for a company to secretly monitor its staff with CCTV cameras and scan all the emails they send and receive while they are at work?</a:t>
            </a:r>
            <a:endParaRPr/>
          </a:p>
        </p:txBody>
      </p:sp>
      <p:pic>
        <p:nvPicPr>
          <p:cNvPr id="108" name="Google Shape;10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32020" y="2865319"/>
            <a:ext cx="5127960" cy="3632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person, swimsuit, underpants&#10;&#10;Description automatically generated" id="113" name="Google Shape;11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29297" y="2865319"/>
            <a:ext cx="5133405" cy="342227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8"/>
          <p:cNvSpPr txBox="1"/>
          <p:nvPr>
            <p:ph type="title"/>
          </p:nvPr>
        </p:nvSpPr>
        <p:spPr>
          <a:xfrm>
            <a:off x="1570382" y="834888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What is the difference between ‘illegal’ and ‘immoral’? </a:t>
            </a:r>
            <a:endParaRPr/>
          </a:p>
        </p:txBody>
      </p:sp>
      <p:sp>
        <p:nvSpPr>
          <p:cNvPr id="115" name="Google Shape;115;p18"/>
          <p:cNvSpPr/>
          <p:nvPr/>
        </p:nvSpPr>
        <p:spPr>
          <a:xfrm>
            <a:off x="1900858" y="1832170"/>
            <a:ext cx="8390284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immoral for a football club to monitor its player’s heart rates and average speed while they train and play a match?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1570382" y="834888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What is the difference between ‘illegal’ and ‘immoral’? </a:t>
            </a:r>
            <a:endParaRPr/>
          </a:p>
        </p:txBody>
      </p:sp>
      <p:sp>
        <p:nvSpPr>
          <p:cNvPr id="121" name="Google Shape;121;p19"/>
          <p:cNvSpPr/>
          <p:nvPr/>
        </p:nvSpPr>
        <p:spPr>
          <a:xfrm>
            <a:off x="1900857" y="1930868"/>
            <a:ext cx="839028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technology immoral?</a:t>
            </a:r>
            <a:endParaRPr/>
          </a:p>
        </p:txBody>
      </p:sp>
      <p:pic>
        <p:nvPicPr>
          <p:cNvPr descr="A picture containing text&#10;&#10;Description automatically generated" id="122" name="Google Shape;122;p19"/>
          <p:cNvPicPr preferRelativeResize="0"/>
          <p:nvPr/>
        </p:nvPicPr>
        <p:blipFill rotWithShape="1">
          <a:blip r:embed="rId3">
            <a:alphaModFix/>
          </a:blip>
          <a:srcRect b="0" l="46763" r="0" t="0"/>
          <a:stretch/>
        </p:blipFill>
        <p:spPr>
          <a:xfrm>
            <a:off x="2850637" y="2754939"/>
            <a:ext cx="6490725" cy="36303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1570382" y="834888"/>
            <a:ext cx="9783417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2.1: Immoral or not? </a:t>
            </a:r>
            <a:endParaRPr/>
          </a:p>
        </p:txBody>
      </p:sp>
      <p:sp>
        <p:nvSpPr>
          <p:cNvPr id="128" name="Google Shape;128;p20"/>
          <p:cNvSpPr/>
          <p:nvPr/>
        </p:nvSpPr>
        <p:spPr>
          <a:xfrm>
            <a:off x="1570382" y="1979688"/>
            <a:ext cx="5436705" cy="42421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Think about these questions on your own.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lphaLcPeriod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immoral for the boss of the company you work for to search for you on social media?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lphaLcPeriod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immoral for the boss of the company you work for to set up a fake profile and befriend you on social media to find out more about you?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lphaLcPeriod"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immoral that people can never fully remove their </a:t>
            </a:r>
            <a:r>
              <a:rPr b="1" lang="en-GB" sz="1800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digital footprint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 (Your digital footprint the information about you on the internet.)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 your answers to these questions with a partner. Do you agree with each other? If not, can you persuade your partner to your point of view?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athletic game, basketball, sport&#10;&#10;Description automatically generated" id="129" name="Google Shape;12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1029" y="1886056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1570382" y="834888"/>
            <a:ext cx="9783417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2.2: You’re the boss</a:t>
            </a:r>
            <a:endParaRPr/>
          </a:p>
        </p:txBody>
      </p:sp>
      <p:pic>
        <p:nvPicPr>
          <p:cNvPr descr="A picture containing athletic game, basketball, sport&#10;&#10;Description automatically generated" id="135" name="Google Shape;13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90561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1570382" y="834888"/>
            <a:ext cx="10485783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2.3: Keeping your digital footprint clean</a:t>
            </a:r>
            <a:endParaRPr/>
          </a:p>
        </p:txBody>
      </p:sp>
      <p:pic>
        <p:nvPicPr>
          <p:cNvPr descr="A picture containing athletic game, basketball, sport&#10;&#10;Description automatically generated" id="141" name="Google Shape;141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90561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1570382" y="834888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2</a:t>
            </a:r>
            <a:endParaRPr/>
          </a:p>
        </p:txBody>
      </p:sp>
      <p:pic>
        <p:nvPicPr>
          <p:cNvPr descr="A picture containing athletic game, basketball, sport&#10;&#10;Description automatically generated" id="147" name="Google Shape;14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1990561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