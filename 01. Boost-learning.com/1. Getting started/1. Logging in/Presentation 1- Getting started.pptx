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3" r:id="rId5"/>
    <p:sldId id="274" r:id="rId6"/>
    <p:sldId id="275" r:id="rId7"/>
    <p:sldId id="276" r:id="rId8"/>
    <p:sldId id="263" r:id="rId9"/>
    <p:sldId id="277" r:id="rId10"/>
    <p:sldId id="278" r:id="rId11"/>
    <p:sldId id="279" r:id="rId12"/>
    <p:sldId id="280" r:id="rId13"/>
    <p:sldId id="281" r:id="rId14"/>
    <p:sldId id="28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  <a:srgbClr val="ED8100"/>
    <a:srgbClr val="E84E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2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04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14/05/2021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14/05/2021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14/05/2021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14/05/2021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, rectangle&#10;&#10;Description automatically generated">
            <a:extLst>
              <a:ext uri="{FF2B5EF4-FFF2-40B4-BE49-F238E27FC236}">
                <a16:creationId xmlns:a16="http://schemas.microsoft.com/office/drawing/2014/main" id="{80040EBE-1101-1E45-9013-1637FEE48CC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5758"/>
            <a:ext cx="12192000" cy="165619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8896" y="3010438"/>
            <a:ext cx="4717104" cy="915850"/>
          </a:xfrm>
        </p:spPr>
        <p:txBody>
          <a:bodyPr>
            <a:normAutofit/>
          </a:bodyPr>
          <a:lstStyle/>
          <a:p>
            <a:pPr algn="l"/>
            <a:r>
              <a:rPr lang="en-GB" b="1" dirty="0"/>
              <a:t>Getting started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3802872" y="3926288"/>
            <a:ext cx="229312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E84E0E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1: Logging in</a:t>
            </a:r>
            <a:endParaRPr lang="en-GB" sz="2000" b="1" dirty="0">
              <a:solidFill>
                <a:srgbClr val="E84E0E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A8442B-4615-1E43-9F2B-C716E6599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669" y="2531599"/>
            <a:ext cx="3507435" cy="27893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2928365" cy="766349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268699-9BC3-46AB-BCF2-8098607757C4}"/>
              </a:ext>
            </a:extLst>
          </p:cNvPr>
          <p:cNvSpPr/>
          <p:nvPr/>
        </p:nvSpPr>
        <p:spPr>
          <a:xfrm>
            <a:off x="1584000" y="2028616"/>
            <a:ext cx="8859411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this lesson, you will learn:</a:t>
            </a:r>
            <a:endParaRPr lang="en-GB" sz="3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about your school computer network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about acceptable and safe use of electronic computer equipment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choose a strong password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log into the school’s computer network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log into the school’s email system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to log into the school’s 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VLE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able&#10;&#10;Description automatically generated">
            <a:extLst>
              <a:ext uri="{FF2B5EF4-FFF2-40B4-BE49-F238E27FC236}">
                <a16:creationId xmlns:a16="http://schemas.microsoft.com/office/drawing/2014/main" id="{7A9138B8-0457-4BC7-84AE-55339A16A9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664" y="2266696"/>
            <a:ext cx="8170672" cy="368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7993137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Using computer equipment safely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9C780D-330F-4641-A1B6-7FED14A815DD}"/>
              </a:ext>
            </a:extLst>
          </p:cNvPr>
          <p:cNvSpPr/>
          <p:nvPr/>
        </p:nvSpPr>
        <p:spPr>
          <a:xfrm>
            <a:off x="1583999" y="2397398"/>
            <a:ext cx="7993137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not eat or drink near computers.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Keep bags out of the way of computers.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 not unplug or swap any equipment, including keyboards and mice.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 sensibly, with your monitor, keyboard and mouse directly in front of you.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</a:rPr>
              <a:t>Turn off monitors and keep hands away from keyboards and mice when asked.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37824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5353513" cy="766349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Acceptable use policy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76B4AD-B88B-41E1-B150-327110B5FEFA}"/>
              </a:ext>
            </a:extLst>
          </p:cNvPr>
          <p:cNvSpPr/>
          <p:nvPr/>
        </p:nvSpPr>
        <p:spPr>
          <a:xfrm>
            <a:off x="1584000" y="2055885"/>
            <a:ext cx="10172571" cy="42784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Systems must only be used for educational use.</a:t>
            </a:r>
            <a:endParaRPr lang="en-GB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Usernames and passwords must not be disclosed to anyone else.</a:t>
            </a:r>
            <a:endParaRPr lang="en-GB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You must not use another person’s username and password.</a:t>
            </a:r>
            <a:endParaRPr lang="en-GB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You must not access, copy or delete anyone else’s files.</a:t>
            </a:r>
            <a:endParaRPr lang="en-GB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Users may not attempt to install programs of any type.</a:t>
            </a:r>
            <a:endParaRPr lang="en-GB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All communications will be monitored.</a:t>
            </a:r>
            <a:endParaRPr lang="en-GB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Personal email addresses must not be used to correspond on school matters.</a:t>
            </a:r>
            <a:endParaRPr lang="en-GB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Any illegal, inappropriate or harmful material must be reported immediately.</a:t>
            </a:r>
            <a:endParaRPr lang="en-GB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ea typeface="Calibri" panose="020F0502020204030204" pitchFamily="34" charset="0"/>
                <a:cs typeface="Calibri" panose="020F0502020204030204" pitchFamily="34" charset="0"/>
              </a:rPr>
              <a:t>Any damage or faults involving hardware or software must be reported immediately.</a:t>
            </a:r>
            <a:endParaRPr lang="en-GB" sz="2400" dirty="0"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2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5346189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Logging 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17DEFA-6F16-4963-876A-5A815DFC9D4F}"/>
              </a:ext>
            </a:extLst>
          </p:cNvPr>
          <p:cNvSpPr/>
          <p:nvPr/>
        </p:nvSpPr>
        <p:spPr>
          <a:xfrm>
            <a:off x="4638929" y="2328638"/>
            <a:ext cx="636730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Almost all computer systems require the user to enter their</a:t>
            </a: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username</a:t>
            </a: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password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order to </a:t>
            </a:r>
            <a:r>
              <a:rPr lang="en-GB" sz="2400" b="1" dirty="0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 in</a:t>
            </a: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Logging in </a:t>
            </a: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proves the identity</a:t>
            </a: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the user so that they can be given access to their own files and programs.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lang="en-GB" sz="24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Some devices and systems use biometrics, such as fingerprints or facial recognition, to enable a user to prove their identity.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 picture containing text, invertebrate, arthropod, trilobite&#10;&#10;Description automatically generated">
            <a:extLst>
              <a:ext uri="{FF2B5EF4-FFF2-40B4-BE49-F238E27FC236}">
                <a16:creationId xmlns:a16="http://schemas.microsoft.com/office/drawing/2014/main" id="{577DC2C8-8CFC-4C19-9F5F-538D7EE2CE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767" y="2103713"/>
            <a:ext cx="2957337" cy="4308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168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4990055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Passwords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E7B8EC-FC08-4EA5-8B8E-FE02FF11DBE6}"/>
              </a:ext>
            </a:extLst>
          </p:cNvPr>
          <p:cNvSpPr/>
          <p:nvPr/>
        </p:nvSpPr>
        <p:spPr>
          <a:xfrm>
            <a:off x="1584000" y="2060015"/>
            <a:ext cx="8414765" cy="431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en-GB" sz="2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you first log in you will need to choose a new password.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en-GB" sz="220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 should always choose a strong password.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 are three elements that help to increase the strength of a password: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length: longer passwords of at least eight characters are more secure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range of characters used: a password containing a mixture of upper- and lower-case letters, numbers and symbols is more secure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4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randomness: passwords that do not contain words people can guess are more secure.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 sure you choose a password that you will remember!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9595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1.1: Logging into the school network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437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E4F2B1B0-F677-4360-9B31-A89A1737BF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6440" y="1818751"/>
            <a:ext cx="4839119" cy="4839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4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Autofit/>
          </a:bodyPr>
          <a:lstStyle/>
          <a:p>
            <a:r>
              <a:rPr lang="en-GB" sz="4000" b="1" dirty="0">
                <a:solidFill>
                  <a:schemeClr val="bg1"/>
                </a:solidFill>
              </a:rPr>
              <a:t>Activity 1.2: Logging into your email account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557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813884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Email etiquette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8ACC3F-5728-4CF1-8868-FC95A49CA1F5}"/>
              </a:ext>
            </a:extLst>
          </p:cNvPr>
          <p:cNvSpPr/>
          <p:nvPr/>
        </p:nvSpPr>
        <p:spPr>
          <a:xfrm>
            <a:off x="1584000" y="2182021"/>
            <a:ext cx="884351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is important to be polite when you email someone and the following rules should be followed when emailing your teachers:</a:t>
            </a:r>
          </a:p>
          <a:p>
            <a:pPr>
              <a:spcAft>
                <a:spcPts val="0"/>
              </a:spcAft>
            </a:pP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Always fill in the subject line.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Greet the person you are writing to appropriately; for example, ‘Dear Sir’ or ‘Hello Mrs Jones’.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 polite. If you are requesting something, use the word ‘please’.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grammatically correct English. Do not use acronyms or textspeak.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Provide enough detail, so that the recipient does not need to write back and ask for more information.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Sign off with your full name and form. It is also usual to have a closing salutation, such as ‘Kind regards’ or ‘Yours sincerely’.</a:t>
            </a:r>
            <a:endParaRPr lang="en-GB" sz="2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3927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4000" y="792000"/>
            <a:ext cx="813884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Virtual Learning Environment (</a:t>
            </a:r>
            <a:r>
              <a:rPr lang="en-GB" b="1" dirty="0" err="1">
                <a:solidFill>
                  <a:schemeClr val="bg1"/>
                </a:solidFill>
              </a:rPr>
              <a:t>VLE</a:t>
            </a:r>
            <a:r>
              <a:rPr lang="en-GB" b="1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E7FC76-CF35-4574-84C9-240AF321C068}"/>
              </a:ext>
            </a:extLst>
          </p:cNvPr>
          <p:cNvSpPr/>
          <p:nvPr/>
        </p:nvSpPr>
        <p:spPr>
          <a:xfrm>
            <a:off x="1577769" y="2348916"/>
            <a:ext cx="9036462" cy="34364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14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en-GB" sz="2400" b="1" dirty="0" err="1">
                <a:solidFill>
                  <a:srgbClr val="0069B4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VLE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an online system that stores learning resources such as documents, presentations, and video and audio files.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4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VLEs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can be used to set, hand in and mark assignments and homework.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4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Some </a:t>
            </a: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VLEs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also include discussion threads, polls, quizzes and surveys, and a place where students and teachers can message each other.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14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VLEs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can be accessed from home by logging in.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972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1.3: Logging into the </a:t>
            </a:r>
            <a:r>
              <a:rPr lang="en-GB" b="1" dirty="0" err="1">
                <a:solidFill>
                  <a:schemeClr val="bg1"/>
                </a:solidFill>
              </a:rPr>
              <a:t>VLE</a:t>
            </a:r>
            <a:endParaRPr lang="en-GB" b="1" dirty="0">
              <a:solidFill>
                <a:schemeClr val="bg1"/>
              </a:solidFill>
            </a:endParaRP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38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796072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Quiz 1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861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620</Words>
  <Application>Microsoft Office PowerPoint</Application>
  <PresentationFormat>Widescreen</PresentationFormat>
  <Paragraphs>57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Symbol</vt:lpstr>
      <vt:lpstr>Office Theme</vt:lpstr>
      <vt:lpstr>Getting started</vt:lpstr>
      <vt:lpstr>Objectives</vt:lpstr>
      <vt:lpstr>PowerPoint Presentation</vt:lpstr>
      <vt:lpstr>Using computer equipment safely</vt:lpstr>
      <vt:lpstr>Acceptable use policy</vt:lpstr>
      <vt:lpstr>Logging in</vt:lpstr>
      <vt:lpstr>Passwords</vt:lpstr>
      <vt:lpstr>Activity 1.1: Logging into the school network</vt:lpstr>
      <vt:lpstr>PowerPoint Presentation</vt:lpstr>
      <vt:lpstr>Activity 1.2: Logging into your email account</vt:lpstr>
      <vt:lpstr>Email etiquette</vt:lpstr>
      <vt:lpstr>Virtual Learning Environment (VLE)</vt:lpstr>
      <vt:lpstr>Activity 1.3: Logging into the VLE</vt:lpstr>
      <vt:lpstr>Quiz 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24</cp:revision>
  <dcterms:created xsi:type="dcterms:W3CDTF">2020-11-04T15:22:46Z</dcterms:created>
  <dcterms:modified xsi:type="dcterms:W3CDTF">2021-05-14T14:09:00Z</dcterms:modified>
</cp:coreProperties>
</file>