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3" r:id="rId5"/>
    <p:sldId id="283" r:id="rId6"/>
    <p:sldId id="28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9B4"/>
    <a:srgbClr val="E84E0E"/>
    <a:srgbClr val="ED8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24" autoAdjust="0"/>
    <p:restoredTop sz="94660"/>
  </p:normalViewPr>
  <p:slideViewPr>
    <p:cSldViewPr snapToGrid="0">
      <p:cViewPr varScale="1">
        <p:scale>
          <a:sx n="71" d="100"/>
          <a:sy n="71" d="100"/>
        </p:scale>
        <p:origin x="236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, rectangle&#10;&#10;Description automatically generated">
            <a:extLst>
              <a:ext uri="{FF2B5EF4-FFF2-40B4-BE49-F238E27FC236}">
                <a16:creationId xmlns:a16="http://schemas.microsoft.com/office/drawing/2014/main" id="{80040EBE-1101-1E45-9013-1637FEE48CC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5758"/>
            <a:ext cx="12192000" cy="165619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8896" y="3010438"/>
            <a:ext cx="4717104" cy="915850"/>
          </a:xfrm>
        </p:spPr>
        <p:txBody>
          <a:bodyPr/>
          <a:lstStyle/>
          <a:p>
            <a:pPr algn="l"/>
            <a:r>
              <a:rPr lang="en-GB" b="1" dirty="0"/>
              <a:t>Getting started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2317530" y="3926288"/>
            <a:ext cx="377847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>
                <a:solidFill>
                  <a:srgbClr val="E84E0E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6: </a:t>
            </a:r>
            <a:r>
              <a:rPr lang="en-GB" sz="2000" b="1" dirty="0">
                <a:solidFill>
                  <a:srgbClr val="E84E0E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Impossible photographs</a:t>
            </a:r>
            <a:endParaRPr lang="en-GB" sz="2000" b="1" dirty="0">
              <a:solidFill>
                <a:srgbClr val="E84E0E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A8442B-4615-1E43-9F2B-C716E6599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5669" y="2531599"/>
            <a:ext cx="3507435" cy="278937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792000"/>
            <a:ext cx="2506737" cy="766349"/>
          </a:xfrm>
        </p:spPr>
        <p:txBody>
          <a:bodyPr>
            <a:norm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B95C54-8F1A-4A3F-87AF-02A6B50C2316}"/>
              </a:ext>
            </a:extLst>
          </p:cNvPr>
          <p:cNvSpPr/>
          <p:nvPr/>
        </p:nvSpPr>
        <p:spPr>
          <a:xfrm>
            <a:off x="1584000" y="2428726"/>
            <a:ext cx="6427486" cy="2000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this lesson you will learn how to: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use image editing software to create an impossible photograph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use your image editing skills to create impossible creatures.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ext, night sky&#10;&#10;Description automatically generated">
            <a:extLst>
              <a:ext uri="{FF2B5EF4-FFF2-40B4-BE49-F238E27FC236}">
                <a16:creationId xmlns:a16="http://schemas.microsoft.com/office/drawing/2014/main" id="{C11E104B-36B4-47B6-934D-950BBB969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887" y="1852053"/>
            <a:ext cx="6748225" cy="447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792000"/>
            <a:ext cx="9554170" cy="766349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Inserting a cut-out into a new </a:t>
            </a:r>
            <a:r>
              <a:rPr lang="en-GB" sz="3600" b="1" dirty="0" err="1">
                <a:solidFill>
                  <a:schemeClr val="bg1"/>
                </a:solidFill>
              </a:rPr>
              <a:t>backgound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E25A6E-654D-4A60-BA33-8E76F7B61ED4}"/>
              </a:ext>
            </a:extLst>
          </p:cNvPr>
          <p:cNvSpPr/>
          <p:nvPr/>
        </p:nvSpPr>
        <p:spPr>
          <a:xfrm>
            <a:off x="1584000" y="2284463"/>
            <a:ext cx="6679156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Open GIMP and then:</a:t>
            </a:r>
          </a:p>
          <a:p>
            <a:pPr>
              <a:spcAft>
                <a:spcPts val="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select and save a background image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copy your cut-out into the new background </a:t>
            </a: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layer</a:t>
            </a: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Once you have created your final image, you can export it and save it as a .</a:t>
            </a:r>
            <a:r>
              <a:rPr lang="en-GB" sz="2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png</a:t>
            </a: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file to be used in other software.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84E716-C4CB-473E-AB78-51BBE342F829}"/>
              </a:ext>
            </a:extLst>
          </p:cNvPr>
          <p:cNvSpPr/>
          <p:nvPr/>
        </p:nvSpPr>
        <p:spPr>
          <a:xfrm>
            <a:off x="4679650" y="5595900"/>
            <a:ext cx="283269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Now watch Video 6.1</a:t>
            </a:r>
          </a:p>
        </p:txBody>
      </p:sp>
    </p:spTree>
    <p:extLst>
      <p:ext uri="{BB962C8B-B14F-4D97-AF65-F5344CB8AC3E}">
        <p14:creationId xmlns:p14="http://schemas.microsoft.com/office/powerpoint/2010/main" val="1378247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Activity 6.1: Inserting a cut-out into a new background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169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6.2: Impossible creature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6869" y="2092237"/>
            <a:ext cx="3972374" cy="389208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BD85659-8ADE-4B2A-8257-1050C06E39F2}"/>
              </a:ext>
            </a:extLst>
          </p:cNvPr>
          <p:cNvSpPr/>
          <p:nvPr/>
        </p:nvSpPr>
        <p:spPr>
          <a:xfrm>
            <a:off x="1589632" y="1960786"/>
            <a:ext cx="5412485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Your final challenge is to use your image editing skills to create an impossible creature, just like the one in the photograph.</a:t>
            </a:r>
          </a:p>
          <a:p>
            <a:pPr>
              <a:spcAft>
                <a:spcPts val="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spcAft>
                <a:spcPts val="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need to use the </a:t>
            </a: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'Rectangle Select Tool'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to select part of each animal.</a:t>
            </a:r>
          </a:p>
          <a:p>
            <a:pPr>
              <a:spcAft>
                <a:spcPts val="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need to use the </a:t>
            </a: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'Scale Tool'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to match the parts of the two animals together.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978861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541</TotalTime>
  <Words>91</Words>
  <Application>Microsoft Office PowerPoint</Application>
  <PresentationFormat>Widescreen</PresentationFormat>
  <Paragraphs>21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Symbol</vt:lpstr>
      <vt:lpstr>Office Theme</vt:lpstr>
      <vt:lpstr>Getting started</vt:lpstr>
      <vt:lpstr>Objectives</vt:lpstr>
      <vt:lpstr>PowerPoint Presentation</vt:lpstr>
      <vt:lpstr>Inserting a cut-out into a new backgound</vt:lpstr>
      <vt:lpstr>Activity 6.1: Inserting a cut-out into a new background</vt:lpstr>
      <vt:lpstr>Activity 6.2: Impossible creature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25</cp:revision>
  <dcterms:created xsi:type="dcterms:W3CDTF">2020-11-04T15:22:46Z</dcterms:created>
  <dcterms:modified xsi:type="dcterms:W3CDTF">2021-06-10T16:11:46Z</dcterms:modified>
</cp:coreProperties>
</file>