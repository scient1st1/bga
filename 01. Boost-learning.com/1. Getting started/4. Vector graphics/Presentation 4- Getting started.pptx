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74" r:id="rId6"/>
    <p:sldId id="275" r:id="rId7"/>
    <p:sldId id="276" r:id="rId8"/>
    <p:sldId id="263" r:id="rId9"/>
    <p:sldId id="28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2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9B4"/>
    <a:srgbClr val="E84E0E"/>
    <a:srgbClr val="ED8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34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20" y="23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14/05/2021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14/05/2021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14/05/2021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14/05/2021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14/05/2021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14/05/2021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14/05/2021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14/05/2021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14/05/2021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14/05/2021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rectangle&#10;&#10;Description automatically generated">
            <a:extLst>
              <a:ext uri="{FF2B5EF4-FFF2-40B4-BE49-F238E27FC236}">
                <a16:creationId xmlns:a16="http://schemas.microsoft.com/office/drawing/2014/main" id="{80040EBE-1101-1E45-9013-1637FEE48CC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758"/>
            <a:ext cx="12192000" cy="165619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B9C3-E44C-4313-895D-D43DD1C92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8896" y="3010438"/>
            <a:ext cx="4717104" cy="915850"/>
          </a:xfrm>
        </p:spPr>
        <p:txBody>
          <a:bodyPr>
            <a:normAutofit/>
          </a:bodyPr>
          <a:lstStyle/>
          <a:p>
            <a:pPr algn="l"/>
            <a:r>
              <a:rPr lang="en-GB" b="1" dirty="0"/>
              <a:t>Getting started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46DB13-257C-4484-9CB0-C755672B55D3}"/>
              </a:ext>
            </a:extLst>
          </p:cNvPr>
          <p:cNvSpPr/>
          <p:nvPr/>
        </p:nvSpPr>
        <p:spPr>
          <a:xfrm>
            <a:off x="1378896" y="3926287"/>
            <a:ext cx="2930610" cy="4255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b="1" kern="0" dirty="0">
                <a:solidFill>
                  <a:srgbClr val="E84E0E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Lesson 4: Vector graphics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A8442B-4615-1E43-9F2B-C716E6599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669" y="2531599"/>
            <a:ext cx="3507435" cy="27893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43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4000" y="792000"/>
            <a:ext cx="2903594" cy="766349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268699-9BC3-46AB-BCF2-8098607757C4}"/>
              </a:ext>
            </a:extLst>
          </p:cNvPr>
          <p:cNvSpPr/>
          <p:nvPr/>
        </p:nvSpPr>
        <p:spPr>
          <a:xfrm>
            <a:off x="1584000" y="2028616"/>
            <a:ext cx="8859411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ea typeface="Times New Roman" panose="02020603050405020304" pitchFamily="18" charset="0"/>
              </a:rPr>
              <a:t>In this lesson, you will learn: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features of vector graphics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vector graphic file types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to create vector graphic style images.</a:t>
            </a: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funnel chart&#10;&#10;Description automatically generated">
            <a:extLst>
              <a:ext uri="{FF2B5EF4-FFF2-40B4-BE49-F238E27FC236}">
                <a16:creationId xmlns:a16="http://schemas.microsoft.com/office/drawing/2014/main" id="{15A4E0FE-194D-4DD7-A891-4FFC1BD12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164" y="1845492"/>
            <a:ext cx="5055672" cy="459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6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4000" y="792000"/>
            <a:ext cx="7598501" cy="766349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Vector graphics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9C780D-330F-4641-A1B6-7FED14A815DD}"/>
              </a:ext>
            </a:extLst>
          </p:cNvPr>
          <p:cNvSpPr/>
          <p:nvPr/>
        </p:nvSpPr>
        <p:spPr>
          <a:xfrm>
            <a:off x="1584000" y="1804321"/>
            <a:ext cx="8447767" cy="4438138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GB" sz="2200" b="1" dirty="0">
                <a:solidFill>
                  <a:srgbClr val="0069B4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Vector graphics </a:t>
            </a:r>
            <a:r>
              <a:rPr lang="en-GB" sz="2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 stored as a list of </a:t>
            </a:r>
            <a:r>
              <a:rPr lang="en-GB" sz="2200" b="1" dirty="0">
                <a:solidFill>
                  <a:srgbClr val="0069B4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attributes</a:t>
            </a:r>
            <a:r>
              <a:rPr lang="en-GB" sz="2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GB" sz="2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Larger pictures are made up of shapes called </a:t>
            </a:r>
            <a:r>
              <a:rPr lang="en-GB" sz="2200" b="1" dirty="0">
                <a:solidFill>
                  <a:srgbClr val="0069B4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objects</a:t>
            </a:r>
            <a:r>
              <a:rPr lang="en-GB" sz="2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the attributes for each object are stored separately.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GB" sz="2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attributes include information such as the object’s:</a:t>
            </a:r>
          </a:p>
          <a:p>
            <a:pPr marL="228600" lv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height</a:t>
            </a:r>
          </a:p>
          <a:p>
            <a:pPr marL="228600" lv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width</a:t>
            </a:r>
          </a:p>
          <a:p>
            <a:pPr marL="228600" lv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 and y coordinates for the points</a:t>
            </a:r>
          </a:p>
          <a:p>
            <a:pPr marL="228600" lv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outline colour</a:t>
            </a:r>
          </a:p>
          <a:p>
            <a:pPr marL="228600" lv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 width</a:t>
            </a:r>
          </a:p>
          <a:p>
            <a:pPr marL="228600" lv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fill colour.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GB" sz="2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shape of the object is stored as a set of points, and these are connected together by lines. So, for example, the coordinates of the three corners of a triangle are stored.</a:t>
            </a:r>
          </a:p>
        </p:txBody>
      </p:sp>
    </p:spTree>
    <p:extLst>
      <p:ext uri="{BB962C8B-B14F-4D97-AF65-F5344CB8AC3E}">
        <p14:creationId xmlns:p14="http://schemas.microsoft.com/office/powerpoint/2010/main" val="137824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4000" y="792000"/>
            <a:ext cx="4990055" cy="766349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Editing vector graphics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76B4AD-B88B-41E1-B150-327110B5FEFA}"/>
              </a:ext>
            </a:extLst>
          </p:cNvPr>
          <p:cNvSpPr/>
          <p:nvPr/>
        </p:nvSpPr>
        <p:spPr>
          <a:xfrm>
            <a:off x="1584000" y="2118776"/>
            <a:ext cx="428792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Each object and its attributes can be edited independently.</a:t>
            </a:r>
          </a:p>
          <a:p>
            <a:endParaRPr lang="en-GB" sz="2000" dirty="0"/>
          </a:p>
          <a:p>
            <a:r>
              <a:rPr lang="en-GB" sz="2000" dirty="0"/>
              <a:t>Objects can be re-sized by clicking and dragging on the points.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A9E566-EDC6-B141-8FFC-69AEF2524FE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080" y="2680947"/>
            <a:ext cx="1451322" cy="7663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61C68B-DA22-5649-A6B7-A8FFAE0ACE1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4211" y="2233061"/>
            <a:ext cx="2480665" cy="15169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8BEBF32-471D-5141-ACC4-19F0259334CA}"/>
              </a:ext>
            </a:extLst>
          </p:cNvPr>
          <p:cNvSpPr/>
          <p:nvPr/>
        </p:nvSpPr>
        <p:spPr>
          <a:xfrm>
            <a:off x="1584000" y="3998266"/>
            <a:ext cx="817318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colour and line width can be changed using formatting options.</a:t>
            </a:r>
          </a:p>
          <a:p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is possible to </a:t>
            </a:r>
            <a:r>
              <a:rPr lang="en-GB" sz="2000" b="1" dirty="0">
                <a:solidFill>
                  <a:srgbClr val="0069B4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layer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objects to create a sense of depth or more complex shapes.</a:t>
            </a:r>
          </a:p>
          <a:p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Vector graphics are </a:t>
            </a:r>
            <a:r>
              <a:rPr lang="en-GB" sz="2000" b="1" dirty="0">
                <a:solidFill>
                  <a:srgbClr val="0069B4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scalable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means that they can be enlarged</a:t>
            </a:r>
            <a:r>
              <a:rPr lang="en-GB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without any loss in quality.</a:t>
            </a:r>
          </a:p>
        </p:txBody>
      </p:sp>
    </p:spTree>
    <p:extLst>
      <p:ext uri="{BB962C8B-B14F-4D97-AF65-F5344CB8AC3E}">
        <p14:creationId xmlns:p14="http://schemas.microsoft.com/office/powerpoint/2010/main" val="153826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066" y="791999"/>
            <a:ext cx="7714746" cy="766349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Vector graphic files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49BD34-0A0C-EC4B-898D-58A819CF4563}"/>
              </a:ext>
            </a:extLst>
          </p:cNvPr>
          <p:cNvSpPr/>
          <p:nvPr/>
        </p:nvSpPr>
        <p:spPr>
          <a:xfrm>
            <a:off x="1598066" y="1972573"/>
            <a:ext cx="7341539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 if an object in a vector graphic is quite large, it only uses a small amount of memory because the image is recreated from the attributes.</a:t>
            </a:r>
          </a:p>
          <a:p>
            <a:endParaRPr lang="en-GB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Therefore, the file size of a vector graphic is often quite small.</a:t>
            </a:r>
          </a:p>
          <a:p>
            <a:endParaRPr lang="en-GB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vector graphic formats are: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2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.eps</a:t>
            </a:r>
            <a:r>
              <a:rPr lang="en-GB" sz="2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Encapsulated PostScript File</a:t>
            </a:r>
            <a:endParaRPr lang="en-GB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2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GB" sz="26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svg</a:t>
            </a:r>
            <a:r>
              <a:rPr lang="en-GB" sz="2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Scalable Vector Graphics File</a:t>
            </a:r>
            <a:endParaRPr lang="en-GB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168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4000" y="792000"/>
            <a:ext cx="7979548" cy="766349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Drawing vector-style graphics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E7B8EC-FC08-4EA5-8B8E-FE02FF11DBE6}"/>
              </a:ext>
            </a:extLst>
          </p:cNvPr>
          <p:cNvSpPr/>
          <p:nvPr/>
        </p:nvSpPr>
        <p:spPr>
          <a:xfrm>
            <a:off x="1584000" y="2110763"/>
            <a:ext cx="869578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It is possible to create vector-style graphics in a Word document using ‘Shapes’ on the ‘Insert tab’, or in Google Docs using the ‘Drawing’ tools on the ‘Insert’ tab.</a:t>
            </a:r>
          </a:p>
          <a:p>
            <a:endParaRPr lang="en-GB" sz="2400" dirty="0"/>
          </a:p>
          <a:p>
            <a:r>
              <a:rPr lang="en-GB" sz="2400" dirty="0"/>
              <a:t>Each shape, or object, is inserted and edited in turn.</a:t>
            </a:r>
          </a:p>
          <a:p>
            <a:endParaRPr lang="en-GB" sz="2400" dirty="0"/>
          </a:p>
          <a:p>
            <a:r>
              <a:rPr lang="en-GB" sz="2400" dirty="0"/>
              <a:t>Objects can be layered or can be grouped together to make it easier to re-size or move them.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B9E11C-0981-408A-BEFA-346B6F795ABE}"/>
              </a:ext>
            </a:extLst>
          </p:cNvPr>
          <p:cNvSpPr/>
          <p:nvPr/>
        </p:nvSpPr>
        <p:spPr>
          <a:xfrm>
            <a:off x="4679650" y="5703111"/>
            <a:ext cx="28326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/>
              <a:t>Now watch Video 4.1</a:t>
            </a:r>
          </a:p>
        </p:txBody>
      </p:sp>
    </p:spTree>
    <p:extLst>
      <p:ext uri="{BB962C8B-B14F-4D97-AF65-F5344CB8AC3E}">
        <p14:creationId xmlns:p14="http://schemas.microsoft.com/office/powerpoint/2010/main" val="3659595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632" y="796072"/>
            <a:ext cx="10037685" cy="86574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4.1: Vector graphic pictures </a:t>
            </a:r>
          </a:p>
        </p:txBody>
      </p:sp>
      <p:pic>
        <p:nvPicPr>
          <p:cNvPr id="7" name="Picture 6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62A7587-2770-884B-AF87-E2525B4C8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447" y="1961611"/>
            <a:ext cx="444110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437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17E3F-6113-284B-87E4-59D3B2D0D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720" y="796066"/>
            <a:ext cx="10515600" cy="82833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Quiz 4 </a:t>
            </a:r>
            <a:endParaRPr lang="en-US" dirty="0"/>
          </a:p>
        </p:txBody>
      </p:sp>
      <p:pic>
        <p:nvPicPr>
          <p:cNvPr id="7" name="Picture 6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9BEC9111-FADA-F045-8B9E-65BCA81C8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447" y="1959731"/>
            <a:ext cx="444110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852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350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Symbol</vt:lpstr>
      <vt:lpstr>Office Theme</vt:lpstr>
      <vt:lpstr>Getting started</vt:lpstr>
      <vt:lpstr>Objectives</vt:lpstr>
      <vt:lpstr>PowerPoint Presentation</vt:lpstr>
      <vt:lpstr>Vector graphics </vt:lpstr>
      <vt:lpstr>Editing vector graphics </vt:lpstr>
      <vt:lpstr>Vector graphic files </vt:lpstr>
      <vt:lpstr>Drawing vector-style graphics </vt:lpstr>
      <vt:lpstr>Activity 4.1: Vector graphic pictures </vt:lpstr>
      <vt:lpstr>Quiz 4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Lea Albrechtsen</cp:lastModifiedBy>
  <cp:revision>30</cp:revision>
  <dcterms:created xsi:type="dcterms:W3CDTF">2020-11-04T15:22:46Z</dcterms:created>
  <dcterms:modified xsi:type="dcterms:W3CDTF">2021-05-14T16:38:11Z</dcterms:modified>
</cp:coreProperties>
</file>