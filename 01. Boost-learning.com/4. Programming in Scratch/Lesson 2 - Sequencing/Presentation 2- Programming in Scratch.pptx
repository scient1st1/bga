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3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613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68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24/05/2021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F46-9591-E444-B749-96268477A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958" y="3010438"/>
            <a:ext cx="5931016" cy="915850"/>
          </a:xfrm>
        </p:spPr>
        <p:txBody>
          <a:bodyPr>
            <a:noAutofit/>
          </a:bodyPr>
          <a:lstStyle/>
          <a:p>
            <a:pPr algn="l"/>
            <a:r>
              <a:rPr lang="en-GB" sz="4800" b="1" dirty="0"/>
              <a:t>Programming in Scratch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391723" y="3926287"/>
            <a:ext cx="50319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rgbClr val="E30613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2:  Sequencing </a:t>
            </a:r>
            <a:endParaRPr lang="en-GB" sz="2000" b="1" dirty="0">
              <a:solidFill>
                <a:srgbClr val="E3061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7B39F-99FC-432D-B100-95B9F0B1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69" y="2704323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627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413" y="80689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C36740-8540-4D8B-8D9C-EA9F1DCA5808}"/>
              </a:ext>
            </a:extLst>
          </p:cNvPr>
          <p:cNvSpPr/>
          <p:nvPr/>
        </p:nvSpPr>
        <p:spPr>
          <a:xfrm>
            <a:off x="1610413" y="2397948"/>
            <a:ext cx="6096000" cy="24314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</a:rPr>
              <a:t>In this lesson, you will learn how to: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break down a complex problem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use sequencing to solve problems with multiple parts</a:t>
            </a: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identify patterns and construct code with as few blocks as possible.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02881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Sequencing blocks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D50FE-CE84-460E-B8C7-224F80E0B881}"/>
              </a:ext>
            </a:extLst>
          </p:cNvPr>
          <p:cNvSpPr/>
          <p:nvPr/>
        </p:nvSpPr>
        <p:spPr>
          <a:xfrm>
            <a:off x="1668609" y="2300581"/>
            <a:ext cx="57975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Write the numbers of the blocks in the correct order to build a program that will create the following drawing:</a:t>
            </a:r>
          </a:p>
          <a:p>
            <a:pPr>
              <a:spcAft>
                <a:spcPts val="0"/>
              </a:spcAft>
            </a:pPr>
            <a:endParaRPr lang="en-GB" sz="2400" dirty="0">
              <a:ea typeface="Times New Roman" panose="02020603050405020304" pitchFamily="18" charset="0"/>
            </a:endParaRPr>
          </a:p>
          <a:p>
            <a:r>
              <a:rPr lang="en-GB" sz="2400" b="1" dirty="0"/>
              <a:t>HINT:</a:t>
            </a:r>
            <a:r>
              <a:rPr lang="en-GB" sz="2400" dirty="0"/>
              <a:t> You can use blocks more than once.</a:t>
            </a: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5B32091F-949A-CE40-9359-B12716ADFD6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587521" y="4137051"/>
            <a:ext cx="2905125" cy="1938992"/>
          </a:xfrm>
          <a:prstGeom prst="rect">
            <a:avLst/>
          </a:prstGeom>
          <a:ln/>
        </p:spPr>
      </p:pic>
      <p:pic>
        <p:nvPicPr>
          <p:cNvPr id="9" name="image2.png">
            <a:extLst>
              <a:ext uri="{FF2B5EF4-FFF2-40B4-BE49-F238E27FC236}">
                <a16:creationId xmlns:a16="http://schemas.microsoft.com/office/drawing/2014/main" id="{1D95E5FB-233A-B343-9586-F4D798A58AB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774030" y="2305878"/>
            <a:ext cx="1788009" cy="346875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162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2.1: Drawing a hexagon 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A157F4E7-DBF3-D044-8DDD-F72B69C65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506" y="1877575"/>
            <a:ext cx="3929293" cy="38498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C95DB3-DE5B-A347-BCCC-45001B53EF78}"/>
              </a:ext>
            </a:extLst>
          </p:cNvPr>
          <p:cNvSpPr/>
          <p:nvPr/>
        </p:nvSpPr>
        <p:spPr>
          <a:xfrm>
            <a:off x="679725" y="5057621"/>
            <a:ext cx="29552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ABEA0D-368E-154A-A583-3398C6EBBDEF}"/>
              </a:ext>
            </a:extLst>
          </p:cNvPr>
          <p:cNvSpPr/>
          <p:nvPr/>
        </p:nvSpPr>
        <p:spPr>
          <a:xfrm>
            <a:off x="3893557" y="5057621"/>
            <a:ext cx="31538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extension activity 2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4192C2-9A86-458D-A4DF-3CDB1E46E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25" y="2821577"/>
            <a:ext cx="2965189" cy="2236044"/>
          </a:xfrm>
          <a:prstGeom prst="rect">
            <a:avLst/>
          </a:prstGeom>
        </p:spPr>
      </p:pic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B341299-F588-4220-8FF6-1CB69C05F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557" y="2821578"/>
            <a:ext cx="2965188" cy="22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25" y="815951"/>
            <a:ext cx="9753599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Solving complex problems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BE3F4-C108-451B-99D9-0BC0BC54E6E7}"/>
              </a:ext>
            </a:extLst>
          </p:cNvPr>
          <p:cNvSpPr/>
          <p:nvPr/>
        </p:nvSpPr>
        <p:spPr>
          <a:xfrm>
            <a:off x="1609825" y="1973180"/>
            <a:ext cx="89972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So far, the drawings you have created have involved just one shape.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More complex drawings are made up of different shapes.</a:t>
            </a:r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D6264649-26B6-304F-A589-AD02BEADFFE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068688" y="3457689"/>
            <a:ext cx="3087485" cy="27203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67" y="815637"/>
            <a:ext cx="979335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2.2: Creating a picture </a:t>
            </a:r>
          </a:p>
        </p:txBody>
      </p:sp>
      <p:pic>
        <p:nvPicPr>
          <p:cNvPr id="13" name="Picture 12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ADE4A17-2536-E44A-8CE9-F527D3832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57697"/>
            <a:ext cx="4587567" cy="44948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8D6FFE-C91C-1747-8AA8-A7A7482E6698}"/>
              </a:ext>
            </a:extLst>
          </p:cNvPr>
          <p:cNvSpPr/>
          <p:nvPr/>
        </p:nvSpPr>
        <p:spPr>
          <a:xfrm>
            <a:off x="1608567" y="5430942"/>
            <a:ext cx="283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5727700" algn="r"/>
              </a:tabLs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</a:rPr>
              <a:t>Example of finished solution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A81BEA86-0AA7-BC49-8AE2-2225E4AEA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567" y="2262746"/>
            <a:ext cx="3500146" cy="301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Quiz 2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3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130</Words>
  <Application>Microsoft Macintosh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Programming in Scratch</vt:lpstr>
      <vt:lpstr>Objectives</vt:lpstr>
      <vt:lpstr>Sequencing blocks </vt:lpstr>
      <vt:lpstr>Activity 2.1: Drawing a hexagon </vt:lpstr>
      <vt:lpstr>Solving complex problems </vt:lpstr>
      <vt:lpstr>Activity 2.2: Creating a picture </vt:lpstr>
      <vt:lpstr>Quiz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James Bullivant</cp:lastModifiedBy>
  <cp:revision>32</cp:revision>
  <dcterms:created xsi:type="dcterms:W3CDTF">2020-11-04T15:22:46Z</dcterms:created>
  <dcterms:modified xsi:type="dcterms:W3CDTF">2021-05-24T14:43:08Z</dcterms:modified>
</cp:coreProperties>
</file>