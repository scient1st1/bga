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A picture containing text, tool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2928"/>
            <a:ext cx="12192000" cy="16589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3251" y="2971075"/>
            <a:ext cx="731106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GB" sz="5400"/>
              <a:t>Advanced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573915" y="3886925"/>
            <a:ext cx="3350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Lessons 5 and 6: Quiz (Part 1) </a:t>
            </a:r>
            <a:endParaRPr b="1" i="0" sz="2000" u="none" cap="none" strike="noStrike">
              <a:solidFill>
                <a:srgbClr val="B612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9924" y="2865016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76857" y="80689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76857" y="2274838"/>
            <a:ext cx="8541178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series of questions, answers and feedback for a quiz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knowledge of drop-down lists and the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VLOOKUP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to begin developing a self-marking quiz using a spreadsheet.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63544" y="813732"/>
            <a:ext cx="9773478" cy="805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63543" y="2136338"/>
            <a:ext cx="820662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are going to use your knowledge of spreadsheets to create a five-question self-marking quiz.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quiz should include four questions that use drop-down lists to allow the user to select their answer and one question that uses check boxes.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record a macro to calculate the score and give bespoke feedback for each answer selected.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you will need to record a macro to reset the spreadsheet ready for the next user.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8399584" y="5546701"/>
            <a:ext cx="33647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5.1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578133" y="804431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using drop-down lists 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578133" y="2249455"/>
            <a:ext cx="957357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task is to write the four questions that will use drop-down lists.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question must have three answers to choose from.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answer must have bespoke feedback. </a:t>
            </a:r>
            <a:endParaRPr/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6066" y="3923169"/>
            <a:ext cx="6404021" cy="21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Quiz questions (Part 1)</a:t>
            </a:r>
            <a:endParaRPr/>
          </a:p>
        </p:txBody>
      </p:sp>
      <p:pic>
        <p:nvPicPr>
          <p:cNvPr descr="A picture containing athletic game, basketball, sport&#10;&#10;Description automatically generated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566644" y="815010"/>
            <a:ext cx="9753600" cy="820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using check boxes 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600201" y="1913044"/>
            <a:ext cx="959126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last question needs to allow the user to select their answer using check boxes.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question needs to have five answers to choose from.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correct the question should require three, and only three, of the boxes to be ticked. You will need to indicate which of the three answers needs to be ticked.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775" y="3975339"/>
            <a:ext cx="7921486" cy="128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</a:t>
            </a:r>
            <a:r>
              <a:rPr lang="en-GB">
                <a:solidFill>
                  <a:schemeClr val="lt1"/>
                </a:solidFill>
              </a:rPr>
              <a:t>5.1 Quiz questions (Part 2)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1566644" y="815010"/>
            <a:ext cx="9753600" cy="820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Setting up the drop-down questions </a:t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1566644" y="2146650"/>
            <a:ext cx="919643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are now going to begin developing your quiz spreadsheet.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the first four questions into the spreadsheet.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look-up tables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on the right-hand side of the spreadsheet, for Questions 1 to 4, listing the answers and the feedback for each answer.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look-up tables to create drop-down lists to select the answers.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VLOOKUP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 to give the appropriate feedback when each answer is selected.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Quiz (Part 1)</a:t>
            </a:r>
            <a:endParaRPr/>
          </a:p>
        </p:txBody>
      </p:sp>
      <p:pic>
        <p:nvPicPr>
          <p:cNvPr descr="A picture containing athletic game, basketball, sport&#10;&#10;Description automatically generated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