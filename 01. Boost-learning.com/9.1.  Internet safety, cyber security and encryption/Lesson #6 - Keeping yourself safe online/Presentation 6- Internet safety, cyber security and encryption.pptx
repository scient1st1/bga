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80" r:id="rId5"/>
    <p:sldId id="2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2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09/05/2021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8E162879-1CE5-EF46-AF8E-A0A77F5B7A12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9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583" y="2929767"/>
            <a:ext cx="9920500" cy="91585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Internet safety, cyber security</a:t>
            </a:r>
            <a:br>
              <a:rPr lang="en-GB" b="1" dirty="0"/>
            </a:br>
            <a:r>
              <a:rPr lang="en-GB" b="1" dirty="0"/>
              <a:t>and encryption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278882" y="3845617"/>
            <a:ext cx="42704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accent6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6: Keeping yourself safe online </a:t>
            </a:r>
            <a:endParaRPr lang="en-GB" sz="2000" b="1" dirty="0">
              <a:solidFill>
                <a:schemeClr val="accent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B04D9-E080-9D4B-853A-22B67AD09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71" y="3429000"/>
            <a:ext cx="2937412" cy="2443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483" y="82494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45483" y="2066398"/>
            <a:ext cx="895023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ea typeface="Times New Roman" panose="02020603050405020304" pitchFamily="18" charset="0"/>
              </a:rPr>
              <a:t>recall your prior learning about internet safety, cyber security and encryption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ea typeface="Times New Roman" panose="02020603050405020304" pitchFamily="18" charset="0"/>
              </a:rPr>
              <a:t>use key vocabulary relating to internet safety, cyber security and encryption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ea typeface="Times New Roman" panose="02020603050405020304" pitchFamily="18" charset="0"/>
              </a:rPr>
              <a:t>understand the important things you need to do to keep yourself safe online.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978341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6.1: Knowledge organisers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17DE5-0938-4948-BA42-BFBFF8F1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186" y="2009506"/>
            <a:ext cx="4115628" cy="40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0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978341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6.2: What do you know?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17DE5-0938-4948-BA42-BFBFF8F1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462" y="1979689"/>
            <a:ext cx="4115628" cy="40434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9DF37B-49B7-D642-AA79-41137355A110}"/>
              </a:ext>
            </a:extLst>
          </p:cNvPr>
          <p:cNvSpPr/>
          <p:nvPr/>
        </p:nvSpPr>
        <p:spPr>
          <a:xfrm>
            <a:off x="6592340" y="5093012"/>
            <a:ext cx="51906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ea typeface="Times New Roman" panose="02020603050405020304" pitchFamily="18" charset="0"/>
                <a:cs typeface="Calibri" panose="020F0502020204030204" pitchFamily="34" charset="0"/>
              </a:rPr>
              <a:t>Now complete Interactive 6.2</a:t>
            </a:r>
            <a:r>
              <a:rPr lang="en-GB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3918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9783417" cy="855801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6.3: Mnemonic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17DE5-0938-4948-BA42-BFBFF8F1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382" y="2059202"/>
            <a:ext cx="4115628" cy="40434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686429-D3D2-5945-83F8-47ECC62828B7}"/>
              </a:ext>
            </a:extLst>
          </p:cNvPr>
          <p:cNvSpPr/>
          <p:nvPr/>
        </p:nvSpPr>
        <p:spPr>
          <a:xfrm>
            <a:off x="6096000" y="2270947"/>
            <a:ext cx="51550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ea typeface="Times New Roman" panose="02020603050405020304" pitchFamily="18" charset="0"/>
                <a:cs typeface="Calibri" panose="020F0502020204030204" pitchFamily="34" charset="0"/>
              </a:rPr>
              <a:t>Create a mnemonic to help you recall some of the key aspects of this unit.</a:t>
            </a:r>
            <a:endParaRPr lang="en-GB" sz="28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69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98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Internet safety, cyber security and encryption</vt:lpstr>
      <vt:lpstr>Objectives</vt:lpstr>
      <vt:lpstr>Activity 6.1: Knowledge organisers </vt:lpstr>
      <vt:lpstr>Activity 6.2: What do you know? </vt:lpstr>
      <vt:lpstr>Activity 6.3: Mnemonic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Jane Fairnie</cp:lastModifiedBy>
  <cp:revision>32</cp:revision>
  <dcterms:created xsi:type="dcterms:W3CDTF">2020-11-04T15:22:46Z</dcterms:created>
  <dcterms:modified xsi:type="dcterms:W3CDTF">2021-05-09T08:47:56Z</dcterms:modified>
</cp:coreProperties>
</file>