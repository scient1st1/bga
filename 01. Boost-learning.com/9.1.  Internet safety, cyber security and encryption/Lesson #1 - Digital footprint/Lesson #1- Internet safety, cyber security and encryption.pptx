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tGYXN1JO8XjQ3yY1lC8c+LekJ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9561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1646583" y="2929767"/>
            <a:ext cx="9920500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Internet safety, cyber security</a:t>
            </a:r>
            <a:br>
              <a:rPr b="1" lang="en-GB"/>
            </a:br>
            <a:r>
              <a:rPr b="1" lang="en-GB"/>
              <a:t>and encryption</a:t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4636690" y="3928233"/>
            <a:ext cx="291861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Lesson 1: Digital footprint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9671" y="3429000"/>
            <a:ext cx="2937412" cy="244392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/>
          <p:nvPr>
            <p:ph type="title"/>
          </p:nvPr>
        </p:nvSpPr>
        <p:spPr>
          <a:xfrm>
            <a:off x="1545483" y="82494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1545483" y="2066398"/>
            <a:ext cx="8950239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names of different social media platforms, and their typical audiences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employers and other people use social media to make decisions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potential impacts of making posts to social media platforms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tips for using social media responsibly.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type="title"/>
          </p:nvPr>
        </p:nvSpPr>
        <p:spPr>
          <a:xfrm>
            <a:off x="1580322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International Space Organisation 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632573" y="2518843"/>
            <a:ext cx="4097667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been hired by the International Space Organisation as a cyber security expert.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be required to carry out a series of tasks over the next few lessons to defend the ISO against cyber security risks.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person, computer, electronics&#10;&#10;Description automatically generated"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634840"/>
            <a:ext cx="5277394" cy="278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27176">
            <a:off x="3790258" y="3710647"/>
            <a:ext cx="4611485" cy="28986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>
            <p:ph type="title"/>
          </p:nvPr>
        </p:nvSpPr>
        <p:spPr>
          <a:xfrm>
            <a:off x="1620078" y="795131"/>
            <a:ext cx="9733721" cy="895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Applications for astronaut training 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1620078" y="2044286"/>
            <a:ext cx="9490807" cy="1812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The International Space Organisation has just received the applications for the next batch of trainee astronauts.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Before it considers which applicants to hire, the ISO has asked you to look at the applicants’ </a:t>
            </a:r>
            <a:r>
              <a:rPr b="1" lang="en-GB">
                <a:solidFill>
                  <a:srgbClr val="548135"/>
                </a:solidFill>
              </a:rPr>
              <a:t>social media</a:t>
            </a:r>
            <a:r>
              <a:rPr lang="en-GB">
                <a:solidFill>
                  <a:srgbClr val="548135"/>
                </a:solidFill>
              </a:rPr>
              <a:t> </a:t>
            </a:r>
            <a:r>
              <a:rPr b="1" lang="en-GB">
                <a:solidFill>
                  <a:srgbClr val="548135"/>
                </a:solidFill>
              </a:rPr>
              <a:t>profiles</a:t>
            </a:r>
            <a:r>
              <a:rPr lang="en-GB">
                <a:solidFill>
                  <a:srgbClr val="548135"/>
                </a:solidFill>
              </a:rPr>
              <a:t> </a:t>
            </a:r>
            <a:r>
              <a:rPr lang="en-GB"/>
              <a:t>and check for anything that might be concerning.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1570376" y="834875"/>
            <a:ext cx="85392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1.1: Social media platforms</a:t>
            </a:r>
            <a:endParaRPr/>
          </a:p>
        </p:txBody>
      </p:sp>
      <p:pic>
        <p:nvPicPr>
          <p:cNvPr descr="A picture containing athletic game, basketball, sport&#10;&#10;Description automatically generated"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874" y="1956918"/>
            <a:ext cx="4624251" cy="453078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>
            <p:ph type="title"/>
          </p:nvPr>
        </p:nvSpPr>
        <p:spPr>
          <a:xfrm>
            <a:off x="326280" y="5707075"/>
            <a:ext cx="26001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accent1"/>
                </a:solidFill>
              </a:rPr>
              <a:t>DO NOW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1600200" y="844826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Problems with social media posts 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7193280" y="2959508"/>
            <a:ext cx="3949336" cy="214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What did Alina do wrong?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What conclusions might a future employer draw from Alina’s Facebook post?</a:t>
            </a:r>
            <a:endParaRPr/>
          </a:p>
        </p:txBody>
      </p:sp>
      <p:pic>
        <p:nvPicPr>
          <p:cNvPr descr="Graphical user interface, text, application&#10;&#10;Description automatically generated"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618" y="1846545"/>
            <a:ext cx="5305262" cy="485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1560442" y="83488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What did James do wrong?</a:t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3084497" y="4927644"/>
            <a:ext cx="6023006" cy="994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What conclusions might an employer draw from James’ post on social media?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descr="Graphical user interface, text, application&#10;&#10;Description automatically generated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4497" y="2335856"/>
            <a:ext cx="6023006" cy="2186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&#10;&#10;Description automatically generated"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953" y="2613991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 txBox="1"/>
          <p:nvPr>
            <p:ph type="title"/>
          </p:nvPr>
        </p:nvSpPr>
        <p:spPr>
          <a:xfrm>
            <a:off x="1600200" y="815009"/>
            <a:ext cx="9753600" cy="875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Dos and Don’ts of social media </a:t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1600200" y="2349603"/>
            <a:ext cx="878041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best way to make sure your digital footprint is good and reflects well on you is to avoid posting anything unpleasant.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470953" y="3429000"/>
            <a:ext cx="590966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remember the human. That person who posted something angry might be lovely most of the time, but having a bad day. Take a breath and don’t respond straight away. Getting into an argument on the internet is always a bad idea …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1600200" y="2108095"/>
            <a:ext cx="840850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five top tips to help protect your digital footprint (and yourself!).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en-GB" sz="24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privacy settings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that only people you allow can see your posts.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some information to yourself, including your address, school and phone number, and your real name if possible.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picture of anything, except you, as your </a:t>
            </a:r>
            <a:r>
              <a:rPr b="1" lang="en-GB" sz="24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avatar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and report people who are mean, unpleasant or nasty.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permission before you post photographs of other people.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1570382" y="834887"/>
            <a:ext cx="10296940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1.2: Dos and Don’ts for Social Media</a:t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7777668" y="5276094"/>
            <a:ext cx="424770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complete Interactive 1.2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athletic game, basketball, sport&#10;&#10;Description automatically generated"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874" y="1956918"/>
            <a:ext cx="4624251" cy="453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1570382" y="834887"/>
            <a:ext cx="10296940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1.3: Job applications</a:t>
            </a:r>
            <a:endParaRPr/>
          </a:p>
        </p:txBody>
      </p:sp>
      <p:pic>
        <p:nvPicPr>
          <p:cNvPr descr="A picture containing athletic game, basketball, sport&#10;&#10;Description automatically generated"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874" y="1956918"/>
            <a:ext cx="4624251" cy="453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1570382" y="834887"/>
            <a:ext cx="10296940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1</a:t>
            </a:r>
            <a:endParaRPr/>
          </a:p>
        </p:txBody>
      </p:sp>
      <p:pic>
        <p:nvPicPr>
          <p:cNvPr descr="A picture containing athletic game, basketball, sport&#10;&#10;Description automatically generated"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874" y="1956918"/>
            <a:ext cx="4624251" cy="453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2020-11-04T15:22:46Z</dcterms:created>
  <dc:creator>Lea Albrechtsen</dc:creator>
</cp:coreProperties>
</file>