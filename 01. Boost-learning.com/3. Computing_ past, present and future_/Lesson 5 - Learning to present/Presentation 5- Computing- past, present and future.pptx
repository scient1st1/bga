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7" r:id="rId3"/>
    <p:sldId id="258" r:id="rId4"/>
    <p:sldId id="259" r:id="rId5"/>
    <p:sldId id="282" r:id="rId6"/>
    <p:sldId id="274" r:id="rId7"/>
    <p:sldId id="275" r:id="rId8"/>
    <p:sldId id="28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  <p:cmAuthor id="2" name="Guest User" initials="GU" lastIdx="1" clrIdx="1">
    <p:extLst>
      <p:ext uri="{19B8F6BF-5375-455C-9EA6-DF929625EA0E}">
        <p15:presenceInfo xmlns:p15="http://schemas.microsoft.com/office/powerpoint/2012/main" userId="S::urn:spo:anon#b0b5e468eb879ddb4bbe1670ff9506d1c7b1747733fcba6b855d1820ab7164f0::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0075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FC59D3-C0AE-1851-9E39-AB7D1E953CC1}" v="1" dt="2021-05-01T20:17:59.7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hape, rectangle&#10;&#10;Description automatically generated">
            <a:extLst>
              <a:ext uri="{FF2B5EF4-FFF2-40B4-BE49-F238E27FC236}">
                <a16:creationId xmlns:a16="http://schemas.microsoft.com/office/drawing/2014/main" id="{9E872171-DDA3-8241-A182-0AFA884F91D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94"/>
            <a:ext cx="12192000" cy="1616288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2807664" y="4165132"/>
            <a:ext cx="32883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0075BE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5: Learning to present</a:t>
            </a:r>
          </a:p>
          <a:p>
            <a:endParaRPr lang="en-GB" sz="2000" b="1" dirty="0">
              <a:solidFill>
                <a:srgbClr val="0075BE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E5778-FF08-4B99-B822-52F22D0D1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868" y="2740504"/>
            <a:ext cx="1519603" cy="28492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523741E-2DB0-46E0-910C-A87026F962D6}"/>
              </a:ext>
            </a:extLst>
          </p:cNvPr>
          <p:cNvSpPr txBox="1">
            <a:spLocks/>
          </p:cNvSpPr>
          <p:nvPr/>
        </p:nvSpPr>
        <p:spPr>
          <a:xfrm>
            <a:off x="906011" y="2642532"/>
            <a:ext cx="6048462" cy="1522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4400" b="1" dirty="0"/>
              <a:t>Computing: </a:t>
            </a:r>
          </a:p>
          <a:p>
            <a:pPr algn="r"/>
            <a:r>
              <a:rPr lang="en-GB" sz="4400" b="1" dirty="0"/>
              <a:t>past, present and future</a:t>
            </a:r>
          </a:p>
        </p:txBody>
      </p:sp>
    </p:spTree>
    <p:extLst>
      <p:ext uri="{BB962C8B-B14F-4D97-AF65-F5344CB8AC3E}">
        <p14:creationId xmlns:p14="http://schemas.microsoft.com/office/powerpoint/2010/main" val="71970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413" y="798504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491288-4946-45B1-B65E-CD47ACDBD79E}"/>
              </a:ext>
            </a:extLst>
          </p:cNvPr>
          <p:cNvSpPr/>
          <p:nvPr/>
        </p:nvSpPr>
        <p:spPr>
          <a:xfrm>
            <a:off x="1610413" y="2286475"/>
            <a:ext cx="6854079" cy="24458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In this lesson, you will: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learn how to deliver a good presentation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 and deliver a presentation about the history of computing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 the presentations delivered by your classmates.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FF940B98-4D0A-47EA-8BAF-67D3E58AE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7108" y="2145142"/>
            <a:ext cx="7297783" cy="41050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7ED088-5986-47B1-B373-0ACCFEEDE9C8}"/>
              </a:ext>
            </a:extLst>
          </p:cNvPr>
          <p:cNvSpPr txBox="1"/>
          <p:nvPr/>
        </p:nvSpPr>
        <p:spPr>
          <a:xfrm>
            <a:off x="4393473" y="3735978"/>
            <a:ext cx="3405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Watch Videos 5.1 A and B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865B69E-D8E7-4202-8824-C4808328F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911" y="787653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Who delivers the better presentation?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911" y="787653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dos and don’ts of good presentations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58124E-82C7-4BAC-840D-9BFEF075D348}"/>
              </a:ext>
            </a:extLst>
          </p:cNvPr>
          <p:cNvSpPr/>
          <p:nvPr/>
        </p:nvSpPr>
        <p:spPr>
          <a:xfrm>
            <a:off x="1594910" y="2158892"/>
            <a:ext cx="6604873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dirty="0"/>
              <a:t>DO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400" dirty="0"/>
              <a:t>Look at the audience.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400" dirty="0"/>
              <a:t>Talk about the information on the slides.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400" dirty="0"/>
              <a:t>Speak loudly and clearly.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400" dirty="0"/>
              <a:t>Give the audience time to fully absorb the information on each slide before moving 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400" dirty="0"/>
              <a:t>Keep to the time limit you’ve been given.</a:t>
            </a:r>
          </a:p>
          <a:p>
            <a:endParaRPr lang="en-GB" dirty="0"/>
          </a:p>
        </p:txBody>
      </p:sp>
      <p:pic>
        <p:nvPicPr>
          <p:cNvPr id="5" name="Picture 4" descr="A picture containing bubble chart&#10;&#10;Description automatically generated">
            <a:extLst>
              <a:ext uri="{FF2B5EF4-FFF2-40B4-BE49-F238E27FC236}">
                <a16:creationId xmlns:a16="http://schemas.microsoft.com/office/drawing/2014/main" id="{9C713232-F7A8-4C7C-8CD9-FAA4381CF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1212" y="2158892"/>
            <a:ext cx="3337467" cy="34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911" y="787653"/>
            <a:ext cx="9733721" cy="835923"/>
          </a:xfrm>
        </p:spPr>
        <p:txBody>
          <a:bodyPr/>
          <a:lstStyle/>
          <a:p>
            <a:r>
              <a:rPr lang="en-GB" b="1">
                <a:solidFill>
                  <a:schemeClr val="bg1"/>
                </a:solidFill>
              </a:rPr>
              <a:t>The dos and don’ts of good presentations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58124E-82C7-4BAC-840D-9BFEF075D348}"/>
              </a:ext>
            </a:extLst>
          </p:cNvPr>
          <p:cNvSpPr/>
          <p:nvPr/>
        </p:nvSpPr>
        <p:spPr>
          <a:xfrm>
            <a:off x="1463513" y="2119136"/>
            <a:ext cx="6604873" cy="3973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dirty="0"/>
              <a:t>DON’T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b="1" dirty="0"/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Stand in front of the screen.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Stand with your back to the audience.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Read the text on the slides.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Talk too quickly, mumble or gesticulate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 too much.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Move through the slides too quickly.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Overrun the time limit you’ve been given.</a:t>
            </a:r>
          </a:p>
          <a:p>
            <a:endParaRPr lang="en-GB" dirty="0"/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B5422748-5FAC-4797-A519-294545749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1212" y="2158892"/>
            <a:ext cx="3337467" cy="3438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625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5.1: Rehearsing your presentation 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772" y="1768244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0ADDC16-3348-814F-A0FA-21B29334138D}"/>
              </a:ext>
            </a:extLst>
          </p:cNvPr>
          <p:cNvSpPr/>
          <p:nvPr/>
        </p:nvSpPr>
        <p:spPr>
          <a:xfrm>
            <a:off x="1589632" y="1950181"/>
            <a:ext cx="3837133" cy="4318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ea typeface="Arial" panose="020B0604020202020204" pitchFamily="34" charset="0"/>
              </a:rPr>
              <a:t>Rehearse your two-minute presentation on the history of computing.</a:t>
            </a:r>
          </a:p>
          <a:p>
            <a:pPr marL="34290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ea typeface="Arial" panose="020B0604020202020204" pitchFamily="34" charset="0"/>
              </a:rPr>
              <a:t>If you are working in pairs or groups, decide which slide or slides each of you will be presenting.</a:t>
            </a:r>
          </a:p>
          <a:p>
            <a:pPr marL="34290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ea typeface="Arial" panose="020B0604020202020204" pitchFamily="34" charset="0"/>
              </a:rPr>
              <a:t>Work out what you want to say and practise giving the presentation as many times as you can. Practise, as they say, makes perfect.</a:t>
            </a:r>
            <a:endParaRPr lang="en-GB" sz="2000" dirty="0">
              <a:effectLst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818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1" y="786103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5.2: Delivering the presentations</a:t>
            </a:r>
          </a:p>
        </p:txBody>
      </p:sp>
      <p:pic>
        <p:nvPicPr>
          <p:cNvPr id="6" name="Picture 5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72B11F31-B054-6841-B864-F17E43CEE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890069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214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5325" y="1864798"/>
            <a:ext cx="4543301" cy="445146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E454DA2-BF42-4A17-974C-14F23A4E4D55}"/>
              </a:ext>
            </a:extLst>
          </p:cNvPr>
          <p:cNvSpPr txBox="1">
            <a:spLocks/>
          </p:cNvSpPr>
          <p:nvPr/>
        </p:nvSpPr>
        <p:spPr>
          <a:xfrm>
            <a:off x="1608570" y="796388"/>
            <a:ext cx="9793357" cy="855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>
                <a:solidFill>
                  <a:schemeClr val="bg1"/>
                </a:solidFill>
              </a:rPr>
              <a:t>Quiz 5</a:t>
            </a:r>
          </a:p>
        </p:txBody>
      </p:sp>
    </p:spTree>
    <p:extLst>
      <p:ext uri="{BB962C8B-B14F-4D97-AF65-F5344CB8AC3E}">
        <p14:creationId xmlns:p14="http://schemas.microsoft.com/office/powerpoint/2010/main" val="3026683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10125</TotalTime>
  <Words>238</Words>
  <Application>Microsoft Office PowerPoint</Application>
  <PresentationFormat>Widescreen</PresentationFormat>
  <Paragraphs>34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Symbol</vt:lpstr>
      <vt:lpstr>Office Theme</vt:lpstr>
      <vt:lpstr>PowerPoint Presentation</vt:lpstr>
      <vt:lpstr>Objectives</vt:lpstr>
      <vt:lpstr>Who delivers the better presentation?</vt:lpstr>
      <vt:lpstr>The dos and don’ts of good presentations</vt:lpstr>
      <vt:lpstr>The dos and don’ts of good presentations</vt:lpstr>
      <vt:lpstr>Activity 5.1: Rehearsing your presentation </vt:lpstr>
      <vt:lpstr>Activity 5.2: Delivering the presentations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38</cp:revision>
  <dcterms:created xsi:type="dcterms:W3CDTF">2020-11-04T15:22:46Z</dcterms:created>
  <dcterms:modified xsi:type="dcterms:W3CDTF">2021-05-24T15:35:50Z</dcterms:modified>
</cp:coreProperties>
</file>