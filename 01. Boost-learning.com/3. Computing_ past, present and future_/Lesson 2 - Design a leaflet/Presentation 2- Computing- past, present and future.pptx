
<file path=[Content_Types].xml><?xml version="1.0" encoding="utf-8"?>
<Types xmlns="http://schemas.openxmlformats.org/package/2006/content-types">
  <Default Extension="png" ContentType="image/png"/>
  <Default Extension="jpeg" ContentType="image/jpeg"/>
  <Default Extension="emf" ContentType="image/x-emf"/>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ppt/revisionInfo.xml" ContentType="application/vnd.ms-powerpoint.revisioninfo+xml"/>
  <Override PartName="/ppt/changesInfos/changesInfo1.xml" ContentType="application/vnd.ms-powerpoint.changesinfo+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73" r:id="rId2"/>
    <p:sldId id="257" r:id="rId3"/>
    <p:sldId id="258" r:id="rId4"/>
    <p:sldId id="259" r:id="rId5"/>
    <p:sldId id="260" r:id="rId6"/>
    <p:sldId id="274" r:id="rId7"/>
    <p:sldId id="280" r:id="rId8"/>
    <p:sldId id="275" r:id="rId9"/>
    <p:sldId id="282" r:id="rId10"/>
    <p:sldId id="283" r:id="rId11"/>
    <p:sldId id="284" r:id="rId12"/>
    <p:sldId id="285"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Lea Albrechtsen" initials="LA" lastIdx="2" clrIdx="0">
    <p:extLst>
      <p:ext uri="{19B8F6BF-5375-455C-9EA6-DF929625EA0E}">
        <p15:presenceInfo xmlns:p15="http://schemas.microsoft.com/office/powerpoint/2012/main" userId="S::Lea.Albrechtsen@hoddereducation.co.uk::4df490f3-5904-4e82-a5b6-23281874b6f0" providerId="AD"/>
      </p:ext>
    </p:extLst>
  </p:cmAuthor>
  <p:cmAuthor id="2" name="Guest User" initials="GU" lastIdx="3" clrIdx="1">
    <p:extLst>
      <p:ext uri="{19B8F6BF-5375-455C-9EA6-DF929625EA0E}">
        <p15:presenceInfo xmlns:p15="http://schemas.microsoft.com/office/powerpoint/2012/main" userId="S::urn:spo:anon#b0b5e468eb879ddb4bbe1670ff9506d1c7b1747733fcba6b855d1820ab7164f0::"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69B4"/>
    <a:srgbClr val="0075BE"/>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622CAB2-314B-E2A5-E7DF-18F3610F9F45}" v="3" dt="2021-04-29T15:01:56.166"/>
    <p1510:client id="{2B2066B5-8398-39A6-AA8B-231C82849C40}" v="5" dt="2021-04-29T15:01:10.98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69" d="100"/>
          <a:sy n="69" d="100"/>
        </p:scale>
        <p:origin x="498"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20"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19"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commentAuthors" Target="commentAuthor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Guest User" userId="S::urn:spo:anon#b0b5e468eb879ddb4bbe1670ff9506d1c7b1747733fcba6b855d1820ab7164f0::" providerId="AD" clId="Web-{2B2066B5-8398-39A6-AA8B-231C82849C40}"/>
    <pc:docChg chg="modSld">
      <pc:chgData name="Guest User" userId="S::urn:spo:anon#b0b5e468eb879ddb4bbe1670ff9506d1c7b1747733fcba6b855d1820ab7164f0::" providerId="AD" clId="Web-{2B2066B5-8398-39A6-AA8B-231C82849C40}" dt="2021-04-29T15:01:06.386" v="2"/>
      <pc:docMkLst>
        <pc:docMk/>
      </pc:docMkLst>
      <pc:sldChg chg="modSp addCm modCm">
        <pc:chgData name="Guest User" userId="S::urn:spo:anon#b0b5e468eb879ddb4bbe1670ff9506d1c7b1747733fcba6b855d1820ab7164f0::" providerId="AD" clId="Web-{2B2066B5-8398-39A6-AA8B-231C82849C40}" dt="2021-04-29T15:01:06.386" v="2"/>
        <pc:sldMkLst>
          <pc:docMk/>
          <pc:sldMk cId="1166166804" sldId="258"/>
        </pc:sldMkLst>
        <pc:spChg chg="mod">
          <ac:chgData name="Guest User" userId="S::urn:spo:anon#b0b5e468eb879ddb4bbe1670ff9506d1c7b1747733fcba6b855d1820ab7164f0::" providerId="AD" clId="Web-{2B2066B5-8398-39A6-AA8B-231C82849C40}" dt="2021-04-29T15:00:43.339" v="1" actId="20577"/>
          <ac:spMkLst>
            <pc:docMk/>
            <pc:sldMk cId="1166166804" sldId="258"/>
            <ac:spMk id="5" creationId="{29658F74-D4B7-4945-B6CD-E0EFF9A5666D}"/>
          </ac:spMkLst>
        </pc:spChg>
      </pc:sldChg>
    </pc:docChg>
  </pc:docChgLst>
  <pc:docChgLst>
    <pc:chgData name="Guest User" userId="S::urn:spo:anon#b0b5e468eb879ddb4bbe1670ff9506d1c7b1747733fcba6b855d1820ab7164f0::" providerId="AD" clId="Web-{0622CAB2-314B-E2A5-E7DF-18F3610F9F45}"/>
    <pc:docChg chg="">
      <pc:chgData name="Guest User" userId="S::urn:spo:anon#b0b5e468eb879ddb4bbe1670ff9506d1c7b1747733fcba6b855d1820ab7164f0::" providerId="AD" clId="Web-{0622CAB2-314B-E2A5-E7DF-18F3610F9F45}" dt="2021-04-29T15:01:56.166" v="2"/>
      <pc:docMkLst>
        <pc:docMk/>
      </pc:docMkLst>
      <pc:sldChg chg="addCm delCm">
        <pc:chgData name="Guest User" userId="S::urn:spo:anon#b0b5e468eb879ddb4bbe1670ff9506d1c7b1747733fcba6b855d1820ab7164f0::" providerId="AD" clId="Web-{0622CAB2-314B-E2A5-E7DF-18F3610F9F45}" dt="2021-04-29T15:01:56.166" v="2"/>
        <pc:sldMkLst>
          <pc:docMk/>
          <pc:sldMk cId="1699810456" sldId="257"/>
        </pc:sldMkLst>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9F7712-1F3B-4253-AEF1-0FE171523E1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id="{7DC14F2F-A2B8-4861-8B33-2CF08A1C259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Tree>
    <p:extLst>
      <p:ext uri="{BB962C8B-B14F-4D97-AF65-F5344CB8AC3E}">
        <p14:creationId xmlns:p14="http://schemas.microsoft.com/office/powerpoint/2010/main" val="313781467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660902-80CF-4DD3-B59F-8E58611CF136}"/>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BB756315-CBCB-4124-93B3-3DEF3C56BD7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8DFA47B5-60C4-46E0-B317-50F50E6D8572}"/>
              </a:ext>
            </a:extLst>
          </p:cNvPr>
          <p:cNvSpPr>
            <a:spLocks noGrp="1"/>
          </p:cNvSpPr>
          <p:nvPr>
            <p:ph type="dt" sz="half" idx="10"/>
          </p:nvPr>
        </p:nvSpPr>
        <p:spPr>
          <a:xfrm>
            <a:off x="838200" y="6356350"/>
            <a:ext cx="2743200" cy="365125"/>
          </a:xfrm>
          <a:prstGeom prst="rect">
            <a:avLst/>
          </a:prstGeom>
        </p:spPr>
        <p:txBody>
          <a:bodyPr/>
          <a:lstStyle/>
          <a:p>
            <a:fld id="{A39D0840-F340-4464-8C11-64AA65425DFE}" type="datetimeFigureOut">
              <a:rPr lang="en-GB" smtClean="0"/>
              <a:t>07/07/2021</a:t>
            </a:fld>
            <a:endParaRPr lang="en-GB"/>
          </a:p>
        </p:txBody>
      </p:sp>
      <p:sp>
        <p:nvSpPr>
          <p:cNvPr id="5" name="Footer Placeholder 4">
            <a:extLst>
              <a:ext uri="{FF2B5EF4-FFF2-40B4-BE49-F238E27FC236}">
                <a16:creationId xmlns:a16="http://schemas.microsoft.com/office/drawing/2014/main" id="{5F049A0D-7474-4882-A51A-CF35E154FD23}"/>
              </a:ext>
            </a:extLst>
          </p:cNvPr>
          <p:cNvSpPr>
            <a:spLocks noGrp="1"/>
          </p:cNvSpPr>
          <p:nvPr>
            <p:ph type="ftr" sz="quarter" idx="11"/>
          </p:nvPr>
        </p:nvSpPr>
        <p:spPr>
          <a:xfrm>
            <a:off x="4038600" y="6356350"/>
            <a:ext cx="4114800" cy="365125"/>
          </a:xfrm>
          <a:prstGeom prst="rect">
            <a:avLst/>
          </a:prstGeom>
        </p:spPr>
        <p:txBody>
          <a:bodyPr/>
          <a:lstStyle/>
          <a:p>
            <a:endParaRPr lang="en-GB"/>
          </a:p>
        </p:txBody>
      </p:sp>
      <p:sp>
        <p:nvSpPr>
          <p:cNvPr id="6" name="Slide Number Placeholder 5">
            <a:extLst>
              <a:ext uri="{FF2B5EF4-FFF2-40B4-BE49-F238E27FC236}">
                <a16:creationId xmlns:a16="http://schemas.microsoft.com/office/drawing/2014/main" id="{99F5A12C-5BED-457E-A6CE-2E58C8D0DEDC}"/>
              </a:ext>
            </a:extLst>
          </p:cNvPr>
          <p:cNvSpPr>
            <a:spLocks noGrp="1"/>
          </p:cNvSpPr>
          <p:nvPr>
            <p:ph type="sldNum" sz="quarter" idx="12"/>
          </p:nvPr>
        </p:nvSpPr>
        <p:spPr>
          <a:xfrm>
            <a:off x="8610600" y="6356350"/>
            <a:ext cx="2743200" cy="365125"/>
          </a:xfrm>
          <a:prstGeom prst="rect">
            <a:avLst/>
          </a:prstGeom>
        </p:spPr>
        <p:txBody>
          <a:bodyPr/>
          <a:lstStyle/>
          <a:p>
            <a:fld id="{51383E49-ED47-42EE-A6B1-265FC0095DEE}" type="slidenum">
              <a:rPr lang="en-GB" smtClean="0"/>
              <a:t>‹#›</a:t>
            </a:fld>
            <a:endParaRPr lang="en-GB"/>
          </a:p>
        </p:txBody>
      </p:sp>
    </p:spTree>
    <p:extLst>
      <p:ext uri="{BB962C8B-B14F-4D97-AF65-F5344CB8AC3E}">
        <p14:creationId xmlns:p14="http://schemas.microsoft.com/office/powerpoint/2010/main" val="332335336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9C2461-8DBB-43F0-A3AC-126E643979E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A596A727-278D-4E57-850B-78E0D727C721}"/>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F41C733-75AA-40FE-8179-B58FA4EA5EED}"/>
              </a:ext>
            </a:extLst>
          </p:cNvPr>
          <p:cNvSpPr>
            <a:spLocks noGrp="1"/>
          </p:cNvSpPr>
          <p:nvPr>
            <p:ph type="dt" sz="half" idx="10"/>
          </p:nvPr>
        </p:nvSpPr>
        <p:spPr>
          <a:xfrm>
            <a:off x="838200" y="6356350"/>
            <a:ext cx="2743200" cy="365125"/>
          </a:xfrm>
          <a:prstGeom prst="rect">
            <a:avLst/>
          </a:prstGeom>
        </p:spPr>
        <p:txBody>
          <a:bodyPr/>
          <a:lstStyle/>
          <a:p>
            <a:fld id="{A39D0840-F340-4464-8C11-64AA65425DFE}" type="datetimeFigureOut">
              <a:rPr lang="en-GB" smtClean="0"/>
              <a:t>07/07/2021</a:t>
            </a:fld>
            <a:endParaRPr lang="en-GB"/>
          </a:p>
        </p:txBody>
      </p:sp>
      <p:sp>
        <p:nvSpPr>
          <p:cNvPr id="5" name="Footer Placeholder 4">
            <a:extLst>
              <a:ext uri="{FF2B5EF4-FFF2-40B4-BE49-F238E27FC236}">
                <a16:creationId xmlns:a16="http://schemas.microsoft.com/office/drawing/2014/main" id="{FB8C4D2E-FA87-41DA-961F-7D250DD08DA8}"/>
              </a:ext>
            </a:extLst>
          </p:cNvPr>
          <p:cNvSpPr>
            <a:spLocks noGrp="1"/>
          </p:cNvSpPr>
          <p:nvPr>
            <p:ph type="ftr" sz="quarter" idx="11"/>
          </p:nvPr>
        </p:nvSpPr>
        <p:spPr>
          <a:xfrm>
            <a:off x="4038600" y="6356350"/>
            <a:ext cx="4114800" cy="365125"/>
          </a:xfrm>
          <a:prstGeom prst="rect">
            <a:avLst/>
          </a:prstGeom>
        </p:spPr>
        <p:txBody>
          <a:bodyPr/>
          <a:lstStyle/>
          <a:p>
            <a:endParaRPr lang="en-GB"/>
          </a:p>
        </p:txBody>
      </p:sp>
      <p:sp>
        <p:nvSpPr>
          <p:cNvPr id="6" name="Slide Number Placeholder 5">
            <a:extLst>
              <a:ext uri="{FF2B5EF4-FFF2-40B4-BE49-F238E27FC236}">
                <a16:creationId xmlns:a16="http://schemas.microsoft.com/office/drawing/2014/main" id="{BF020F2E-2A86-4F16-B83F-E86E7319950C}"/>
              </a:ext>
            </a:extLst>
          </p:cNvPr>
          <p:cNvSpPr>
            <a:spLocks noGrp="1"/>
          </p:cNvSpPr>
          <p:nvPr>
            <p:ph type="sldNum" sz="quarter" idx="12"/>
          </p:nvPr>
        </p:nvSpPr>
        <p:spPr>
          <a:xfrm>
            <a:off x="8610600" y="6356350"/>
            <a:ext cx="2743200" cy="365125"/>
          </a:xfrm>
          <a:prstGeom prst="rect">
            <a:avLst/>
          </a:prstGeom>
        </p:spPr>
        <p:txBody>
          <a:bodyPr/>
          <a:lstStyle/>
          <a:p>
            <a:fld id="{51383E49-ED47-42EE-A6B1-265FC0095DEE}" type="slidenum">
              <a:rPr lang="en-GB" smtClean="0"/>
              <a:t>‹#›</a:t>
            </a:fld>
            <a:endParaRPr lang="en-GB"/>
          </a:p>
        </p:txBody>
      </p:sp>
    </p:spTree>
    <p:extLst>
      <p:ext uri="{BB962C8B-B14F-4D97-AF65-F5344CB8AC3E}">
        <p14:creationId xmlns:p14="http://schemas.microsoft.com/office/powerpoint/2010/main" val="136110480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35B458-3AE6-4C21-BEBE-F7B76061980E}"/>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632FF206-47D4-451B-80B7-578E10A3E6E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91D2DF79-B13E-46C5-AAA1-F49C3BABAB68}"/>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a:extLst>
              <a:ext uri="{FF2B5EF4-FFF2-40B4-BE49-F238E27FC236}">
                <a16:creationId xmlns:a16="http://schemas.microsoft.com/office/drawing/2014/main" id="{6F199702-3758-423C-8C91-550D5C885DF9}"/>
              </a:ext>
            </a:extLst>
          </p:cNvPr>
          <p:cNvSpPr>
            <a:spLocks noGrp="1"/>
          </p:cNvSpPr>
          <p:nvPr>
            <p:ph type="dt" sz="half" idx="10"/>
          </p:nvPr>
        </p:nvSpPr>
        <p:spPr>
          <a:xfrm>
            <a:off x="838200" y="6356350"/>
            <a:ext cx="2743200" cy="365125"/>
          </a:xfrm>
          <a:prstGeom prst="rect">
            <a:avLst/>
          </a:prstGeom>
        </p:spPr>
        <p:txBody>
          <a:bodyPr/>
          <a:lstStyle/>
          <a:p>
            <a:fld id="{A39D0840-F340-4464-8C11-64AA65425DFE}" type="datetimeFigureOut">
              <a:rPr lang="en-GB" smtClean="0"/>
              <a:t>07/07/2021</a:t>
            </a:fld>
            <a:endParaRPr lang="en-GB"/>
          </a:p>
        </p:txBody>
      </p:sp>
      <p:sp>
        <p:nvSpPr>
          <p:cNvPr id="6" name="Footer Placeholder 5">
            <a:extLst>
              <a:ext uri="{FF2B5EF4-FFF2-40B4-BE49-F238E27FC236}">
                <a16:creationId xmlns:a16="http://schemas.microsoft.com/office/drawing/2014/main" id="{4355CC31-BF31-4EB1-8B54-2DD0D6BE79BC}"/>
              </a:ext>
            </a:extLst>
          </p:cNvPr>
          <p:cNvSpPr>
            <a:spLocks noGrp="1"/>
          </p:cNvSpPr>
          <p:nvPr>
            <p:ph type="ftr" sz="quarter" idx="11"/>
          </p:nvPr>
        </p:nvSpPr>
        <p:spPr>
          <a:xfrm>
            <a:off x="4038600" y="6356350"/>
            <a:ext cx="4114800" cy="365125"/>
          </a:xfrm>
          <a:prstGeom prst="rect">
            <a:avLst/>
          </a:prstGeom>
        </p:spPr>
        <p:txBody>
          <a:bodyPr/>
          <a:lstStyle/>
          <a:p>
            <a:endParaRPr lang="en-GB"/>
          </a:p>
        </p:txBody>
      </p:sp>
      <p:sp>
        <p:nvSpPr>
          <p:cNvPr id="7" name="Slide Number Placeholder 6">
            <a:extLst>
              <a:ext uri="{FF2B5EF4-FFF2-40B4-BE49-F238E27FC236}">
                <a16:creationId xmlns:a16="http://schemas.microsoft.com/office/drawing/2014/main" id="{303EFAF2-4586-4670-8EF7-78067B1872A1}"/>
              </a:ext>
            </a:extLst>
          </p:cNvPr>
          <p:cNvSpPr>
            <a:spLocks noGrp="1"/>
          </p:cNvSpPr>
          <p:nvPr>
            <p:ph type="sldNum" sz="quarter" idx="12"/>
          </p:nvPr>
        </p:nvSpPr>
        <p:spPr>
          <a:xfrm>
            <a:off x="8610600" y="6356350"/>
            <a:ext cx="2743200" cy="365125"/>
          </a:xfrm>
          <a:prstGeom prst="rect">
            <a:avLst/>
          </a:prstGeom>
        </p:spPr>
        <p:txBody>
          <a:bodyPr/>
          <a:lstStyle/>
          <a:p>
            <a:fld id="{51383E49-ED47-42EE-A6B1-265FC0095DEE}" type="slidenum">
              <a:rPr lang="en-GB" smtClean="0"/>
              <a:t>‹#›</a:t>
            </a:fld>
            <a:endParaRPr lang="en-GB"/>
          </a:p>
        </p:txBody>
      </p:sp>
    </p:spTree>
    <p:extLst>
      <p:ext uri="{BB962C8B-B14F-4D97-AF65-F5344CB8AC3E}">
        <p14:creationId xmlns:p14="http://schemas.microsoft.com/office/powerpoint/2010/main" val="411615457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E05FA2-A60C-405C-A307-880C049CB034}"/>
              </a:ext>
            </a:extLst>
          </p:cNvPr>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1A970388-4034-4A46-8B98-D37491E0148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EC39A8B-6B00-4329-AC44-AD6EBE236EC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E55DFF08-1C59-4E60-A964-4D4A3690072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6548497-A585-4527-B8A6-BB01B9FBC430}"/>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a:extLst>
              <a:ext uri="{FF2B5EF4-FFF2-40B4-BE49-F238E27FC236}">
                <a16:creationId xmlns:a16="http://schemas.microsoft.com/office/drawing/2014/main" id="{977C2D4B-BCC3-48CF-B358-D817886727C0}"/>
              </a:ext>
            </a:extLst>
          </p:cNvPr>
          <p:cNvSpPr>
            <a:spLocks noGrp="1"/>
          </p:cNvSpPr>
          <p:nvPr>
            <p:ph type="dt" sz="half" idx="10"/>
          </p:nvPr>
        </p:nvSpPr>
        <p:spPr>
          <a:xfrm>
            <a:off x="838200" y="6356350"/>
            <a:ext cx="2743200" cy="365125"/>
          </a:xfrm>
          <a:prstGeom prst="rect">
            <a:avLst/>
          </a:prstGeom>
        </p:spPr>
        <p:txBody>
          <a:bodyPr/>
          <a:lstStyle/>
          <a:p>
            <a:fld id="{A39D0840-F340-4464-8C11-64AA65425DFE}" type="datetimeFigureOut">
              <a:rPr lang="en-GB" smtClean="0"/>
              <a:t>07/07/2021</a:t>
            </a:fld>
            <a:endParaRPr lang="en-GB"/>
          </a:p>
        </p:txBody>
      </p:sp>
      <p:sp>
        <p:nvSpPr>
          <p:cNvPr id="8" name="Footer Placeholder 7">
            <a:extLst>
              <a:ext uri="{FF2B5EF4-FFF2-40B4-BE49-F238E27FC236}">
                <a16:creationId xmlns:a16="http://schemas.microsoft.com/office/drawing/2014/main" id="{B393C415-FAAE-444A-BBA1-9059E1C450A3}"/>
              </a:ext>
            </a:extLst>
          </p:cNvPr>
          <p:cNvSpPr>
            <a:spLocks noGrp="1"/>
          </p:cNvSpPr>
          <p:nvPr>
            <p:ph type="ftr" sz="quarter" idx="11"/>
          </p:nvPr>
        </p:nvSpPr>
        <p:spPr>
          <a:xfrm>
            <a:off x="4038600" y="6356350"/>
            <a:ext cx="4114800" cy="365125"/>
          </a:xfrm>
          <a:prstGeom prst="rect">
            <a:avLst/>
          </a:prstGeom>
        </p:spPr>
        <p:txBody>
          <a:bodyPr/>
          <a:lstStyle/>
          <a:p>
            <a:endParaRPr lang="en-GB"/>
          </a:p>
        </p:txBody>
      </p:sp>
      <p:sp>
        <p:nvSpPr>
          <p:cNvPr id="9" name="Slide Number Placeholder 8">
            <a:extLst>
              <a:ext uri="{FF2B5EF4-FFF2-40B4-BE49-F238E27FC236}">
                <a16:creationId xmlns:a16="http://schemas.microsoft.com/office/drawing/2014/main" id="{16C512DB-E555-4910-92DC-7AB19F87F8E8}"/>
              </a:ext>
            </a:extLst>
          </p:cNvPr>
          <p:cNvSpPr>
            <a:spLocks noGrp="1"/>
          </p:cNvSpPr>
          <p:nvPr>
            <p:ph type="sldNum" sz="quarter" idx="12"/>
          </p:nvPr>
        </p:nvSpPr>
        <p:spPr>
          <a:xfrm>
            <a:off x="8610600" y="6356350"/>
            <a:ext cx="2743200" cy="365125"/>
          </a:xfrm>
          <a:prstGeom prst="rect">
            <a:avLst/>
          </a:prstGeom>
        </p:spPr>
        <p:txBody>
          <a:bodyPr/>
          <a:lstStyle/>
          <a:p>
            <a:fld id="{51383E49-ED47-42EE-A6B1-265FC0095DEE}" type="slidenum">
              <a:rPr lang="en-GB" smtClean="0"/>
              <a:t>‹#›</a:t>
            </a:fld>
            <a:endParaRPr lang="en-GB"/>
          </a:p>
        </p:txBody>
      </p:sp>
    </p:spTree>
    <p:extLst>
      <p:ext uri="{BB962C8B-B14F-4D97-AF65-F5344CB8AC3E}">
        <p14:creationId xmlns:p14="http://schemas.microsoft.com/office/powerpoint/2010/main" val="14774142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FD8A33-5CA5-4826-9B83-0B2F6A50C2BE}"/>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A17C1E61-1B5E-44DC-BC0F-2F956B04C019}"/>
              </a:ext>
            </a:extLst>
          </p:cNvPr>
          <p:cNvSpPr>
            <a:spLocks noGrp="1"/>
          </p:cNvSpPr>
          <p:nvPr>
            <p:ph type="dt" sz="half" idx="10"/>
          </p:nvPr>
        </p:nvSpPr>
        <p:spPr>
          <a:xfrm>
            <a:off x="838200" y="6356350"/>
            <a:ext cx="2743200" cy="365125"/>
          </a:xfrm>
          <a:prstGeom prst="rect">
            <a:avLst/>
          </a:prstGeom>
        </p:spPr>
        <p:txBody>
          <a:bodyPr/>
          <a:lstStyle/>
          <a:p>
            <a:fld id="{A39D0840-F340-4464-8C11-64AA65425DFE}" type="datetimeFigureOut">
              <a:rPr lang="en-GB" smtClean="0"/>
              <a:t>07/07/2021</a:t>
            </a:fld>
            <a:endParaRPr lang="en-GB"/>
          </a:p>
        </p:txBody>
      </p:sp>
      <p:sp>
        <p:nvSpPr>
          <p:cNvPr id="4" name="Footer Placeholder 3">
            <a:extLst>
              <a:ext uri="{FF2B5EF4-FFF2-40B4-BE49-F238E27FC236}">
                <a16:creationId xmlns:a16="http://schemas.microsoft.com/office/drawing/2014/main" id="{DBA212BA-9EF0-4463-A9C0-997D5572049B}"/>
              </a:ext>
            </a:extLst>
          </p:cNvPr>
          <p:cNvSpPr>
            <a:spLocks noGrp="1"/>
          </p:cNvSpPr>
          <p:nvPr>
            <p:ph type="ftr" sz="quarter" idx="11"/>
          </p:nvPr>
        </p:nvSpPr>
        <p:spPr>
          <a:xfrm>
            <a:off x="4038600" y="6356350"/>
            <a:ext cx="4114800" cy="365125"/>
          </a:xfrm>
          <a:prstGeom prst="rect">
            <a:avLst/>
          </a:prstGeom>
        </p:spPr>
        <p:txBody>
          <a:bodyPr/>
          <a:lstStyle/>
          <a:p>
            <a:endParaRPr lang="en-GB"/>
          </a:p>
        </p:txBody>
      </p:sp>
      <p:sp>
        <p:nvSpPr>
          <p:cNvPr id="5" name="Slide Number Placeholder 4">
            <a:extLst>
              <a:ext uri="{FF2B5EF4-FFF2-40B4-BE49-F238E27FC236}">
                <a16:creationId xmlns:a16="http://schemas.microsoft.com/office/drawing/2014/main" id="{E350D64F-9F3A-43FB-A563-07763EE16E28}"/>
              </a:ext>
            </a:extLst>
          </p:cNvPr>
          <p:cNvSpPr>
            <a:spLocks noGrp="1"/>
          </p:cNvSpPr>
          <p:nvPr>
            <p:ph type="sldNum" sz="quarter" idx="12"/>
          </p:nvPr>
        </p:nvSpPr>
        <p:spPr>
          <a:xfrm>
            <a:off x="8610600" y="6356350"/>
            <a:ext cx="2743200" cy="365125"/>
          </a:xfrm>
          <a:prstGeom prst="rect">
            <a:avLst/>
          </a:prstGeom>
        </p:spPr>
        <p:txBody>
          <a:bodyPr/>
          <a:lstStyle/>
          <a:p>
            <a:fld id="{51383E49-ED47-42EE-A6B1-265FC0095DEE}" type="slidenum">
              <a:rPr lang="en-GB" smtClean="0"/>
              <a:t>‹#›</a:t>
            </a:fld>
            <a:endParaRPr lang="en-GB"/>
          </a:p>
        </p:txBody>
      </p:sp>
    </p:spTree>
    <p:extLst>
      <p:ext uri="{BB962C8B-B14F-4D97-AF65-F5344CB8AC3E}">
        <p14:creationId xmlns:p14="http://schemas.microsoft.com/office/powerpoint/2010/main" val="327959990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4739767-A677-43FB-A13E-C6E76D21E158}"/>
              </a:ext>
            </a:extLst>
          </p:cNvPr>
          <p:cNvSpPr>
            <a:spLocks noGrp="1"/>
          </p:cNvSpPr>
          <p:nvPr>
            <p:ph type="dt" sz="half" idx="10"/>
          </p:nvPr>
        </p:nvSpPr>
        <p:spPr>
          <a:xfrm>
            <a:off x="838200" y="6356350"/>
            <a:ext cx="2743200" cy="365125"/>
          </a:xfrm>
          <a:prstGeom prst="rect">
            <a:avLst/>
          </a:prstGeom>
        </p:spPr>
        <p:txBody>
          <a:bodyPr/>
          <a:lstStyle/>
          <a:p>
            <a:fld id="{A39D0840-F340-4464-8C11-64AA65425DFE}" type="datetimeFigureOut">
              <a:rPr lang="en-GB" smtClean="0"/>
              <a:t>07/07/2021</a:t>
            </a:fld>
            <a:endParaRPr lang="en-GB"/>
          </a:p>
        </p:txBody>
      </p:sp>
      <p:sp>
        <p:nvSpPr>
          <p:cNvPr id="3" name="Footer Placeholder 2">
            <a:extLst>
              <a:ext uri="{FF2B5EF4-FFF2-40B4-BE49-F238E27FC236}">
                <a16:creationId xmlns:a16="http://schemas.microsoft.com/office/drawing/2014/main" id="{BFA103BA-C2DE-41DE-842B-306DECB788D5}"/>
              </a:ext>
            </a:extLst>
          </p:cNvPr>
          <p:cNvSpPr>
            <a:spLocks noGrp="1"/>
          </p:cNvSpPr>
          <p:nvPr>
            <p:ph type="ftr" sz="quarter" idx="11"/>
          </p:nvPr>
        </p:nvSpPr>
        <p:spPr>
          <a:xfrm>
            <a:off x="4038600" y="6356350"/>
            <a:ext cx="4114800" cy="365125"/>
          </a:xfrm>
          <a:prstGeom prst="rect">
            <a:avLst/>
          </a:prstGeom>
        </p:spPr>
        <p:txBody>
          <a:bodyPr/>
          <a:lstStyle/>
          <a:p>
            <a:endParaRPr lang="en-GB"/>
          </a:p>
        </p:txBody>
      </p:sp>
      <p:sp>
        <p:nvSpPr>
          <p:cNvPr id="4" name="Slide Number Placeholder 3">
            <a:extLst>
              <a:ext uri="{FF2B5EF4-FFF2-40B4-BE49-F238E27FC236}">
                <a16:creationId xmlns:a16="http://schemas.microsoft.com/office/drawing/2014/main" id="{5B8320D2-03FC-47A8-B437-7B7CEBDD6176}"/>
              </a:ext>
            </a:extLst>
          </p:cNvPr>
          <p:cNvSpPr>
            <a:spLocks noGrp="1"/>
          </p:cNvSpPr>
          <p:nvPr>
            <p:ph type="sldNum" sz="quarter" idx="12"/>
          </p:nvPr>
        </p:nvSpPr>
        <p:spPr>
          <a:xfrm>
            <a:off x="8610600" y="6356350"/>
            <a:ext cx="2743200" cy="365125"/>
          </a:xfrm>
          <a:prstGeom prst="rect">
            <a:avLst/>
          </a:prstGeom>
        </p:spPr>
        <p:txBody>
          <a:bodyPr/>
          <a:lstStyle/>
          <a:p>
            <a:fld id="{51383E49-ED47-42EE-A6B1-265FC0095DEE}" type="slidenum">
              <a:rPr lang="en-GB" smtClean="0"/>
              <a:t>‹#›</a:t>
            </a:fld>
            <a:endParaRPr lang="en-GB"/>
          </a:p>
        </p:txBody>
      </p:sp>
    </p:spTree>
    <p:extLst>
      <p:ext uri="{BB962C8B-B14F-4D97-AF65-F5344CB8AC3E}">
        <p14:creationId xmlns:p14="http://schemas.microsoft.com/office/powerpoint/2010/main" val="374717994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5B20E6-8664-4FD7-A9B2-0B5C17E8617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2D75017E-7CE6-4AFE-8756-092A8584014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885C17A6-B2E1-42BB-9629-032C80545F1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51DC4D7-18F9-4992-BB61-15FA97A52992}"/>
              </a:ext>
            </a:extLst>
          </p:cNvPr>
          <p:cNvSpPr>
            <a:spLocks noGrp="1"/>
          </p:cNvSpPr>
          <p:nvPr>
            <p:ph type="dt" sz="half" idx="10"/>
          </p:nvPr>
        </p:nvSpPr>
        <p:spPr>
          <a:xfrm>
            <a:off x="838200" y="6356350"/>
            <a:ext cx="2743200" cy="365125"/>
          </a:xfrm>
          <a:prstGeom prst="rect">
            <a:avLst/>
          </a:prstGeom>
        </p:spPr>
        <p:txBody>
          <a:bodyPr/>
          <a:lstStyle/>
          <a:p>
            <a:fld id="{A39D0840-F340-4464-8C11-64AA65425DFE}" type="datetimeFigureOut">
              <a:rPr lang="en-GB" smtClean="0"/>
              <a:t>07/07/2021</a:t>
            </a:fld>
            <a:endParaRPr lang="en-GB"/>
          </a:p>
        </p:txBody>
      </p:sp>
      <p:sp>
        <p:nvSpPr>
          <p:cNvPr id="6" name="Footer Placeholder 5">
            <a:extLst>
              <a:ext uri="{FF2B5EF4-FFF2-40B4-BE49-F238E27FC236}">
                <a16:creationId xmlns:a16="http://schemas.microsoft.com/office/drawing/2014/main" id="{4FB52144-EB56-46FB-8C3D-7A8702354378}"/>
              </a:ext>
            </a:extLst>
          </p:cNvPr>
          <p:cNvSpPr>
            <a:spLocks noGrp="1"/>
          </p:cNvSpPr>
          <p:nvPr>
            <p:ph type="ftr" sz="quarter" idx="11"/>
          </p:nvPr>
        </p:nvSpPr>
        <p:spPr>
          <a:xfrm>
            <a:off x="4038600" y="6356350"/>
            <a:ext cx="4114800" cy="365125"/>
          </a:xfrm>
          <a:prstGeom prst="rect">
            <a:avLst/>
          </a:prstGeom>
        </p:spPr>
        <p:txBody>
          <a:bodyPr/>
          <a:lstStyle/>
          <a:p>
            <a:endParaRPr lang="en-GB"/>
          </a:p>
        </p:txBody>
      </p:sp>
      <p:sp>
        <p:nvSpPr>
          <p:cNvPr id="7" name="Slide Number Placeholder 6">
            <a:extLst>
              <a:ext uri="{FF2B5EF4-FFF2-40B4-BE49-F238E27FC236}">
                <a16:creationId xmlns:a16="http://schemas.microsoft.com/office/drawing/2014/main" id="{E7142B02-C27D-4AC0-9DE7-A653F338FB98}"/>
              </a:ext>
            </a:extLst>
          </p:cNvPr>
          <p:cNvSpPr>
            <a:spLocks noGrp="1"/>
          </p:cNvSpPr>
          <p:nvPr>
            <p:ph type="sldNum" sz="quarter" idx="12"/>
          </p:nvPr>
        </p:nvSpPr>
        <p:spPr>
          <a:xfrm>
            <a:off x="8610600" y="6356350"/>
            <a:ext cx="2743200" cy="365125"/>
          </a:xfrm>
          <a:prstGeom prst="rect">
            <a:avLst/>
          </a:prstGeom>
        </p:spPr>
        <p:txBody>
          <a:bodyPr/>
          <a:lstStyle/>
          <a:p>
            <a:fld id="{51383E49-ED47-42EE-A6B1-265FC0095DEE}" type="slidenum">
              <a:rPr lang="en-GB" smtClean="0"/>
              <a:t>‹#›</a:t>
            </a:fld>
            <a:endParaRPr lang="en-GB"/>
          </a:p>
        </p:txBody>
      </p:sp>
    </p:spTree>
    <p:extLst>
      <p:ext uri="{BB962C8B-B14F-4D97-AF65-F5344CB8AC3E}">
        <p14:creationId xmlns:p14="http://schemas.microsoft.com/office/powerpoint/2010/main" val="189558198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0FD8A0-DA8A-463F-AC82-9A3D896B804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E3B553CB-6BB8-4D69-8270-E69093C148F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D00E0B06-F972-42E3-B94A-6BA48244584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FFCFE24-5759-425E-A7E5-6EAACD13BAAD}"/>
              </a:ext>
            </a:extLst>
          </p:cNvPr>
          <p:cNvSpPr>
            <a:spLocks noGrp="1"/>
          </p:cNvSpPr>
          <p:nvPr>
            <p:ph type="dt" sz="half" idx="10"/>
          </p:nvPr>
        </p:nvSpPr>
        <p:spPr>
          <a:xfrm>
            <a:off x="838200" y="6356350"/>
            <a:ext cx="2743200" cy="365125"/>
          </a:xfrm>
          <a:prstGeom prst="rect">
            <a:avLst/>
          </a:prstGeom>
        </p:spPr>
        <p:txBody>
          <a:bodyPr/>
          <a:lstStyle/>
          <a:p>
            <a:fld id="{A39D0840-F340-4464-8C11-64AA65425DFE}" type="datetimeFigureOut">
              <a:rPr lang="en-GB" smtClean="0"/>
              <a:t>07/07/2021</a:t>
            </a:fld>
            <a:endParaRPr lang="en-GB"/>
          </a:p>
        </p:txBody>
      </p:sp>
      <p:sp>
        <p:nvSpPr>
          <p:cNvPr id="6" name="Footer Placeholder 5">
            <a:extLst>
              <a:ext uri="{FF2B5EF4-FFF2-40B4-BE49-F238E27FC236}">
                <a16:creationId xmlns:a16="http://schemas.microsoft.com/office/drawing/2014/main" id="{EC458F3E-34B5-48AA-B148-66ED69F30671}"/>
              </a:ext>
            </a:extLst>
          </p:cNvPr>
          <p:cNvSpPr>
            <a:spLocks noGrp="1"/>
          </p:cNvSpPr>
          <p:nvPr>
            <p:ph type="ftr" sz="quarter" idx="11"/>
          </p:nvPr>
        </p:nvSpPr>
        <p:spPr>
          <a:xfrm>
            <a:off x="4038600" y="6356350"/>
            <a:ext cx="4114800" cy="365125"/>
          </a:xfrm>
          <a:prstGeom prst="rect">
            <a:avLst/>
          </a:prstGeom>
        </p:spPr>
        <p:txBody>
          <a:bodyPr/>
          <a:lstStyle/>
          <a:p>
            <a:endParaRPr lang="en-GB"/>
          </a:p>
        </p:txBody>
      </p:sp>
      <p:sp>
        <p:nvSpPr>
          <p:cNvPr id="7" name="Slide Number Placeholder 6">
            <a:extLst>
              <a:ext uri="{FF2B5EF4-FFF2-40B4-BE49-F238E27FC236}">
                <a16:creationId xmlns:a16="http://schemas.microsoft.com/office/drawing/2014/main" id="{AB133722-4E46-4BF0-841D-DC92DCB48251}"/>
              </a:ext>
            </a:extLst>
          </p:cNvPr>
          <p:cNvSpPr>
            <a:spLocks noGrp="1"/>
          </p:cNvSpPr>
          <p:nvPr>
            <p:ph type="sldNum" sz="quarter" idx="12"/>
          </p:nvPr>
        </p:nvSpPr>
        <p:spPr>
          <a:xfrm>
            <a:off x="8610600" y="6356350"/>
            <a:ext cx="2743200" cy="365125"/>
          </a:xfrm>
          <a:prstGeom prst="rect">
            <a:avLst/>
          </a:prstGeom>
        </p:spPr>
        <p:txBody>
          <a:bodyPr/>
          <a:lstStyle/>
          <a:p>
            <a:fld id="{51383E49-ED47-42EE-A6B1-265FC0095DEE}" type="slidenum">
              <a:rPr lang="en-GB" smtClean="0"/>
              <a:t>‹#›</a:t>
            </a:fld>
            <a:endParaRPr lang="en-GB"/>
          </a:p>
        </p:txBody>
      </p:sp>
    </p:spTree>
    <p:extLst>
      <p:ext uri="{BB962C8B-B14F-4D97-AF65-F5344CB8AC3E}">
        <p14:creationId xmlns:p14="http://schemas.microsoft.com/office/powerpoint/2010/main" val="215319437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0A43C2-4F61-40F8-A06C-596F42B7D0AD}"/>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1012D4A7-8F4B-484D-90BE-4A6A303F659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1BBE0C66-2DCD-4454-98BE-EE8ADD1D7982}"/>
              </a:ext>
            </a:extLst>
          </p:cNvPr>
          <p:cNvSpPr>
            <a:spLocks noGrp="1"/>
          </p:cNvSpPr>
          <p:nvPr>
            <p:ph type="dt" sz="half" idx="10"/>
          </p:nvPr>
        </p:nvSpPr>
        <p:spPr>
          <a:xfrm>
            <a:off x="838200" y="6356350"/>
            <a:ext cx="2743200" cy="365125"/>
          </a:xfrm>
          <a:prstGeom prst="rect">
            <a:avLst/>
          </a:prstGeom>
        </p:spPr>
        <p:txBody>
          <a:bodyPr/>
          <a:lstStyle/>
          <a:p>
            <a:fld id="{A39D0840-F340-4464-8C11-64AA65425DFE}" type="datetimeFigureOut">
              <a:rPr lang="en-GB" smtClean="0"/>
              <a:t>07/07/2021</a:t>
            </a:fld>
            <a:endParaRPr lang="en-GB"/>
          </a:p>
        </p:txBody>
      </p:sp>
      <p:sp>
        <p:nvSpPr>
          <p:cNvPr id="5" name="Footer Placeholder 4">
            <a:extLst>
              <a:ext uri="{FF2B5EF4-FFF2-40B4-BE49-F238E27FC236}">
                <a16:creationId xmlns:a16="http://schemas.microsoft.com/office/drawing/2014/main" id="{B6C655C5-A5ED-4766-97E4-846A805367DD}"/>
              </a:ext>
            </a:extLst>
          </p:cNvPr>
          <p:cNvSpPr>
            <a:spLocks noGrp="1"/>
          </p:cNvSpPr>
          <p:nvPr>
            <p:ph type="ftr" sz="quarter" idx="11"/>
          </p:nvPr>
        </p:nvSpPr>
        <p:spPr>
          <a:xfrm>
            <a:off x="4038600" y="6356350"/>
            <a:ext cx="4114800" cy="365125"/>
          </a:xfrm>
          <a:prstGeom prst="rect">
            <a:avLst/>
          </a:prstGeom>
        </p:spPr>
        <p:txBody>
          <a:bodyPr/>
          <a:lstStyle/>
          <a:p>
            <a:endParaRPr lang="en-GB"/>
          </a:p>
        </p:txBody>
      </p:sp>
      <p:sp>
        <p:nvSpPr>
          <p:cNvPr id="6" name="Slide Number Placeholder 5">
            <a:extLst>
              <a:ext uri="{FF2B5EF4-FFF2-40B4-BE49-F238E27FC236}">
                <a16:creationId xmlns:a16="http://schemas.microsoft.com/office/drawing/2014/main" id="{17ADFEEA-B282-4D56-A557-4193031EB4A7}"/>
              </a:ext>
            </a:extLst>
          </p:cNvPr>
          <p:cNvSpPr>
            <a:spLocks noGrp="1"/>
          </p:cNvSpPr>
          <p:nvPr>
            <p:ph type="sldNum" sz="quarter" idx="12"/>
          </p:nvPr>
        </p:nvSpPr>
        <p:spPr>
          <a:xfrm>
            <a:off x="8610600" y="6356350"/>
            <a:ext cx="2743200" cy="365125"/>
          </a:xfrm>
          <a:prstGeom prst="rect">
            <a:avLst/>
          </a:prstGeom>
        </p:spPr>
        <p:txBody>
          <a:bodyPr/>
          <a:lstStyle/>
          <a:p>
            <a:fld id="{51383E49-ED47-42EE-A6B1-265FC0095DEE}" type="slidenum">
              <a:rPr lang="en-GB" smtClean="0"/>
              <a:t>‹#›</a:t>
            </a:fld>
            <a:endParaRPr lang="en-GB"/>
          </a:p>
        </p:txBody>
      </p:sp>
    </p:spTree>
    <p:extLst>
      <p:ext uri="{BB962C8B-B14F-4D97-AF65-F5344CB8AC3E}">
        <p14:creationId xmlns:p14="http://schemas.microsoft.com/office/powerpoint/2010/main" val="190129028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31B7A8B-8DD3-4239-8EA1-873946254136}"/>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65621B91-126F-434B-86F2-89E6778E91C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57BFCCA6-FBA0-4A4B-97BC-8B2465C0186D}"/>
              </a:ext>
            </a:extLst>
          </p:cNvPr>
          <p:cNvSpPr>
            <a:spLocks noGrp="1"/>
          </p:cNvSpPr>
          <p:nvPr>
            <p:ph type="dt" sz="half" idx="10"/>
          </p:nvPr>
        </p:nvSpPr>
        <p:spPr>
          <a:xfrm>
            <a:off x="838200" y="6356350"/>
            <a:ext cx="2743200" cy="365125"/>
          </a:xfrm>
          <a:prstGeom prst="rect">
            <a:avLst/>
          </a:prstGeom>
        </p:spPr>
        <p:txBody>
          <a:bodyPr/>
          <a:lstStyle/>
          <a:p>
            <a:fld id="{A39D0840-F340-4464-8C11-64AA65425DFE}" type="datetimeFigureOut">
              <a:rPr lang="en-GB" smtClean="0"/>
              <a:t>07/07/2021</a:t>
            </a:fld>
            <a:endParaRPr lang="en-GB"/>
          </a:p>
        </p:txBody>
      </p:sp>
      <p:sp>
        <p:nvSpPr>
          <p:cNvPr id="5" name="Footer Placeholder 4">
            <a:extLst>
              <a:ext uri="{FF2B5EF4-FFF2-40B4-BE49-F238E27FC236}">
                <a16:creationId xmlns:a16="http://schemas.microsoft.com/office/drawing/2014/main" id="{5A17EED6-4B0F-4C58-A54B-C4F0F72D7BAA}"/>
              </a:ext>
            </a:extLst>
          </p:cNvPr>
          <p:cNvSpPr>
            <a:spLocks noGrp="1"/>
          </p:cNvSpPr>
          <p:nvPr>
            <p:ph type="ftr" sz="quarter" idx="11"/>
          </p:nvPr>
        </p:nvSpPr>
        <p:spPr>
          <a:xfrm>
            <a:off x="4038600" y="6356350"/>
            <a:ext cx="4114800" cy="365125"/>
          </a:xfrm>
          <a:prstGeom prst="rect">
            <a:avLst/>
          </a:prstGeom>
        </p:spPr>
        <p:txBody>
          <a:bodyPr/>
          <a:lstStyle/>
          <a:p>
            <a:endParaRPr lang="en-GB"/>
          </a:p>
        </p:txBody>
      </p:sp>
      <p:sp>
        <p:nvSpPr>
          <p:cNvPr id="6" name="Slide Number Placeholder 5">
            <a:extLst>
              <a:ext uri="{FF2B5EF4-FFF2-40B4-BE49-F238E27FC236}">
                <a16:creationId xmlns:a16="http://schemas.microsoft.com/office/drawing/2014/main" id="{51249905-D4AB-4930-9B2A-6E8E550A0D1E}"/>
              </a:ext>
            </a:extLst>
          </p:cNvPr>
          <p:cNvSpPr>
            <a:spLocks noGrp="1"/>
          </p:cNvSpPr>
          <p:nvPr>
            <p:ph type="sldNum" sz="quarter" idx="12"/>
          </p:nvPr>
        </p:nvSpPr>
        <p:spPr>
          <a:xfrm>
            <a:off x="8610600" y="6356350"/>
            <a:ext cx="2743200" cy="365125"/>
          </a:xfrm>
          <a:prstGeom prst="rect">
            <a:avLst/>
          </a:prstGeom>
        </p:spPr>
        <p:txBody>
          <a:bodyPr/>
          <a:lstStyle/>
          <a:p>
            <a:fld id="{51383E49-ED47-42EE-A6B1-265FC0095DEE}" type="slidenum">
              <a:rPr lang="en-GB" smtClean="0"/>
              <a:t>‹#›</a:t>
            </a:fld>
            <a:endParaRPr lang="en-GB"/>
          </a:p>
        </p:txBody>
      </p:sp>
    </p:spTree>
    <p:extLst>
      <p:ext uri="{BB962C8B-B14F-4D97-AF65-F5344CB8AC3E}">
        <p14:creationId xmlns:p14="http://schemas.microsoft.com/office/powerpoint/2010/main" val="130811159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9" name="Picture 8" descr="Shape, rectangle&#10;&#10;Description automatically generated">
            <a:extLst>
              <a:ext uri="{FF2B5EF4-FFF2-40B4-BE49-F238E27FC236}">
                <a16:creationId xmlns:a16="http://schemas.microsoft.com/office/drawing/2014/main" id="{9E872171-DDA3-8241-A182-0AFA884F91D7}"/>
              </a:ext>
            </a:extLst>
          </p:cNvPr>
          <p:cNvPicPr>
            <a:picLocks noChangeAspect="1"/>
          </p:cNvPicPr>
          <p:nvPr userDrawn="1"/>
        </p:nvPicPr>
        <p:blipFill>
          <a:blip r:embed="rId13">
            <a:extLst>
              <a:ext uri="{28A0092B-C50C-407E-A947-70E740481C1C}">
                <a14:useLocalDpi xmlns:a14="http://schemas.microsoft.com/office/drawing/2010/main" val="0"/>
              </a:ext>
            </a:extLst>
          </a:blip>
          <a:stretch>
            <a:fillRect/>
          </a:stretch>
        </p:blipFill>
        <p:spPr>
          <a:xfrm>
            <a:off x="0" y="-794"/>
            <a:ext cx="12192000" cy="1616288"/>
          </a:xfrm>
          <a:prstGeom prst="rect">
            <a:avLst/>
          </a:prstGeom>
        </p:spPr>
      </p:pic>
      <p:sp>
        <p:nvSpPr>
          <p:cNvPr id="2" name="Title Placeholder 1">
            <a:extLst>
              <a:ext uri="{FF2B5EF4-FFF2-40B4-BE49-F238E27FC236}">
                <a16:creationId xmlns:a16="http://schemas.microsoft.com/office/drawing/2014/main" id="{83B9995C-D844-455E-9E19-BF66C81EFD3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8D204189-41E9-4E09-B418-B033E7F1473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Footer Placeholder 4">
            <a:extLst>
              <a:ext uri="{FF2B5EF4-FFF2-40B4-BE49-F238E27FC236}">
                <a16:creationId xmlns:a16="http://schemas.microsoft.com/office/drawing/2014/main" id="{4D739203-7E29-BA40-9D51-8F9968799BF3}"/>
              </a:ext>
            </a:extLst>
          </p:cNvPr>
          <p:cNvSpPr txBox="1">
            <a:spLocks/>
          </p:cNvSpPr>
          <p:nvPr userDrawn="1"/>
        </p:nvSpPr>
        <p:spPr>
          <a:xfrm>
            <a:off x="7547114" y="6380197"/>
            <a:ext cx="4114800"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GB" sz="1200"/>
              <a:t>© Hodder &amp; Stoughton Limited 2021</a:t>
            </a:r>
          </a:p>
        </p:txBody>
      </p:sp>
    </p:spTree>
    <p:extLst>
      <p:ext uri="{BB962C8B-B14F-4D97-AF65-F5344CB8AC3E}">
        <p14:creationId xmlns:p14="http://schemas.microsoft.com/office/powerpoint/2010/main" val="265877432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5.png"/><Relationship Id="rId7" Type="http://schemas.openxmlformats.org/officeDocument/2006/relationships/image" Target="../media/image9.png"/><Relationship Id="rId2" Type="http://schemas.openxmlformats.org/officeDocument/2006/relationships/image" Target="../media/image4.png"/><Relationship Id="rId1" Type="http://schemas.openxmlformats.org/officeDocument/2006/relationships/slideLayout" Target="../slideLayouts/slideLayout2.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 Id="rId9" Type="http://schemas.openxmlformats.org/officeDocument/2006/relationships/image" Target="../media/image11.png"/></Relationships>
</file>

<file path=ppt/slides/_rels/slide5.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5.jp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5346DB13-257C-4484-9CB0-C755672B55D3}"/>
              </a:ext>
            </a:extLst>
          </p:cNvPr>
          <p:cNvSpPr/>
          <p:nvPr/>
        </p:nvSpPr>
        <p:spPr>
          <a:xfrm>
            <a:off x="3717561" y="4161387"/>
            <a:ext cx="3236912" cy="400110"/>
          </a:xfrm>
          <a:prstGeom prst="rect">
            <a:avLst/>
          </a:prstGeom>
        </p:spPr>
        <p:txBody>
          <a:bodyPr wrap="none">
            <a:spAutoFit/>
          </a:bodyPr>
          <a:lstStyle/>
          <a:p>
            <a:r>
              <a:rPr lang="en-GB" sz="2000" b="1" dirty="0">
                <a:solidFill>
                  <a:srgbClr val="0075BE"/>
                </a:solidFill>
                <a:latin typeface="Calibri" panose="020F0502020204030204" pitchFamily="34" charset="0"/>
                <a:ea typeface="Times New Roman" panose="02020603050405020304" pitchFamily="18" charset="0"/>
              </a:rPr>
              <a:t>Lesson 2: Designing a leaflet </a:t>
            </a:r>
            <a:endParaRPr lang="en-GB" sz="2000" b="1" dirty="0">
              <a:solidFill>
                <a:srgbClr val="0075BE"/>
              </a:solidFill>
            </a:endParaRPr>
          </a:p>
        </p:txBody>
      </p:sp>
      <p:pic>
        <p:nvPicPr>
          <p:cNvPr id="5" name="Picture 4">
            <a:extLst>
              <a:ext uri="{FF2B5EF4-FFF2-40B4-BE49-F238E27FC236}">
                <a16:creationId xmlns:a16="http://schemas.microsoft.com/office/drawing/2014/main" id="{6DDE5778-FF08-4B99-B822-52F22D0D1974}"/>
              </a:ext>
            </a:extLst>
          </p:cNvPr>
          <p:cNvPicPr>
            <a:picLocks noChangeAspect="1"/>
          </p:cNvPicPr>
          <p:nvPr/>
        </p:nvPicPr>
        <p:blipFill>
          <a:blip r:embed="rId2"/>
          <a:stretch>
            <a:fillRect/>
          </a:stretch>
        </p:blipFill>
        <p:spPr>
          <a:xfrm>
            <a:off x="7997868" y="2740504"/>
            <a:ext cx="1519603" cy="2849256"/>
          </a:xfrm>
          <a:prstGeom prst="rect">
            <a:avLst/>
          </a:prstGeom>
          <a:effectLst>
            <a:outerShdw blurRad="50800" dist="38100" dir="2700000" algn="tl" rotWithShape="0">
              <a:prstClr val="black">
                <a:alpha val="40000"/>
              </a:prstClr>
            </a:outerShdw>
          </a:effectLst>
        </p:spPr>
      </p:pic>
      <p:sp>
        <p:nvSpPr>
          <p:cNvPr id="6" name="Title 1">
            <a:extLst>
              <a:ext uri="{FF2B5EF4-FFF2-40B4-BE49-F238E27FC236}">
                <a16:creationId xmlns:a16="http://schemas.microsoft.com/office/drawing/2014/main" id="{8523741E-2DB0-46E0-910C-A87026F962D6}"/>
              </a:ext>
            </a:extLst>
          </p:cNvPr>
          <p:cNvSpPr txBox="1">
            <a:spLocks/>
          </p:cNvSpPr>
          <p:nvPr/>
        </p:nvSpPr>
        <p:spPr>
          <a:xfrm>
            <a:off x="906011" y="2642532"/>
            <a:ext cx="6048462" cy="1522600"/>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r"/>
            <a:r>
              <a:rPr lang="en-GB" sz="4400" b="1"/>
              <a:t>Computing: </a:t>
            </a:r>
          </a:p>
          <a:p>
            <a:pPr algn="r"/>
            <a:r>
              <a:rPr lang="en-GB" sz="4400" b="1"/>
              <a:t>past, present and future</a:t>
            </a:r>
          </a:p>
        </p:txBody>
      </p:sp>
    </p:spTree>
    <p:extLst>
      <p:ext uri="{BB962C8B-B14F-4D97-AF65-F5344CB8AC3E}">
        <p14:creationId xmlns:p14="http://schemas.microsoft.com/office/powerpoint/2010/main" val="7197045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FC4667-2A3C-4536-9386-00402F3C6EE6}"/>
              </a:ext>
            </a:extLst>
          </p:cNvPr>
          <p:cNvSpPr>
            <a:spLocks noGrp="1"/>
          </p:cNvSpPr>
          <p:nvPr>
            <p:ph type="title"/>
          </p:nvPr>
        </p:nvSpPr>
        <p:spPr>
          <a:xfrm>
            <a:off x="1610413" y="798504"/>
            <a:ext cx="9634330" cy="766349"/>
          </a:xfrm>
        </p:spPr>
        <p:txBody>
          <a:bodyPr/>
          <a:lstStyle/>
          <a:p>
            <a:r>
              <a:rPr lang="en-GB" b="1">
                <a:solidFill>
                  <a:schemeClr val="bg1"/>
                </a:solidFill>
              </a:rPr>
              <a:t>Objectives</a:t>
            </a:r>
          </a:p>
        </p:txBody>
      </p:sp>
      <p:sp>
        <p:nvSpPr>
          <p:cNvPr id="4" name="Rectangle 3">
            <a:extLst>
              <a:ext uri="{FF2B5EF4-FFF2-40B4-BE49-F238E27FC236}">
                <a16:creationId xmlns:a16="http://schemas.microsoft.com/office/drawing/2014/main" id="{AA491288-4946-45B1-B65E-CD47ACDBD79E}"/>
              </a:ext>
            </a:extLst>
          </p:cNvPr>
          <p:cNvSpPr/>
          <p:nvPr/>
        </p:nvSpPr>
        <p:spPr>
          <a:xfrm>
            <a:off x="1610413" y="2403655"/>
            <a:ext cx="6854079" cy="2050690"/>
          </a:xfrm>
          <a:prstGeom prst="rect">
            <a:avLst/>
          </a:prstGeom>
        </p:spPr>
        <p:txBody>
          <a:bodyPr wrap="square">
            <a:spAutoFit/>
          </a:bodyPr>
          <a:lstStyle/>
          <a:p>
            <a:pPr>
              <a:lnSpc>
                <a:spcPct val="107000"/>
              </a:lnSpc>
              <a:spcAft>
                <a:spcPts val="0"/>
              </a:spcAft>
            </a:pPr>
            <a:r>
              <a:rPr lang="en-GB" sz="2400" dirty="0">
                <a:latin typeface="Calibri" panose="020F0502020204030204" pitchFamily="34" charset="0"/>
                <a:ea typeface="Arial" panose="020B0604020202020204" pitchFamily="34" charset="0"/>
                <a:cs typeface="Calibri" panose="020F0502020204030204" pitchFamily="34" charset="0"/>
              </a:rPr>
              <a:t>In this lesson, you will learn:</a:t>
            </a:r>
            <a:endParaRPr lang="en-GB" sz="2400" dirty="0">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buFont typeface="Arial" panose="020B0604020202020204" pitchFamily="34" charset="0"/>
              <a:buChar char="•"/>
            </a:pPr>
            <a:r>
              <a:rPr lang="en-GB" sz="2400" dirty="0">
                <a:latin typeface="Calibri" panose="020F0502020204030204" pitchFamily="34" charset="0"/>
                <a:ea typeface="Calibri" panose="020F0502020204030204" pitchFamily="34" charset="0"/>
                <a:cs typeface="Calibri" panose="020F0502020204030204" pitchFamily="34" charset="0"/>
              </a:rPr>
              <a:t>how to use a range of </a:t>
            </a:r>
            <a:r>
              <a:rPr lang="en-GB" sz="2400" dirty="0" smtClean="0">
                <a:latin typeface="Calibri" panose="020F0502020204030204" pitchFamily="34" charset="0"/>
                <a:ea typeface="Calibri" panose="020F0502020204030204" pitchFamily="34" charset="0"/>
                <a:cs typeface="Calibri" panose="020F0502020204030204" pitchFamily="34" charset="0"/>
              </a:rPr>
              <a:t>word-processing </a:t>
            </a:r>
            <a:r>
              <a:rPr lang="en-GB" sz="2400" dirty="0">
                <a:latin typeface="Calibri" panose="020F0502020204030204" pitchFamily="34" charset="0"/>
                <a:ea typeface="Calibri" panose="020F0502020204030204" pitchFamily="34" charset="0"/>
                <a:cs typeface="Calibri" panose="020F0502020204030204" pitchFamily="34" charset="0"/>
              </a:rPr>
              <a:t>tools</a:t>
            </a:r>
          </a:p>
          <a:p>
            <a:pPr marL="342900" lvl="0" indent="-342900">
              <a:lnSpc>
                <a:spcPct val="107000"/>
              </a:lnSpc>
              <a:buFont typeface="Arial" panose="020B0604020202020204" pitchFamily="34" charset="0"/>
              <a:buChar char="•"/>
            </a:pPr>
            <a:r>
              <a:rPr lang="en-GB" sz="2400" dirty="0">
                <a:latin typeface="Calibri" panose="020F0502020204030204" pitchFamily="34" charset="0"/>
                <a:ea typeface="Arial" panose="020B0604020202020204" pitchFamily="34" charset="0"/>
                <a:cs typeface="Calibri" panose="020F0502020204030204" pitchFamily="34" charset="0"/>
              </a:rPr>
              <a:t>about</a:t>
            </a:r>
            <a:r>
              <a:rPr lang="en-GB" sz="2400" dirty="0">
                <a:latin typeface="Calibri" panose="020F0502020204030204" pitchFamily="34" charset="0"/>
                <a:ea typeface="Calibri" panose="020F0502020204030204" pitchFamily="34" charset="0"/>
                <a:cs typeface="Calibri" panose="020F0502020204030204" pitchFamily="34" charset="0"/>
              </a:rPr>
              <a:t> the design cycle</a:t>
            </a:r>
          </a:p>
          <a:p>
            <a:pPr marL="342900" lvl="0" indent="-342900">
              <a:lnSpc>
                <a:spcPct val="107000"/>
              </a:lnSpc>
              <a:buFont typeface="Arial" panose="020B0604020202020204" pitchFamily="34" charset="0"/>
              <a:buChar char="•"/>
            </a:pPr>
            <a:r>
              <a:rPr lang="en-GB" sz="2400" dirty="0">
                <a:latin typeface="Calibri" panose="020F0502020204030204" pitchFamily="34" charset="0"/>
                <a:ea typeface="Calibri" panose="020F0502020204030204" pitchFamily="34" charset="0"/>
              </a:rPr>
              <a:t>how to create a well-designed leaflet </a:t>
            </a:r>
            <a:r>
              <a:rPr lang="en-GB" sz="2400" dirty="0">
                <a:latin typeface="Calibri" panose="020F0502020204030204" pitchFamily="34" charset="0"/>
                <a:ea typeface="Arial" panose="020B0604020202020204" pitchFamily="34" charset="0"/>
              </a:rPr>
              <a:t>using word processing software</a:t>
            </a:r>
            <a:endParaRPr lang="en-GB" sz="24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69981045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Icon&#10;&#10;Description automatically generated">
            <a:extLst>
              <a:ext uri="{FF2B5EF4-FFF2-40B4-BE49-F238E27FC236}">
                <a16:creationId xmlns:a16="http://schemas.microsoft.com/office/drawing/2014/main" id="{8C43812E-F106-4450-BFE5-067450A54479}"/>
              </a:ext>
            </a:extLst>
          </p:cNvPr>
          <p:cNvPicPr>
            <a:picLocks noChangeAspect="1"/>
          </p:cNvPicPr>
          <p:nvPr/>
        </p:nvPicPr>
        <p:blipFill>
          <a:blip r:embed="rId2" cstate="hqprint">
            <a:extLst>
              <a:ext uri="{28A0092B-C50C-407E-A947-70E740481C1C}">
                <a14:useLocalDpi xmlns:a14="http://schemas.microsoft.com/office/drawing/2010/main" val="0"/>
              </a:ext>
            </a:extLst>
          </a:blip>
          <a:stretch>
            <a:fillRect/>
          </a:stretch>
        </p:blipFill>
        <p:spPr>
          <a:xfrm>
            <a:off x="9613491" y="2700851"/>
            <a:ext cx="2578509" cy="2578509"/>
          </a:xfrm>
          <a:prstGeom prst="rect">
            <a:avLst/>
          </a:prstGeom>
        </p:spPr>
      </p:pic>
      <p:sp>
        <p:nvSpPr>
          <p:cNvPr id="2" name="Title 1">
            <a:extLst>
              <a:ext uri="{FF2B5EF4-FFF2-40B4-BE49-F238E27FC236}">
                <a16:creationId xmlns:a16="http://schemas.microsoft.com/office/drawing/2014/main" id="{2627905C-00CB-4FC9-83B7-66A2E3C077C8}"/>
              </a:ext>
            </a:extLst>
          </p:cNvPr>
          <p:cNvSpPr>
            <a:spLocks noGrp="1"/>
          </p:cNvSpPr>
          <p:nvPr>
            <p:ph type="title"/>
          </p:nvPr>
        </p:nvSpPr>
        <p:spPr>
          <a:xfrm>
            <a:off x="1605489" y="794492"/>
            <a:ext cx="9773478" cy="845862"/>
          </a:xfrm>
        </p:spPr>
        <p:txBody>
          <a:bodyPr/>
          <a:lstStyle/>
          <a:p>
            <a:r>
              <a:rPr lang="en-GB" b="1">
                <a:solidFill>
                  <a:schemeClr val="bg1"/>
                </a:solidFill>
              </a:rPr>
              <a:t>Word-processing applications today</a:t>
            </a:r>
          </a:p>
        </p:txBody>
      </p:sp>
      <p:sp>
        <p:nvSpPr>
          <p:cNvPr id="5" name="Rectangle 4">
            <a:extLst>
              <a:ext uri="{FF2B5EF4-FFF2-40B4-BE49-F238E27FC236}">
                <a16:creationId xmlns:a16="http://schemas.microsoft.com/office/drawing/2014/main" id="{29658F74-D4B7-4945-B6CD-E0EFF9A5666D}"/>
              </a:ext>
            </a:extLst>
          </p:cNvPr>
          <p:cNvSpPr/>
          <p:nvPr/>
        </p:nvSpPr>
        <p:spPr>
          <a:xfrm>
            <a:off x="1605489" y="2097280"/>
            <a:ext cx="8167776" cy="3785652"/>
          </a:xfrm>
          <a:prstGeom prst="rect">
            <a:avLst/>
          </a:prstGeom>
        </p:spPr>
        <p:txBody>
          <a:bodyPr wrap="square" lIns="91440" tIns="45720" rIns="91440" bIns="45720" anchor="t">
            <a:spAutoFit/>
          </a:bodyPr>
          <a:lstStyle/>
          <a:p>
            <a:r>
              <a:rPr lang="en-GB" sz="2400" dirty="0"/>
              <a:t>The first commercial word processing application, </a:t>
            </a:r>
            <a:r>
              <a:rPr lang="en-GB" sz="2400" dirty="0" smtClean="0"/>
              <a:t>WordStar</a:t>
            </a:r>
            <a:r>
              <a:rPr lang="en-GB" sz="2400" dirty="0"/>
              <a:t>, published in 1978.</a:t>
            </a:r>
          </a:p>
          <a:p>
            <a:r>
              <a:rPr lang="en-GB" sz="2400" dirty="0"/>
              <a:t>Compared with </a:t>
            </a:r>
            <a:r>
              <a:rPr lang="en-GB" sz="2400" dirty="0" smtClean="0"/>
              <a:t>WordStar</a:t>
            </a:r>
            <a:r>
              <a:rPr lang="en-GB" sz="2400" dirty="0"/>
              <a:t>, modern </a:t>
            </a:r>
            <a:r>
              <a:rPr lang="en-GB" sz="2400" dirty="0" smtClean="0"/>
              <a:t>word-processing </a:t>
            </a:r>
            <a:r>
              <a:rPr lang="en-GB" sz="2400" dirty="0"/>
              <a:t>applications are incredibly feature rich.</a:t>
            </a:r>
          </a:p>
          <a:p>
            <a:r>
              <a:rPr lang="en-GB" sz="2400" dirty="0"/>
              <a:t>Yet, in spite of all these new features, modern </a:t>
            </a:r>
            <a:r>
              <a:rPr lang="en-GB" sz="2400" dirty="0" smtClean="0"/>
              <a:t>word-processing </a:t>
            </a:r>
            <a:r>
              <a:rPr lang="en-GB" sz="2400" dirty="0"/>
              <a:t>applications perform much the same functions as the very first word processor: you enter and format text and save and retrieve electronic documents.</a:t>
            </a:r>
          </a:p>
          <a:p>
            <a:r>
              <a:rPr lang="en-GB" sz="2400" dirty="0"/>
              <a:t>Microsoft Word and Google Docs are the most popular </a:t>
            </a:r>
            <a:r>
              <a:rPr lang="en-GB" sz="2400" dirty="0" smtClean="0"/>
              <a:t>word-processing </a:t>
            </a:r>
            <a:r>
              <a:rPr lang="en-GB" sz="2400" dirty="0"/>
              <a:t>software applications in the </a:t>
            </a:r>
            <a:r>
              <a:rPr lang="en-GB" sz="2400" dirty="0" smtClean="0"/>
              <a:t>world.</a:t>
            </a:r>
            <a:endParaRPr lang="en-GB" sz="2400" dirty="0"/>
          </a:p>
        </p:txBody>
      </p:sp>
    </p:spTree>
    <p:extLst>
      <p:ext uri="{BB962C8B-B14F-4D97-AF65-F5344CB8AC3E}">
        <p14:creationId xmlns:p14="http://schemas.microsoft.com/office/powerpoint/2010/main" val="116616680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4C3D19-1115-422D-B31A-F4EC856863A4}"/>
              </a:ext>
            </a:extLst>
          </p:cNvPr>
          <p:cNvSpPr>
            <a:spLocks noGrp="1"/>
          </p:cNvSpPr>
          <p:nvPr>
            <p:ph type="title"/>
          </p:nvPr>
        </p:nvSpPr>
        <p:spPr>
          <a:xfrm>
            <a:off x="1594911" y="787653"/>
            <a:ext cx="10597089" cy="835923"/>
          </a:xfrm>
        </p:spPr>
        <p:txBody>
          <a:bodyPr>
            <a:noAutofit/>
          </a:bodyPr>
          <a:lstStyle/>
          <a:p>
            <a:r>
              <a:rPr lang="en-GB" sz="3600" b="1" dirty="0">
                <a:solidFill>
                  <a:schemeClr val="bg1"/>
                </a:solidFill>
              </a:rPr>
              <a:t>The most commonly used </a:t>
            </a:r>
            <a:r>
              <a:rPr lang="en-GB" sz="3600" b="1" dirty="0" smtClean="0">
                <a:solidFill>
                  <a:schemeClr val="bg1"/>
                </a:solidFill>
              </a:rPr>
              <a:t>word-processing </a:t>
            </a:r>
            <a:r>
              <a:rPr lang="en-GB" sz="3600" b="1" dirty="0">
                <a:solidFill>
                  <a:schemeClr val="bg1"/>
                </a:solidFill>
              </a:rPr>
              <a:t>commands</a:t>
            </a:r>
          </a:p>
        </p:txBody>
      </p:sp>
      <p:pic>
        <p:nvPicPr>
          <p:cNvPr id="13" name="Picture 12">
            <a:extLst>
              <a:ext uri="{FF2B5EF4-FFF2-40B4-BE49-F238E27FC236}">
                <a16:creationId xmlns:a16="http://schemas.microsoft.com/office/drawing/2014/main" id="{CE10D6CC-B4DA-4A9F-89E8-A38CDE85F06A}"/>
              </a:ext>
            </a:extLst>
          </p:cNvPr>
          <p:cNvPicPr>
            <a:picLocks noChangeAspect="1"/>
          </p:cNvPicPr>
          <p:nvPr/>
        </p:nvPicPr>
        <p:blipFill>
          <a:blip r:embed="rId2"/>
          <a:stretch>
            <a:fillRect/>
          </a:stretch>
        </p:blipFill>
        <p:spPr>
          <a:xfrm>
            <a:off x="9568485" y="2241796"/>
            <a:ext cx="1111352" cy="1057577"/>
          </a:xfrm>
          <a:prstGeom prst="rect">
            <a:avLst/>
          </a:prstGeom>
        </p:spPr>
      </p:pic>
      <p:sp>
        <p:nvSpPr>
          <p:cNvPr id="14" name="TextBox 13">
            <a:extLst>
              <a:ext uri="{FF2B5EF4-FFF2-40B4-BE49-F238E27FC236}">
                <a16:creationId xmlns:a16="http://schemas.microsoft.com/office/drawing/2014/main" id="{2AB8B90B-9D73-4A4B-8068-7D3C3BEF359C}"/>
              </a:ext>
            </a:extLst>
          </p:cNvPr>
          <p:cNvSpPr txBox="1"/>
          <p:nvPr/>
        </p:nvSpPr>
        <p:spPr>
          <a:xfrm>
            <a:off x="9394186" y="3429238"/>
            <a:ext cx="1459951" cy="338554"/>
          </a:xfrm>
          <a:prstGeom prst="rect">
            <a:avLst/>
          </a:prstGeom>
          <a:noFill/>
        </p:spPr>
        <p:txBody>
          <a:bodyPr wrap="none" rtlCol="0">
            <a:spAutoFit/>
          </a:bodyPr>
          <a:lstStyle/>
          <a:p>
            <a:r>
              <a:rPr lang="en-GB" sz="1600" dirty="0"/>
              <a:t>Copy and paste</a:t>
            </a:r>
          </a:p>
        </p:txBody>
      </p:sp>
      <p:pic>
        <p:nvPicPr>
          <p:cNvPr id="15" name="Picture 14">
            <a:extLst>
              <a:ext uri="{FF2B5EF4-FFF2-40B4-BE49-F238E27FC236}">
                <a16:creationId xmlns:a16="http://schemas.microsoft.com/office/drawing/2014/main" id="{8B12A559-DE85-4EC0-8669-5AABF50BFE0E}"/>
              </a:ext>
            </a:extLst>
          </p:cNvPr>
          <p:cNvPicPr>
            <a:picLocks noChangeAspect="1"/>
          </p:cNvPicPr>
          <p:nvPr/>
        </p:nvPicPr>
        <p:blipFill>
          <a:blip r:embed="rId3"/>
          <a:stretch>
            <a:fillRect/>
          </a:stretch>
        </p:blipFill>
        <p:spPr>
          <a:xfrm>
            <a:off x="1764945" y="3446446"/>
            <a:ext cx="1111811" cy="1057577"/>
          </a:xfrm>
          <a:prstGeom prst="rect">
            <a:avLst/>
          </a:prstGeom>
        </p:spPr>
      </p:pic>
      <p:sp>
        <p:nvSpPr>
          <p:cNvPr id="16" name="TextBox 15">
            <a:extLst>
              <a:ext uri="{FF2B5EF4-FFF2-40B4-BE49-F238E27FC236}">
                <a16:creationId xmlns:a16="http://schemas.microsoft.com/office/drawing/2014/main" id="{9742CB66-333B-4E20-806A-C9A6594B85BF}"/>
              </a:ext>
            </a:extLst>
          </p:cNvPr>
          <p:cNvSpPr txBox="1"/>
          <p:nvPr/>
        </p:nvSpPr>
        <p:spPr>
          <a:xfrm>
            <a:off x="2037246" y="4501313"/>
            <a:ext cx="567207" cy="338554"/>
          </a:xfrm>
          <a:prstGeom prst="rect">
            <a:avLst/>
          </a:prstGeom>
          <a:noFill/>
        </p:spPr>
        <p:txBody>
          <a:bodyPr wrap="none" rtlCol="0">
            <a:spAutoFit/>
          </a:bodyPr>
          <a:lstStyle/>
          <a:p>
            <a:r>
              <a:rPr lang="en-GB" sz="1600" dirty="0"/>
              <a:t>Save</a:t>
            </a:r>
          </a:p>
        </p:txBody>
      </p:sp>
      <p:pic>
        <p:nvPicPr>
          <p:cNvPr id="17" name="Picture 16">
            <a:extLst>
              <a:ext uri="{FF2B5EF4-FFF2-40B4-BE49-F238E27FC236}">
                <a16:creationId xmlns:a16="http://schemas.microsoft.com/office/drawing/2014/main" id="{1C809251-C274-4B2E-AFD7-BA1AECBDF031}"/>
              </a:ext>
            </a:extLst>
          </p:cNvPr>
          <p:cNvPicPr>
            <a:picLocks noChangeAspect="1"/>
          </p:cNvPicPr>
          <p:nvPr/>
        </p:nvPicPr>
        <p:blipFill>
          <a:blip r:embed="rId4"/>
          <a:stretch>
            <a:fillRect/>
          </a:stretch>
        </p:blipFill>
        <p:spPr>
          <a:xfrm>
            <a:off x="2128573" y="5157648"/>
            <a:ext cx="1111351" cy="1086093"/>
          </a:xfrm>
          <a:prstGeom prst="rect">
            <a:avLst/>
          </a:prstGeom>
        </p:spPr>
      </p:pic>
      <p:sp>
        <p:nvSpPr>
          <p:cNvPr id="18" name="TextBox 17">
            <a:extLst>
              <a:ext uri="{FF2B5EF4-FFF2-40B4-BE49-F238E27FC236}">
                <a16:creationId xmlns:a16="http://schemas.microsoft.com/office/drawing/2014/main" id="{B223757B-9442-46F3-855F-D1B6E666223A}"/>
              </a:ext>
            </a:extLst>
          </p:cNvPr>
          <p:cNvSpPr txBox="1"/>
          <p:nvPr/>
        </p:nvSpPr>
        <p:spPr>
          <a:xfrm>
            <a:off x="2392501" y="6018956"/>
            <a:ext cx="583493" cy="338554"/>
          </a:xfrm>
          <a:prstGeom prst="rect">
            <a:avLst/>
          </a:prstGeom>
          <a:noFill/>
        </p:spPr>
        <p:txBody>
          <a:bodyPr wrap="none" rtlCol="0">
            <a:spAutoFit/>
          </a:bodyPr>
          <a:lstStyle/>
          <a:p>
            <a:r>
              <a:rPr lang="en-GB" sz="1600" dirty="0"/>
              <a:t>Print</a:t>
            </a:r>
          </a:p>
        </p:txBody>
      </p:sp>
      <p:pic>
        <p:nvPicPr>
          <p:cNvPr id="19" name="Picture 18">
            <a:extLst>
              <a:ext uri="{FF2B5EF4-FFF2-40B4-BE49-F238E27FC236}">
                <a16:creationId xmlns:a16="http://schemas.microsoft.com/office/drawing/2014/main" id="{E03D1B26-D29D-4DD2-83E3-9769D27E3400}"/>
              </a:ext>
            </a:extLst>
          </p:cNvPr>
          <p:cNvPicPr>
            <a:picLocks noChangeAspect="1"/>
          </p:cNvPicPr>
          <p:nvPr/>
        </p:nvPicPr>
        <p:blipFill>
          <a:blip r:embed="rId5"/>
          <a:stretch>
            <a:fillRect/>
          </a:stretch>
        </p:blipFill>
        <p:spPr>
          <a:xfrm>
            <a:off x="7091520" y="2401859"/>
            <a:ext cx="874501" cy="897514"/>
          </a:xfrm>
          <a:prstGeom prst="rect">
            <a:avLst/>
          </a:prstGeom>
        </p:spPr>
      </p:pic>
      <p:sp>
        <p:nvSpPr>
          <p:cNvPr id="20" name="TextBox 19">
            <a:extLst>
              <a:ext uri="{FF2B5EF4-FFF2-40B4-BE49-F238E27FC236}">
                <a16:creationId xmlns:a16="http://schemas.microsoft.com/office/drawing/2014/main" id="{E2A79470-CD15-41E6-B766-753A21FC0FFD}"/>
              </a:ext>
            </a:extLst>
          </p:cNvPr>
          <p:cNvSpPr txBox="1"/>
          <p:nvPr/>
        </p:nvSpPr>
        <p:spPr>
          <a:xfrm>
            <a:off x="6925880" y="3305421"/>
            <a:ext cx="1205779" cy="338554"/>
          </a:xfrm>
          <a:prstGeom prst="rect">
            <a:avLst/>
          </a:prstGeom>
          <a:noFill/>
        </p:spPr>
        <p:txBody>
          <a:bodyPr wrap="none" rtlCol="0">
            <a:spAutoFit/>
          </a:bodyPr>
          <a:lstStyle/>
          <a:p>
            <a:r>
              <a:rPr lang="en-GB" sz="1600" dirty="0"/>
              <a:t>Undo typing</a:t>
            </a:r>
          </a:p>
        </p:txBody>
      </p:sp>
      <p:pic>
        <p:nvPicPr>
          <p:cNvPr id="21" name="Picture 20">
            <a:extLst>
              <a:ext uri="{FF2B5EF4-FFF2-40B4-BE49-F238E27FC236}">
                <a16:creationId xmlns:a16="http://schemas.microsoft.com/office/drawing/2014/main" id="{8662921F-DE81-499B-929F-E5C78FB04ADD}"/>
              </a:ext>
            </a:extLst>
          </p:cNvPr>
          <p:cNvPicPr>
            <a:picLocks noChangeAspect="1"/>
          </p:cNvPicPr>
          <p:nvPr/>
        </p:nvPicPr>
        <p:blipFill>
          <a:blip r:embed="rId6"/>
          <a:stretch>
            <a:fillRect/>
          </a:stretch>
        </p:blipFill>
        <p:spPr>
          <a:xfrm>
            <a:off x="4596876" y="3603799"/>
            <a:ext cx="1025730" cy="897514"/>
          </a:xfrm>
          <a:prstGeom prst="rect">
            <a:avLst/>
          </a:prstGeom>
        </p:spPr>
      </p:pic>
      <p:sp>
        <p:nvSpPr>
          <p:cNvPr id="22" name="TextBox 21">
            <a:extLst>
              <a:ext uri="{FF2B5EF4-FFF2-40B4-BE49-F238E27FC236}">
                <a16:creationId xmlns:a16="http://schemas.microsoft.com/office/drawing/2014/main" id="{38DBCE65-8A0D-41FB-A89E-51F698AF5F81}"/>
              </a:ext>
            </a:extLst>
          </p:cNvPr>
          <p:cNvSpPr txBox="1"/>
          <p:nvPr/>
        </p:nvSpPr>
        <p:spPr>
          <a:xfrm>
            <a:off x="4830083" y="4466158"/>
            <a:ext cx="559769" cy="338554"/>
          </a:xfrm>
          <a:prstGeom prst="rect">
            <a:avLst/>
          </a:prstGeom>
          <a:noFill/>
        </p:spPr>
        <p:txBody>
          <a:bodyPr wrap="none" rtlCol="0">
            <a:spAutoFit/>
          </a:bodyPr>
          <a:lstStyle/>
          <a:p>
            <a:r>
              <a:rPr lang="en-GB" sz="1600" dirty="0"/>
              <a:t>Bold</a:t>
            </a:r>
          </a:p>
        </p:txBody>
      </p:sp>
      <p:pic>
        <p:nvPicPr>
          <p:cNvPr id="23" name="Picture 22">
            <a:extLst>
              <a:ext uri="{FF2B5EF4-FFF2-40B4-BE49-F238E27FC236}">
                <a16:creationId xmlns:a16="http://schemas.microsoft.com/office/drawing/2014/main" id="{FEDF0764-4993-4DB1-83F9-2201FFA420E5}"/>
              </a:ext>
            </a:extLst>
          </p:cNvPr>
          <p:cNvPicPr>
            <a:picLocks noChangeAspect="1"/>
          </p:cNvPicPr>
          <p:nvPr/>
        </p:nvPicPr>
        <p:blipFill>
          <a:blip r:embed="rId7"/>
          <a:stretch>
            <a:fillRect/>
          </a:stretch>
        </p:blipFill>
        <p:spPr>
          <a:xfrm>
            <a:off x="5879293" y="5157648"/>
            <a:ext cx="1025730" cy="975694"/>
          </a:xfrm>
          <a:prstGeom prst="rect">
            <a:avLst/>
          </a:prstGeom>
        </p:spPr>
      </p:pic>
      <p:sp>
        <p:nvSpPr>
          <p:cNvPr id="24" name="TextBox 23">
            <a:extLst>
              <a:ext uri="{FF2B5EF4-FFF2-40B4-BE49-F238E27FC236}">
                <a16:creationId xmlns:a16="http://schemas.microsoft.com/office/drawing/2014/main" id="{2E9BDC54-9EF1-4A29-A576-DB2ED2E2A053}"/>
              </a:ext>
            </a:extLst>
          </p:cNvPr>
          <p:cNvSpPr txBox="1"/>
          <p:nvPr/>
        </p:nvSpPr>
        <p:spPr>
          <a:xfrm>
            <a:off x="5796165" y="6077819"/>
            <a:ext cx="1185133" cy="338554"/>
          </a:xfrm>
          <a:prstGeom prst="rect">
            <a:avLst/>
          </a:prstGeom>
          <a:noFill/>
        </p:spPr>
        <p:txBody>
          <a:bodyPr wrap="none" rtlCol="0">
            <a:spAutoFit/>
          </a:bodyPr>
          <a:lstStyle/>
          <a:p>
            <a:r>
              <a:rPr lang="en-GB" sz="1600" dirty="0" err="1"/>
              <a:t>Bulletpoints</a:t>
            </a:r>
            <a:endParaRPr lang="en-GB" sz="1600" dirty="0"/>
          </a:p>
        </p:txBody>
      </p:sp>
      <p:pic>
        <p:nvPicPr>
          <p:cNvPr id="25" name="Picture 24">
            <a:extLst>
              <a:ext uri="{FF2B5EF4-FFF2-40B4-BE49-F238E27FC236}">
                <a16:creationId xmlns:a16="http://schemas.microsoft.com/office/drawing/2014/main" id="{1EE8892D-D5D2-4CA7-B940-90F2C1FC8A5D}"/>
              </a:ext>
            </a:extLst>
          </p:cNvPr>
          <p:cNvPicPr>
            <a:picLocks noChangeAspect="1"/>
          </p:cNvPicPr>
          <p:nvPr/>
        </p:nvPicPr>
        <p:blipFill>
          <a:blip r:embed="rId8"/>
          <a:stretch>
            <a:fillRect/>
          </a:stretch>
        </p:blipFill>
        <p:spPr>
          <a:xfrm>
            <a:off x="1324902" y="2074816"/>
            <a:ext cx="4257104" cy="716542"/>
          </a:xfrm>
          <a:prstGeom prst="rect">
            <a:avLst/>
          </a:prstGeom>
        </p:spPr>
      </p:pic>
      <p:pic>
        <p:nvPicPr>
          <p:cNvPr id="26" name="Picture 25">
            <a:extLst>
              <a:ext uri="{FF2B5EF4-FFF2-40B4-BE49-F238E27FC236}">
                <a16:creationId xmlns:a16="http://schemas.microsoft.com/office/drawing/2014/main" id="{DF115131-02F5-477D-B476-8AF6C4020743}"/>
              </a:ext>
            </a:extLst>
          </p:cNvPr>
          <p:cNvPicPr>
            <a:picLocks noChangeAspect="1"/>
          </p:cNvPicPr>
          <p:nvPr/>
        </p:nvPicPr>
        <p:blipFill>
          <a:blip r:embed="rId9"/>
          <a:stretch>
            <a:fillRect/>
          </a:stretch>
        </p:blipFill>
        <p:spPr>
          <a:xfrm>
            <a:off x="8234343" y="4435833"/>
            <a:ext cx="2610170" cy="922260"/>
          </a:xfrm>
          <a:prstGeom prst="rect">
            <a:avLst/>
          </a:prstGeom>
        </p:spPr>
      </p:pic>
      <p:sp>
        <p:nvSpPr>
          <p:cNvPr id="27" name="TextBox 26">
            <a:extLst>
              <a:ext uri="{FF2B5EF4-FFF2-40B4-BE49-F238E27FC236}">
                <a16:creationId xmlns:a16="http://schemas.microsoft.com/office/drawing/2014/main" id="{870252C2-A2ED-41E4-B5B5-137381A8E428}"/>
              </a:ext>
            </a:extLst>
          </p:cNvPr>
          <p:cNvSpPr txBox="1"/>
          <p:nvPr/>
        </p:nvSpPr>
        <p:spPr>
          <a:xfrm>
            <a:off x="2623515" y="2770585"/>
            <a:ext cx="1659878" cy="338554"/>
          </a:xfrm>
          <a:prstGeom prst="rect">
            <a:avLst/>
          </a:prstGeom>
          <a:noFill/>
        </p:spPr>
        <p:txBody>
          <a:bodyPr wrap="none" rtlCol="0">
            <a:spAutoFit/>
          </a:bodyPr>
          <a:lstStyle/>
          <a:p>
            <a:r>
              <a:rPr lang="en-GB" sz="1600" dirty="0"/>
              <a:t>Font and font size</a:t>
            </a:r>
          </a:p>
        </p:txBody>
      </p:sp>
      <p:sp>
        <p:nvSpPr>
          <p:cNvPr id="28" name="TextBox 27">
            <a:extLst>
              <a:ext uri="{FF2B5EF4-FFF2-40B4-BE49-F238E27FC236}">
                <a16:creationId xmlns:a16="http://schemas.microsoft.com/office/drawing/2014/main" id="{3EE8C43C-335F-4263-8886-77D24E1E0E7C}"/>
              </a:ext>
            </a:extLst>
          </p:cNvPr>
          <p:cNvSpPr txBox="1"/>
          <p:nvPr/>
        </p:nvSpPr>
        <p:spPr>
          <a:xfrm>
            <a:off x="8234342" y="5351340"/>
            <a:ext cx="2610171" cy="584775"/>
          </a:xfrm>
          <a:prstGeom prst="rect">
            <a:avLst/>
          </a:prstGeom>
          <a:noFill/>
        </p:spPr>
        <p:txBody>
          <a:bodyPr wrap="square" rtlCol="0">
            <a:spAutoFit/>
          </a:bodyPr>
          <a:lstStyle/>
          <a:p>
            <a:pPr algn="ctr"/>
            <a:r>
              <a:rPr lang="en-GB" sz="1600" dirty="0"/>
              <a:t>Align to Left, Centre text, Align to Right and Justify text</a:t>
            </a:r>
          </a:p>
        </p:txBody>
      </p:sp>
    </p:spTree>
    <p:extLst>
      <p:ext uri="{BB962C8B-B14F-4D97-AF65-F5344CB8AC3E}">
        <p14:creationId xmlns:p14="http://schemas.microsoft.com/office/powerpoint/2010/main" val="30057454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F5B0F3-7F56-4F5C-81F1-A743D46BDBD9}"/>
              </a:ext>
            </a:extLst>
          </p:cNvPr>
          <p:cNvSpPr>
            <a:spLocks noGrp="1"/>
          </p:cNvSpPr>
          <p:nvPr>
            <p:ph type="title"/>
          </p:nvPr>
        </p:nvSpPr>
        <p:spPr>
          <a:xfrm>
            <a:off x="1600201" y="786103"/>
            <a:ext cx="9753599" cy="845862"/>
          </a:xfrm>
        </p:spPr>
        <p:txBody>
          <a:bodyPr/>
          <a:lstStyle/>
          <a:p>
            <a:r>
              <a:rPr lang="en-GB" b="1" dirty="0">
                <a:solidFill>
                  <a:schemeClr val="bg1"/>
                </a:solidFill>
              </a:rPr>
              <a:t>What to do if you don’t know what to do</a:t>
            </a:r>
          </a:p>
        </p:txBody>
      </p:sp>
      <p:sp>
        <p:nvSpPr>
          <p:cNvPr id="4" name="Rectangle 3">
            <a:extLst>
              <a:ext uri="{FF2B5EF4-FFF2-40B4-BE49-F238E27FC236}">
                <a16:creationId xmlns:a16="http://schemas.microsoft.com/office/drawing/2014/main" id="{4255825F-5870-4F20-8090-59D69E003551}"/>
              </a:ext>
            </a:extLst>
          </p:cNvPr>
          <p:cNvSpPr/>
          <p:nvPr/>
        </p:nvSpPr>
        <p:spPr>
          <a:xfrm>
            <a:off x="1600201" y="2173366"/>
            <a:ext cx="4064389" cy="3648884"/>
          </a:xfrm>
          <a:prstGeom prst="rect">
            <a:avLst/>
          </a:prstGeom>
        </p:spPr>
        <p:txBody>
          <a:bodyPr wrap="square">
            <a:spAutoFit/>
          </a:bodyPr>
          <a:lstStyle/>
          <a:p>
            <a:pPr>
              <a:lnSpc>
                <a:spcPct val="107000"/>
              </a:lnSpc>
              <a:spcAft>
                <a:spcPts val="0"/>
              </a:spcAft>
            </a:pPr>
            <a:r>
              <a:rPr lang="en-GB" sz="2400" dirty="0">
                <a:latin typeface="Calibri" panose="020F0502020204030204" pitchFamily="34" charset="0"/>
                <a:ea typeface="Calibri" panose="020F0502020204030204" pitchFamily="34" charset="0"/>
                <a:cs typeface="Calibri" panose="020F0502020204030204" pitchFamily="34" charset="0"/>
              </a:rPr>
              <a:t>The </a:t>
            </a:r>
            <a:r>
              <a:rPr lang="en-GB" sz="2400" b="1" dirty="0">
                <a:solidFill>
                  <a:srgbClr val="0069B4"/>
                </a:solidFill>
                <a:latin typeface="Calibri" panose="020F0502020204030204" pitchFamily="34" charset="0"/>
                <a:ea typeface="Calibri" panose="020F0502020204030204" pitchFamily="34" charset="0"/>
                <a:cs typeface="Calibri" panose="020F0502020204030204" pitchFamily="34" charset="0"/>
              </a:rPr>
              <a:t>user interface (UI)</a:t>
            </a:r>
            <a:r>
              <a:rPr lang="en-GB" sz="2400" dirty="0">
                <a:solidFill>
                  <a:srgbClr val="0069B4"/>
                </a:solidFill>
                <a:latin typeface="Calibri" panose="020F0502020204030204" pitchFamily="34" charset="0"/>
                <a:ea typeface="Calibri" panose="020F0502020204030204" pitchFamily="34" charset="0"/>
                <a:cs typeface="Calibri" panose="020F0502020204030204" pitchFamily="34" charset="0"/>
              </a:rPr>
              <a:t> </a:t>
            </a:r>
            <a:r>
              <a:rPr lang="en-GB" sz="2400" dirty="0">
                <a:latin typeface="Calibri" panose="020F0502020204030204" pitchFamily="34" charset="0"/>
                <a:ea typeface="Calibri" panose="020F0502020204030204" pitchFamily="34" charset="0"/>
                <a:cs typeface="Calibri" panose="020F0502020204030204" pitchFamily="34" charset="0"/>
              </a:rPr>
              <a:t>of </a:t>
            </a:r>
            <a:r>
              <a:rPr lang="en-GB" sz="2400" dirty="0" smtClean="0">
                <a:latin typeface="Calibri" panose="020F0502020204030204" pitchFamily="34" charset="0"/>
                <a:ea typeface="Calibri" panose="020F0502020204030204" pitchFamily="34" charset="0"/>
                <a:cs typeface="Calibri" panose="020F0502020204030204" pitchFamily="34" charset="0"/>
              </a:rPr>
              <a:t>word-processing </a:t>
            </a:r>
            <a:r>
              <a:rPr lang="en-GB" sz="2400" dirty="0">
                <a:latin typeface="Calibri" panose="020F0502020204030204" pitchFamily="34" charset="0"/>
                <a:ea typeface="Calibri" panose="020F0502020204030204" pitchFamily="34" charset="0"/>
                <a:cs typeface="Calibri" panose="020F0502020204030204" pitchFamily="34" charset="0"/>
              </a:rPr>
              <a:t>applications have been designed so that they are intuitive; so that they are easy to use and understand.</a:t>
            </a:r>
          </a:p>
          <a:p>
            <a:pPr>
              <a:lnSpc>
                <a:spcPct val="107000"/>
              </a:lnSpc>
            </a:pPr>
            <a:r>
              <a:rPr lang="en-GB" sz="2400" dirty="0">
                <a:latin typeface="Calibri" panose="020F0502020204030204" pitchFamily="34" charset="0"/>
                <a:ea typeface="Calibri" panose="020F0502020204030204" pitchFamily="34" charset="0"/>
                <a:cs typeface="Calibri" panose="020F0502020204030204" pitchFamily="34" charset="0"/>
              </a:rPr>
              <a:t>For this reason, we are not going to teach you how to use Word or Google Docs.</a:t>
            </a:r>
            <a:endParaRPr lang="en-GB" sz="2400" dirty="0">
              <a:latin typeface="Calibri" panose="020F0502020204030204" pitchFamily="34" charset="0"/>
              <a:ea typeface="Calibri" panose="020F0502020204030204" pitchFamily="34" charset="0"/>
              <a:cs typeface="Times New Roman" panose="02020603050405020304" pitchFamily="18" charset="0"/>
            </a:endParaRPr>
          </a:p>
        </p:txBody>
      </p:sp>
      <p:pic>
        <p:nvPicPr>
          <p:cNvPr id="6" name="Picture 5">
            <a:extLst>
              <a:ext uri="{FF2B5EF4-FFF2-40B4-BE49-F238E27FC236}">
                <a16:creationId xmlns:a16="http://schemas.microsoft.com/office/drawing/2014/main" id="{D7ACB0C4-9577-457A-9FC5-33614B8760B6}"/>
              </a:ext>
            </a:extLst>
          </p:cNvPr>
          <p:cNvPicPr>
            <a:picLocks noChangeAspect="1"/>
          </p:cNvPicPr>
          <p:nvPr/>
        </p:nvPicPr>
        <p:blipFill>
          <a:blip r:embed="rId2" cstate="hqprint">
            <a:extLst>
              <a:ext uri="{28A0092B-C50C-407E-A947-70E740481C1C}">
                <a14:useLocalDpi xmlns:a14="http://schemas.microsoft.com/office/drawing/2010/main" val="0"/>
              </a:ext>
            </a:extLst>
          </a:blip>
          <a:stretch>
            <a:fillRect/>
          </a:stretch>
        </p:blipFill>
        <p:spPr>
          <a:xfrm>
            <a:off x="5961503" y="2283953"/>
            <a:ext cx="5298974" cy="2548577"/>
          </a:xfrm>
          <a:prstGeom prst="rect">
            <a:avLst/>
          </a:prstGeom>
        </p:spPr>
      </p:pic>
      <p:sp>
        <p:nvSpPr>
          <p:cNvPr id="7" name="Rectangle 6">
            <a:extLst>
              <a:ext uri="{FF2B5EF4-FFF2-40B4-BE49-F238E27FC236}">
                <a16:creationId xmlns:a16="http://schemas.microsoft.com/office/drawing/2014/main" id="{CDE40862-54DA-412B-9602-9A5AA17EC268}"/>
              </a:ext>
            </a:extLst>
          </p:cNvPr>
          <p:cNvSpPr/>
          <p:nvPr/>
        </p:nvSpPr>
        <p:spPr>
          <a:xfrm>
            <a:off x="1600201" y="5715974"/>
            <a:ext cx="9954490" cy="470000"/>
          </a:xfrm>
          <a:prstGeom prst="rect">
            <a:avLst/>
          </a:prstGeom>
        </p:spPr>
        <p:txBody>
          <a:bodyPr wrap="square">
            <a:spAutoFit/>
          </a:bodyPr>
          <a:lstStyle/>
          <a:p>
            <a:pPr>
              <a:lnSpc>
                <a:spcPct val="107000"/>
              </a:lnSpc>
              <a:spcAft>
                <a:spcPts val="0"/>
              </a:spcAft>
            </a:pPr>
            <a:r>
              <a:rPr lang="en-GB" sz="2400" dirty="0">
                <a:latin typeface="Calibri" panose="020F0502020204030204" pitchFamily="34" charset="0"/>
                <a:ea typeface="Calibri" panose="020F0502020204030204" pitchFamily="34" charset="0"/>
                <a:cs typeface="Calibri" panose="020F0502020204030204" pitchFamily="34" charset="0"/>
              </a:rPr>
              <a:t>Instead, we are going to teach how to work out how to do things yourselves.</a:t>
            </a:r>
            <a:endParaRPr lang="en-GB" sz="2400" dirty="0">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53817030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2">
            <a:extLst>
              <a:ext uri="{FF2B5EF4-FFF2-40B4-BE49-F238E27FC236}">
                <a16:creationId xmlns:a16="http://schemas.microsoft.com/office/drawing/2014/main" id="{B6E1392B-29C0-4B40-9B56-999CA89B7911}"/>
              </a:ext>
            </a:extLst>
          </p:cNvPr>
          <p:cNvSpPr>
            <a:spLocks noChangeArrowheads="1"/>
          </p:cNvSpPr>
          <p:nvPr/>
        </p:nvSpPr>
        <p:spPr bwMode="auto">
          <a:xfrm>
            <a:off x="1311896" y="1845575"/>
            <a:ext cx="9568207" cy="45243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i="0" u="none" strike="noStrike" cap="none" normalizeH="0" baseline="0" dirty="0">
                <a:ln>
                  <a:noFill/>
                </a:ln>
                <a:solidFill>
                  <a:schemeClr val="tx1"/>
                </a:solidFill>
                <a:effectLst/>
                <a:ea typeface="Arial" panose="020B0604020202020204" pitchFamily="34" charset="0"/>
                <a:cs typeface="Calibri" panose="020F0502020204030204" pitchFamily="34" charset="0"/>
              </a:rPr>
              <a:t>The ribbon across the top of the application gives you access a vast array of features, so the first thing you need to do is investigate what the application has to offer.</a:t>
            </a:r>
            <a:endParaRPr kumimoji="0" lang="en-GB" altLang="en-US" sz="240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i="0" u="none" strike="noStrike" cap="none" normalizeH="0" baseline="0" dirty="0">
                <a:ln>
                  <a:noFill/>
                </a:ln>
                <a:solidFill>
                  <a:schemeClr val="tx1"/>
                </a:solidFill>
                <a:effectLst/>
                <a:ea typeface="Arial" panose="020B0604020202020204" pitchFamily="34" charset="0"/>
                <a:cs typeface="Calibri" panose="020F0502020204030204" pitchFamily="34" charset="0"/>
              </a:rPr>
              <a:t>Place your mouse over the icons on the toolbars for more information.</a:t>
            </a:r>
            <a:endParaRPr kumimoji="0" lang="en-GB" altLang="en-US" sz="240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GB" altLang="en-US" sz="2400" i="0" u="none" strike="noStrike" cap="none" normalizeH="0" baseline="0" dirty="0">
              <a:ln>
                <a:noFill/>
              </a:ln>
              <a:solidFill>
                <a:schemeClr val="tx1"/>
              </a:solidFill>
              <a:effectLst/>
              <a:ea typeface="Calibri" panose="020F0502020204030204" pitchFamily="34" charset="0"/>
              <a:cs typeface="Calibri" panose="020F050202020403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lang="en-GB" altLang="en-US" sz="2400" dirty="0">
              <a:ea typeface="Calibri" panose="020F0502020204030204" pitchFamily="34" charset="0"/>
              <a:cs typeface="Calibri" panose="020F050202020403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lang="en-GB" altLang="en-US" sz="2400" dirty="0">
              <a:ea typeface="Calibri" panose="020F0502020204030204" pitchFamily="34" charset="0"/>
              <a:cs typeface="Calibri" panose="020F050202020403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lang="en-GB" altLang="en-US" sz="2400" dirty="0">
              <a:ea typeface="Calibri" panose="020F0502020204030204" pitchFamily="34" charset="0"/>
              <a:cs typeface="Calibri" panose="020F050202020403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GB" altLang="en-US" sz="2400" i="0" u="none" strike="noStrike" cap="none" normalizeH="0" baseline="0" dirty="0">
              <a:ln>
                <a:noFill/>
              </a:ln>
              <a:solidFill>
                <a:schemeClr val="tx1"/>
              </a:solidFill>
              <a:effectLst/>
              <a:ea typeface="Calibri" panose="020F0502020204030204" pitchFamily="34" charset="0"/>
              <a:cs typeface="Calibri" panose="020F0502020204030204" pitchFamily="34" charset="0"/>
            </a:endParaRPr>
          </a:p>
          <a:p>
            <a:pPr lvl="0" eaLnBrk="0" fontAlgn="base" hangingPunct="0">
              <a:spcBef>
                <a:spcPct val="0"/>
              </a:spcBef>
              <a:spcAft>
                <a:spcPct val="0"/>
              </a:spcAft>
            </a:pPr>
            <a:r>
              <a:rPr lang="en-US" altLang="en-US" sz="2400" dirty="0">
                <a:ea typeface="Arial" panose="020B0604020202020204" pitchFamily="34" charset="0"/>
                <a:cs typeface="Calibri" panose="020F0502020204030204" pitchFamily="34" charset="0"/>
              </a:rPr>
              <a:t>Try to find things out for yourself. Be prepared to experiment.</a:t>
            </a:r>
            <a:endParaRPr lang="en-GB" altLang="en-US" sz="2400" dirty="0"/>
          </a:p>
          <a:p>
            <a:pPr lvl="0" eaLnBrk="0" fontAlgn="base" hangingPunct="0">
              <a:spcBef>
                <a:spcPct val="0"/>
              </a:spcBef>
              <a:spcAft>
                <a:spcPct val="0"/>
              </a:spcAft>
            </a:pPr>
            <a:r>
              <a:rPr lang="en-US" altLang="en-US" sz="2400" dirty="0">
                <a:ea typeface="Arial" panose="020B0604020202020204" pitchFamily="34" charset="0"/>
                <a:cs typeface="Calibri" panose="020F0502020204030204" pitchFamily="34" charset="0"/>
              </a:rPr>
              <a:t>If you need help, use the application’s built in </a:t>
            </a:r>
            <a:r>
              <a:rPr lang="en-US" altLang="en-US" sz="2400" b="1" dirty="0">
                <a:ea typeface="Arial" panose="020B0604020202020204" pitchFamily="34" charset="0"/>
                <a:cs typeface="Calibri" panose="020F0502020204030204" pitchFamily="34" charset="0"/>
              </a:rPr>
              <a:t>Help</a:t>
            </a:r>
            <a:r>
              <a:rPr lang="en-US" altLang="en-US" sz="2400" dirty="0">
                <a:ea typeface="Arial" panose="020B0604020202020204" pitchFamily="34" charset="0"/>
                <a:cs typeface="Calibri" panose="020F0502020204030204" pitchFamily="34" charset="0"/>
              </a:rPr>
              <a:t> feature.</a:t>
            </a:r>
            <a:endParaRPr lang="en-GB" altLang="en-US" sz="2400" dirty="0"/>
          </a:p>
          <a:p>
            <a:pPr lvl="0" eaLnBrk="0" fontAlgn="base" hangingPunct="0">
              <a:spcBef>
                <a:spcPct val="0"/>
              </a:spcBef>
              <a:spcAft>
                <a:spcPct val="0"/>
              </a:spcAft>
            </a:pPr>
            <a:r>
              <a:rPr lang="en-US" altLang="en-US" sz="2400" dirty="0">
                <a:ea typeface="Arial" panose="020B0604020202020204" pitchFamily="34" charset="0"/>
                <a:cs typeface="Calibri" panose="020F0502020204030204" pitchFamily="34" charset="0"/>
              </a:rPr>
              <a:t>If you're really stuck, find an online tutorial.</a:t>
            </a:r>
            <a:endParaRPr lang="en-GB" altLang="en-US" sz="2400" dirty="0"/>
          </a:p>
        </p:txBody>
      </p:sp>
      <p:pic>
        <p:nvPicPr>
          <p:cNvPr id="10" name="Picture 9">
            <a:extLst>
              <a:ext uri="{FF2B5EF4-FFF2-40B4-BE49-F238E27FC236}">
                <a16:creationId xmlns:a16="http://schemas.microsoft.com/office/drawing/2014/main" id="{882F9AA2-3448-461D-B819-E456B540DF6C}"/>
              </a:ext>
            </a:extLst>
          </p:cNvPr>
          <p:cNvPicPr>
            <a:picLocks noChangeAspect="1"/>
          </p:cNvPicPr>
          <p:nvPr/>
        </p:nvPicPr>
        <p:blipFill>
          <a:blip r:embed="rId2"/>
          <a:stretch>
            <a:fillRect/>
          </a:stretch>
        </p:blipFill>
        <p:spPr>
          <a:xfrm>
            <a:off x="761214" y="3644112"/>
            <a:ext cx="10669571" cy="1385875"/>
          </a:xfrm>
          <a:prstGeom prst="rect">
            <a:avLst/>
          </a:prstGeom>
        </p:spPr>
      </p:pic>
    </p:spTree>
    <p:extLst>
      <p:ext uri="{BB962C8B-B14F-4D97-AF65-F5344CB8AC3E}">
        <p14:creationId xmlns:p14="http://schemas.microsoft.com/office/powerpoint/2010/main" val="237381806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0C0D3D-3B5A-405C-A85C-D55D7E6FEF9A}"/>
              </a:ext>
            </a:extLst>
          </p:cNvPr>
          <p:cNvSpPr>
            <a:spLocks noGrp="1"/>
          </p:cNvSpPr>
          <p:nvPr>
            <p:ph type="title"/>
          </p:nvPr>
        </p:nvSpPr>
        <p:spPr>
          <a:xfrm>
            <a:off x="1589632" y="796072"/>
            <a:ext cx="10297568" cy="865740"/>
          </a:xfrm>
        </p:spPr>
        <p:txBody>
          <a:bodyPr>
            <a:noAutofit/>
          </a:bodyPr>
          <a:lstStyle/>
          <a:p>
            <a:r>
              <a:rPr lang="en-GB" sz="4000" b="1" dirty="0">
                <a:solidFill>
                  <a:schemeClr val="bg1"/>
                </a:solidFill>
              </a:rPr>
              <a:t>Activity 2.1: </a:t>
            </a:r>
            <a:r>
              <a:rPr lang="en-GB" sz="4000" b="1" dirty="0" smtClean="0">
                <a:solidFill>
                  <a:schemeClr val="bg1"/>
                </a:solidFill>
              </a:rPr>
              <a:t>Word-processing </a:t>
            </a:r>
            <a:r>
              <a:rPr lang="en-GB" sz="4000" b="1" dirty="0">
                <a:solidFill>
                  <a:schemeClr val="bg1"/>
                </a:solidFill>
              </a:rPr>
              <a:t>skills</a:t>
            </a:r>
          </a:p>
        </p:txBody>
      </p:sp>
      <p:pic>
        <p:nvPicPr>
          <p:cNvPr id="5" name="Picture 4" descr="A picture containing athletic game, basketball, sport&#10;&#10;Description automatically generated">
            <a:extLst>
              <a:ext uri="{FF2B5EF4-FFF2-40B4-BE49-F238E27FC236}">
                <a16:creationId xmlns:a16="http://schemas.microsoft.com/office/drawing/2014/main" id="{E026BB22-2069-44BA-9C69-B4666D11CB9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914533" y="1967027"/>
            <a:ext cx="4362933" cy="4274747"/>
          </a:xfrm>
          <a:prstGeom prst="rect">
            <a:avLst/>
          </a:prstGeom>
        </p:spPr>
      </p:pic>
    </p:spTree>
    <p:extLst>
      <p:ext uri="{BB962C8B-B14F-4D97-AF65-F5344CB8AC3E}">
        <p14:creationId xmlns:p14="http://schemas.microsoft.com/office/powerpoint/2010/main" val="91970622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F5B0F3-7F56-4F5C-81F1-A743D46BDBD9}"/>
              </a:ext>
            </a:extLst>
          </p:cNvPr>
          <p:cNvSpPr>
            <a:spLocks noGrp="1"/>
          </p:cNvSpPr>
          <p:nvPr>
            <p:ph type="title"/>
          </p:nvPr>
        </p:nvSpPr>
        <p:spPr>
          <a:xfrm>
            <a:off x="1600201" y="786103"/>
            <a:ext cx="9753599" cy="845862"/>
          </a:xfrm>
        </p:spPr>
        <p:txBody>
          <a:bodyPr/>
          <a:lstStyle/>
          <a:p>
            <a:r>
              <a:rPr lang="en-GB" b="1" dirty="0">
                <a:solidFill>
                  <a:schemeClr val="bg1"/>
                </a:solidFill>
              </a:rPr>
              <a:t>The design cycle</a:t>
            </a:r>
          </a:p>
        </p:txBody>
      </p:sp>
      <p:pic>
        <p:nvPicPr>
          <p:cNvPr id="5" name="Picture 4" descr="Diagram&#10;&#10;Description automatically generated">
            <a:extLst>
              <a:ext uri="{FF2B5EF4-FFF2-40B4-BE49-F238E27FC236}">
                <a16:creationId xmlns:a16="http://schemas.microsoft.com/office/drawing/2014/main" id="{577A9C97-7099-4D14-BD2A-FB6A7B5FFCC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137015" y="2034750"/>
            <a:ext cx="5917969" cy="4224096"/>
          </a:xfrm>
          <a:prstGeom prst="rect">
            <a:avLst/>
          </a:prstGeom>
        </p:spPr>
      </p:pic>
    </p:spTree>
    <p:extLst>
      <p:ext uri="{BB962C8B-B14F-4D97-AF65-F5344CB8AC3E}">
        <p14:creationId xmlns:p14="http://schemas.microsoft.com/office/powerpoint/2010/main" val="34692147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0C0D3D-3B5A-405C-A85C-D55D7E6FEF9A}"/>
              </a:ext>
            </a:extLst>
          </p:cNvPr>
          <p:cNvSpPr>
            <a:spLocks noGrp="1"/>
          </p:cNvSpPr>
          <p:nvPr>
            <p:ph type="title"/>
          </p:nvPr>
        </p:nvSpPr>
        <p:spPr>
          <a:xfrm>
            <a:off x="1589632" y="796072"/>
            <a:ext cx="10297568" cy="865740"/>
          </a:xfrm>
        </p:spPr>
        <p:txBody>
          <a:bodyPr>
            <a:noAutofit/>
          </a:bodyPr>
          <a:lstStyle/>
          <a:p>
            <a:r>
              <a:rPr lang="en-GB" sz="4000" b="1" dirty="0">
                <a:solidFill>
                  <a:schemeClr val="bg1"/>
                </a:solidFill>
              </a:rPr>
              <a:t>Activity 2.2: Planning and creating a leaflet</a:t>
            </a:r>
          </a:p>
        </p:txBody>
      </p:sp>
      <p:pic>
        <p:nvPicPr>
          <p:cNvPr id="5" name="Picture 4" descr="A picture containing athletic game, basketball, sport&#10;&#10;Description automatically generated">
            <a:extLst>
              <a:ext uri="{FF2B5EF4-FFF2-40B4-BE49-F238E27FC236}">
                <a16:creationId xmlns:a16="http://schemas.microsoft.com/office/drawing/2014/main" id="{E026BB22-2069-44BA-9C69-B4666D11CB9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914533" y="1967027"/>
            <a:ext cx="4362933" cy="4274747"/>
          </a:xfrm>
          <a:prstGeom prst="rect">
            <a:avLst/>
          </a:prstGeom>
        </p:spPr>
      </p:pic>
    </p:spTree>
    <p:extLst>
      <p:ext uri="{BB962C8B-B14F-4D97-AF65-F5344CB8AC3E}">
        <p14:creationId xmlns:p14="http://schemas.microsoft.com/office/powerpoint/2010/main" val="167092918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0C0D3D-3B5A-405C-A85C-D55D7E6FEF9A}"/>
              </a:ext>
            </a:extLst>
          </p:cNvPr>
          <p:cNvSpPr>
            <a:spLocks noGrp="1"/>
          </p:cNvSpPr>
          <p:nvPr>
            <p:ph type="title"/>
          </p:nvPr>
        </p:nvSpPr>
        <p:spPr>
          <a:xfrm>
            <a:off x="1589632" y="796072"/>
            <a:ext cx="10297568" cy="865740"/>
          </a:xfrm>
        </p:spPr>
        <p:txBody>
          <a:bodyPr>
            <a:noAutofit/>
          </a:bodyPr>
          <a:lstStyle/>
          <a:p>
            <a:r>
              <a:rPr lang="en-GB" sz="4000" b="1" dirty="0">
                <a:solidFill>
                  <a:schemeClr val="bg1"/>
                </a:solidFill>
              </a:rPr>
              <a:t>Activity 2.3: Commenting on your partner’s leaflet</a:t>
            </a:r>
          </a:p>
        </p:txBody>
      </p:sp>
      <p:pic>
        <p:nvPicPr>
          <p:cNvPr id="5" name="Picture 4" descr="A picture containing athletic game, basketball, sport&#10;&#10;Description automatically generated">
            <a:extLst>
              <a:ext uri="{FF2B5EF4-FFF2-40B4-BE49-F238E27FC236}">
                <a16:creationId xmlns:a16="http://schemas.microsoft.com/office/drawing/2014/main" id="{E026BB22-2069-44BA-9C69-B4666D11CB90}"/>
              </a:ext>
            </a:extLst>
          </p:cNvPr>
          <p:cNvPicPr>
            <a:picLocks noChangeAspect="1"/>
          </p:cNvPicPr>
          <p:nvPr/>
        </p:nvPicPr>
        <p:blipFill>
          <a:blip r:embed="rId2" cstate="hqprint">
            <a:extLst>
              <a:ext uri="{28A0092B-C50C-407E-A947-70E740481C1C}">
                <a14:useLocalDpi xmlns:a14="http://schemas.microsoft.com/office/drawing/2010/main" val="0"/>
              </a:ext>
            </a:extLst>
          </a:blip>
          <a:stretch>
            <a:fillRect/>
          </a:stretch>
        </p:blipFill>
        <p:spPr>
          <a:xfrm>
            <a:off x="9162661" y="2876125"/>
            <a:ext cx="2501817" cy="2451249"/>
          </a:xfrm>
          <a:prstGeom prst="rect">
            <a:avLst/>
          </a:prstGeom>
        </p:spPr>
      </p:pic>
      <p:sp>
        <p:nvSpPr>
          <p:cNvPr id="4" name="Rectangle 3">
            <a:extLst>
              <a:ext uri="{FF2B5EF4-FFF2-40B4-BE49-F238E27FC236}">
                <a16:creationId xmlns:a16="http://schemas.microsoft.com/office/drawing/2014/main" id="{F607AFFE-97EC-4EBB-BA5E-56E07D00F82B}"/>
              </a:ext>
            </a:extLst>
          </p:cNvPr>
          <p:cNvSpPr/>
          <p:nvPr/>
        </p:nvSpPr>
        <p:spPr>
          <a:xfrm>
            <a:off x="1459004" y="2196484"/>
            <a:ext cx="7619682" cy="3810530"/>
          </a:xfrm>
          <a:prstGeom prst="rect">
            <a:avLst/>
          </a:prstGeom>
        </p:spPr>
        <p:txBody>
          <a:bodyPr wrap="square">
            <a:spAutoFit/>
          </a:bodyPr>
          <a:lstStyle/>
          <a:p>
            <a:pPr>
              <a:spcAft>
                <a:spcPts val="600"/>
              </a:spcAft>
            </a:pPr>
            <a:r>
              <a:rPr lang="en-GB" sz="2400" dirty="0">
                <a:ea typeface="Calibri" panose="020F0502020204030204" pitchFamily="34" charset="0"/>
                <a:cs typeface="Calibri" panose="020F0502020204030204" pitchFamily="34" charset="0"/>
              </a:rPr>
              <a:t>Swap computers with a partner and use the comments tool to give feedback on the design of your partner’s leaflet.</a:t>
            </a:r>
            <a:endParaRPr lang="en-GB" sz="2400" dirty="0">
              <a:ea typeface="Calibri" panose="020F0502020204030204" pitchFamily="34" charset="0"/>
              <a:cs typeface="Times New Roman" panose="02020603050405020304" pitchFamily="18" charset="0"/>
            </a:endParaRPr>
          </a:p>
          <a:p>
            <a:pPr>
              <a:lnSpc>
                <a:spcPct val="107000"/>
              </a:lnSpc>
              <a:spcAft>
                <a:spcPts val="600"/>
              </a:spcAft>
            </a:pPr>
            <a:r>
              <a:rPr lang="en-GB" sz="2400" dirty="0">
                <a:ea typeface="Calibri" panose="020F0502020204030204" pitchFamily="34" charset="0"/>
                <a:cs typeface="Calibri" panose="020F0502020204030204" pitchFamily="34" charset="0"/>
              </a:rPr>
              <a:t>In Microsoft Word, highlight the word or phrase you want to comment on, then click on ‘Review’ and ‘New comment’.</a:t>
            </a:r>
            <a:endParaRPr lang="en-GB" sz="2400" dirty="0">
              <a:ea typeface="Calibri" panose="020F0502020204030204" pitchFamily="34" charset="0"/>
              <a:cs typeface="Times New Roman" panose="02020603050405020304" pitchFamily="18" charset="0"/>
            </a:endParaRPr>
          </a:p>
          <a:p>
            <a:pPr>
              <a:lnSpc>
                <a:spcPct val="107000"/>
              </a:lnSpc>
              <a:spcAft>
                <a:spcPts val="600"/>
              </a:spcAft>
            </a:pPr>
            <a:r>
              <a:rPr lang="en-GB" sz="2400" dirty="0">
                <a:ea typeface="Calibri" panose="020F0502020204030204" pitchFamily="34" charset="0"/>
                <a:cs typeface="Calibri" panose="020F0502020204030204" pitchFamily="34" charset="0"/>
              </a:rPr>
              <a:t>In Google Docs, highlight the word or phrase you want to comment on, then click on the ‘Add comment’ icon in the toolbar or the ‘Add comment’ icon on the right of the page.</a:t>
            </a:r>
            <a:endParaRPr lang="en-GB" sz="2400" dirty="0">
              <a:ea typeface="Calibri" panose="020F0502020204030204" pitchFamily="34" charset="0"/>
              <a:cs typeface="Times New Roman" panose="02020603050405020304" pitchFamily="18" charset="0"/>
            </a:endParaRPr>
          </a:p>
          <a:p>
            <a:pPr>
              <a:lnSpc>
                <a:spcPct val="107000"/>
              </a:lnSpc>
              <a:spcAft>
                <a:spcPts val="600"/>
              </a:spcAft>
            </a:pPr>
            <a:r>
              <a:rPr lang="en-GB" sz="2400" dirty="0">
                <a:ea typeface="Calibri" panose="020F0502020204030204" pitchFamily="34" charset="0"/>
                <a:cs typeface="Calibri" panose="020F0502020204030204" pitchFamily="34" charset="0"/>
              </a:rPr>
              <a:t>Remember to save your partner’s document when you have finished adding your comments.</a:t>
            </a:r>
            <a:endParaRPr lang="en-GB" sz="2400" dirty="0">
              <a:effectLst/>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61583363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0C0D3D-3B5A-405C-A85C-D55D7E6FEF9A}"/>
              </a:ext>
            </a:extLst>
          </p:cNvPr>
          <p:cNvSpPr>
            <a:spLocks noGrp="1"/>
          </p:cNvSpPr>
          <p:nvPr>
            <p:ph type="title"/>
          </p:nvPr>
        </p:nvSpPr>
        <p:spPr>
          <a:xfrm>
            <a:off x="1589632" y="796072"/>
            <a:ext cx="10297568" cy="865740"/>
          </a:xfrm>
        </p:spPr>
        <p:txBody>
          <a:bodyPr>
            <a:noAutofit/>
          </a:bodyPr>
          <a:lstStyle/>
          <a:p>
            <a:r>
              <a:rPr lang="en-GB" sz="4000" b="1" dirty="0">
                <a:solidFill>
                  <a:schemeClr val="bg1"/>
                </a:solidFill>
              </a:rPr>
              <a:t>Quiz 2</a:t>
            </a:r>
          </a:p>
        </p:txBody>
      </p:sp>
      <p:pic>
        <p:nvPicPr>
          <p:cNvPr id="5" name="Picture 4" descr="A picture containing athletic game, basketball, sport&#10;&#10;Description automatically generated">
            <a:extLst>
              <a:ext uri="{FF2B5EF4-FFF2-40B4-BE49-F238E27FC236}">
                <a16:creationId xmlns:a16="http://schemas.microsoft.com/office/drawing/2014/main" id="{E026BB22-2069-44BA-9C69-B4666D11CB9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914533" y="1967027"/>
            <a:ext cx="4362933" cy="4274747"/>
          </a:xfrm>
          <a:prstGeom prst="rect">
            <a:avLst/>
          </a:prstGeom>
        </p:spPr>
      </p:pic>
    </p:spTree>
    <p:extLst>
      <p:ext uri="{BB962C8B-B14F-4D97-AF65-F5344CB8AC3E}">
        <p14:creationId xmlns:p14="http://schemas.microsoft.com/office/powerpoint/2010/main" val="34031876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0C0D3D-3B5A-405C-A85C-D55D7E6FEF9A}"/>
              </a:ext>
            </a:extLst>
          </p:cNvPr>
          <p:cNvSpPr>
            <a:spLocks noGrp="1"/>
          </p:cNvSpPr>
          <p:nvPr>
            <p:ph type="title"/>
          </p:nvPr>
        </p:nvSpPr>
        <p:spPr>
          <a:xfrm>
            <a:off x="1589632" y="796072"/>
            <a:ext cx="10297568" cy="865740"/>
          </a:xfrm>
        </p:spPr>
        <p:txBody>
          <a:bodyPr>
            <a:noAutofit/>
          </a:bodyPr>
          <a:lstStyle/>
          <a:p>
            <a:r>
              <a:rPr lang="en-GB" sz="4000" b="1" dirty="0">
                <a:solidFill>
                  <a:schemeClr val="bg1"/>
                </a:solidFill>
              </a:rPr>
              <a:t>Activity 2.4: Finishing creating your leaflet</a:t>
            </a:r>
          </a:p>
        </p:txBody>
      </p:sp>
      <p:pic>
        <p:nvPicPr>
          <p:cNvPr id="5" name="Picture 4" descr="A picture containing athletic game, basketball, sport&#10;&#10;Description automatically generated">
            <a:extLst>
              <a:ext uri="{FF2B5EF4-FFF2-40B4-BE49-F238E27FC236}">
                <a16:creationId xmlns:a16="http://schemas.microsoft.com/office/drawing/2014/main" id="{E026BB22-2069-44BA-9C69-B4666D11CB9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137236" y="2281326"/>
            <a:ext cx="3462587" cy="3392599"/>
          </a:xfrm>
          <a:prstGeom prst="rect">
            <a:avLst/>
          </a:prstGeom>
        </p:spPr>
      </p:pic>
      <p:sp>
        <p:nvSpPr>
          <p:cNvPr id="6" name="Rectangle 5">
            <a:extLst>
              <a:ext uri="{FF2B5EF4-FFF2-40B4-BE49-F238E27FC236}">
                <a16:creationId xmlns:a16="http://schemas.microsoft.com/office/drawing/2014/main" id="{284DAC17-38F8-44D7-A333-C07CA208EB7A}"/>
              </a:ext>
            </a:extLst>
          </p:cNvPr>
          <p:cNvSpPr/>
          <p:nvPr/>
        </p:nvSpPr>
        <p:spPr>
          <a:xfrm>
            <a:off x="1589632" y="2558418"/>
            <a:ext cx="5928768" cy="2445862"/>
          </a:xfrm>
          <a:prstGeom prst="rect">
            <a:avLst/>
          </a:prstGeom>
        </p:spPr>
        <p:txBody>
          <a:bodyPr wrap="square">
            <a:spAutoFit/>
          </a:bodyPr>
          <a:lstStyle/>
          <a:p>
            <a:pPr>
              <a:lnSpc>
                <a:spcPct val="107000"/>
              </a:lnSpc>
              <a:spcAft>
                <a:spcPts val="0"/>
              </a:spcAft>
            </a:pPr>
            <a:r>
              <a:rPr lang="en-GB" sz="2400" dirty="0">
                <a:ea typeface="Calibri" panose="020F0502020204030204" pitchFamily="34" charset="0"/>
                <a:cs typeface="Calibri" panose="020F0502020204030204" pitchFamily="34" charset="0"/>
              </a:rPr>
              <a:t>Evaluate the feedback you received on your leaflet and, if necessary, make improvements.</a:t>
            </a:r>
            <a:endParaRPr lang="en-GB" sz="2400" dirty="0">
              <a:ea typeface="Calibri" panose="020F0502020204030204" pitchFamily="34" charset="0"/>
              <a:cs typeface="Times New Roman" panose="02020603050405020304" pitchFamily="18" charset="0"/>
            </a:endParaRPr>
          </a:p>
          <a:p>
            <a:pPr>
              <a:lnSpc>
                <a:spcPct val="107000"/>
              </a:lnSpc>
              <a:spcAft>
                <a:spcPts val="0"/>
              </a:spcAft>
            </a:pPr>
            <a:r>
              <a:rPr lang="en-GB" sz="2400" dirty="0">
                <a:ea typeface="Calibri" panose="020F0502020204030204" pitchFamily="34" charset="0"/>
                <a:cs typeface="Calibri" panose="020F0502020204030204" pitchFamily="34" charset="0"/>
              </a:rPr>
              <a:t> </a:t>
            </a:r>
            <a:endParaRPr lang="en-GB" sz="2400" dirty="0">
              <a:ea typeface="Calibri" panose="020F0502020204030204" pitchFamily="34" charset="0"/>
              <a:cs typeface="Times New Roman" panose="02020603050405020304" pitchFamily="18" charset="0"/>
            </a:endParaRPr>
          </a:p>
          <a:p>
            <a:pPr>
              <a:lnSpc>
                <a:spcPct val="107000"/>
              </a:lnSpc>
              <a:spcAft>
                <a:spcPts val="0"/>
              </a:spcAft>
            </a:pPr>
            <a:r>
              <a:rPr lang="en-GB" sz="2400" dirty="0">
                <a:ea typeface="Calibri" panose="020F0502020204030204" pitchFamily="34" charset="0"/>
                <a:cs typeface="Calibri" panose="020F0502020204030204" pitchFamily="34" charset="0"/>
              </a:rPr>
              <a:t>Remember to 'Save as' before you begin making improvements, so you always have your partner's comments to refer back to.</a:t>
            </a:r>
            <a:endParaRPr lang="en-GB" sz="2400" dirty="0">
              <a:effectLst/>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98704945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82</TotalTime>
  <Words>489</Words>
  <Application>Microsoft Office PowerPoint</Application>
  <PresentationFormat>Widescreen</PresentationFormat>
  <Paragraphs>49</Paragraphs>
  <Slides>12</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12</vt:i4>
      </vt:variant>
    </vt:vector>
  </HeadingPairs>
  <TitlesOfParts>
    <vt:vector size="17" baseType="lpstr">
      <vt:lpstr>Arial</vt:lpstr>
      <vt:lpstr>Calibri</vt:lpstr>
      <vt:lpstr>Calibri Light</vt:lpstr>
      <vt:lpstr>Times New Roman</vt:lpstr>
      <vt:lpstr>Office Theme</vt:lpstr>
      <vt:lpstr>PowerPoint Presentation</vt:lpstr>
      <vt:lpstr>Objectives</vt:lpstr>
      <vt:lpstr>Word-processing applications today</vt:lpstr>
      <vt:lpstr>The most commonly used word-processing commands</vt:lpstr>
      <vt:lpstr>What to do if you don’t know what to do</vt:lpstr>
      <vt:lpstr>PowerPoint Presentation</vt:lpstr>
      <vt:lpstr>Activity 2.1: Word-processing skills</vt:lpstr>
      <vt:lpstr>The design cycle</vt:lpstr>
      <vt:lpstr>Activity 2.2: Planning and creating a leaflet</vt:lpstr>
      <vt:lpstr>Activity 2.3: Commenting on your partner’s leaflet</vt:lpstr>
      <vt:lpstr>Quiz 2</vt:lpstr>
      <vt:lpstr>Activity 2.4: Finishing creating your leaflet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Introducing spreadsheets</dc:title>
  <dc:creator>Lea Albrechtsen</dc:creator>
  <cp:lastModifiedBy>Windows User</cp:lastModifiedBy>
  <cp:revision>10</cp:revision>
  <dcterms:created xsi:type="dcterms:W3CDTF">2020-11-04T15:22:46Z</dcterms:created>
  <dcterms:modified xsi:type="dcterms:W3CDTF">2021-07-07T12:58:24Z</dcterms:modified>
</cp:coreProperties>
</file>