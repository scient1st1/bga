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6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ea Albrechtsen" initials="LA" lastIdx="2" clrIdx="0">
    <p:extLst>
      <p:ext uri="{19B8F6BF-5375-455C-9EA6-DF929625EA0E}">
        <p15:presenceInfo xmlns:p15="http://schemas.microsoft.com/office/powerpoint/2012/main" userId="S::Lea.Albrechtsen@hoddereducation.co.uk::4df490f3-5904-4e82-a5b6-23281874b6f0" providerId="AD"/>
      </p:ext>
    </p:extLst>
  </p:cmAuthor>
  <p:cmAuthor id="2" name="Jane Fairnie" initials="JF" lastIdx="1" clrIdx="1">
    <p:extLst>
      <p:ext uri="{19B8F6BF-5375-455C-9EA6-DF929625EA0E}">
        <p15:presenceInfo xmlns:p15="http://schemas.microsoft.com/office/powerpoint/2012/main" userId="Jane Fairnie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197A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636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28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commentAuthors" Target="commentAuthors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F7712-1F3B-4253-AEF1-0FE171523E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C14F2F-A2B8-4861-8B33-2CF08A1C25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7814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60902-80CF-4DD3-B59F-8E58611CF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756315-CBCB-4124-93B3-3DEF3C56BD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FA47B5-60C4-46E0-B317-50F50E6D85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04/06/2021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049A0D-7474-4882-A51A-CF35E154F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F5A12C-5BED-457E-A6CE-2E58C8D0D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33533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C2461-8DBB-43F0-A3AC-126E64397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96A727-278D-4E57-850B-78E0D727C7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41C733-75AA-40FE-8179-B58FA4EA5EE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04/06/2021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8C4D2E-FA87-41DA-961F-7D250DD08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020F2E-2A86-4F16-B83F-E86E73199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11048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5B458-3AE6-4C21-BEBE-F7B760619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2FF206-47D4-451B-80B7-578E10A3E6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D2DF79-B13E-46C5-AAA1-F49C3BABAB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199702-3758-423C-8C91-550D5C885D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04/06/2021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55CC31-BF31-4EB1-8B54-2DD0D6BE7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3EFAF2-4586-4670-8EF7-78067B187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61545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05FA2-A60C-405C-A307-880C049CB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970388-4034-4A46-8B98-D37491E014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C39A8B-6B00-4329-AC44-AD6EBE236E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5DFF08-1C59-4E60-A964-4D4A369007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548497-A585-4527-B8A6-BB01B9FBC4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7C2D4B-BCC3-48CF-B358-D817886727C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04/06/2021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93C415-FAAE-444A-BBA1-9059E1C45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C512DB-E555-4910-92DC-7AB19F87F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741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D8A33-5CA5-4826-9B83-0B2F6A50C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7C1E61-1B5E-44DC-BC0F-2F956B04C0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04/06/2021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A212BA-9EF0-4463-A9C0-997D55720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50D64F-9F3A-43FB-A563-07763EE16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9599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739767-A677-43FB-A13E-C6E76D21E15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04/06/2021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A103BA-C2DE-41DE-842B-306DECB78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8320D2-03FC-47A8-B437-7B7CEBDD6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71799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B20E6-8664-4FD7-A9B2-0B5C17E86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75017E-7CE6-4AFE-8756-092A858401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5C17A6-B2E1-42BB-9629-032C80545F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1DC4D7-18F9-4992-BB61-15FA97A529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04/06/2021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B52144-EB56-46FB-8C3D-7A8702354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142B02-C27D-4AC0-9DE7-A653F338F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55819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FD8A0-DA8A-463F-AC82-9A3D896B8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B553CB-6BB8-4D69-8270-E69093C148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0E0B06-F972-42E3-B94A-6BA4824458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FCFE24-5759-425E-A7E5-6EAACD13BAA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04/06/2021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458F3E-34B5-48AA-B148-66ED69F30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133722-4E46-4BF0-841D-DC92DCB48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31943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A43C2-4F61-40F8-A06C-596F42B7D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12D4A7-8F4B-484D-90BE-4A6A303F65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BE0C66-2DCD-4454-98BE-EE8ADD1D79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04/06/2021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C655C5-A5ED-4766-97E4-846A80536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ADFEEA-B282-4D56-A557-4193031EB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12902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1B7A8B-8DD3-4239-8EA1-8739462541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621B91-126F-434B-86F2-89E6778E91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BFCCA6-FBA0-4A4B-97BC-8B2465C0186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04/06/2021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17EED6-4B0F-4C58-A54B-C4F0F72D7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249905-D4AB-4930-9B2A-6E8E550A0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8111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B9995C-D844-455E-9E19-BF66C81EF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204189-41E9-4E09-B418-B033E7F147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4D739203-7E29-BA40-9D51-8F9968799BF3}"/>
              </a:ext>
            </a:extLst>
          </p:cNvPr>
          <p:cNvSpPr txBox="1">
            <a:spLocks/>
          </p:cNvSpPr>
          <p:nvPr userDrawn="1"/>
        </p:nvSpPr>
        <p:spPr>
          <a:xfrm>
            <a:off x="7547114" y="6380197"/>
            <a:ext cx="41148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GB" sz="1200" dirty="0"/>
              <a:t>© Hodder &amp; Stoughton Limited 2021</a:t>
            </a:r>
          </a:p>
        </p:txBody>
      </p:sp>
      <p:pic>
        <p:nvPicPr>
          <p:cNvPr id="5" name="Picture 4" descr="Shape, rectangle&#10;&#10;Description automatically generated">
            <a:extLst>
              <a:ext uri="{FF2B5EF4-FFF2-40B4-BE49-F238E27FC236}">
                <a16:creationId xmlns:a16="http://schemas.microsoft.com/office/drawing/2014/main" id="{E7D3DFEF-2D07-994C-B4C2-2C620945E405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38036" cy="1647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8774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2B9C3-E44C-4313-895D-D43DD1C92C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69134" y="2395813"/>
            <a:ext cx="8860459" cy="915850"/>
          </a:xfrm>
        </p:spPr>
        <p:txBody>
          <a:bodyPr/>
          <a:lstStyle/>
          <a:p>
            <a:pPr algn="l"/>
            <a:r>
              <a:rPr lang="en-GB" b="1" dirty="0"/>
              <a:t>Designing websites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346DB13-257C-4484-9CB0-C755672B55D3}"/>
              </a:ext>
            </a:extLst>
          </p:cNvPr>
          <p:cNvSpPr/>
          <p:nvPr/>
        </p:nvSpPr>
        <p:spPr>
          <a:xfrm>
            <a:off x="3824501" y="3429000"/>
            <a:ext cx="393979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000" b="1" dirty="0">
                <a:solidFill>
                  <a:srgbClr val="2197AC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Lesson 6: Web page design (part 2) </a:t>
            </a:r>
            <a:endParaRPr lang="en-GB" sz="2000" b="1" dirty="0">
              <a:solidFill>
                <a:srgbClr val="2197AC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BE218FE-B089-864B-BA91-40E7187B69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7500" y="2853738"/>
            <a:ext cx="2937412" cy="258492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543161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C4667-2A3C-4536-9386-00402F3C6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2719" y="874643"/>
            <a:ext cx="9634330" cy="766349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Objectives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430BE0A-41D5-4110-A78D-A6ACD33DE78B}"/>
              </a:ext>
            </a:extLst>
          </p:cNvPr>
          <p:cNvSpPr/>
          <p:nvPr/>
        </p:nvSpPr>
        <p:spPr>
          <a:xfrm>
            <a:off x="1592719" y="2135971"/>
            <a:ext cx="10285396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GB" sz="3200" dirty="0">
                <a:ea typeface="Times New Roman" panose="02020603050405020304" pitchFamily="18" charset="0"/>
              </a:rPr>
              <a:t>In this lesson, you will:</a:t>
            </a:r>
          </a:p>
          <a:p>
            <a:pPr marL="342900" lvl="0" indent="-342900"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GB" sz="2800" dirty="0">
                <a:latin typeface="Calibri" panose="020F0502020204030204" pitchFamily="34" charset="0"/>
                <a:ea typeface="Times New Roman" panose="02020603050405020304" pitchFamily="18" charset="0"/>
              </a:rPr>
              <a:t>finish developing your own website.</a:t>
            </a:r>
          </a:p>
        </p:txBody>
      </p:sp>
    </p:spTree>
    <p:extLst>
      <p:ext uri="{BB962C8B-B14F-4D97-AF65-F5344CB8AC3E}">
        <p14:creationId xmlns:p14="http://schemas.microsoft.com/office/powerpoint/2010/main" val="16998104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5B0F3-7F56-4F5C-81F1-A743D46BD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1" y="824947"/>
            <a:ext cx="9753599" cy="806105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My website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8FB485-6993-428E-81B4-749465982C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0201" y="2345634"/>
            <a:ext cx="9571382" cy="34687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In the last lesson, you identified content for your website and planned the layout and page design.</a:t>
            </a:r>
          </a:p>
          <a:p>
            <a:pPr marL="0" indent="0">
              <a:buNone/>
            </a:pPr>
            <a:r>
              <a:rPr lang="en-GB" dirty="0"/>
              <a:t>You should also have edited the style sheet to set up the layout and colour scheme for your website.</a:t>
            </a:r>
          </a:p>
          <a:p>
            <a:pPr marL="0" indent="0">
              <a:buNone/>
            </a:pPr>
            <a:r>
              <a:rPr lang="en-GB" dirty="0"/>
              <a:t>You may have begun to add the text and images to the HTML pages.</a:t>
            </a:r>
          </a:p>
          <a:p>
            <a:pPr marL="0" indent="0">
              <a:lnSpc>
                <a:spcPct val="134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GB" sz="3300" dirty="0"/>
          </a:p>
        </p:txBody>
      </p:sp>
    </p:spTree>
    <p:extLst>
      <p:ext uri="{BB962C8B-B14F-4D97-AF65-F5344CB8AC3E}">
        <p14:creationId xmlns:p14="http://schemas.microsoft.com/office/powerpoint/2010/main" val="35381703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06696-8D12-4574-BDC3-2DC3137EF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0382" y="834888"/>
            <a:ext cx="9783417" cy="805070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Activity 6.1: Completing your website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28339D6-260C-7048-93F8-A8B2CCD14D12}"/>
              </a:ext>
            </a:extLst>
          </p:cNvPr>
          <p:cNvSpPr/>
          <p:nvPr/>
        </p:nvSpPr>
        <p:spPr>
          <a:xfrm>
            <a:off x="1570382" y="2089019"/>
            <a:ext cx="4333461" cy="46006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Today, you need to finish adding the content to your HTML files.</a:t>
            </a:r>
          </a:p>
          <a:p>
            <a:pPr>
              <a:lnSpc>
                <a:spcPct val="114000"/>
              </a:lnSpc>
            </a:pPr>
            <a:endParaRPr lang="en-GB" sz="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Complete the home page first and then work on the other pages of your website.</a:t>
            </a:r>
          </a:p>
          <a:p>
            <a:pPr>
              <a:lnSpc>
                <a:spcPct val="114000"/>
              </a:lnSpc>
            </a:pPr>
            <a:endParaRPr lang="en-GB" sz="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Make sure that the images and words you use are suitable for your audience.</a:t>
            </a:r>
          </a:p>
          <a:p>
            <a:pPr marL="342900" indent="-342900">
              <a:lnSpc>
                <a:spcPct val="114000"/>
              </a:lnSpc>
              <a:buFont typeface="Arial" panose="020B0604020202020204" pitchFamily="34" charset="0"/>
              <a:buChar char="•"/>
            </a:pPr>
            <a:endParaRPr lang="en-GB" sz="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Check that all of the hyperlinks work and that images are displayed correctly.</a:t>
            </a:r>
          </a:p>
          <a:p>
            <a:pPr marL="342900" indent="-342900">
              <a:lnSpc>
                <a:spcPct val="114000"/>
              </a:lnSpc>
              <a:buFont typeface="Arial" panose="020B0604020202020204" pitchFamily="34" charset="0"/>
              <a:buChar char="•"/>
            </a:pPr>
            <a:endParaRPr lang="en-GB" sz="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Remember that all the images for your website need to be stored in the same folder as the HTML and CSS files.</a:t>
            </a:r>
          </a:p>
        </p:txBody>
      </p:sp>
      <p:pic>
        <p:nvPicPr>
          <p:cNvPr id="5" name="Picture 4" descr="A picture containing athletic game, basketball, sport&#10;&#10;Description automatically generated">
            <a:extLst>
              <a:ext uri="{FF2B5EF4-FFF2-40B4-BE49-F238E27FC236}">
                <a16:creationId xmlns:a16="http://schemas.microsoft.com/office/drawing/2014/main" id="{9BE40FE8-D11C-4F6E-B8D6-C4160B45FE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2959" y="1903473"/>
            <a:ext cx="4489272" cy="4398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2878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368</TotalTime>
  <Words>170</Words>
  <Application>Microsoft Office PowerPoint</Application>
  <PresentationFormat>Widescreen</PresentationFormat>
  <Paragraphs>19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Symbol</vt:lpstr>
      <vt:lpstr>Office Theme</vt:lpstr>
      <vt:lpstr>Designing websites</vt:lpstr>
      <vt:lpstr>Objectives</vt:lpstr>
      <vt:lpstr>My website</vt:lpstr>
      <vt:lpstr>Activity 6.1: Completing your website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Introducing spreadsheets</dc:title>
  <dc:creator>Lea Albrechtsen</dc:creator>
  <cp:lastModifiedBy>Lea Albrechtsen</cp:lastModifiedBy>
  <cp:revision>38</cp:revision>
  <dcterms:created xsi:type="dcterms:W3CDTF">2020-11-04T15:22:46Z</dcterms:created>
  <dcterms:modified xsi:type="dcterms:W3CDTF">2021-06-04T09:56:25Z</dcterms:modified>
</cp:coreProperties>
</file>