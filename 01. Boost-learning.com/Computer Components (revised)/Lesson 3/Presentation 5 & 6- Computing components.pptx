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238036" cy="164781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956345" y="3250362"/>
            <a:ext cx="6349324" cy="852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GB" sz="4800"/>
              <a:t>Computing components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2936396" y="4103054"/>
            <a:ext cx="43692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Lessons 5 and 6: The Internet of Things </a:t>
            </a:r>
            <a:endParaRPr b="1" i="0" sz="2000" u="none" cap="none" strike="noStrike">
              <a:solidFill>
                <a:srgbClr val="0089A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885133"/>
            <a:ext cx="3115069" cy="243584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1593636" y="840449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593636" y="2321940"/>
            <a:ext cx="741121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sz="5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different IoT devices available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IoT devices can be used with sensors to create automation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the benefits and drawbacks of IoT devices.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Internet of Things devices 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588711" y="2237741"/>
            <a:ext cx="7592127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</a:t>
            </a:r>
            <a:r>
              <a:rPr b="1" lang="en-GB" sz="2800">
                <a:solidFill>
                  <a:srgbClr val="C4591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28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Internet of Things (IoT)</a:t>
            </a:r>
            <a:r>
              <a:rPr lang="en-GB" sz="28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is a device that connects to the internet so that it can ‘talk’ to other devices.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IoT device collects data, analyses it and, if appropriate, automates a process by talking to another IoT device.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in the home are often referred to as ‘smart’ devices, but IoT devices are used in factories and other industries too.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1594910" y="837987"/>
            <a:ext cx="10597089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in action </a:t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1594910" y="2037985"/>
            <a:ext cx="97697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an example of how IoT devices work together to automate processes.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cal user interface&#10;&#10;Description automatically generated with medium confidence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66" y="2637085"/>
            <a:ext cx="7080068" cy="3759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For or against? 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7921" y="2103928"/>
            <a:ext cx="3578881" cy="350654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1589632" y="2417436"/>
            <a:ext cx="60960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IoT devices have benefits and drawbacks.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an argument FOR or AGAINST the use of IoT devices.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Remember, regardless of whether you are arguing FOR or AGAINST IoT devices, you need to consider the benefits and drawbacks to create an effective argument.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1594911" y="837987"/>
            <a:ext cx="10451680" cy="8359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1512815" y="2123836"/>
            <a:ext cx="868819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that enables IoT devices to make decisions and automate processes is collected by input devices.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Keyboards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when text or numbers are input.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Microphones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 data when speech or other sounds are detected.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Temperature sensors</a:t>
            </a:r>
            <a:r>
              <a:rPr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warm or cold an area is.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Light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how much light there is in an area.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Motion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movements in an area.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Pressure sensors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data on the force being applied to a device.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Arial"/>
              <a:buChar char="•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r>
              <a:rPr b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collects data on the location of a device.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1588711" y="844826"/>
            <a:ext cx="9773478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IoT and data input </a:t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1588711" y="2133492"/>
            <a:ext cx="786607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data that has been collected, the IoT device uses it to make a decision.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three parts to the decision-making process.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Trigger(s):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collected by the input device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Condition(s):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the data has to be for the action to be performed.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89A7"/>
              </a:buClr>
              <a:buSzPts val="2400"/>
              <a:buFont typeface="Calibri"/>
              <a:buAutoNum type="arabicPeriod"/>
            </a:pPr>
            <a:r>
              <a:rPr b="1" lang="en-GB" sz="2400">
                <a:solidFill>
                  <a:srgbClr val="0089A7"/>
                </a:solidFill>
                <a:latin typeface="Calibri"/>
                <a:ea typeface="Calibri"/>
                <a:cs typeface="Calibri"/>
                <a:sym typeface="Calibri"/>
              </a:rPr>
              <a:t>Action(s): 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 if the condition is met.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compare the decision-making process of an IoT device with an IF statement in spreadsheets: IF this data is captured, do this.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Automation</a:t>
            </a:r>
            <a:endParaRPr/>
          </a:p>
        </p:txBody>
      </p:sp>
      <p:pic>
        <p:nvPicPr>
          <p:cNvPr descr="A picture containing athletic game, basketball, sport&#10;&#10;Description automatically generated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5.3: Automating a home </a:t>
            </a:r>
            <a:endParaRPr/>
          </a:p>
        </p:txBody>
      </p:sp>
      <p:pic>
        <p:nvPicPr>
          <p:cNvPr descr="A picture containing athletic game, basketball, sport&#10;&#10;Description automatically generated" id="145" name="Google Shape;1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5.5: IoT devices and the environment</a:t>
            </a:r>
            <a:endParaRPr/>
          </a:p>
        </p:txBody>
      </p:sp>
      <p:pic>
        <p:nvPicPr>
          <p:cNvPr descr="A picture containing athletic game, basketball, sport&#10;&#10;Description automatically generated" id="152" name="Google Shape;1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527" y="1947149"/>
            <a:ext cx="3997743" cy="39169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/>
          <p:nvPr/>
        </p:nvSpPr>
        <p:spPr>
          <a:xfrm>
            <a:off x="1560443" y="1947149"/>
            <a:ext cx="453555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pairs or small groups, discuss the following question: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could the automation you designed for your smart home help the environment?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