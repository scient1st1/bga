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73" r:id="rId7"/>
    <p:sldId id="274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36" autoAdjust="0"/>
    <p:restoredTop sz="94660"/>
  </p:normalViewPr>
  <p:slideViewPr>
    <p:cSldViewPr snapToGrid="0">
      <p:cViewPr varScale="1">
        <p:scale>
          <a:sx n="73" d="100"/>
          <a:sy n="73" d="100"/>
        </p:scale>
        <p:origin x="1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80040EBE-1101-1E45-9013-1637FEE48CC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758"/>
            <a:ext cx="12192000" cy="16561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917" y="2325757"/>
            <a:ext cx="10308126" cy="896454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/>
              <a:t>Programming in python: 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739717" y="3429032"/>
            <a:ext cx="18245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059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5: Elif</a:t>
            </a:r>
          </a:p>
          <a:p>
            <a:endParaRPr lang="en-GB" sz="2400" b="1" dirty="0">
              <a:solidFill>
                <a:srgbClr val="F059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F7F09-E716-C749-818E-A3109354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69" y="3438955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139" y="824948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10139" y="2215485"/>
            <a:ext cx="83687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 how to: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use elif statements with if else to check multiple conditions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write a program in Python that uses an elif statement.</a:t>
            </a:r>
          </a:p>
          <a:p>
            <a:pPr lvl="0">
              <a:spcAft>
                <a:spcPts val="0"/>
              </a:spcAft>
            </a:pP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139" y="815008"/>
            <a:ext cx="9773478" cy="80507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Remainder after whole number division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E169AB-D985-0746-9E71-E1EC4AC32366}"/>
              </a:ext>
            </a:extLst>
          </p:cNvPr>
          <p:cNvSpPr/>
          <p:nvPr/>
        </p:nvSpPr>
        <p:spPr>
          <a:xfrm>
            <a:off x="1610139" y="2044292"/>
            <a:ext cx="977347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If we want to find out if one number is divisible by another number, we can use the remainder after whole number division operator: </a:t>
            </a:r>
            <a:r>
              <a:rPr lang="en-GB" sz="2400" dirty="0">
                <a:latin typeface="Courier" pitchFamily="2" charset="0"/>
              </a:rPr>
              <a:t>%</a:t>
            </a:r>
          </a:p>
          <a:p>
            <a:r>
              <a:rPr lang="en-GB" sz="2400" dirty="0"/>
              <a:t>25 % 5 = 0 because 5 divides into 25 with no remainder; it is a multiple of 5.</a:t>
            </a:r>
          </a:p>
          <a:p>
            <a:pPr lvl="0"/>
            <a:r>
              <a:rPr lang="en-GB" sz="2400" dirty="0"/>
              <a:t>32 % 2 = 0 because 2 divides into 32 with no remainder; it is an even number.</a:t>
            </a:r>
          </a:p>
          <a:p>
            <a:pPr lvl="0"/>
            <a:endParaRPr lang="en-GB" sz="2400" dirty="0"/>
          </a:p>
          <a:p>
            <a:r>
              <a:rPr lang="en-GB" sz="2400" dirty="0"/>
              <a:t>How can we check if a number is a multiple of 3?</a:t>
            </a:r>
          </a:p>
          <a:p>
            <a:r>
              <a:rPr lang="en-GB" sz="2400" dirty="0">
                <a:latin typeface="Courier" pitchFamily="2" charset="0"/>
              </a:rPr>
              <a:t>num % 3 = 0</a:t>
            </a:r>
          </a:p>
          <a:p>
            <a:r>
              <a:rPr lang="en-GB" sz="2400" dirty="0"/>
              <a:t>How can we check if a number is a multiple of 10?</a:t>
            </a:r>
          </a:p>
          <a:p>
            <a:r>
              <a:rPr lang="en-GB" sz="2400" dirty="0">
                <a:latin typeface="Courier" pitchFamily="2" charset="0"/>
              </a:rPr>
              <a:t>num % 10 = 0</a:t>
            </a:r>
          </a:p>
          <a:p>
            <a:r>
              <a:rPr lang="en-GB" sz="2400" dirty="0"/>
              <a:t>How can we check if a number is an odd number?</a:t>
            </a:r>
          </a:p>
          <a:p>
            <a:r>
              <a:rPr lang="en-GB" sz="2400" dirty="0">
                <a:latin typeface="Courier" pitchFamily="2" charset="0"/>
              </a:rPr>
              <a:t>num % 2 = 1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3"/>
            <a:ext cx="9733721" cy="82494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if else statements: a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2425147"/>
            <a:ext cx="8736496" cy="1003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If-else </a:t>
            </a:r>
            <a:r>
              <a:rPr lang="en-GB" dirty="0"/>
              <a:t>statements are used to decide what to do if a condition is true and what to do if a condition is false: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78D3052C-6425-3745-A6B2-B30D0F323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452" y="3723449"/>
            <a:ext cx="5373095" cy="193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3"/>
            <a:ext cx="9733721" cy="82494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Are if else statements quite enough?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2030583"/>
            <a:ext cx="8736496" cy="66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do these programs output?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5A957-F13F-4D47-8719-9CEAD8D4A7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349" y="2816979"/>
            <a:ext cx="3727174" cy="1378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6CF756-D7AD-7643-82F3-B12CDF0F3168}"/>
              </a:ext>
            </a:extLst>
          </p:cNvPr>
          <p:cNvSpPr/>
          <p:nvPr/>
        </p:nvSpPr>
        <p:spPr>
          <a:xfrm>
            <a:off x="1620078" y="4821081"/>
            <a:ext cx="41260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Can you spot the problem?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D42D3D-CF86-A14A-BE9A-72073D8E4D8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113" y="2816979"/>
            <a:ext cx="3871243" cy="137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05071"/>
            <a:ext cx="10621618" cy="795130"/>
          </a:xfrm>
        </p:spPr>
        <p:txBody>
          <a:bodyPr>
            <a:no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Activity 5.1: Programming in Python: selection, Section 5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6AC83F6F-B564-49E3-BF42-3E935EFFE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718" y="1956812"/>
            <a:ext cx="4480563" cy="438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05071"/>
            <a:ext cx="9783417" cy="79513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8E7F26-664D-E94D-97B9-A8200EEE230C}"/>
              </a:ext>
            </a:extLst>
          </p:cNvPr>
          <p:cNvSpPr/>
          <p:nvPr/>
        </p:nvSpPr>
        <p:spPr>
          <a:xfrm>
            <a:off x="1570382" y="1600201"/>
            <a:ext cx="978341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program by filling in the gaps. It selects a random number between 1 and 10, asks the user to enter a number and compares the random number with the number entered by the user.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number entered by the user is bigger than the random number, the output is 'My number is smaller.'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number entered by the user is smaller than the random number, the output is 'My number is bigger.'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number is guessed correctly, the program outputs 'Well done!’.</a:t>
            </a:r>
          </a:p>
          <a:p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num = 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random.randint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(1, 10)</a:t>
            </a: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guess =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(input('What number am I thinking of? '))</a:t>
            </a: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&gt; num:</a:t>
            </a: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print('My number is smaller.')</a:t>
            </a:r>
          </a:p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guess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num:</a:t>
            </a: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print('My number is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')</a:t>
            </a:r>
          </a:p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print(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13811-F1B3-0346-8678-E4AD6A4B7CFB}"/>
              </a:ext>
            </a:extLst>
          </p:cNvPr>
          <p:cNvSpPr/>
          <p:nvPr/>
        </p:nvSpPr>
        <p:spPr>
          <a:xfrm>
            <a:off x="2677253" y="3741290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random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16FD8-8613-8249-B330-C2C4D7A950E9}"/>
              </a:ext>
            </a:extLst>
          </p:cNvPr>
          <p:cNvSpPr/>
          <p:nvPr/>
        </p:nvSpPr>
        <p:spPr>
          <a:xfrm>
            <a:off x="2860760" y="4317760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B9253E-15D4-064F-8C62-82E97A1EA38E}"/>
              </a:ext>
            </a:extLst>
          </p:cNvPr>
          <p:cNvSpPr/>
          <p:nvPr/>
        </p:nvSpPr>
        <p:spPr>
          <a:xfrm>
            <a:off x="2269128" y="4598501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guess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5CBBF-C337-5247-A522-0152930C30CD}"/>
              </a:ext>
            </a:extLst>
          </p:cNvPr>
          <p:cNvSpPr/>
          <p:nvPr/>
        </p:nvSpPr>
        <p:spPr>
          <a:xfrm>
            <a:off x="2004472" y="513067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elif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FEB0B2-63D6-434A-B26E-0C8075FCD473}"/>
              </a:ext>
            </a:extLst>
          </p:cNvPr>
          <p:cNvSpPr/>
          <p:nvPr/>
        </p:nvSpPr>
        <p:spPr>
          <a:xfrm>
            <a:off x="3650436" y="511104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B9FEB7-A308-2744-8131-669A28D83C1D}"/>
              </a:ext>
            </a:extLst>
          </p:cNvPr>
          <p:cNvSpPr/>
          <p:nvPr/>
        </p:nvSpPr>
        <p:spPr>
          <a:xfrm>
            <a:off x="5096295" y="5378896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bigger.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82A622-240F-F24D-BE83-89D087588B92}"/>
              </a:ext>
            </a:extLst>
          </p:cNvPr>
          <p:cNvSpPr/>
          <p:nvPr/>
        </p:nvSpPr>
        <p:spPr>
          <a:xfrm>
            <a:off x="1709663" y="5683597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else: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11E86F-0F9E-AF4F-8F77-526158FB85D7}"/>
              </a:ext>
            </a:extLst>
          </p:cNvPr>
          <p:cNvSpPr/>
          <p:nvPr/>
        </p:nvSpPr>
        <p:spPr>
          <a:xfrm>
            <a:off x="3596859" y="5951086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'Well done!'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82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2494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5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362EFD65-A229-4312-A99D-75A578C10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718" y="1956812"/>
            <a:ext cx="4480563" cy="438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389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</vt:lpstr>
      <vt:lpstr>Symbol</vt:lpstr>
      <vt:lpstr>Times New Roman</vt:lpstr>
      <vt:lpstr>Office Theme</vt:lpstr>
      <vt:lpstr>Programming in python: selection</vt:lpstr>
      <vt:lpstr>Objectives</vt:lpstr>
      <vt:lpstr>Remainder after whole number division </vt:lpstr>
      <vt:lpstr>if else statements: a reminder</vt:lpstr>
      <vt:lpstr>Are if else statements quite enough? </vt:lpstr>
      <vt:lpstr>Activity 5.1: Programming in Python: selection, Section 5</vt:lpstr>
      <vt:lpstr>Questions </vt:lpstr>
      <vt:lpstr>Quiz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Windows User</cp:lastModifiedBy>
  <cp:revision>30</cp:revision>
  <dcterms:created xsi:type="dcterms:W3CDTF">2020-11-04T15:22:46Z</dcterms:created>
  <dcterms:modified xsi:type="dcterms:W3CDTF">2021-07-13T14:31:25Z</dcterms:modified>
</cp:coreProperties>
</file>