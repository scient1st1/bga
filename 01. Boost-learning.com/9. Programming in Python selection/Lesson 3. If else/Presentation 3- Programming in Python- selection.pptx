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74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36" autoAdjust="0"/>
    <p:restoredTop sz="94660"/>
  </p:normalViewPr>
  <p:slideViewPr>
    <p:cSldViewPr snapToGrid="0">
      <p:cViewPr varScale="1">
        <p:scale>
          <a:sx n="73" d="100"/>
          <a:sy n="73" d="100"/>
        </p:scale>
        <p:origin x="1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13/07/2021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80040EBE-1101-1E45-9013-1637FEE48CC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758"/>
            <a:ext cx="12192000" cy="165619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917" y="2325757"/>
            <a:ext cx="10308126" cy="896454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/>
              <a:t>Programming in python: selection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4481300" y="3438955"/>
            <a:ext cx="21836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F059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3: If else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F7F09-E716-C749-818E-A3109354F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69" y="3438955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139" y="824948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610139" y="2215485"/>
            <a:ext cx="836874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how to write a program in Python that uses an </a:t>
            </a:r>
            <a:r>
              <a:rPr lang="en-GB" sz="2800" dirty="0" smtClean="0">
                <a:latin typeface="Calibri" panose="020F0502020204030204" pitchFamily="34" charset="0"/>
                <a:ea typeface="Times New Roman" panose="02020603050405020304" pitchFamily="18" charset="0"/>
              </a:rPr>
              <a:t>if-else </a:t>
            </a: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statement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how to write a program in Python that uses multiple if statements and an else statement to consider a number of conditions when making a decision.</a:t>
            </a:r>
          </a:p>
          <a:p>
            <a:pPr lvl="0">
              <a:spcAft>
                <a:spcPts val="0"/>
              </a:spcAft>
            </a:pP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139" y="815008"/>
            <a:ext cx="9773478" cy="80507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if else statements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E169AB-D985-0746-9E71-E1EC4AC32366}"/>
              </a:ext>
            </a:extLst>
          </p:cNvPr>
          <p:cNvSpPr/>
          <p:nvPr/>
        </p:nvSpPr>
        <p:spPr>
          <a:xfrm>
            <a:off x="1610139" y="2203319"/>
            <a:ext cx="79214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statements are used to decide what to do next if a condition is true.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we also want to tell the program what to do if the condition is false, we use an else statement: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F84D1FC-FBF8-4244-814D-25D840964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827" y="3739532"/>
            <a:ext cx="4832346" cy="173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75253"/>
            <a:ext cx="9733721" cy="824948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Decisions in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8" y="1825625"/>
            <a:ext cx="8736496" cy="748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For example:</a:t>
            </a:r>
          </a:p>
          <a:p>
            <a:endParaRPr lang="en-GB" dirty="0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FB9B0143-672C-D240-99CB-83357D2E5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078" y="2799658"/>
            <a:ext cx="3228936" cy="148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05071"/>
            <a:ext cx="10621618" cy="795130"/>
          </a:xfrm>
        </p:spPr>
        <p:txBody>
          <a:bodyPr>
            <a:no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Activity 3.1: Programming in Python: selection, Section 3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6AC83F6F-B564-49E3-BF42-3E935EFFE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095" y="1948103"/>
            <a:ext cx="4480563" cy="438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1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05071"/>
            <a:ext cx="9783417" cy="79513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222FA0-A6DF-BC4A-9364-A9FBA2350DE4}"/>
              </a:ext>
            </a:extLst>
          </p:cNvPr>
          <p:cNvSpPr/>
          <p:nvPr/>
        </p:nvSpPr>
        <p:spPr>
          <a:xfrm>
            <a:off x="1570382" y="2093340"/>
            <a:ext cx="88756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the program by filling in the gaps. It asks the user to print a number between 5 and 10 and outputs 'Too small' if the number is below 5, 'Too big' if the number is above 10 and the number if it is between 5 and 10.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DABC4-C54C-8340-8316-6E1B8549C550}"/>
              </a:ext>
            </a:extLst>
          </p:cNvPr>
          <p:cNvSpPr/>
          <p:nvPr/>
        </p:nvSpPr>
        <p:spPr>
          <a:xfrm>
            <a:off x="1649894" y="3016670"/>
            <a:ext cx="816002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 = int(input('Enter a number between 5 and 10: '))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GB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__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 5: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    print('Too small')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GB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 &gt; </a:t>
            </a:r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____</a:t>
            </a:r>
            <a:r>
              <a:rPr lang="en-GB" dirty="0">
                <a:solidFill>
                  <a:srgbClr val="00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    print('</a:t>
            </a:r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______________</a:t>
            </a:r>
            <a:r>
              <a:rPr lang="en-GB" dirty="0">
                <a:solidFill>
                  <a:srgbClr val="00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')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__________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    print('You chose’, </a:t>
            </a:r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_____</a:t>
            </a:r>
            <a:r>
              <a:rPr lang="en-GB" dirty="0">
                <a:solidFill>
                  <a:srgbClr val="00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20303-081A-594C-9D6B-5E76D62267DC}"/>
              </a:ext>
            </a:extLst>
          </p:cNvPr>
          <p:cNvSpPr/>
          <p:nvPr/>
        </p:nvSpPr>
        <p:spPr>
          <a:xfrm>
            <a:off x="2659474" y="3244334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GB" dirty="0">
                <a:latin typeface="Courier" pitchFamily="2" charset="0"/>
              </a:rPr>
              <a:t> 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4057FC-B1B8-6848-AA5B-C5277605E82E}"/>
              </a:ext>
            </a:extLst>
          </p:cNvPr>
          <p:cNvSpPr/>
          <p:nvPr/>
        </p:nvSpPr>
        <p:spPr>
          <a:xfrm>
            <a:off x="2928391" y="3841330"/>
            <a:ext cx="5132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F04A4B-1CCF-B149-8260-3EED8D1AC082}"/>
              </a:ext>
            </a:extLst>
          </p:cNvPr>
          <p:cNvSpPr/>
          <p:nvPr/>
        </p:nvSpPr>
        <p:spPr>
          <a:xfrm>
            <a:off x="3432638" y="4068994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Too big</a:t>
            </a:r>
            <a:r>
              <a:rPr lang="en-GB" dirty="0">
                <a:latin typeface="Courier" pitchFamily="2" charset="0"/>
              </a:rPr>
              <a:t> 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683924-1DDA-4D4A-9D07-57631C0721E5}"/>
              </a:ext>
            </a:extLst>
          </p:cNvPr>
          <p:cNvSpPr/>
          <p:nvPr/>
        </p:nvSpPr>
        <p:spPr>
          <a:xfrm>
            <a:off x="1920583" y="4347578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else: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7C8F48-9104-B042-8103-DD302CA1A37D}"/>
              </a:ext>
            </a:extLst>
          </p:cNvPr>
          <p:cNvSpPr/>
          <p:nvPr/>
        </p:nvSpPr>
        <p:spPr>
          <a:xfrm>
            <a:off x="4918390" y="4678663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err="1">
                <a:solidFill>
                  <a:srgbClr val="FF0000"/>
                </a:solidFill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en-GB" dirty="0">
                <a:latin typeface="Courier" pitchFamily="2" charset="0"/>
              </a:rPr>
              <a:t> </a:t>
            </a:r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82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05071"/>
            <a:ext cx="10621618" cy="795130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Quiz 3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CD15F430-29FD-4528-89C3-85D8C3F27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095" y="1948103"/>
            <a:ext cx="4480563" cy="438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80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219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Courier</vt:lpstr>
      <vt:lpstr>Symbol</vt:lpstr>
      <vt:lpstr>Times New Roman</vt:lpstr>
      <vt:lpstr>Office Theme</vt:lpstr>
      <vt:lpstr>Programming in python: selection</vt:lpstr>
      <vt:lpstr>Objectives</vt:lpstr>
      <vt:lpstr>if else statements </vt:lpstr>
      <vt:lpstr>Decisions in algorithms </vt:lpstr>
      <vt:lpstr>Activity 3.1: Programming in Python: selection, Section 3</vt:lpstr>
      <vt:lpstr>Questions </vt:lpstr>
      <vt:lpstr>Quiz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Windows User</cp:lastModifiedBy>
  <cp:revision>28</cp:revision>
  <dcterms:created xsi:type="dcterms:W3CDTF">2020-11-04T15:22:46Z</dcterms:created>
  <dcterms:modified xsi:type="dcterms:W3CDTF">2021-07-13T14:00:47Z</dcterms:modified>
</cp:coreProperties>
</file>