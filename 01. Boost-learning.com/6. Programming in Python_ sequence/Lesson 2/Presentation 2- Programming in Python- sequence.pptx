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7" r:id="rId3"/>
    <p:sldId id="258" r:id="rId4"/>
    <p:sldId id="274" r:id="rId5"/>
    <p:sldId id="278" r:id="rId6"/>
    <p:sldId id="259" r:id="rId7"/>
    <p:sldId id="279" r:id="rId8"/>
    <p:sldId id="280" r:id="rId9"/>
    <p:sldId id="281" r:id="rId10"/>
    <p:sldId id="27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9B4"/>
    <a:srgbClr val="6759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36" autoAdjust="0"/>
    <p:restoredTop sz="94660"/>
  </p:normalViewPr>
  <p:slideViewPr>
    <p:cSldViewPr snapToGrid="0">
      <p:cViewPr varScale="1">
        <p:scale>
          <a:sx n="65" d="100"/>
          <a:sy n="65" d="100"/>
        </p:scale>
        <p:origin x="5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8" name="Picture 7" descr="Shape, rectangle&#10;&#10;Description automatically generated">
            <a:extLst>
              <a:ext uri="{FF2B5EF4-FFF2-40B4-BE49-F238E27FC236}">
                <a16:creationId xmlns:a16="http://schemas.microsoft.com/office/drawing/2014/main" id="{FEDAC554-0635-7742-969A-A6C2C4C2DD42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4"/>
            <a:ext cx="12217999" cy="162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9" y="3010438"/>
            <a:ext cx="6971250" cy="1716029"/>
          </a:xfrm>
        </p:spPr>
        <p:txBody>
          <a:bodyPr>
            <a:normAutofit fontScale="90000"/>
          </a:bodyPr>
          <a:lstStyle/>
          <a:p>
            <a:pPr algn="r"/>
            <a:r>
              <a:rPr lang="en-GB" b="1" dirty="0"/>
              <a:t>Programming in Python: sequence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3826358" y="4726467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6759A2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rgbClr val="6759A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48A8F7-F4F7-4C80-8C79-3C4E877DA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430" y="3010438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8353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413" y="857227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5EF8F5-02C7-4AEC-8461-879795B2CFF4}"/>
              </a:ext>
            </a:extLst>
          </p:cNvPr>
          <p:cNvSpPr/>
          <p:nvPr/>
        </p:nvSpPr>
        <p:spPr>
          <a:xfrm>
            <a:off x="1610413" y="2582614"/>
            <a:ext cx="878354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get input from a user and store it in a variable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combine strings to form more complex messages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include punctuation and formatting in an output message.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3EA555-3FAE-4909-92CE-7278C78D381C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878" y="853215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Your first programs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B64043-BB80-4A35-926B-392099ADD828}"/>
              </a:ext>
            </a:extLst>
          </p:cNvPr>
          <p:cNvSpPr/>
          <p:nvPr/>
        </p:nvSpPr>
        <p:spPr>
          <a:xfrm>
            <a:off x="1613877" y="1979802"/>
            <a:ext cx="9241477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Last lesson, you wrote your first programs in Python.</a:t>
            </a:r>
          </a:p>
          <a:p>
            <a:endParaRPr lang="en-GB" sz="2800" dirty="0"/>
          </a:p>
          <a:p>
            <a:r>
              <a:rPr lang="en-GB" sz="2800" dirty="0"/>
              <a:t>One of these programs printed an item of data stored in the program as a variable:</a:t>
            </a:r>
          </a:p>
          <a:p>
            <a:endParaRPr lang="en-GB" sz="2800" dirty="0"/>
          </a:p>
          <a:p>
            <a:r>
              <a:rPr lang="en-GB" sz="3200" dirty="0">
                <a:latin typeface="Courier" pitchFamily="2" charset="0"/>
              </a:rPr>
              <a:t>1 name = ' banana '</a:t>
            </a:r>
          </a:p>
          <a:p>
            <a:r>
              <a:rPr lang="en-GB" sz="3200" dirty="0">
                <a:latin typeface="Courier" pitchFamily="2" charset="0"/>
              </a:rPr>
              <a:t>2 print ( name 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9F885-1A60-436A-AFB0-B5177717B91B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Getting data from a user and processing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729E0-9502-2C47-AEB4-AACEDB4254B3}"/>
              </a:ext>
            </a:extLst>
          </p:cNvPr>
          <p:cNvSpPr/>
          <p:nvPr/>
        </p:nvSpPr>
        <p:spPr>
          <a:xfrm>
            <a:off x="1589632" y="233077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basic process in computing is: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AB88E-E574-754E-9BCD-9725FC7B3D5A}"/>
              </a:ext>
            </a:extLst>
          </p:cNvPr>
          <p:cNvSpPr/>
          <p:nvPr/>
        </p:nvSpPr>
        <p:spPr>
          <a:xfrm>
            <a:off x="1589632" y="4882588"/>
            <a:ext cx="868742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We will now look at getting user inputs, processing them and producing meaningful outputs.</a:t>
            </a:r>
            <a:r>
              <a:rPr lang="en-GB" sz="2400" dirty="0"/>
              <a:t> </a:t>
            </a:r>
            <a:endParaRPr lang="en-US" sz="2400" dirty="0"/>
          </a:p>
        </p:txBody>
      </p:sp>
      <p:pic>
        <p:nvPicPr>
          <p:cNvPr id="7" name="Picture 6" descr="Graphical user interface, text, application, Teams&#10;&#10;Description automatically generated">
            <a:extLst>
              <a:ext uri="{FF2B5EF4-FFF2-40B4-BE49-F238E27FC236}">
                <a16:creationId xmlns:a16="http://schemas.microsoft.com/office/drawing/2014/main" id="{FC0ABC69-B534-3B4C-898D-7A7830F3D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9632" y="2951355"/>
            <a:ext cx="9081331" cy="126227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A3879ED-0D1D-49E0-827D-77CFA5E955F1}"/>
              </a:ext>
            </a:extLst>
          </p:cNvPr>
          <p:cNvSpPr/>
          <p:nvPr/>
        </p:nvSpPr>
        <p:spPr>
          <a:xfrm>
            <a:off x="1732087" y="1544322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6759A2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rgbClr val="6759A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71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799" y="846406"/>
            <a:ext cx="10037685" cy="865740"/>
          </a:xfrm>
        </p:spPr>
        <p:txBody>
          <a:bodyPr>
            <a:noAutofit/>
          </a:bodyPr>
          <a:lstStyle/>
          <a:p>
            <a:r>
              <a:rPr lang="en-GB" sz="3300" b="1" dirty="0">
                <a:solidFill>
                  <a:schemeClr val="bg1"/>
                </a:solidFill>
              </a:rPr>
              <a:t>Activity 2.1: Programming in Python: sequence, Section 2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9346" y="2017323"/>
            <a:ext cx="4587567" cy="4494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70451E-F856-4169-8D3A-FE350B81FCAB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976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1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327EE0-A199-4129-93C1-0EAF70DA937B}"/>
              </a:ext>
            </a:extLst>
          </p:cNvPr>
          <p:cNvSpPr/>
          <p:nvPr/>
        </p:nvSpPr>
        <p:spPr>
          <a:xfrm>
            <a:off x="1620077" y="2139193"/>
            <a:ext cx="9203635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What is wrong with this line of Python code? </a:t>
            </a:r>
          </a:p>
          <a:p>
            <a:r>
              <a:rPr lang="en-GB" sz="2800" dirty="0"/>
              <a:t>It should ask the user to input a name.</a:t>
            </a:r>
          </a:p>
          <a:p>
            <a:endParaRPr lang="en-GB" dirty="0"/>
          </a:p>
          <a:p>
            <a:r>
              <a:rPr lang="en-GB" sz="2400" dirty="0">
                <a:latin typeface="Courier" pitchFamily="2" charset="0"/>
              </a:rPr>
              <a:t>input('What is your name?')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0F3ABF-0FCD-BA43-82FF-96DB9C296647}"/>
              </a:ext>
            </a:extLst>
          </p:cNvPr>
          <p:cNvSpPr/>
          <p:nvPr/>
        </p:nvSpPr>
        <p:spPr>
          <a:xfrm>
            <a:off x="1620077" y="4476786"/>
            <a:ext cx="350288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GB" sz="2400" dirty="0"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What is your name?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E753B-8136-8640-96E5-20A483E5BE85}"/>
              </a:ext>
            </a:extLst>
          </p:cNvPr>
          <p:cNvSpPr/>
          <p:nvPr/>
        </p:nvSpPr>
        <p:spPr>
          <a:xfrm>
            <a:off x="1620077" y="4188136"/>
            <a:ext cx="13740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Answer: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09E1F3-6150-4E75-BB92-36B4DC74390D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2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327EE0-A199-4129-93C1-0EAF70DA937B}"/>
              </a:ext>
            </a:extLst>
          </p:cNvPr>
          <p:cNvSpPr/>
          <p:nvPr/>
        </p:nvSpPr>
        <p:spPr>
          <a:xfrm>
            <a:off x="1620077" y="2139193"/>
            <a:ext cx="9203635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What is wrong with this code output? Why will it output this? </a:t>
            </a:r>
          </a:p>
          <a:p>
            <a:endParaRPr lang="en-GB" dirty="0"/>
          </a:p>
          <a:p>
            <a:r>
              <a:rPr lang="en-GB" sz="2400" dirty="0">
                <a:latin typeface="Courier" pitchFamily="2" charset="0"/>
              </a:rPr>
              <a:t>1 name = ' John '</a:t>
            </a:r>
          </a:p>
          <a:p>
            <a:r>
              <a:rPr lang="en-GB" sz="2400" dirty="0">
                <a:latin typeface="Courier" pitchFamily="2" charset="0"/>
              </a:rPr>
              <a:t>2 print ( 'name' 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0F3ABF-0FCD-BA43-82FF-96DB9C296647}"/>
              </a:ext>
            </a:extLst>
          </p:cNvPr>
          <p:cNvSpPr/>
          <p:nvPr/>
        </p:nvSpPr>
        <p:spPr>
          <a:xfrm>
            <a:off x="1620077" y="4476786"/>
            <a:ext cx="92204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GB" sz="2400" dirty="0"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E753B-8136-8640-96E5-20A483E5BE85}"/>
              </a:ext>
            </a:extLst>
          </p:cNvPr>
          <p:cNvSpPr/>
          <p:nvPr/>
        </p:nvSpPr>
        <p:spPr>
          <a:xfrm>
            <a:off x="1620077" y="4188136"/>
            <a:ext cx="13740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Answer: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4651C1-49E3-4F97-BC70-4B7C852B9AE1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9474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3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327EE0-A199-4129-93C1-0EAF70DA937B}"/>
              </a:ext>
            </a:extLst>
          </p:cNvPr>
          <p:cNvSpPr/>
          <p:nvPr/>
        </p:nvSpPr>
        <p:spPr>
          <a:xfrm>
            <a:off x="1620077" y="2462358"/>
            <a:ext cx="920363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Explain how we can combine two strings into a single string.</a:t>
            </a:r>
          </a:p>
          <a:p>
            <a:r>
              <a:rPr lang="en-GB" sz="2800" dirty="0"/>
              <a:t> </a:t>
            </a:r>
            <a:endParaRPr lang="en-GB" sz="2400" dirty="0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0F3ABF-0FCD-BA43-82FF-96DB9C296647}"/>
              </a:ext>
            </a:extLst>
          </p:cNvPr>
          <p:cNvSpPr/>
          <p:nvPr/>
        </p:nvSpPr>
        <p:spPr>
          <a:xfrm>
            <a:off x="1620077" y="4476786"/>
            <a:ext cx="8032968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GB" sz="2400" dirty="0"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print('Hello!' + 'I am very pleased to meet you.')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E753B-8136-8640-96E5-20A483E5BE85}"/>
              </a:ext>
            </a:extLst>
          </p:cNvPr>
          <p:cNvSpPr/>
          <p:nvPr/>
        </p:nvSpPr>
        <p:spPr>
          <a:xfrm>
            <a:off x="1620077" y="4188136"/>
            <a:ext cx="13740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Answer: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5382A3-58AD-4510-B634-0E368F68DA5C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8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4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327EE0-A199-4129-93C1-0EAF70DA937B}"/>
              </a:ext>
            </a:extLst>
          </p:cNvPr>
          <p:cNvSpPr/>
          <p:nvPr/>
        </p:nvSpPr>
        <p:spPr>
          <a:xfrm>
            <a:off x="1620077" y="2318034"/>
            <a:ext cx="820972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Describe how to include an apostrophe in a printed output message.</a:t>
            </a:r>
          </a:p>
          <a:p>
            <a:r>
              <a:rPr lang="en-GB" sz="2800" dirty="0"/>
              <a:t> </a:t>
            </a:r>
            <a:endParaRPr lang="en-GB" sz="2400" dirty="0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0F3ABF-0FCD-BA43-82FF-96DB9C296647}"/>
              </a:ext>
            </a:extLst>
          </p:cNvPr>
          <p:cNvSpPr/>
          <p:nvPr/>
        </p:nvSpPr>
        <p:spPr>
          <a:xfrm>
            <a:off x="1620077" y="4422707"/>
            <a:ext cx="350288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GB" sz="2400" dirty="0"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It\'s John\'s dog.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E753B-8136-8640-96E5-20A483E5BE85}"/>
              </a:ext>
            </a:extLst>
          </p:cNvPr>
          <p:cNvSpPr/>
          <p:nvPr/>
        </p:nvSpPr>
        <p:spPr>
          <a:xfrm>
            <a:off x="1620077" y="3899487"/>
            <a:ext cx="13740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Answer: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D9ACDC-58A4-4C43-9CBB-50E435F5B42D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4095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799" y="846406"/>
            <a:ext cx="10037685" cy="783611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Quiz 2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4D1C2A9-A1F1-400C-B93A-DDF4934BED59}"/>
              </a:ext>
            </a:extLst>
          </p:cNvPr>
          <p:cNvSpPr/>
          <p:nvPr/>
        </p:nvSpPr>
        <p:spPr>
          <a:xfrm>
            <a:off x="1620077" y="376736"/>
            <a:ext cx="41040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Getting data from the user </a:t>
            </a:r>
            <a:endParaRPr lang="en-GB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4747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331</Words>
  <Application>Microsoft Office PowerPoint</Application>
  <PresentationFormat>Widescreen</PresentationFormat>
  <Paragraphs>56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Courier</vt:lpstr>
      <vt:lpstr>Symbol</vt:lpstr>
      <vt:lpstr>Office Theme</vt:lpstr>
      <vt:lpstr>Programming in Python: sequence</vt:lpstr>
      <vt:lpstr>Objectives</vt:lpstr>
      <vt:lpstr>Your first programs </vt:lpstr>
      <vt:lpstr>Getting data from a user and processing it</vt:lpstr>
      <vt:lpstr>Activity 2.1: Programming in Python: sequence, Section 2</vt:lpstr>
      <vt:lpstr>Question 1 </vt:lpstr>
      <vt:lpstr>Question 2 </vt:lpstr>
      <vt:lpstr>Question 3 </vt:lpstr>
      <vt:lpstr>Question 4 </vt:lpstr>
      <vt:lpstr>Quiz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Tamar Zedginidze</cp:lastModifiedBy>
  <cp:revision>29</cp:revision>
  <dcterms:created xsi:type="dcterms:W3CDTF">2020-11-04T15:22:46Z</dcterms:created>
  <dcterms:modified xsi:type="dcterms:W3CDTF">2025-05-05T18:35:50Z</dcterms:modified>
</cp:coreProperties>
</file>