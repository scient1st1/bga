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9" r:id="rId9"/>
    <p:sldId id="267" r:id="rId10"/>
    <p:sldId id="268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8" roundtripDataSignature="AMtx7mhzq2Z1xNX43HKAZoLmx5rozc6H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81"/>
    <p:restoredTop sz="94716"/>
  </p:normalViewPr>
  <p:slideViewPr>
    <p:cSldViewPr snapToGrid="0" snapToObjects="1">
      <p:cViewPr varScale="1">
        <p:scale>
          <a:sx n="104" d="100"/>
          <a:sy n="104" d="100"/>
        </p:scale>
        <p:origin x="34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2029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7" name="Google Shape;37;p1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3" name="Google Shape;53;p1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4" name="Google Shape;5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id="9" name="Google Shape;9;p11" descr="Shape, rectangle&#10;&#10;Description automatically generated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1" y="-794"/>
            <a:ext cx="12217999" cy="162239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"/>
          <p:cNvSpPr txBox="1">
            <a:spLocks noGrp="1"/>
          </p:cNvSpPr>
          <p:nvPr>
            <p:ph type="ctrTitle"/>
          </p:nvPr>
        </p:nvSpPr>
        <p:spPr>
          <a:xfrm>
            <a:off x="618009" y="3010438"/>
            <a:ext cx="6971250" cy="1716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GB" b="1"/>
              <a:t>Programming in Python: sequence</a:t>
            </a:r>
            <a:endParaRPr/>
          </a:p>
        </p:txBody>
      </p:sp>
      <p:sp>
        <p:nvSpPr>
          <p:cNvPr id="81" name="Google Shape;81;p1"/>
          <p:cNvSpPr/>
          <p:nvPr/>
        </p:nvSpPr>
        <p:spPr>
          <a:xfrm>
            <a:off x="5174880" y="4711969"/>
            <a:ext cx="2414379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i="0" u="none" strike="noStrike" cap="none">
                <a:solidFill>
                  <a:srgbClr val="6759A2"/>
                </a:solidFill>
                <a:latin typeface="Calibri"/>
                <a:ea typeface="Calibri"/>
                <a:cs typeface="Calibri"/>
                <a:sym typeface="Calibri"/>
              </a:rPr>
              <a:t>Lesson  3: Data types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solidFill>
                <a:srgbClr val="6759A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30430" y="3010438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title"/>
          </p:nvPr>
        </p:nvSpPr>
        <p:spPr>
          <a:xfrm>
            <a:off x="1610413" y="857227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GB" b="1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2"/>
          <p:cNvSpPr/>
          <p:nvPr/>
        </p:nvSpPr>
        <p:spPr>
          <a:xfrm>
            <a:off x="1610413" y="2274501"/>
            <a:ext cx="8783547" cy="3170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learn: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about the basic data types: strings, integers and real or floating point numbers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cast a variable with a data type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use the arithmetic operators: add </a:t>
            </a: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 New" panose="02070309020205020404" pitchFamily="49" charset="0"/>
                <a:sym typeface="Courier"/>
              </a:rPr>
              <a:t>(</a:t>
            </a:r>
            <a:r>
              <a:rPr lang="en-GB" sz="2800" dirty="0">
                <a:solidFill>
                  <a:schemeClr val="dk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"/>
              </a:rPr>
              <a:t>+</a:t>
            </a: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 New" panose="02070309020205020404" pitchFamily="49" charset="0"/>
                <a:sym typeface="Courier"/>
              </a:rPr>
              <a:t>) </a:t>
            </a:r>
            <a:r>
              <a:rPr lang="en-GB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multiply </a:t>
            </a: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 New" panose="02070309020205020404" pitchFamily="49" charset="0"/>
                <a:sym typeface="Courier"/>
              </a:rPr>
              <a:t>(</a:t>
            </a:r>
            <a:r>
              <a:rPr lang="en-GB" sz="2800" dirty="0">
                <a:solidFill>
                  <a:schemeClr val="dk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"/>
              </a:rPr>
              <a:t>*</a:t>
            </a: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 New" panose="02070309020205020404" pitchFamily="49" charset="0"/>
                <a:sym typeface="Courier"/>
              </a:rPr>
              <a:t>)</a:t>
            </a:r>
            <a:endParaRPr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about the concept of a constant.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"/>
          <p:cNvSpPr txBox="1">
            <a:spLocks noGrp="1"/>
          </p:cNvSpPr>
          <p:nvPr>
            <p:ph type="title"/>
          </p:nvPr>
        </p:nvSpPr>
        <p:spPr>
          <a:xfrm>
            <a:off x="1613878" y="853215"/>
            <a:ext cx="9773478" cy="756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GB">
                <a:solidFill>
                  <a:schemeClr val="lt1"/>
                </a:solidFill>
              </a:rPr>
              <a:t>Three data types 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1613878" y="2009619"/>
            <a:ext cx="9773478" cy="341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There are three data types.</a:t>
            </a:r>
            <a:endParaRPr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1. Integers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These are whole numbers. 1, 10 and -100 are all integers.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2. Real or floating point numbers</a:t>
            </a:r>
            <a:endParaRPr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These are numbers with decimal parts. 2.2, 3.33 and -33.3 are all real or floating point numbers.</a:t>
            </a:r>
            <a:endParaRPr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3. Strings</a:t>
            </a:r>
            <a:endParaRPr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These are strings of characters. 'Hello', '%^$&amp;*' and '12345' are all strings.</a:t>
            </a:r>
            <a:endParaRPr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"/>
          <p:cNvSpPr txBox="1"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GB" b="1">
                <a:solidFill>
                  <a:schemeClr val="lt1"/>
                </a:solidFill>
              </a:rPr>
              <a:t>Selecting data types </a:t>
            </a: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1589630" y="1901690"/>
            <a:ext cx="8764334" cy="4493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Which data type is:</a:t>
            </a:r>
            <a:endParaRPr sz="2200"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35</a:t>
            </a:r>
            <a:endParaRPr sz="2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when it is the number of cars in a car park?</a:t>
            </a:r>
            <a:endParaRPr sz="2200"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dk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"/>
              </a:rPr>
              <a:t>1.67</a:t>
            </a:r>
            <a:endParaRPr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when it is the height of a person in metres?</a:t>
            </a:r>
            <a:endParaRPr sz="2200"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cat</a:t>
            </a:r>
            <a:endParaRPr sz="2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when it used to describe a type of animal?</a:t>
            </a:r>
            <a:endParaRPr sz="220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01232344567</a:t>
            </a:r>
            <a:endParaRPr sz="2200" dirty="0"/>
          </a:p>
          <a:p>
            <a:pPr lvl="1"/>
            <a:r>
              <a:rPr lang="en-GB" sz="2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when it is a telephone number?</a:t>
            </a:r>
            <a:endParaRPr sz="2200"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&amp;</a:t>
            </a:r>
            <a:r>
              <a:rPr lang="en-GB" sz="2200" dirty="0" err="1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24Tr33T0p</a:t>
            </a:r>
            <a:endParaRPr sz="2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when it is a user’s password?</a:t>
            </a:r>
            <a:endParaRPr sz="2200" dirty="0"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384400</a:t>
            </a:r>
            <a:endParaRPr sz="2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when it is the distance to the moon in kilometres?</a:t>
            </a:r>
            <a:endParaRPr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>
            <a:spLocks noGrp="1"/>
          </p:cNvSpPr>
          <p:nvPr>
            <p:ph type="title"/>
          </p:nvPr>
        </p:nvSpPr>
        <p:spPr>
          <a:xfrm>
            <a:off x="1614799" y="846406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alibri"/>
              <a:buNone/>
            </a:pPr>
            <a:r>
              <a:rPr lang="en-GB" sz="3300" b="1" dirty="0">
                <a:solidFill>
                  <a:schemeClr val="lt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Activity 3.1: Programming in Python: sequence, Section 3 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6" name="Google Shape;106;p5" descr="A picture containing athletic game, basketball, sport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"/>
          <p:cNvSpPr txBox="1"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GB" b="1">
                <a:solidFill>
                  <a:schemeClr val="lt1"/>
                </a:solidFill>
              </a:rPr>
              <a:t>Question 1 </a:t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1620077" y="2139193"/>
            <a:ext cx="9203635" cy="3508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What data type are the following?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'Fred'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'name'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'a£5g9?6'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'013314567’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chemeClr val="dk1"/>
              </a:solidFill>
              <a:latin typeface="Courier"/>
              <a:sym typeface="Courier"/>
            </a:endParaRPr>
          </a:p>
          <a:p>
            <a:pPr lvl="0">
              <a:buClr>
                <a:schemeClr val="dk1"/>
              </a:buClr>
            </a:pPr>
            <a:r>
              <a:rPr lang="en-GB" sz="2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How do we tell Python that the data is a string?</a:t>
            </a:r>
            <a:endParaRPr lang="en-GB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 txBox="1"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GB" b="1" dirty="0">
                <a:solidFill>
                  <a:schemeClr val="lt1"/>
                </a:solidFill>
              </a:rPr>
              <a:t>Question 2 </a:t>
            </a:r>
            <a:endParaRPr dirty="0"/>
          </a:p>
        </p:txBody>
      </p:sp>
      <p:sp>
        <p:nvSpPr>
          <p:cNvPr id="125" name="Google Shape;125;p7"/>
          <p:cNvSpPr/>
          <p:nvPr/>
        </p:nvSpPr>
        <p:spPr>
          <a:xfrm>
            <a:off x="1620077" y="2139193"/>
            <a:ext cx="9203635" cy="3877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What data type are the following?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35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123456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-57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chemeClr val="dk1"/>
              </a:solidFill>
              <a:latin typeface="Courier"/>
              <a:sym typeface="Courier"/>
            </a:endParaRPr>
          </a:p>
          <a:p>
            <a:r>
              <a:rPr lang="en-GB" sz="3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How do we tell Python to expect an integer?</a:t>
            </a:r>
            <a:endParaRPr lang="en-GB" sz="3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 txBox="1"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GB" b="1" dirty="0">
                <a:solidFill>
                  <a:schemeClr val="lt1"/>
                </a:solidFill>
              </a:rPr>
              <a:t>Question 3 </a:t>
            </a:r>
            <a:endParaRPr dirty="0"/>
          </a:p>
        </p:txBody>
      </p:sp>
      <p:sp>
        <p:nvSpPr>
          <p:cNvPr id="125" name="Google Shape;125;p7"/>
          <p:cNvSpPr/>
          <p:nvPr/>
        </p:nvSpPr>
        <p:spPr>
          <a:xfrm>
            <a:off x="1620077" y="2139193"/>
            <a:ext cx="9203635" cy="3447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What data type are the following?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1.234</a:t>
            </a:r>
            <a:endParaRPr lang="en-GB" sz="2800" dirty="0"/>
          </a:p>
          <a:p>
            <a:pPr lvl="0"/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-3.15</a:t>
            </a:r>
            <a:endParaRPr lang="en-GB" sz="2800" dirty="0"/>
          </a:p>
          <a:p>
            <a:pPr lvl="0"/>
            <a:r>
              <a:rPr lang="en-GB" sz="2800" dirty="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199.76</a:t>
            </a:r>
            <a:endParaRPr lang="en-GB" sz="2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chemeClr val="dk1"/>
              </a:solidFill>
              <a:latin typeface="Courier"/>
              <a:sym typeface="Courier"/>
            </a:endParaRPr>
          </a:p>
          <a:p>
            <a:r>
              <a:rPr lang="en-GB" sz="3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How do we tell Python to expect a real number?</a:t>
            </a:r>
            <a:endParaRPr lang="en-GB" sz="3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4061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"/>
          <p:cNvSpPr txBox="1">
            <a:spLocks noGrp="1"/>
          </p:cNvSpPr>
          <p:nvPr>
            <p:ph type="title"/>
          </p:nvPr>
        </p:nvSpPr>
        <p:spPr>
          <a:xfrm>
            <a:off x="1620078" y="854765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GB" b="1">
                <a:solidFill>
                  <a:schemeClr val="lt1"/>
                </a:solidFill>
              </a:rPr>
              <a:t>Question 4 </a:t>
            </a:r>
            <a:endParaRPr dirty="0"/>
          </a:p>
        </p:txBody>
      </p:sp>
      <p:sp>
        <p:nvSpPr>
          <p:cNvPr id="149" name="Google Shape;149;p9"/>
          <p:cNvSpPr/>
          <p:nvPr/>
        </p:nvSpPr>
        <p:spPr>
          <a:xfrm>
            <a:off x="1620077" y="2318034"/>
            <a:ext cx="8209723" cy="3539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will the value of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num3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output by this program be?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num1 = </a:t>
            </a:r>
            <a:r>
              <a:rPr lang="en-GB" sz="2800">
                <a:solidFill>
                  <a:srgbClr val="6759A2"/>
                </a:solidFill>
                <a:latin typeface="Courier"/>
                <a:ea typeface="Courier"/>
                <a:cs typeface="Courier"/>
                <a:sym typeface="Courier"/>
              </a:rPr>
              <a:t>5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num2 = </a:t>
            </a:r>
            <a:r>
              <a:rPr lang="en-GB" sz="2800">
                <a:solidFill>
                  <a:srgbClr val="6759A2"/>
                </a:solidFill>
                <a:latin typeface="Courier"/>
                <a:ea typeface="Courier"/>
                <a:cs typeface="Courier"/>
                <a:sym typeface="Courier"/>
              </a:rPr>
              <a:t>7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num3 = num1 + num2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759A2"/>
                </a:solidFill>
                <a:latin typeface="Courier"/>
                <a:ea typeface="Courier"/>
                <a:cs typeface="Courier"/>
                <a:sym typeface="Courier"/>
              </a:rPr>
              <a:t>print</a:t>
            </a:r>
            <a:r>
              <a:rPr lang="en-GB" sz="2800">
                <a:latin typeface="Courier"/>
                <a:ea typeface="Courier"/>
                <a:cs typeface="Courier"/>
                <a:sym typeface="Courier"/>
              </a:rPr>
              <a:t>(num3)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4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 txBox="1">
            <a:spLocks noGrp="1"/>
          </p:cNvSpPr>
          <p:nvPr>
            <p:ph type="title"/>
          </p:nvPr>
        </p:nvSpPr>
        <p:spPr>
          <a:xfrm>
            <a:off x="1601737" y="822960"/>
            <a:ext cx="10037685" cy="783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GB" b="1">
                <a:solidFill>
                  <a:schemeClr val="lt1"/>
                </a:solidFill>
              </a:rPr>
              <a:t>Quiz 3</a:t>
            </a:r>
            <a:endParaRPr/>
          </a:p>
        </p:txBody>
      </p:sp>
      <p:pic>
        <p:nvPicPr>
          <p:cNvPr id="155" name="Google Shape;155;p10" descr="A picture containing athletic game, basketball, sport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278</Words>
  <Application>Microsoft Office PowerPoint</Application>
  <PresentationFormat>Widescreen</PresentationFormat>
  <Paragraphs>67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Courier</vt:lpstr>
      <vt:lpstr>Courier New</vt:lpstr>
      <vt:lpstr>Noto Sans Symbols</vt:lpstr>
      <vt:lpstr>Office Theme</vt:lpstr>
      <vt:lpstr>Programming in Python: sequence</vt:lpstr>
      <vt:lpstr>Objectives</vt:lpstr>
      <vt:lpstr>Three data types </vt:lpstr>
      <vt:lpstr>Selecting data types </vt:lpstr>
      <vt:lpstr>Activity 3.1: Programming in Python: sequence, Section 3 </vt:lpstr>
      <vt:lpstr>Question 1 </vt:lpstr>
      <vt:lpstr>Question 2 </vt:lpstr>
      <vt:lpstr>Question 3 </vt:lpstr>
      <vt:lpstr>Question 4 </vt:lpstr>
      <vt:lpstr>Quiz 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in Python: sequence</dc:title>
  <dc:creator>Lea Albrechtsen</dc:creator>
  <cp:lastModifiedBy>Lea Albrechtsen</cp:lastModifiedBy>
  <cp:revision>3</cp:revision>
  <dcterms:created xsi:type="dcterms:W3CDTF">2020-11-04T15:22:46Z</dcterms:created>
  <dcterms:modified xsi:type="dcterms:W3CDTF">2021-06-10T15:39:45Z</dcterms:modified>
</cp:coreProperties>
</file>