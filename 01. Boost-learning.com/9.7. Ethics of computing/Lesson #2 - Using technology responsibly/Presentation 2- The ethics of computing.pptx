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70252-6D27-224F-B897-578AE4F8D1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4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A2F57B-7EA5-4393-9FC5-8FF124AF3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2477" y="3118978"/>
            <a:ext cx="4013523" cy="1497914"/>
          </a:xfrm>
        </p:spPr>
        <p:txBody>
          <a:bodyPr>
            <a:normAutofit fontScale="90000"/>
          </a:bodyPr>
          <a:lstStyle/>
          <a:p>
            <a:pPr algn="r"/>
            <a:r>
              <a:rPr lang="en-GB" b="1" dirty="0"/>
              <a:t>The ethics</a:t>
            </a:r>
            <a:br>
              <a:rPr lang="en-GB" b="1" dirty="0"/>
            </a:br>
            <a:r>
              <a:rPr lang="en-GB" b="1" dirty="0"/>
              <a:t>of computing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08174-0D1E-4A0E-A405-6485918C719A}"/>
              </a:ext>
            </a:extLst>
          </p:cNvPr>
          <p:cNvSpPr/>
          <p:nvPr/>
        </p:nvSpPr>
        <p:spPr>
          <a:xfrm>
            <a:off x="1709478" y="4616892"/>
            <a:ext cx="4386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2: Using technology responsibly </a:t>
            </a:r>
            <a:endParaRPr lang="en-GB" sz="2000" b="1" dirty="0">
              <a:solidFill>
                <a:srgbClr val="00B0F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2D46A7-BCD0-4344-A009-AAC803414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462" y="2852165"/>
            <a:ext cx="3626103" cy="21648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44826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00200" y="2428726"/>
            <a:ext cx="9471991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In this lesson, you will learn: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the difference between illegality and immorality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how technology can be used immorally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how to protect yourself from people who want to use technology immorally.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21618" cy="79513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What is the difference between ‘illegal’ and ‘immoral’?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3A3D5-4421-9F46-8135-B52F7BA94EF2}"/>
              </a:ext>
            </a:extLst>
          </p:cNvPr>
          <p:cNvSpPr/>
          <p:nvPr/>
        </p:nvSpPr>
        <p:spPr>
          <a:xfrm>
            <a:off x="1570382" y="2747531"/>
            <a:ext cx="8209344" cy="1362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something is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illegal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 is against the law.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something is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immoral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 is not necessarily against the law, but it is against acceptable standards of behaviour.</a:t>
            </a:r>
          </a:p>
        </p:txBody>
      </p:sp>
    </p:spTree>
    <p:extLst>
      <p:ext uri="{BB962C8B-B14F-4D97-AF65-F5344CB8AC3E}">
        <p14:creationId xmlns:p14="http://schemas.microsoft.com/office/powerpoint/2010/main" val="276145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21618" cy="79513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What is the difference between ‘illegal’ and ‘immoral’?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3A3D5-4421-9F46-8135-B52F7BA94EF2}"/>
              </a:ext>
            </a:extLst>
          </p:cNvPr>
          <p:cNvSpPr/>
          <p:nvPr/>
        </p:nvSpPr>
        <p:spPr>
          <a:xfrm>
            <a:off x="2168883" y="1832170"/>
            <a:ext cx="78542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Is it illegal, immoral or both for a business to sell a customer’s personal data without their permission?</a:t>
            </a:r>
            <a:endParaRPr lang="en-GB" sz="2400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236E5665-F00E-4276-8467-6802EAEAE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020" y="2865319"/>
            <a:ext cx="5127960" cy="342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95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21618" cy="79513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What is the difference between ‘illegal’ and ‘immoral’?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3A3D5-4421-9F46-8135-B52F7BA94EF2}"/>
              </a:ext>
            </a:extLst>
          </p:cNvPr>
          <p:cNvSpPr/>
          <p:nvPr/>
        </p:nvSpPr>
        <p:spPr>
          <a:xfrm>
            <a:off x="1267096" y="1832170"/>
            <a:ext cx="96578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Is it immoral for a company to secretly monitor its staff with CCTV cameras and scan all the emails they send and receive while they are at work?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CF39-84D7-42FC-B5E0-DEA925BE6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020" y="2865319"/>
            <a:ext cx="5127960" cy="363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9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person, swimsuit, underpants&#10;&#10;Description automatically generated">
            <a:extLst>
              <a:ext uri="{FF2B5EF4-FFF2-40B4-BE49-F238E27FC236}">
                <a16:creationId xmlns:a16="http://schemas.microsoft.com/office/drawing/2014/main" id="{4FE9BC04-38B8-4520-A066-34DDB2653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97" y="2865319"/>
            <a:ext cx="5133405" cy="3422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21618" cy="79513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What is the difference between ‘illegal’ and ‘immoral’?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3A3D5-4421-9F46-8135-B52F7BA94EF2}"/>
              </a:ext>
            </a:extLst>
          </p:cNvPr>
          <p:cNvSpPr/>
          <p:nvPr/>
        </p:nvSpPr>
        <p:spPr>
          <a:xfrm>
            <a:off x="1900858" y="1832170"/>
            <a:ext cx="83902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Is it immoral for a football club to monitor its player’s heart rates and average speed while they train and play a match?</a:t>
            </a:r>
          </a:p>
        </p:txBody>
      </p:sp>
    </p:spTree>
    <p:extLst>
      <p:ext uri="{BB962C8B-B14F-4D97-AF65-F5344CB8AC3E}">
        <p14:creationId xmlns:p14="http://schemas.microsoft.com/office/powerpoint/2010/main" val="3394342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21618" cy="79513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What is the difference between ‘illegal’ and ‘immoral’?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3A3D5-4421-9F46-8135-B52F7BA94EF2}"/>
              </a:ext>
            </a:extLst>
          </p:cNvPr>
          <p:cNvSpPr/>
          <p:nvPr/>
        </p:nvSpPr>
        <p:spPr>
          <a:xfrm>
            <a:off x="1900857" y="1930868"/>
            <a:ext cx="83902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Is technology immoral?</a:t>
            </a:r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A2BC4510-16BE-4029-BFC8-7FCF8403B3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63"/>
          <a:stretch/>
        </p:blipFill>
        <p:spPr>
          <a:xfrm>
            <a:off x="2850637" y="2754939"/>
            <a:ext cx="6490725" cy="363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9513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2.1: Immoral or not?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2F69B0-5E44-6045-B8B1-DA6D892FC8D3}"/>
              </a:ext>
            </a:extLst>
          </p:cNvPr>
          <p:cNvSpPr/>
          <p:nvPr/>
        </p:nvSpPr>
        <p:spPr>
          <a:xfrm>
            <a:off x="1570382" y="1979688"/>
            <a:ext cx="5436705" cy="4242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about these questions on your own.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it immoral for the boss of the company you work for to search for you on social media?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it immoral for the boss of the company you work for to set up a fake profile and befriend you on social media to find out more about you?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it immoral that people can never fully remove their </a:t>
            </a: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footprint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(Your digital footprint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information about you on the internet.)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 your answers to these questions with a partner. Do you agree with each other? If not, can you persuade your partner to your point of view?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6993FFF2-5FF4-44F1-A69C-37D2CD999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029" y="1886056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7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9513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2.2: You’re the boss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6008E5B-2FE8-4298-BA82-6E0922E19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90561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85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485783" cy="79513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2.3: Keeping your digital footprint clean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A8C47A9E-5968-4619-A1DE-82967C9DC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90561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07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21618" cy="79513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Quiz 2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67B18950-068B-4149-B3E2-21B4F44EE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90561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6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350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Office Theme</vt:lpstr>
      <vt:lpstr>The ethics of computing</vt:lpstr>
      <vt:lpstr>Objectives</vt:lpstr>
      <vt:lpstr>What is the difference between ‘illegal’ and ‘immoral’? </vt:lpstr>
      <vt:lpstr>What is the difference between ‘illegal’ and ‘immoral’? </vt:lpstr>
      <vt:lpstr>What is the difference between ‘illegal’ and ‘immoral’? </vt:lpstr>
      <vt:lpstr>What is the difference between ‘illegal’ and ‘immoral’? </vt:lpstr>
      <vt:lpstr>What is the difference between ‘illegal’ and ‘immoral’? </vt:lpstr>
      <vt:lpstr>Activity 2.1: Immoral or not? </vt:lpstr>
      <vt:lpstr>Activity 2.2: You’re the boss</vt:lpstr>
      <vt:lpstr>Activity 2.3: Keeping your digital footprint clean</vt:lpstr>
      <vt:lpstr>Quiz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32</cp:revision>
  <dcterms:created xsi:type="dcterms:W3CDTF">2020-11-04T15:22:46Z</dcterms:created>
  <dcterms:modified xsi:type="dcterms:W3CDTF">2021-06-16T16:55:45Z</dcterms:modified>
</cp:coreProperties>
</file>