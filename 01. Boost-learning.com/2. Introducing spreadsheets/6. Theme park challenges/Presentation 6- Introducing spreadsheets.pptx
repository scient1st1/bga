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57" r:id="rId3"/>
    <p:sldId id="260" r:id="rId4"/>
    <p:sldId id="286" r:id="rId5"/>
    <p:sldId id="274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ea Albrechtsen" initials="LA" lastIdx="2" clrIdx="0">
    <p:extLst>
      <p:ext uri="{19B8F6BF-5375-455C-9EA6-DF929625EA0E}">
        <p15:presenceInfo xmlns:p15="http://schemas.microsoft.com/office/powerpoint/2012/main" userId="S::Lea.Albrechtsen@hoddereducation.co.uk::4df490f3-5904-4e82-a5b6-23281874b6f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9B4"/>
    <a:srgbClr val="BBE3FA"/>
    <a:srgbClr val="94C1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624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F7712-1F3B-4253-AEF1-0FE171523E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C14F2F-A2B8-4861-8B33-2CF08A1C25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81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660902-80CF-4DD3-B59F-8E58611CF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56315-CBCB-4124-93B3-3DEF3C56BD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FA47B5-60C4-46E0-B317-50F50E6D85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049A0D-7474-4882-A51A-CF35E154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F5A12C-5BED-457E-A6CE-2E58C8D0D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33533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9C2461-8DBB-43F0-A3AC-126E64397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96A727-278D-4E57-850B-78E0D727C7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1C733-75AA-40FE-8179-B58FA4EA5EE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8C4D2E-FA87-41DA-961F-7D250DD08D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20F2E-2A86-4F16-B83F-E86E73199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11048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5B458-3AE6-4C21-BEBE-F7B760619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2FF206-47D4-451B-80B7-578E10A3E6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D2DF79-B13E-46C5-AAA1-F49C3BABAB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199702-3758-423C-8C91-550D5C885D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55CC31-BF31-4EB1-8B54-2DD0D6BE7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3EFAF2-4586-4670-8EF7-78067B187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61545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05FA2-A60C-405C-A307-880C049CB0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970388-4034-4A46-8B98-D37491E01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C39A8B-6B00-4329-AC44-AD6EBE236E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5DFF08-1C59-4E60-A964-4D4A369007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6548497-A585-4527-B8A6-BB01B9FBC4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77C2D4B-BCC3-48CF-B358-D817886727C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93C415-FAAE-444A-BBA1-9059E1C45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6C512DB-E555-4910-92DC-7AB19F87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741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D8A33-5CA5-4826-9B83-0B2F6A50C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17C1E61-1B5E-44DC-BC0F-2F956B04C01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A212BA-9EF0-4463-A9C0-997D55720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350D64F-9F3A-43FB-A563-07763EE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599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739767-A677-43FB-A13E-C6E76D21E1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FA103BA-C2DE-41DE-842B-306DECB78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8320D2-03FC-47A8-B437-7B7CEBDD6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71799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B20E6-8664-4FD7-A9B2-0B5C17E861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75017E-7CE6-4AFE-8756-092A858401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5C17A6-B2E1-42BB-9629-032C80545F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1DC4D7-18F9-4992-BB61-15FA97A529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52144-EB56-46FB-8C3D-7A8702354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142B02-C27D-4AC0-9DE7-A653F338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5581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FD8A0-DA8A-463F-AC82-9A3D896B80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B553CB-6BB8-4D69-8270-E69093C148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0E0B06-F972-42E3-B94A-6BA48244584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FFCFE24-5759-425E-A7E5-6EAACD13BAA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458F3E-34B5-48AA-B148-66ED69F30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133722-4E46-4BF0-841D-DC92DCB48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531943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A43C2-4F61-40F8-A06C-596F42B7D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2D4A7-8F4B-484D-90BE-4A6A303F65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BE0C66-2DCD-4454-98BE-EE8ADD1D798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C655C5-A5ED-4766-97E4-846A80536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ADFEEA-B282-4D56-A557-4193031EB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2902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31B7A8B-8DD3-4239-8EA1-8739462541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21B91-126F-434B-86F2-89E6778E91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BFCCA6-FBA0-4A4B-97BC-8B2465C0186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A39D0840-F340-4464-8C11-64AA65425DFE}" type="datetimeFigureOut">
              <a:rPr lang="en-GB" smtClean="0"/>
              <a:t>18/02/2021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17EED6-4B0F-4C58-A54B-C4F0F72D7B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249905-D4AB-4930-9B2A-6E8E550A0D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1383E49-ED47-42EE-A6B1-265FC0095DE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111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B9995C-D844-455E-9E19-BF66C81EF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204189-41E9-4E09-B418-B033E7F147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4D739203-7E29-BA40-9D51-8F9968799BF3}"/>
              </a:ext>
            </a:extLst>
          </p:cNvPr>
          <p:cNvSpPr txBox="1">
            <a:spLocks/>
          </p:cNvSpPr>
          <p:nvPr userDrawn="1"/>
        </p:nvSpPr>
        <p:spPr>
          <a:xfrm>
            <a:off x="7547114" y="6380197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GB" sz="1200" dirty="0"/>
              <a:t>© Hodder &amp; Stoughton Limited 2021</a:t>
            </a:r>
          </a:p>
        </p:txBody>
      </p:sp>
      <p:pic>
        <p:nvPicPr>
          <p:cNvPr id="8" name="Picture 7" descr="Shape, rectangle&#10;&#10;Description automatically generated">
            <a:extLst>
              <a:ext uri="{FF2B5EF4-FFF2-40B4-BE49-F238E27FC236}">
                <a16:creationId xmlns:a16="http://schemas.microsoft.com/office/drawing/2014/main" id="{8E162879-1CE5-EF46-AF8E-A0A77F5B7A12}"/>
              </a:ext>
            </a:extLst>
          </p:cNvPr>
          <p:cNvPicPr/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695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7743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2B9C3-E44C-4313-895D-D43DD1C92C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13732" y="3010438"/>
            <a:ext cx="7062388" cy="915850"/>
          </a:xfrm>
        </p:spPr>
        <p:txBody>
          <a:bodyPr>
            <a:normAutofit fontScale="90000"/>
          </a:bodyPr>
          <a:lstStyle/>
          <a:p>
            <a:pPr algn="l"/>
            <a:r>
              <a:rPr lang="en-GB" b="1" dirty="0"/>
              <a:t>Introducing spreadsheets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346DB13-257C-4484-9CB0-C755672B55D3}"/>
              </a:ext>
            </a:extLst>
          </p:cNvPr>
          <p:cNvSpPr/>
          <p:nvPr/>
        </p:nvSpPr>
        <p:spPr>
          <a:xfrm>
            <a:off x="4315081" y="3926288"/>
            <a:ext cx="3561039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94C11F"/>
                </a:solidFill>
                <a:latin typeface="Calibri" panose="020F0502020204030204" pitchFamily="34" charset="0"/>
                <a:ea typeface="Times New Roman" panose="02020603050405020304" pitchFamily="18" charset="0"/>
              </a:rPr>
              <a:t>Lesson 6: Theme park challenge</a:t>
            </a:r>
            <a:endParaRPr lang="en-GB" sz="2000" b="1" dirty="0">
              <a:solidFill>
                <a:srgbClr val="94C11F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03DC8E-5658-4048-A4CA-3B474C3F7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9068" y="2704324"/>
            <a:ext cx="2937413" cy="2443928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67043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C4667-2A3C-4536-9386-00402F3C6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3635" y="832060"/>
            <a:ext cx="9634330" cy="766349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430BE0A-41D5-4110-A78D-A6ACD33DE78B}"/>
              </a:ext>
            </a:extLst>
          </p:cNvPr>
          <p:cNvSpPr/>
          <p:nvPr/>
        </p:nvSpPr>
        <p:spPr>
          <a:xfrm>
            <a:off x="1593635" y="2767280"/>
            <a:ext cx="8253009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en-GB" sz="3200" dirty="0">
                <a:latin typeface="Calibri" panose="020F0502020204030204" pitchFamily="34" charset="0"/>
                <a:ea typeface="Times New Roman" panose="02020603050405020304" pitchFamily="18" charset="0"/>
              </a:rPr>
              <a:t>In this lesson you will:</a:t>
            </a:r>
            <a:endParaRPr lang="en-GB" sz="32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lvl="0" indent="-342900">
              <a:spcAft>
                <a:spcPts val="0"/>
              </a:spcAft>
              <a:buFont typeface="Symbol" panose="05050102010706020507" pitchFamily="18" charset="2"/>
              <a:buChar char=""/>
            </a:pPr>
            <a:r>
              <a:rPr lang="en-GB" sz="2400" dirty="0">
                <a:latin typeface="Calibri" panose="020F050202020403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complete an extended activity using the skills and knowledge learnt during this module.</a:t>
            </a:r>
            <a:endParaRPr lang="en-GB" sz="2400" dirty="0">
              <a:ea typeface="Times New Roman" panose="02020603050405020304" pitchFamily="18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8104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5B0F3-7F56-4F5C-81F1-A743D46BDB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91812" y="819659"/>
            <a:ext cx="9753599" cy="845862"/>
          </a:xfrm>
        </p:spPr>
        <p:txBody>
          <a:bodyPr/>
          <a:lstStyle/>
          <a:p>
            <a:r>
              <a:rPr lang="en-GB" b="1" dirty="0">
                <a:solidFill>
                  <a:schemeClr val="bg1"/>
                </a:solidFill>
              </a:rPr>
              <a:t>Theme park challenge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860DFAA-EC73-4F87-98C2-19FB4AC7F2D0}"/>
              </a:ext>
            </a:extLst>
          </p:cNvPr>
          <p:cNvSpPr/>
          <p:nvPr/>
        </p:nvSpPr>
        <p:spPr>
          <a:xfrm>
            <a:off x="1591812" y="2101361"/>
            <a:ext cx="9005603" cy="39652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have been employed by a local theme park to help them calculate their costs and work out their ticket prices.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have been provided with details of the different rides, including how long each run takes and the maximum number of guests per run.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8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have also been provided with details of the income received from selling food and drink and money spent on staff wages.</a:t>
            </a:r>
          </a:p>
        </p:txBody>
      </p:sp>
    </p:spTree>
    <p:extLst>
      <p:ext uri="{BB962C8B-B14F-4D97-AF65-F5344CB8AC3E}">
        <p14:creationId xmlns:p14="http://schemas.microsoft.com/office/powerpoint/2010/main" val="3538170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67BEC39-439C-4682-806F-B6171DCAE321}"/>
              </a:ext>
            </a:extLst>
          </p:cNvPr>
          <p:cNvSpPr/>
          <p:nvPr/>
        </p:nvSpPr>
        <p:spPr>
          <a:xfrm>
            <a:off x="1562936" y="2557552"/>
            <a:ext cx="9380988" cy="26510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need to complete a series of tasks to work out the cost of operating the rides each day, the total income and expenditure each day, and how much profit will be made.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need to use modelling to work out the ideal ticket price.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GB" sz="2400" dirty="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You will also need to produce a chart for the theme park to use as part of its advertising.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7D69ABC-6C91-3D44-A9D0-BE1222DEAB07}"/>
              </a:ext>
            </a:extLst>
          </p:cNvPr>
          <p:cNvSpPr txBox="1"/>
          <p:nvPr/>
        </p:nvSpPr>
        <p:spPr>
          <a:xfrm>
            <a:off x="1562936" y="800447"/>
            <a:ext cx="517712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400" b="1" dirty="0">
                <a:solidFill>
                  <a:prstClr val="white"/>
                </a:solidFill>
                <a:latin typeface="Calibri Light" panose="020F0302020204030204"/>
                <a:ea typeface="+mj-ea"/>
                <a:cs typeface="+mj-cs"/>
              </a:rPr>
              <a:t>Theme park challenge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6853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0C0D3D-3B5A-405C-A85C-D55D7E6FEF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632" y="824949"/>
            <a:ext cx="10037685" cy="865740"/>
          </a:xfrm>
        </p:spPr>
        <p:txBody>
          <a:bodyPr>
            <a:normAutofit/>
          </a:bodyPr>
          <a:lstStyle/>
          <a:p>
            <a:r>
              <a:rPr lang="en-GB" b="1" dirty="0">
                <a:solidFill>
                  <a:schemeClr val="bg1"/>
                </a:solidFill>
              </a:rPr>
              <a:t>Activity 6.1: Theme park challenge</a:t>
            </a:r>
          </a:p>
        </p:txBody>
      </p:sp>
      <p:pic>
        <p:nvPicPr>
          <p:cNvPr id="5" name="Picture 4" descr="A picture containing athletic game, basketball, sport&#10;&#10;Description automatically generated">
            <a:extLst>
              <a:ext uri="{FF2B5EF4-FFF2-40B4-BE49-F238E27FC236}">
                <a16:creationId xmlns:a16="http://schemas.microsoft.com/office/drawing/2014/main" id="{E026BB22-2069-44BA-9C69-B4666D11CB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2216" y="1967027"/>
            <a:ext cx="4587567" cy="4494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874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183</Words>
  <Application>Microsoft Macintosh PowerPoint</Application>
  <PresentationFormat>Widescreen</PresentationFormat>
  <Paragraphs>14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Calibri</vt:lpstr>
      <vt:lpstr>Calibri Light</vt:lpstr>
      <vt:lpstr>Symbol</vt:lpstr>
      <vt:lpstr>Times New Roman</vt:lpstr>
      <vt:lpstr>Office Theme</vt:lpstr>
      <vt:lpstr>Introducing spreadsheets</vt:lpstr>
      <vt:lpstr>Objectives</vt:lpstr>
      <vt:lpstr>Theme park challenge</vt:lpstr>
      <vt:lpstr>PowerPoint Presentation</vt:lpstr>
      <vt:lpstr>Activity 6.1: Theme park 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Introducing spreadsheets</dc:title>
  <dc:creator>Lea Albrechtsen</dc:creator>
  <cp:lastModifiedBy>Jane Fairnie</cp:lastModifiedBy>
  <cp:revision>32</cp:revision>
  <dcterms:created xsi:type="dcterms:W3CDTF">2020-11-04T15:22:46Z</dcterms:created>
  <dcterms:modified xsi:type="dcterms:W3CDTF">2021-02-18T22:35:22Z</dcterms:modified>
</cp:coreProperties>
</file>