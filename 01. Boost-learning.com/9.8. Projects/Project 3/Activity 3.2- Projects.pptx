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a Albrechtsen" initials="LA" lastIdx="2" clrIdx="0">
    <p:extLst>
      <p:ext uri="{19B8F6BF-5375-455C-9EA6-DF929625EA0E}">
        <p15:presenceInfo xmlns:p15="http://schemas.microsoft.com/office/powerpoint/2012/main" userId="S::Lea.Albrechtsen@hoddereducation.co.uk::4df490f3-5904-4e82-a5b6-23281874b6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8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36" autoAdjust="0"/>
    <p:restoredTop sz="94660"/>
  </p:normalViewPr>
  <p:slideViewPr>
    <p:cSldViewPr snapToGrid="0">
      <p:cViewPr varScale="1">
        <p:scale>
          <a:sx n="96" d="100"/>
          <a:sy n="96" d="100"/>
        </p:scale>
        <p:origin x="96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7712-1F3B-4253-AEF1-0FE171523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14F2F-A2B8-4861-8B33-2CF08A1C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8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902-80CF-4DD3-B59F-8E58611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6315-CBCB-4124-93B3-3DEF3C56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47B5-60C4-46E0-B317-50F50E6D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9A0D-7474-4882-A51A-CF35E154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A12C-5BED-457E-A6CE-2E58C8D0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3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2461-8DBB-43F0-A3AC-126E6439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A727-278D-4E57-850B-78E0D727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C733-75AA-40FE-8179-B58FA4EA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C4D2E-FA87-41DA-961F-7D250DD0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0F2E-2A86-4F16-B83F-E86E7319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10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B458-3AE6-4C21-BEBE-F7B76061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F206-47D4-451B-80B7-578E10A3E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DF79-B13E-46C5-AAA1-F49C3BAB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9702-3758-423C-8C91-550D5C88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5CC31-BF31-4EB1-8B54-2DD0D6B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FAF2-4586-4670-8EF7-78067B18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5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5FA2-A60C-405C-A307-880C049C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70388-4034-4A46-8B98-D37491E0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39A8B-6B00-4329-AC44-AD6EBE236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DFF08-1C59-4E60-A964-4D4A36900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48497-A585-4527-B8A6-BB01B9FB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C2D4B-BCC3-48CF-B358-D8178867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3C415-FAAE-444A-BBA1-9059E1C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512DB-E555-4910-92DC-7AB19F87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4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8A33-5CA5-4826-9B83-0B2F6A50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C1E61-1B5E-44DC-BC0F-2F956B04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12BA-9EF0-4463-A9C0-997D5572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D64F-9F3A-43FB-A563-07763EE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39767-A677-43FB-A13E-C6E76D21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103BA-C2DE-41DE-842B-306DECB7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20D2-03FC-47A8-B437-7B7CEBD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7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20E6-8664-4FD7-A9B2-0B5C17E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017E-7CE6-4AFE-8756-092A8584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C17A6-B2E1-42BB-9629-032C80545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C4D7-18F9-4992-BB61-15FA97A5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2144-EB56-46FB-8C3D-7A870235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2B02-C27D-4AC0-9DE7-A653F338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58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8A0-DA8A-463F-AC82-9A3D896B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553CB-6BB8-4D69-8270-E69093C14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0B06-F972-42E3-B94A-6BA482445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CFE24-5759-425E-A7E5-6EAACD13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58F3E-34B5-48AA-B148-66ED69F3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3722-4E46-4BF0-841D-DC92DCB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19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43C2-4F61-40F8-A06C-596F42B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2D4A7-8F4B-484D-90BE-4A6A303F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0C66-2DCD-4454-98BE-EE8ADD1D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55C5-A5ED-4766-97E4-846A8053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FEEA-B282-4D56-A557-4193031E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29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B7A8B-8DD3-4239-8EA1-873946254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21B91-126F-434B-86F2-89E6778E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CCA6-FBA0-4A4B-97BC-8B2465C0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7EED6-4B0F-4C58-A54B-C4F0F72D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9905-D4AB-4930-9B2A-6E8E550A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, rectangle&#10;&#10;Description automatically generated">
            <a:extLst>
              <a:ext uri="{FF2B5EF4-FFF2-40B4-BE49-F238E27FC236}">
                <a16:creationId xmlns:a16="http://schemas.microsoft.com/office/drawing/2014/main" id="{80040EBE-1101-1E45-9013-1637FEE48CC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758"/>
            <a:ext cx="12192000" cy="165619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9995C-D844-455E-9E19-BF66C81E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4189-41E9-4E09-B418-B033E7F1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739203-7E29-BA40-9D51-8F9968799BF3}"/>
              </a:ext>
            </a:extLst>
          </p:cNvPr>
          <p:cNvSpPr txBox="1">
            <a:spLocks/>
          </p:cNvSpPr>
          <p:nvPr userDrawn="1"/>
        </p:nvSpPr>
        <p:spPr>
          <a:xfrm>
            <a:off x="7547114" y="638019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 dirty="0"/>
              <a:t>© Hodder &amp; Stoughton Limited 2021</a:t>
            </a:r>
          </a:p>
        </p:txBody>
      </p:sp>
    </p:spTree>
    <p:extLst>
      <p:ext uri="{BB962C8B-B14F-4D97-AF65-F5344CB8AC3E}">
        <p14:creationId xmlns:p14="http://schemas.microsoft.com/office/powerpoint/2010/main" val="265877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1891F65-279C-4C13-9011-B059E8ABD45B}"/>
              </a:ext>
            </a:extLst>
          </p:cNvPr>
          <p:cNvSpPr txBox="1">
            <a:spLocks/>
          </p:cNvSpPr>
          <p:nvPr/>
        </p:nvSpPr>
        <p:spPr>
          <a:xfrm>
            <a:off x="1613647" y="2922494"/>
            <a:ext cx="4470140" cy="17944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b="1"/>
              <a:t>End of KS3 assessments</a:t>
            </a:r>
            <a:endParaRPr lang="en-GB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C94AC7-47D3-4A66-AE6B-943372DCABB3}"/>
              </a:ext>
            </a:extLst>
          </p:cNvPr>
          <p:cNvSpPr/>
          <p:nvPr/>
        </p:nvSpPr>
        <p:spPr>
          <a:xfrm>
            <a:off x="3973786" y="4718391"/>
            <a:ext cx="21100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GB" sz="2000" b="1" dirty="0">
                <a:solidFill>
                  <a:srgbClr val="ED81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Projects: Project 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654BDB-E002-46E4-BA87-A90D92CE9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284" y="3117591"/>
            <a:ext cx="2808191" cy="199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31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id="{98F11070-0407-4632-B0C6-CADDFDD6B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018" y="2224378"/>
            <a:ext cx="8549963" cy="388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810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8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spreadsheets</dc:title>
  <dc:creator>Lea Albrechtsen</dc:creator>
  <cp:lastModifiedBy>Lea Albrechtsen</cp:lastModifiedBy>
  <cp:revision>27</cp:revision>
  <dcterms:created xsi:type="dcterms:W3CDTF">2020-11-04T15:22:46Z</dcterms:created>
  <dcterms:modified xsi:type="dcterms:W3CDTF">2021-06-04T12:18:26Z</dcterms:modified>
</cp:coreProperties>
</file>