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3" r:id="rId5"/>
    <p:sldId id="274" r:id="rId6"/>
    <p:sldId id="28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24" autoAdjust="0"/>
    <p:restoredTop sz="94660"/>
  </p:normalViewPr>
  <p:slideViewPr>
    <p:cSldViewPr snapToGrid="0">
      <p:cViewPr varScale="1">
        <p:scale>
          <a:sx n="63" d="100"/>
          <a:sy n="63" d="100"/>
        </p:scale>
        <p:origin x="55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31/10/2023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31/10/2023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31/10/2023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31/10/2023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31/10/2023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31/10/2023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31/10/2023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31/10/2023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31/10/2023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31/10/2023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, rectangle&#10;&#10;Description automatically generated">
            <a:extLst>
              <a:ext uri="{FF2B5EF4-FFF2-40B4-BE49-F238E27FC236}">
                <a16:creationId xmlns:a16="http://schemas.microsoft.com/office/drawing/2014/main" id="{80040EBE-1101-1E45-9013-1637FEE48CC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5758"/>
            <a:ext cx="12192000" cy="1656196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C429C21-B929-48A3-AB60-4BA7590573F1}"/>
              </a:ext>
            </a:extLst>
          </p:cNvPr>
          <p:cNvSpPr txBox="1">
            <a:spLocks/>
          </p:cNvSpPr>
          <p:nvPr/>
        </p:nvSpPr>
        <p:spPr>
          <a:xfrm>
            <a:off x="1613647" y="2922494"/>
            <a:ext cx="4470140" cy="179441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GB" b="1"/>
              <a:t>End of KS3 assessments</a:t>
            </a:r>
            <a:endParaRPr lang="en-GB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15B51E-211D-47B5-A5B7-7320E002A042}"/>
              </a:ext>
            </a:extLst>
          </p:cNvPr>
          <p:cNvSpPr/>
          <p:nvPr/>
        </p:nvSpPr>
        <p:spPr>
          <a:xfrm>
            <a:off x="3973786" y="4718391"/>
            <a:ext cx="211000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ED810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Projects: Project 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F944CB-AE43-498D-966E-D6293204F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284" y="3117591"/>
            <a:ext cx="2808191" cy="1999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815009"/>
            <a:ext cx="9753600" cy="795131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600200" y="2582614"/>
            <a:ext cx="9753601" cy="16927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ea typeface="Times New Roman" panose="02020603050405020304" pitchFamily="18" charset="0"/>
              </a:rPr>
              <a:t>In this lesson, you will demonstrate your ability to: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Times New Roman" panose="02020603050405020304" pitchFamily="18" charset="0"/>
              </a:rPr>
              <a:t>plan a solution to meet a brief 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Times New Roman" panose="02020603050405020304" pitchFamily="18" charset="0"/>
              </a:rPr>
              <a:t>use graphics, audio- and video-editing software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Times New Roman" panose="02020603050405020304" pitchFamily="18" charset="0"/>
              </a:rPr>
              <a:t>review and refine your work.</a:t>
            </a: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1" y="717663"/>
            <a:ext cx="9773478" cy="91235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The project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B0AC4C-A95C-854F-964D-A6CA2264A4E0}"/>
              </a:ext>
            </a:extLst>
          </p:cNvPr>
          <p:cNvSpPr/>
          <p:nvPr/>
        </p:nvSpPr>
        <p:spPr>
          <a:xfrm>
            <a:off x="1590261" y="1985353"/>
            <a:ext cx="10068339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Over the next six weeks, you will be using your skills with graphics, audio- and video-editing software to create a 30-second advert for a theme park.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will need to: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design and develop a logo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plan how you will use video and audio to create your advert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create a soundtrack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edit together the soundtrack, video clips and logo to create the final advert.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will need to use an</a:t>
            </a:r>
            <a:r>
              <a:rPr lang="en-GB" sz="2400" b="1" dirty="0">
                <a:solidFill>
                  <a:srgbClr val="ED7D31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iterative approach to project development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to create each element before moving on to the next element, and you will need to be prepared to tweak elements when you combine them together to create the final advert.</a:t>
            </a:r>
          </a:p>
        </p:txBody>
      </p:sp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1" y="717663"/>
            <a:ext cx="9773478" cy="91235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Resources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B0AC4C-A95C-854F-964D-A6CA2264A4E0}"/>
              </a:ext>
            </a:extLst>
          </p:cNvPr>
          <p:cNvSpPr/>
          <p:nvPr/>
        </p:nvSpPr>
        <p:spPr>
          <a:xfrm>
            <a:off x="1590261" y="1985353"/>
            <a:ext cx="5411431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will be provided with suggestions for </a:t>
            </a:r>
            <a:r>
              <a:rPr lang="en-GB" sz="24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video clips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create your advert. You can also supplement these with images, videos and sounds you create or source yourself if you want to.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will need to include a logo for the theme park, and you should design this and create it using vector drawing tools in Word or Google Docs.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Remember to keep all your files for this project in the same folder.</a:t>
            </a:r>
          </a:p>
        </p:txBody>
      </p:sp>
      <p:pic>
        <p:nvPicPr>
          <p:cNvPr id="6" name="Picture 5" descr="A picture containing shape&#10;&#10;Description automatically generated">
            <a:extLst>
              <a:ext uri="{FF2B5EF4-FFF2-40B4-BE49-F238E27FC236}">
                <a16:creationId xmlns:a16="http://schemas.microsoft.com/office/drawing/2014/main" id="{42FE1547-743A-4B59-A505-F41E396992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0994" y="3032757"/>
            <a:ext cx="3741855" cy="206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057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1" y="717663"/>
            <a:ext cx="9773478" cy="91235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Theme Park video advert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B0AC4C-A95C-854F-964D-A6CA2264A4E0}"/>
              </a:ext>
            </a:extLst>
          </p:cNvPr>
          <p:cNvSpPr/>
          <p:nvPr/>
        </p:nvSpPr>
        <p:spPr>
          <a:xfrm>
            <a:off x="1590261" y="1985353"/>
            <a:ext cx="8507894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advert must: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be 30 seconds long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include background music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include a voiceover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include at least three background sounds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include at least five video clips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include transitions between the video clips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include a logo, which could be on the screen throughout or shown at the end.</a:t>
            </a: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images, videos and sounds must be mixed together to create a watchable advert.</a:t>
            </a:r>
          </a:p>
        </p:txBody>
      </p:sp>
    </p:spTree>
    <p:extLst>
      <p:ext uri="{BB962C8B-B14F-4D97-AF65-F5344CB8AC3E}">
        <p14:creationId xmlns:p14="http://schemas.microsoft.com/office/powerpoint/2010/main" val="26092898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725557"/>
            <a:ext cx="9783417" cy="88458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Project 3: </a:t>
            </a:r>
            <a:r>
              <a:rPr lang="en-GB" b="1">
                <a:solidFill>
                  <a:schemeClr val="bg1"/>
                </a:solidFill>
              </a:rPr>
              <a:t>Theme Park </a:t>
            </a:r>
            <a:r>
              <a:rPr lang="en-GB" b="1" dirty="0">
                <a:solidFill>
                  <a:schemeClr val="bg1"/>
                </a:solidFill>
              </a:rPr>
              <a:t>advert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BF3C0F-F147-4486-AE87-4BD268A847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9261" y="1903472"/>
            <a:ext cx="4393477" cy="4304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636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310</Words>
  <Application>Microsoft Office PowerPoint</Application>
  <PresentationFormat>Widescreen</PresentationFormat>
  <Paragraphs>30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Symbol</vt:lpstr>
      <vt:lpstr>Office Theme</vt:lpstr>
      <vt:lpstr>PowerPoint Presentation</vt:lpstr>
      <vt:lpstr>Objectives</vt:lpstr>
      <vt:lpstr>The project</vt:lpstr>
      <vt:lpstr>Resources </vt:lpstr>
      <vt:lpstr>Theme Park video advert </vt:lpstr>
      <vt:lpstr>Project 3: Theme Park advert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30</cp:revision>
  <dcterms:created xsi:type="dcterms:W3CDTF">2020-11-04T15:22:46Z</dcterms:created>
  <dcterms:modified xsi:type="dcterms:W3CDTF">2023-10-31T13:04:26Z</dcterms:modified>
</cp:coreProperties>
</file>