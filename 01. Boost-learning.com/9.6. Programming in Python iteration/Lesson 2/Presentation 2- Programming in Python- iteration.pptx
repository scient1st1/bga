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66" r:id="rId6"/>
    <p:sldId id="267" r:id="rId7"/>
    <p:sldId id="274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12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10" name="Picture 9" descr="A picture containing text, tool&#10;&#10;Description automatically generated">
            <a:extLst>
              <a:ext uri="{FF2B5EF4-FFF2-40B4-BE49-F238E27FC236}">
                <a16:creationId xmlns:a16="http://schemas.microsoft.com/office/drawing/2014/main" id="{D732EF40-B59C-F244-AAD1-54CD7DE5EBD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928"/>
            <a:ext cx="12192000" cy="165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917" y="2306361"/>
            <a:ext cx="11202648" cy="915850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Programming in Python</a:t>
            </a:r>
            <a:r>
              <a:rPr lang="en-GB" b="1"/>
              <a:t>: iteration </a:t>
            </a:r>
            <a:endParaRPr lang="en-GB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4296084" y="3332524"/>
            <a:ext cx="359983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rgbClr val="B612AD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2: User-defined for loops</a:t>
            </a:r>
          </a:p>
          <a:p>
            <a:endParaRPr lang="en-GB" sz="2000" b="1" dirty="0">
              <a:solidFill>
                <a:srgbClr val="B612AD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3800F9-5D41-D44C-BFEE-1DA26B97A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682" y="3332524"/>
            <a:ext cx="2937413" cy="2443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34887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580322" y="1907372"/>
            <a:ext cx="980992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 learn: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how user input can be used to determine the range of a for loop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how to use for loops with concatenation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how to write a program in Python that uses a for loop with user defined variables.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795130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User input</a:t>
            </a:r>
            <a:r>
              <a:rPr lang="en-GB" dirty="0">
                <a:solidFill>
                  <a:schemeClr val="bg1"/>
                </a:solidFill>
              </a:rPr>
              <a:t>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7D688D-6018-EE4C-B710-8696313FFCCC}"/>
              </a:ext>
            </a:extLst>
          </p:cNvPr>
          <p:cNvSpPr/>
          <p:nvPr/>
        </p:nvSpPr>
        <p:spPr>
          <a:xfrm>
            <a:off x="1580322" y="2272244"/>
            <a:ext cx="893527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we want the user to define how many times a for loop is repeated, we can ask for an input:</a:t>
            </a:r>
          </a:p>
          <a:p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value = int(input(‘Number of repeats? '))</a:t>
            </a:r>
            <a:endParaRPr lang="en-GB" sz="2800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795130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Using user input in a for loop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7D688D-6018-EE4C-B710-8696313FFCCC}"/>
              </a:ext>
            </a:extLst>
          </p:cNvPr>
          <p:cNvSpPr/>
          <p:nvPr/>
        </p:nvSpPr>
        <p:spPr>
          <a:xfrm>
            <a:off x="1580322" y="1894557"/>
            <a:ext cx="9134061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 store the value entered by the user in a variable and use the variable in a for loop. If the variable is called 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value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we get:</a:t>
            </a:r>
          </a:p>
          <a:p>
            <a:endParaRPr lang="en-GB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for index in range(1, value + 1):</a:t>
            </a:r>
          </a:p>
          <a:p>
            <a:endParaRPr lang="en-GB" sz="800" dirty="0">
              <a:latin typeface="Courier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>
                <a:ea typeface="Calibri" panose="020F0502020204030204" pitchFamily="34" charset="0"/>
                <a:cs typeface="Calibri" panose="020F0502020204030204" pitchFamily="34" charset="0"/>
              </a:rPr>
              <a:t>Notice that the final parameter is the variable 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en-GB" sz="2800" dirty="0">
                <a:ea typeface="Calibri" panose="020F0502020204030204" pitchFamily="34" charset="0"/>
                <a:cs typeface="Calibri" panose="020F0502020204030204" pitchFamily="34" charset="0"/>
              </a:rPr>
              <a:t> plus 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GB" sz="2800" dirty="0">
                <a:ea typeface="Calibri" panose="020F0502020204030204" pitchFamily="34" charset="0"/>
                <a:cs typeface="Calibri" panose="020F0502020204030204" pitchFamily="34" charset="0"/>
              </a:rPr>
              <a:t>because the second parameter needs to be one more than the number of times the loop should run.</a:t>
            </a:r>
          </a:p>
        </p:txBody>
      </p:sp>
    </p:spTree>
    <p:extLst>
      <p:ext uri="{BB962C8B-B14F-4D97-AF65-F5344CB8AC3E}">
        <p14:creationId xmlns:p14="http://schemas.microsoft.com/office/powerpoint/2010/main" val="1468400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7"/>
            <a:ext cx="10621618" cy="785191"/>
          </a:xfrm>
        </p:spPr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Activity 2.1: Programming in Python: iteration, Section 2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3A684A42-4D0D-4C65-BEA7-CBE7C46A9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553" y="1964816"/>
            <a:ext cx="4410894" cy="432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7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36AC-12A9-4A2C-9D8A-8D001EE0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Questions 1 and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C13E-1871-4787-BADF-14253538B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321" y="2019942"/>
            <a:ext cx="97734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What is wrong with this code?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0460A1-07E5-4FBE-9D19-6A257F06B890}"/>
              </a:ext>
            </a:extLst>
          </p:cNvPr>
          <p:cNvSpPr/>
          <p:nvPr/>
        </p:nvSpPr>
        <p:spPr>
          <a:xfrm>
            <a:off x="1580320" y="4703952"/>
            <a:ext cx="62680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dirty="0">
                <a:latin typeface="Courier" pitchFamily="2" charset="0"/>
              </a:rPr>
              <a:t>for index in range(1 ,count + 1):</a:t>
            </a:r>
            <a:endParaRPr lang="en-GB" sz="2400" dirty="0">
              <a:latin typeface="Courier" pitchFamily="2" charset="0"/>
              <a:ea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DC2D0-7C27-6A49-915D-67150EC39BCE}"/>
              </a:ext>
            </a:extLst>
          </p:cNvPr>
          <p:cNvSpPr/>
          <p:nvPr/>
        </p:nvSpPr>
        <p:spPr>
          <a:xfrm>
            <a:off x="1580319" y="2380713"/>
            <a:ext cx="5899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count = input('Enter range: ')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701AA7-A513-5543-9F7E-0263533BEFFA}"/>
              </a:ext>
            </a:extLst>
          </p:cNvPr>
          <p:cNvSpPr/>
          <p:nvPr/>
        </p:nvSpPr>
        <p:spPr>
          <a:xfrm>
            <a:off x="1580319" y="2842378"/>
            <a:ext cx="6636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count = int(input('Enter range: '))</a:t>
            </a:r>
            <a:endParaRPr lang="en-GB" sz="2400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23AFF0-CD0A-1A40-A633-FCEC386E906A}"/>
              </a:ext>
            </a:extLst>
          </p:cNvPr>
          <p:cNvSpPr/>
          <p:nvPr/>
        </p:nvSpPr>
        <p:spPr>
          <a:xfrm>
            <a:off x="1580320" y="3371348"/>
            <a:ext cx="90313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Having corrected that line of code, what is the next line of code needed to define the for loop to run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times?</a:t>
            </a:r>
          </a:p>
          <a:p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count = int(input('Enter range: '))</a:t>
            </a:r>
            <a:endParaRPr lang="en-GB" sz="2400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27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36AC-12A9-4A2C-9D8A-8D001EE0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C13E-1871-4787-BADF-14253538B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321" y="2019942"/>
            <a:ext cx="82693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How can we use a for loop to print out multiples of a number entered by the user, starting with the number entered by the user and going up to another number entered by the user?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BA88D0-8E21-624D-839C-133E10A736EC}"/>
              </a:ext>
            </a:extLst>
          </p:cNvPr>
          <p:cNvSpPr/>
          <p:nvPr/>
        </p:nvSpPr>
        <p:spPr>
          <a:xfrm>
            <a:off x="1580321" y="3044690"/>
            <a:ext cx="977347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 possible solution:</a:t>
            </a:r>
          </a:p>
          <a:p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step = int(input('Enter number to be multiplied: ')		</a:t>
            </a:r>
            <a:r>
              <a:rPr lang="en-GB" dirty="0">
                <a:solidFill>
                  <a:srgbClr val="70AD47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# 1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upper = int(input('Enter upper number: ')			</a:t>
            </a:r>
            <a:r>
              <a:rPr lang="en-GB" dirty="0">
                <a:solidFill>
                  <a:srgbClr val="70AD47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# 2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index in range(step, upper + 1, step):			</a:t>
            </a:r>
            <a:r>
              <a:rPr lang="en-GB" dirty="0">
                <a:solidFill>
                  <a:srgbClr val="70AD47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# 3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  print(index)</a:t>
            </a: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				</a:t>
            </a:r>
          </a:p>
          <a:p>
            <a:r>
              <a:rPr lang="en-GB" dirty="0">
                <a:solidFill>
                  <a:srgbClr val="70AD47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# 1 the input must be cast as an </a:t>
            </a:r>
            <a:r>
              <a:rPr lang="en-GB" dirty="0">
                <a:solidFill>
                  <a:srgbClr val="70AD47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integer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solidFill>
                  <a:srgbClr val="70AD47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# 2 again the input must be cast as an integer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solidFill>
                  <a:srgbClr val="70AD47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# 3 </a:t>
            </a:r>
            <a:r>
              <a:rPr lang="en-GB" dirty="0">
                <a:solidFill>
                  <a:srgbClr val="70AD47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start counting at the value of 'step', stop counting at the upper limit using 'upper + 1' and count in increments of the value of 'step'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81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4D36-2121-417F-8DFB-DF55C2380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0" y="805070"/>
            <a:ext cx="9763539" cy="80506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Quiz 2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B57A8F40-26C7-4AF7-995D-4EBDCDB11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553" y="1964816"/>
            <a:ext cx="4410894" cy="432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4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320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</vt:lpstr>
      <vt:lpstr>Symbol</vt:lpstr>
      <vt:lpstr>Office Theme</vt:lpstr>
      <vt:lpstr>Programming in Python: iteration </vt:lpstr>
      <vt:lpstr>Objectives</vt:lpstr>
      <vt:lpstr>User input </vt:lpstr>
      <vt:lpstr>Using user input in a for loop </vt:lpstr>
      <vt:lpstr>Activity 2.1: Programming in Python: iteration, Section 2</vt:lpstr>
      <vt:lpstr>Questions 1 and 2 </vt:lpstr>
      <vt:lpstr>Question 3</vt:lpstr>
      <vt:lpstr>Quiz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29</cp:revision>
  <dcterms:created xsi:type="dcterms:W3CDTF">2020-11-04T15:22:46Z</dcterms:created>
  <dcterms:modified xsi:type="dcterms:W3CDTF">2021-06-17T14:05:54Z</dcterms:modified>
</cp:coreProperties>
</file>