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75" r:id="rId7"/>
    <p:sldId id="27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1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0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3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10" name="Picture 9" descr="A picture containing text, tool&#10;&#10;Description automatically generated">
            <a:extLst>
              <a:ext uri="{FF2B5EF4-FFF2-40B4-BE49-F238E27FC236}">
                <a16:creationId xmlns:a16="http://schemas.microsoft.com/office/drawing/2014/main" id="{D732EF40-B59C-F244-AAD1-54CD7DE5EBD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928"/>
            <a:ext cx="12192000" cy="165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917" y="2306361"/>
            <a:ext cx="11202648" cy="915850"/>
          </a:xfrm>
        </p:spPr>
        <p:txBody>
          <a:bodyPr>
            <a:normAutofit/>
          </a:bodyPr>
          <a:lstStyle/>
          <a:p>
            <a:pPr algn="l"/>
            <a:r>
              <a:rPr lang="en-GB" b="1" dirty="0"/>
              <a:t>Programming in Python</a:t>
            </a:r>
            <a:r>
              <a:rPr lang="en-GB" b="1"/>
              <a:t>: iteration </a:t>
            </a:r>
            <a:endParaRPr lang="en-GB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4296084" y="3332524"/>
            <a:ext cx="393165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B612AD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5: Searching using for loops </a:t>
            </a:r>
            <a:endParaRPr lang="en-GB" sz="2000" b="1" dirty="0">
              <a:solidFill>
                <a:srgbClr val="B612AD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3800F9-5D41-D44C-BFEE-1DA26B97A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682" y="3332524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34887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580322" y="2195607"/>
            <a:ext cx="85476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use for loops to search for values in a list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design and write programs in Python that can search for values in a list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nest selection within a for loop.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95130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if statements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D688D-6018-EE4C-B710-8696313FFCCC}"/>
              </a:ext>
            </a:extLst>
          </p:cNvPr>
          <p:cNvSpPr/>
          <p:nvPr/>
        </p:nvSpPr>
        <p:spPr>
          <a:xfrm>
            <a:off x="1580323" y="1905506"/>
            <a:ext cx="644321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</a:t>
            </a:r>
            <a:r>
              <a:rPr lang="en-GB" sz="2400" b="1" dirty="0">
                <a:solidFill>
                  <a:srgbClr val="B612AD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if statement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can make a decision about what to do next based on the outcome of a condition.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condition must be a question that returns a True or False value.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is important to understand the structure of an if statement.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 if statement must end with a colon.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lines of code telling the computer what to do if the condition in the if statement returns True must follow the if statement and be indented.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24F3B191-79CF-924E-AEAF-CB80DEA807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3539" y="4498431"/>
            <a:ext cx="3830633" cy="137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785191"/>
          </a:xfrm>
        </p:spPr>
        <p:txBody>
          <a:bodyPr>
            <a:normAutofit fontScale="90000"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Activity 5.1: Programming in Python: iteration, Section 5 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3A684A42-4D0D-4C65-BEA7-CBE7C46A9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553" y="1999651"/>
            <a:ext cx="4410894" cy="432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7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36AC-12A9-4A2C-9D8A-8D001EE0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24948"/>
            <a:ext cx="9773478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C13E-1871-4787-BADF-14253538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0321" y="2019942"/>
            <a:ext cx="97734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program tells the user the index value of </a:t>
            </a:r>
            <a:r>
              <a:rPr lang="en-GB" dirty="0">
                <a:latin typeface="Courier" pitchFamily="2" charset="0"/>
              </a:rPr>
              <a:t>Orange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dirty="0"/>
              <a:t>Complete it by filling in the gaps.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3AFF0-CD0A-1A40-A633-FCEC386E906A}"/>
              </a:ext>
            </a:extLst>
          </p:cNvPr>
          <p:cNvSpPr/>
          <p:nvPr/>
        </p:nvSpPr>
        <p:spPr>
          <a:xfrm>
            <a:off x="1580320" y="3371348"/>
            <a:ext cx="903136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fruits = ['Damson', 'Pear', 'Orange', 'Apple', 'Kiwi']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 i in range(0,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____________________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):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if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____________  ____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'Orange':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print('Orange is found at index value ',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BD986-72E4-944E-9976-533F39F7664E}"/>
              </a:ext>
            </a:extLst>
          </p:cNvPr>
          <p:cNvSpPr/>
          <p:nvPr/>
        </p:nvSpPr>
        <p:spPr>
          <a:xfrm>
            <a:off x="5449028" y="4010945"/>
            <a:ext cx="239681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 err="1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(fruits)</a:t>
            </a:r>
            <a:r>
              <a:rPr lang="en-GB" sz="2400" dirty="0">
                <a:latin typeface="Courier" pitchFamily="2" charset="0"/>
              </a:rPr>
              <a:t> </a:t>
            </a:r>
            <a:endParaRPr lang="en-US" sz="2400" dirty="0">
              <a:latin typeface="Courier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C77740-30BD-3C42-9E23-1665D58E4640}"/>
              </a:ext>
            </a:extLst>
          </p:cNvPr>
          <p:cNvSpPr/>
          <p:nvPr/>
        </p:nvSpPr>
        <p:spPr>
          <a:xfrm>
            <a:off x="3020183" y="4472610"/>
            <a:ext cx="20281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fruits[i] </a:t>
            </a:r>
            <a:endParaRPr lang="en-US" sz="2400" dirty="0">
              <a:latin typeface="Courier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0B5218-FFC5-B04B-BF05-D51A80DE9802}"/>
              </a:ext>
            </a:extLst>
          </p:cNvPr>
          <p:cNvSpPr/>
          <p:nvPr/>
        </p:nvSpPr>
        <p:spPr>
          <a:xfrm>
            <a:off x="5627602" y="4518776"/>
            <a:ext cx="6062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==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779B8D-7CED-3941-91DC-DFF02F057285}"/>
              </a:ext>
            </a:extLst>
          </p:cNvPr>
          <p:cNvSpPr/>
          <p:nvPr/>
        </p:nvSpPr>
        <p:spPr>
          <a:xfrm>
            <a:off x="1805033" y="5222221"/>
            <a:ext cx="6062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GB" sz="2400" dirty="0">
                <a:latin typeface="Courier" pitchFamily="2" charset="0"/>
              </a:rPr>
              <a:t> </a:t>
            </a: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27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36AC-12A9-4A2C-9D8A-8D001EE0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24948"/>
            <a:ext cx="9773478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C13E-1871-4787-BADF-14253538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0321" y="2019942"/>
            <a:ext cx="97734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This program tells the user if a number is </a:t>
            </a:r>
            <a:r>
              <a:rPr lang="en-GB" sz="2400" dirty="0">
                <a:latin typeface="Courier" pitchFamily="2" charset="0"/>
              </a:rPr>
              <a:t>Found</a:t>
            </a:r>
            <a:r>
              <a:rPr lang="en-GB" sz="2400" dirty="0"/>
              <a:t> or </a:t>
            </a:r>
            <a:r>
              <a:rPr lang="en-GB" sz="2400" dirty="0">
                <a:latin typeface="Courier" pitchFamily="2" charset="0"/>
              </a:rPr>
              <a:t>Not found</a:t>
            </a:r>
            <a:r>
              <a:rPr lang="en-GB" sz="2400" dirty="0"/>
              <a:t> in a list. </a:t>
            </a:r>
          </a:p>
          <a:p>
            <a:pPr marL="0" indent="0">
              <a:buNone/>
            </a:pPr>
            <a:r>
              <a:rPr lang="en-GB" sz="2400" dirty="0"/>
              <a:t>Complete it by filling in the gaps.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3AFF0-CD0A-1A40-A633-FCEC386E906A}"/>
              </a:ext>
            </a:extLst>
          </p:cNvPr>
          <p:cNvSpPr/>
          <p:nvPr/>
        </p:nvSpPr>
        <p:spPr>
          <a:xfrm>
            <a:off x="1580321" y="2815943"/>
            <a:ext cx="903136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search =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(input('Enter a number: '))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numbers = [3, 5, 7, 11, 12, 17]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found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  __________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 i in range(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__________________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):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if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________________  ____  ____________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found = True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 found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  ________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print('Found')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else: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print('Not found')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BD986-72E4-944E-9976-533F39F7664E}"/>
              </a:ext>
            </a:extLst>
          </p:cNvPr>
          <p:cNvSpPr/>
          <p:nvPr/>
        </p:nvSpPr>
        <p:spPr>
          <a:xfrm>
            <a:off x="5751839" y="3812162"/>
            <a:ext cx="25811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 err="1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(numbers)</a:t>
            </a:r>
            <a:r>
              <a:rPr lang="en-GB" sz="2400" dirty="0">
                <a:latin typeface="Courier" pitchFamily="2" charset="0"/>
              </a:rPr>
              <a:t> </a:t>
            </a:r>
            <a:endParaRPr lang="en-US" sz="2400" dirty="0">
              <a:latin typeface="Courier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C77740-30BD-3C42-9E23-1665D58E4640}"/>
              </a:ext>
            </a:extLst>
          </p:cNvPr>
          <p:cNvSpPr/>
          <p:nvPr/>
        </p:nvSpPr>
        <p:spPr>
          <a:xfrm>
            <a:off x="3718982" y="3517010"/>
            <a:ext cx="129073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false </a:t>
            </a:r>
            <a:endParaRPr lang="en-US" sz="2400" dirty="0">
              <a:solidFill>
                <a:srgbClr val="FF0000"/>
              </a:solidFill>
              <a:latin typeface="Courier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0B5218-FFC5-B04B-BF05-D51A80DE9802}"/>
              </a:ext>
            </a:extLst>
          </p:cNvPr>
          <p:cNvSpPr/>
          <p:nvPr/>
        </p:nvSpPr>
        <p:spPr>
          <a:xfrm>
            <a:off x="2682551" y="3497853"/>
            <a:ext cx="42191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779B8D-7CED-3941-91DC-DFF02F057285}"/>
              </a:ext>
            </a:extLst>
          </p:cNvPr>
          <p:cNvSpPr/>
          <p:nvPr/>
        </p:nvSpPr>
        <p:spPr>
          <a:xfrm>
            <a:off x="3304796" y="2751844"/>
            <a:ext cx="9749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n-GB" sz="2400" dirty="0">
                <a:latin typeface="Courier" pitchFamily="2" charset="0"/>
              </a:rPr>
              <a:t> </a:t>
            </a:r>
            <a:endParaRPr lang="en-US" sz="2400" dirty="0">
              <a:latin typeface="Courier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74827A-C875-6141-ACA0-BF4CA70FE623}"/>
              </a:ext>
            </a:extLst>
          </p:cNvPr>
          <p:cNvSpPr/>
          <p:nvPr/>
        </p:nvSpPr>
        <p:spPr>
          <a:xfrm>
            <a:off x="4364351" y="3886622"/>
            <a:ext cx="42191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D130E9-1A9A-394D-B55E-9FCABB917996}"/>
              </a:ext>
            </a:extLst>
          </p:cNvPr>
          <p:cNvSpPr/>
          <p:nvPr/>
        </p:nvSpPr>
        <p:spPr>
          <a:xfrm>
            <a:off x="3536454" y="4232612"/>
            <a:ext cx="20281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numbers[i]</a:t>
            </a:r>
            <a:endParaRPr lang="en-US" sz="2400" dirty="0">
              <a:latin typeface="Courier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E4E3A5-45DE-2545-B5A1-F8D1D100BFD2}"/>
              </a:ext>
            </a:extLst>
          </p:cNvPr>
          <p:cNvSpPr/>
          <p:nvPr/>
        </p:nvSpPr>
        <p:spPr>
          <a:xfrm>
            <a:off x="7764928" y="4273827"/>
            <a:ext cx="129073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search</a:t>
            </a:r>
            <a:endParaRPr lang="en-US" sz="2400" dirty="0">
              <a:latin typeface="Courier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6D0DB7-A43D-354E-96B6-E84E90D739AF}"/>
              </a:ext>
            </a:extLst>
          </p:cNvPr>
          <p:cNvSpPr/>
          <p:nvPr/>
        </p:nvSpPr>
        <p:spPr>
          <a:xfrm>
            <a:off x="6342886" y="4317468"/>
            <a:ext cx="55335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==</a:t>
            </a:r>
            <a:endParaRPr lang="en-US" sz="2400" dirty="0">
              <a:latin typeface="Courier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CA53B-787C-F246-8D10-5EAB597E9D9B}"/>
              </a:ext>
            </a:extLst>
          </p:cNvPr>
          <p:cNvSpPr/>
          <p:nvPr/>
        </p:nvSpPr>
        <p:spPr>
          <a:xfrm>
            <a:off x="3340174" y="5046048"/>
            <a:ext cx="6062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==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536B42-1F9E-1448-B7A8-76F66379CCF8}"/>
              </a:ext>
            </a:extLst>
          </p:cNvPr>
          <p:cNvSpPr/>
          <p:nvPr/>
        </p:nvSpPr>
        <p:spPr>
          <a:xfrm>
            <a:off x="4575306" y="5023939"/>
            <a:ext cx="11063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True</a:t>
            </a:r>
            <a:r>
              <a:rPr lang="en-GB" sz="2400" dirty="0">
                <a:latin typeface="Courier" pitchFamily="2" charset="0"/>
              </a:rPr>
              <a:t> </a:t>
            </a: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236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  <p:bldP spid="11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B4D36-2121-417F-8DFB-DF55C2380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05070"/>
            <a:ext cx="9763539" cy="805069"/>
          </a:xfrm>
        </p:spPr>
        <p:txBody>
          <a:bodyPr/>
          <a:lstStyle/>
          <a:p>
            <a:r>
              <a:rPr lang="en-GB" b="1">
                <a:solidFill>
                  <a:schemeClr val="bg1"/>
                </a:solidFill>
              </a:rPr>
              <a:t>Quiz 5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A0C94B26-EC54-4DE9-A0E4-ABB989F55F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553" y="1999651"/>
            <a:ext cx="4410894" cy="432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24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326</Words>
  <Application>Microsoft Office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Courier</vt:lpstr>
      <vt:lpstr>Symbol</vt:lpstr>
      <vt:lpstr>Office Theme</vt:lpstr>
      <vt:lpstr>Programming in Python: iteration </vt:lpstr>
      <vt:lpstr>Objectives</vt:lpstr>
      <vt:lpstr>if statements </vt:lpstr>
      <vt:lpstr>Activity 5.1: Programming in Python: iteration, Section 5 </vt:lpstr>
      <vt:lpstr>Question 1 </vt:lpstr>
      <vt:lpstr>Question 2 </vt:lpstr>
      <vt:lpstr>Quiz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35</cp:revision>
  <dcterms:created xsi:type="dcterms:W3CDTF">2020-11-04T15:22:46Z</dcterms:created>
  <dcterms:modified xsi:type="dcterms:W3CDTF">2021-06-17T14:07:24Z</dcterms:modified>
</cp:coreProperties>
</file>