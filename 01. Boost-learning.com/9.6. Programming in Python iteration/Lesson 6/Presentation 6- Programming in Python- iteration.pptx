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74" r:id="rId7"/>
    <p:sldId id="27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12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  <p:pic>
        <p:nvPicPr>
          <p:cNvPr id="10" name="Picture 9" descr="A picture containing text, tool&#10;&#10;Description automatically generated">
            <a:extLst>
              <a:ext uri="{FF2B5EF4-FFF2-40B4-BE49-F238E27FC236}">
                <a16:creationId xmlns:a16="http://schemas.microsoft.com/office/drawing/2014/main" id="{D732EF40-B59C-F244-AAD1-54CD7DE5EBD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928"/>
            <a:ext cx="12192000" cy="165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B9C3-E44C-4313-895D-D43DD1C9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917" y="2306361"/>
            <a:ext cx="11202648" cy="915850"/>
          </a:xfrm>
        </p:spPr>
        <p:txBody>
          <a:bodyPr>
            <a:normAutofit/>
          </a:bodyPr>
          <a:lstStyle/>
          <a:p>
            <a:pPr algn="l"/>
            <a:r>
              <a:rPr lang="en-GB" b="1" dirty="0"/>
              <a:t>Programming in Python</a:t>
            </a:r>
            <a:r>
              <a:rPr lang="en-GB" b="1"/>
              <a:t>: iteration </a:t>
            </a:r>
            <a:endParaRPr lang="en-GB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46DB13-257C-4484-9CB0-C755672B55D3}"/>
              </a:ext>
            </a:extLst>
          </p:cNvPr>
          <p:cNvSpPr/>
          <p:nvPr/>
        </p:nvSpPr>
        <p:spPr>
          <a:xfrm>
            <a:off x="5429144" y="3332524"/>
            <a:ext cx="25381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>
                <a:solidFill>
                  <a:srgbClr val="B612AD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6: While loops </a:t>
            </a:r>
            <a:endParaRPr lang="en-GB" sz="2000" b="1" dirty="0">
              <a:solidFill>
                <a:srgbClr val="B612AD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3800F9-5D41-D44C-BFEE-1DA26B97A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682" y="3332524"/>
            <a:ext cx="2937413" cy="24439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4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34887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BE0A-41D5-4110-A78D-A6ACD33DE78B}"/>
              </a:ext>
            </a:extLst>
          </p:cNvPr>
          <p:cNvSpPr/>
          <p:nvPr/>
        </p:nvSpPr>
        <p:spPr>
          <a:xfrm>
            <a:off x="1580322" y="1907372"/>
            <a:ext cx="980992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ea typeface="Times New Roman" panose="02020603050405020304" pitchFamily="18" charset="0"/>
              </a:rPr>
              <a:t>In this lesson, you will learn: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</a:rPr>
              <a:t>how to use while loops to repeat a section of code while a condition is met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</a:rPr>
              <a:t>to design and write programs in Python that use while loops 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</a:rPr>
              <a:t>to nest selection within a while loop.</a:t>
            </a: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795130"/>
            <a:ext cx="9773478" cy="84586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For loops versus while loops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7D688D-6018-EE4C-B710-8696313FFCCC}"/>
              </a:ext>
            </a:extLst>
          </p:cNvPr>
          <p:cNvSpPr/>
          <p:nvPr/>
        </p:nvSpPr>
        <p:spPr>
          <a:xfrm>
            <a:off x="1580321" y="1974070"/>
            <a:ext cx="9084365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Both for loops and while loops allow us to perform repetitive tasks that require lots of lines of code.</a:t>
            </a:r>
          </a:p>
          <a:p>
            <a:r>
              <a:rPr lang="en-GB" sz="2000" dirty="0"/>
              <a:t>For loops are normally used when want to repeat something a set number of times.</a:t>
            </a:r>
          </a:p>
          <a:p>
            <a:r>
              <a:rPr lang="en-GB" sz="2000" b="1" dirty="0">
                <a:solidFill>
                  <a:srgbClr val="B612AD"/>
                </a:solidFill>
              </a:rPr>
              <a:t>While loops</a:t>
            </a:r>
            <a:r>
              <a:rPr lang="en-GB" sz="2000" dirty="0">
                <a:solidFill>
                  <a:srgbClr val="B612AD"/>
                </a:solidFill>
              </a:rPr>
              <a:t> </a:t>
            </a:r>
            <a:r>
              <a:rPr lang="en-GB" sz="2000" dirty="0"/>
              <a:t>are normally used when we do not know how many times we want to repeat something.</a:t>
            </a:r>
          </a:p>
          <a:p>
            <a:r>
              <a:rPr lang="en-GB" sz="2000" dirty="0"/>
              <a:t>Would you use a for loop or a while loop to complete each of the following tasks?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000" dirty="0"/>
              <a:t>Asking the user to enter a password and asking them again and again until they get it correct.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000" dirty="0"/>
              <a:t>Asking the user to enter the number of students in a class then using a loop to collect that number of names.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000" dirty="0"/>
              <a:t>Asking the user to keep entering numbers until they type </a:t>
            </a:r>
            <a:r>
              <a:rPr lang="en-GB" sz="2000" dirty="0">
                <a:latin typeface="Courier" pitchFamily="2" charset="0"/>
              </a:rPr>
              <a:t>0</a:t>
            </a:r>
            <a:r>
              <a:rPr lang="en-GB" sz="2000" dirty="0"/>
              <a:t>, at which point all the numbers entered so far will be added together.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000" dirty="0"/>
              <a:t>Asking the user to enter ten numbers, at which point the ten numbers will be added together.</a:t>
            </a:r>
          </a:p>
        </p:txBody>
      </p:sp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7"/>
            <a:ext cx="10621618" cy="785191"/>
          </a:xfrm>
        </p:spPr>
        <p:txBody>
          <a:bodyPr>
            <a:normAutofit fontScale="90000"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Activity 6.1: Programming in Python: iteration, Section 6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3A684A42-4D0D-4C65-BEA7-CBE7C46A9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553" y="1973526"/>
            <a:ext cx="4410894" cy="432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7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36AC-12A9-4A2C-9D8A-8D001EE0D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24948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Questions 1–4 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00BC9E-A17A-0444-80DC-CCB1F5AE7C3A}"/>
              </a:ext>
            </a:extLst>
          </p:cNvPr>
          <p:cNvSpPr/>
          <p:nvPr/>
        </p:nvSpPr>
        <p:spPr>
          <a:xfrm>
            <a:off x="1580322" y="2293419"/>
            <a:ext cx="725556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would you use a for loop?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would you use a while loop?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type of loop would you use If you want a user to input an unknown number of values?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might you check that the user has finished entering values?</a:t>
            </a:r>
          </a:p>
        </p:txBody>
      </p:sp>
    </p:spTree>
    <p:extLst>
      <p:ext uri="{BB962C8B-B14F-4D97-AF65-F5344CB8AC3E}">
        <p14:creationId xmlns:p14="http://schemas.microsoft.com/office/powerpoint/2010/main" val="1412272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36AC-12A9-4A2C-9D8A-8D001EE0D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24948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CC13E-1871-4787-BADF-14253538B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0321" y="2019942"/>
            <a:ext cx="82693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Complete this program by filling in the gaps. It asks the user to enter whole numbers and adds them together. The user must enter </a:t>
            </a:r>
            <a:r>
              <a:rPr lang="en-GB" sz="2400" dirty="0">
                <a:latin typeface="Courier" pitchFamily="2" charset="0"/>
              </a:rPr>
              <a:t>Y</a:t>
            </a:r>
            <a:r>
              <a:rPr lang="en-GB" sz="2400" dirty="0"/>
              <a:t> to continue entering values and </a:t>
            </a:r>
            <a:r>
              <a:rPr lang="en-GB" sz="2400" dirty="0">
                <a:latin typeface="Courier" pitchFamily="2" charset="0"/>
              </a:rPr>
              <a:t>N</a:t>
            </a:r>
            <a:r>
              <a:rPr lang="en-GB" sz="2400" dirty="0"/>
              <a:t> when they have finished entering values.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C2FE92-6D5D-4C43-BC1F-A189ADD8F576}"/>
              </a:ext>
            </a:extLst>
          </p:cNvPr>
          <p:cNvSpPr/>
          <p:nvPr/>
        </p:nvSpPr>
        <p:spPr>
          <a:xfrm>
            <a:off x="1580320" y="3429000"/>
            <a:ext cx="1027706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more = '</a:t>
            </a:r>
            <a:r>
              <a:rPr lang="en-GB" sz="2400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___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</a:p>
          <a:p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total = 0</a:t>
            </a:r>
          </a:p>
          <a:p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while more == '</a:t>
            </a:r>
            <a:r>
              <a:rPr lang="en-GB" sz="2400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___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':</a:t>
            </a:r>
          </a:p>
          <a:p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   value = </a:t>
            </a:r>
            <a:r>
              <a:rPr lang="en-GB" sz="2400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_____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(input('Enter a value: '))</a:t>
            </a:r>
          </a:p>
          <a:p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   total = </a:t>
            </a:r>
            <a:r>
              <a:rPr lang="en-GB" sz="2400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+ value</a:t>
            </a:r>
          </a:p>
          <a:p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GB" sz="2400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________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= input('Any more values? Enter Y or N: ')</a:t>
            </a:r>
          </a:p>
          <a:p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print(total)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F66AB-D02B-2A46-B068-383343FC8074}"/>
              </a:ext>
            </a:extLst>
          </p:cNvPr>
          <p:cNvSpPr/>
          <p:nvPr/>
        </p:nvSpPr>
        <p:spPr>
          <a:xfrm>
            <a:off x="3187851" y="3429000"/>
            <a:ext cx="4219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C6624E-9B16-8F42-BA71-FDD96E8FA74C}"/>
              </a:ext>
            </a:extLst>
          </p:cNvPr>
          <p:cNvSpPr/>
          <p:nvPr/>
        </p:nvSpPr>
        <p:spPr>
          <a:xfrm>
            <a:off x="4499816" y="4195611"/>
            <a:ext cx="4219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D6CB8F-2F73-A242-AFFB-7116C015042C}"/>
              </a:ext>
            </a:extLst>
          </p:cNvPr>
          <p:cNvSpPr/>
          <p:nvPr/>
        </p:nvSpPr>
        <p:spPr>
          <a:xfrm>
            <a:off x="3920170" y="4554862"/>
            <a:ext cx="7906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3947A9-D3DE-0646-92E8-316FC10746DE}"/>
              </a:ext>
            </a:extLst>
          </p:cNvPr>
          <p:cNvSpPr/>
          <p:nvPr/>
        </p:nvSpPr>
        <p:spPr>
          <a:xfrm>
            <a:off x="4309927" y="4914113"/>
            <a:ext cx="11592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total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57F7A1-07FA-DA45-AA0D-7BA3F3F84C1A}"/>
              </a:ext>
            </a:extLst>
          </p:cNvPr>
          <p:cNvSpPr/>
          <p:nvPr/>
        </p:nvSpPr>
        <p:spPr>
          <a:xfrm>
            <a:off x="2562680" y="5207390"/>
            <a:ext cx="9749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more</a:t>
            </a:r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816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4D36-2121-417F-8DFB-DF55C2380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59" y="805070"/>
            <a:ext cx="9763539" cy="80506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Quiz 6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C64D4F96-14E9-4AC6-A201-A0DC16CAF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553" y="1973526"/>
            <a:ext cx="4410894" cy="432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4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375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Courier</vt:lpstr>
      <vt:lpstr>Symbol</vt:lpstr>
      <vt:lpstr>Office Theme</vt:lpstr>
      <vt:lpstr>Programming in Python: iteration </vt:lpstr>
      <vt:lpstr>Objectives</vt:lpstr>
      <vt:lpstr>For loops versus while loops </vt:lpstr>
      <vt:lpstr>Activity 6.1: Programming in Python: iteration, Section 6</vt:lpstr>
      <vt:lpstr>Questions 1–4  </vt:lpstr>
      <vt:lpstr>Question 5</vt:lpstr>
      <vt:lpstr>Quiz 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Lea Albrechtsen</cp:lastModifiedBy>
  <cp:revision>35</cp:revision>
  <dcterms:created xsi:type="dcterms:W3CDTF">2020-11-04T15:22:46Z</dcterms:created>
  <dcterms:modified xsi:type="dcterms:W3CDTF">2021-06-17T14:07:46Z</dcterms:modified>
</cp:coreProperties>
</file>