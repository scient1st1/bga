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88" r:id="rId5"/>
    <p:sldId id="273" r:id="rId6"/>
    <p:sldId id="274" r:id="rId7"/>
    <p:sldId id="280" r:id="rId8"/>
    <p:sldId id="275" r:id="rId9"/>
    <p:sldId id="285" r:id="rId10"/>
    <p:sldId id="286" r:id="rId11"/>
    <p:sldId id="287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36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16/06/2021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16/06/2021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16/06/2021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16/06/2021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16/06/2021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16/06/2021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16/06/2021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16/06/2021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16/06/2021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16/06/2021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00FF46-9591-E444-B749-96268477A679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38036" cy="1622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app=desktop&amp;v=up-N77adNp0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8C523A2-E1F8-4EB8-92A3-2BE89FC0B7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47478" y="2498614"/>
            <a:ext cx="5516881" cy="1860771"/>
          </a:xfrm>
        </p:spPr>
        <p:txBody>
          <a:bodyPr>
            <a:noAutofit/>
          </a:bodyPr>
          <a:lstStyle/>
          <a:p>
            <a:pPr algn="r"/>
            <a:r>
              <a:rPr lang="en-GB" b="1" dirty="0"/>
              <a:t>Sound and video editing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E5E075-7D15-41F4-8FA0-AC19DA9B8F37}"/>
              </a:ext>
            </a:extLst>
          </p:cNvPr>
          <p:cNvSpPr/>
          <p:nvPr/>
        </p:nvSpPr>
        <p:spPr>
          <a:xfrm>
            <a:off x="1706665" y="4359385"/>
            <a:ext cx="58576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5: Introduction to video editing and </a:t>
            </a:r>
            <a:r>
              <a:rPr lang="en-GB" sz="2000" b="1" dirty="0" err="1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OpenShot</a:t>
            </a:r>
            <a:endParaRPr lang="en-GB" sz="2000" b="1" dirty="0">
              <a:solidFill>
                <a:srgbClr val="FF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E2FD9B-7006-49CD-9A52-13F6B13B2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1906" y="2191860"/>
            <a:ext cx="2916165" cy="363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018" y="824948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630018" y="2767280"/>
            <a:ext cx="867856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learn how to:</a:t>
            </a:r>
          </a:p>
          <a:p>
            <a:pPr marL="342900" lvl="0" indent="-342900">
              <a:buFont typeface="Arial" panose="020B0604020202020204" pitchFamily="34" charset="0"/>
              <a:buChar char="●"/>
            </a:pPr>
            <a:r>
              <a:rPr lang="en-GB" sz="2400" dirty="0">
                <a:ea typeface="Arial" panose="020B0604020202020204" pitchFamily="34" charset="0"/>
                <a:cs typeface="Calibri" panose="020F0502020204030204" pitchFamily="34" charset="0"/>
              </a:rPr>
              <a:t>combine images and sound using </a:t>
            </a:r>
            <a:r>
              <a:rPr lang="en-GB" sz="2400" dirty="0" err="1">
                <a:ea typeface="Arial" panose="020B0604020202020204" pitchFamily="34" charset="0"/>
                <a:cs typeface="Calibri" panose="020F0502020204030204" pitchFamily="34" charset="0"/>
              </a:rPr>
              <a:t>OpenShot</a:t>
            </a:r>
            <a:endParaRPr lang="en-GB" sz="2400" dirty="0">
              <a:ea typeface="Noto Sans Symbols"/>
              <a:cs typeface="Noto Sans Symbols"/>
            </a:endParaRPr>
          </a:p>
          <a:p>
            <a:pPr marL="342900" lvl="0" indent="-342900">
              <a:buFont typeface="Arial" panose="020B0604020202020204" pitchFamily="34" charset="0"/>
              <a:buChar char="●"/>
            </a:pPr>
            <a:r>
              <a:rPr lang="en-GB" sz="2400" dirty="0">
                <a:ea typeface="Arial" panose="020B0604020202020204" pitchFamily="34" charset="0"/>
                <a:cs typeface="Calibri" panose="020F0502020204030204" pitchFamily="34" charset="0"/>
              </a:rPr>
              <a:t>arrange and edit assets to create a video advert.</a:t>
            </a:r>
            <a:endParaRPr lang="en-GB" sz="2400" dirty="0">
              <a:ea typeface="Noto Sans Symbols"/>
              <a:cs typeface="Noto Sans Symbols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775252"/>
            <a:ext cx="9773478" cy="834887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Video advert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8C1B8D-6296-0444-89C8-6A5A704E09AB}"/>
              </a:ext>
            </a:extLst>
          </p:cNvPr>
          <p:cNvSpPr/>
          <p:nvPr/>
        </p:nvSpPr>
        <p:spPr>
          <a:xfrm>
            <a:off x="1580322" y="2274838"/>
            <a:ext cx="812026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Watch </a:t>
            </a:r>
            <a:r>
              <a:rPr lang="en-GB" sz="2400" u="sng" dirty="0">
                <a:solidFill>
                  <a:srgbClr val="0563C1"/>
                </a:solidFill>
                <a:ea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</a:t>
            </a:r>
            <a:r>
              <a:rPr lang="en-GB" sz="2400" dirty="0">
                <a:ea typeface="Arial" panose="020B0604020202020204" pitchFamily="34" charset="0"/>
              </a:rPr>
              <a:t> Galaxy® Chocolate advert </a:t>
            </a:r>
            <a:r>
              <a:rPr lang="en-GB" sz="24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again. </a:t>
            </a:r>
          </a:p>
          <a:p>
            <a:endParaRPr lang="en-GB" sz="2400" dirty="0">
              <a:latin typeface="Ubuntu"/>
              <a:ea typeface="Ubuntu"/>
              <a:cs typeface="Ubuntu"/>
            </a:endParaRPr>
          </a:p>
          <a:p>
            <a:r>
              <a:rPr lang="en-GB" sz="2400" dirty="0">
                <a:latin typeface="Calibri" panose="020F0502020204030204" pitchFamily="34" charset="0"/>
                <a:ea typeface="Roboto" panose="02000000000000000000" pitchFamily="2" charset="0"/>
                <a:cs typeface="Calibri" panose="020F0502020204030204" pitchFamily="34" charset="0"/>
              </a:rPr>
              <a:t>Identify and describe the individual video clips in the video. </a:t>
            </a:r>
          </a:p>
          <a:p>
            <a:r>
              <a:rPr lang="en-GB" sz="2400" dirty="0">
                <a:latin typeface="Calibri" panose="020F0502020204030204" pitchFamily="34" charset="0"/>
                <a:ea typeface="Roboto" panose="02000000000000000000" pitchFamily="2" charset="0"/>
                <a:cs typeface="Calibri" panose="020F0502020204030204" pitchFamily="34" charset="0"/>
              </a:rPr>
              <a:t>For example:</a:t>
            </a:r>
            <a:endParaRPr lang="en-GB" sz="2400" dirty="0">
              <a:latin typeface="Ubuntu"/>
              <a:ea typeface="Ubuntu"/>
              <a:cs typeface="Ubuntu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Ubuntu"/>
                <a:ea typeface="Ubuntu"/>
                <a:cs typeface="Ubuntu"/>
              </a:rPr>
              <a:t>Clip 1: Forest: woman running through a dark forest, speeding up at the end.</a:t>
            </a: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775252"/>
            <a:ext cx="9773478" cy="834887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Hachette Travel’s video advert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8C1B8D-6296-0444-89C8-6A5A704E09AB}"/>
              </a:ext>
            </a:extLst>
          </p:cNvPr>
          <p:cNvSpPr/>
          <p:nvPr/>
        </p:nvSpPr>
        <p:spPr>
          <a:xfrm>
            <a:off x="1580322" y="1843900"/>
            <a:ext cx="9773477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Hachette Travel organises holidays for families abroad, including flights. It would like to sell more holiday packages and it thinks a video advert will help it get more customers. It plans to show the advert online.</a:t>
            </a:r>
          </a:p>
          <a:p>
            <a:endParaRPr lang="en-GB" sz="2400" dirty="0"/>
          </a:p>
          <a:p>
            <a:r>
              <a:rPr lang="en-GB" sz="2400" dirty="0"/>
              <a:t>The advert must: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GB" sz="2400" dirty="0"/>
              <a:t>be no longer than 30 seconds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GB" sz="2400" dirty="0"/>
              <a:t>include a voiceover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GB" sz="2400" dirty="0"/>
              <a:t>include background music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GB" sz="2400" dirty="0"/>
              <a:t>include at least three audio effects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GB" sz="2400" dirty="0"/>
              <a:t>include at least five different video clips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GB" sz="2400" dirty="0"/>
              <a:t>include Hachette Travel’s logo, which should be on screen throughout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GB" sz="2400" dirty="0"/>
              <a:t>include at least three visual effects.</a:t>
            </a:r>
          </a:p>
        </p:txBody>
      </p:sp>
    </p:spTree>
    <p:extLst>
      <p:ext uri="{BB962C8B-B14F-4D97-AF65-F5344CB8AC3E}">
        <p14:creationId xmlns:p14="http://schemas.microsoft.com/office/powerpoint/2010/main" val="2782019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65312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Video editing software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078" y="2350229"/>
            <a:ext cx="4937476" cy="3006302"/>
          </a:xfrm>
        </p:spPr>
        <p:txBody>
          <a:bodyPr>
            <a:noAutofit/>
          </a:bodyPr>
          <a:lstStyle/>
          <a:p>
            <a:r>
              <a:rPr lang="en-GB" sz="2400" dirty="0"/>
              <a:t>In this lesson, you will learn how to edit the video for your advert using a video editor. You will add visual effects next lesson.</a:t>
            </a:r>
          </a:p>
          <a:p>
            <a:r>
              <a:rPr lang="en-GB" sz="2400" dirty="0"/>
              <a:t>As it is free and powerful, you will be learning how to use </a:t>
            </a:r>
            <a:r>
              <a:rPr lang="en-GB" sz="2400" b="1" dirty="0" err="1">
                <a:solidFill>
                  <a:srgbClr val="FF0000"/>
                </a:solidFill>
              </a:rPr>
              <a:t>OpenShot</a:t>
            </a:r>
            <a:r>
              <a:rPr lang="en-GB" sz="2400" dirty="0"/>
              <a:t>, but other video editors work in a similar way.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B4537F-7F9B-4271-9BF7-72D035C5DD5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43"/>
          <a:stretch/>
        </p:blipFill>
        <p:spPr>
          <a:xfrm>
            <a:off x="7010400" y="1871154"/>
            <a:ext cx="4467498" cy="4486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912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text, monitor, screenshot, electronics&#10;&#10;Description automatically generated">
            <a:extLst>
              <a:ext uri="{FF2B5EF4-FFF2-40B4-BE49-F238E27FC236}">
                <a16:creationId xmlns:a16="http://schemas.microsoft.com/office/drawing/2014/main" id="{94DC65DD-F3CD-463E-AEB9-5A75DB7C9B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897" y="1796258"/>
            <a:ext cx="6262478" cy="44581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65312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Importing assets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078" y="1964774"/>
            <a:ext cx="3474435" cy="360000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When you open </a:t>
            </a:r>
            <a:r>
              <a:rPr lang="en-GB" sz="2400" dirty="0" err="1"/>
              <a:t>OpenShot</a:t>
            </a:r>
            <a:r>
              <a:rPr lang="en-GB" sz="2400" dirty="0"/>
              <a:t> you are presented with a blank template.</a:t>
            </a:r>
          </a:p>
          <a:p>
            <a:pPr marL="0" indent="0">
              <a:buNone/>
            </a:pPr>
            <a:r>
              <a:rPr lang="en-GB" sz="2400" dirty="0"/>
              <a:t>Open the folder containing the assets you would like to import. Select the files and drag them into the ‘Project Files’ window.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384604-60B5-D843-BB34-F60FD8CE43C6}"/>
              </a:ext>
            </a:extLst>
          </p:cNvPr>
          <p:cNvSpPr/>
          <p:nvPr/>
        </p:nvSpPr>
        <p:spPr>
          <a:xfrm>
            <a:off x="1712299" y="5731140"/>
            <a:ext cx="266040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Roboto" panose="02000000000000000000" pitchFamily="2" charset="0"/>
                <a:cs typeface="Calibri" panose="020F0502020204030204" pitchFamily="34" charset="0"/>
              </a:rPr>
              <a:t>Watch Video 5.1</a:t>
            </a:r>
            <a:r>
              <a:rPr lang="en-GB" sz="2800" dirty="0"/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10547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10694505" cy="775252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5.1: Importing assets</a:t>
            </a:r>
            <a:r>
              <a:rPr lang="en-GB" dirty="0">
                <a:solidFill>
                  <a:schemeClr val="bg1"/>
                </a:solidFill>
              </a:rPr>
              <a:t> 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18DB44-5438-A243-AC7D-2EE0C721D2AE}"/>
              </a:ext>
            </a:extLst>
          </p:cNvPr>
          <p:cNvSpPr/>
          <p:nvPr/>
        </p:nvSpPr>
        <p:spPr>
          <a:xfrm>
            <a:off x="1570382" y="2227808"/>
            <a:ext cx="4424648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Look at your timeline and import the assets you have decided to use in your advert into </a:t>
            </a:r>
            <a:r>
              <a:rPr lang="en-GB" sz="2400" dirty="0" err="1"/>
              <a:t>OpenShot</a:t>
            </a:r>
            <a:r>
              <a:rPr lang="en-GB" sz="2400" dirty="0"/>
              <a:t>.</a:t>
            </a:r>
          </a:p>
          <a:p>
            <a:endParaRPr lang="en-GB" sz="2400" dirty="0"/>
          </a:p>
          <a:p>
            <a:r>
              <a:rPr lang="en-GB" sz="2400" dirty="0"/>
              <a:t>Your assets will consist of the video clips you have chosen to use, the soundtrack you have made and Hachette Travel’s logo.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2D52BF1-5AE3-464A-8FF6-A26E528761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7634" y="1953027"/>
            <a:ext cx="4424648" cy="4335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400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65312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Arranging and editing assets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5786" y="2748583"/>
            <a:ext cx="3922865" cy="316457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The stage is layered, with a higher track playing over the tracks below it, so if the logo is placed above a video clip, it plays over the top of the video clip, but, if the logo is placed below a video clip, you can’t see it because the video is layered over the top of it.</a:t>
            </a:r>
          </a:p>
        </p:txBody>
      </p:sp>
      <p:pic>
        <p:nvPicPr>
          <p:cNvPr id="6" name="Picture 5" descr="A picture containing text, electronics, display, computer&#10;&#10;Description automatically generated">
            <a:extLst>
              <a:ext uri="{FF2B5EF4-FFF2-40B4-BE49-F238E27FC236}">
                <a16:creationId xmlns:a16="http://schemas.microsoft.com/office/drawing/2014/main" id="{E3707135-B25B-43A2-8483-49D0B25CD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8295" y="2534194"/>
            <a:ext cx="5938948" cy="355849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0BE8DFC-CC12-4761-B9F1-67FB043342E9}"/>
              </a:ext>
            </a:extLst>
          </p:cNvPr>
          <p:cNvSpPr/>
          <p:nvPr/>
        </p:nvSpPr>
        <p:spPr>
          <a:xfrm>
            <a:off x="1620078" y="1917586"/>
            <a:ext cx="999681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In </a:t>
            </a:r>
            <a:r>
              <a:rPr lang="en-GB" sz="2400" dirty="0" err="1"/>
              <a:t>OpenShot</a:t>
            </a:r>
            <a:r>
              <a:rPr lang="en-GB" sz="2400" dirty="0"/>
              <a:t>, you can drag assets to the stage and arrange them and trim them according to your timeline.</a:t>
            </a:r>
          </a:p>
        </p:txBody>
      </p:sp>
    </p:spTree>
    <p:extLst>
      <p:ext uri="{BB962C8B-B14F-4D97-AF65-F5344CB8AC3E}">
        <p14:creationId xmlns:p14="http://schemas.microsoft.com/office/powerpoint/2010/main" val="2084577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text, indoor, electronics, computer&#10;&#10;Description automatically generated">
            <a:extLst>
              <a:ext uri="{FF2B5EF4-FFF2-40B4-BE49-F238E27FC236}">
                <a16:creationId xmlns:a16="http://schemas.microsoft.com/office/drawing/2014/main" id="{54693E19-4CEF-496F-BB30-7552A6535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077" y="4496775"/>
            <a:ext cx="5305564" cy="1885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65312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Arranging and editing assets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077" y="1742163"/>
            <a:ext cx="10101659" cy="194130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Click on the right-hand side or the left-hand side of an asset and drag to adjust how long it plays for.</a:t>
            </a:r>
          </a:p>
          <a:p>
            <a:pPr marL="0" indent="0">
              <a:buNone/>
            </a:pPr>
            <a:r>
              <a:rPr lang="en-GB" sz="2400" dirty="0"/>
              <a:t>To cut a video clip, position the </a:t>
            </a:r>
            <a:r>
              <a:rPr lang="en-GB" sz="2400" dirty="0" err="1"/>
              <a:t>playhead</a:t>
            </a:r>
            <a:r>
              <a:rPr lang="en-GB" sz="2400" dirty="0"/>
              <a:t> in the place you want to cut the clip, right-click on the clip and select ‘Slice’ and ‘Keep Both Sides, ‘Keep Left Side’ or ‘Keep Right Side’.</a:t>
            </a:r>
          </a:p>
          <a:p>
            <a:pPr marL="0" indent="0">
              <a:buNone/>
            </a:pPr>
            <a:r>
              <a:rPr lang="en-GB" sz="2400" dirty="0"/>
              <a:t>You can position the logo where you want it on screen by right-clicking on the logo, selecting ‘Layout’ and choosing one of the options available.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FD1225-BA16-3145-9F33-6A263ED4E3D2}"/>
              </a:ext>
            </a:extLst>
          </p:cNvPr>
          <p:cNvSpPr/>
          <p:nvPr/>
        </p:nvSpPr>
        <p:spPr>
          <a:xfrm>
            <a:off x="7185833" y="4701064"/>
            <a:ext cx="453590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 dirty="0">
                <a:latin typeface="Calibri" panose="020F0502020204030204" pitchFamily="34" charset="0"/>
                <a:ea typeface="Roboto" panose="02000000000000000000" pitchFamily="2" charset="0"/>
                <a:cs typeface="Calibri" panose="020F0502020204030204" pitchFamily="34" charset="0"/>
              </a:rPr>
              <a:t>Top tip: </a:t>
            </a:r>
            <a:r>
              <a:rPr lang="en-GB" dirty="0">
                <a:latin typeface="Calibri" panose="020F0502020204030204" pitchFamily="34" charset="0"/>
                <a:ea typeface="Roboto" panose="02000000000000000000" pitchFamily="2" charset="0"/>
                <a:cs typeface="Calibri" panose="020F0502020204030204" pitchFamily="34" charset="0"/>
              </a:rPr>
              <a:t>Press the spacebar to play the video. </a:t>
            </a:r>
            <a:r>
              <a:rPr lang="en-GB" dirty="0">
                <a:latin typeface="Calibri" panose="020F0502020204030204" pitchFamily="34" charset="0"/>
                <a:ea typeface="Ubuntu"/>
                <a:cs typeface="Calibri" panose="020F0502020204030204" pitchFamily="34" charset="0"/>
              </a:rPr>
              <a:t>It will play from wherever the </a:t>
            </a:r>
            <a:r>
              <a:rPr lang="en-GB" dirty="0" err="1">
                <a:latin typeface="Calibri" panose="020F0502020204030204" pitchFamily="34" charset="0"/>
                <a:ea typeface="Ubuntu"/>
                <a:cs typeface="Calibri" panose="020F0502020204030204" pitchFamily="34" charset="0"/>
              </a:rPr>
              <a:t>playhead</a:t>
            </a:r>
            <a:r>
              <a:rPr lang="en-GB" dirty="0">
                <a:latin typeface="Calibri" panose="020F0502020204030204" pitchFamily="34" charset="0"/>
                <a:ea typeface="Ubuntu"/>
                <a:cs typeface="Calibri" panose="020F0502020204030204" pitchFamily="34" charset="0"/>
              </a:rPr>
              <a:t> is positioned and you can move the </a:t>
            </a:r>
            <a:r>
              <a:rPr lang="en-GB" dirty="0" err="1">
                <a:latin typeface="Calibri" panose="020F0502020204030204" pitchFamily="34" charset="0"/>
                <a:ea typeface="Ubuntu"/>
                <a:cs typeface="Calibri" panose="020F0502020204030204" pitchFamily="34" charset="0"/>
              </a:rPr>
              <a:t>playhead</a:t>
            </a:r>
            <a:r>
              <a:rPr lang="en-GB" dirty="0">
                <a:latin typeface="Calibri" panose="020F0502020204030204" pitchFamily="34" charset="0"/>
                <a:ea typeface="Ubuntu"/>
                <a:cs typeface="Calibri" panose="020F0502020204030204" pitchFamily="34" charset="0"/>
              </a:rPr>
              <a:t> by clicking and dragging it or by clicking in the timeline.</a:t>
            </a:r>
            <a:endParaRPr lang="en-GB" sz="1200" dirty="0">
              <a:effectLst/>
              <a:latin typeface="Ubuntu"/>
              <a:ea typeface="Ubuntu"/>
              <a:cs typeface="Ubuntu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AD82E0-1589-304F-A8CA-3CDC0C2F2D0D}"/>
              </a:ext>
            </a:extLst>
          </p:cNvPr>
          <p:cNvSpPr/>
          <p:nvPr/>
        </p:nvSpPr>
        <p:spPr>
          <a:xfrm>
            <a:off x="3122383" y="5208896"/>
            <a:ext cx="230095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400" dirty="0">
                <a:solidFill>
                  <a:schemeClr val="bg1"/>
                </a:solidFill>
                <a:ea typeface="Roboto" panose="02000000000000000000" pitchFamily="2" charset="0"/>
                <a:cs typeface="Calibri" panose="020F0502020204030204" pitchFamily="34" charset="0"/>
              </a:rPr>
              <a:t>Watch Video 5.2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0588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10694505" cy="775252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5.2: Arranging and editing assets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18DB44-5438-A243-AC7D-2EE0C721D2AE}"/>
              </a:ext>
            </a:extLst>
          </p:cNvPr>
          <p:cNvSpPr/>
          <p:nvPr/>
        </p:nvSpPr>
        <p:spPr>
          <a:xfrm>
            <a:off x="1570382" y="2196224"/>
            <a:ext cx="4847836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Arrange the soundtrack, video clips and logo according to your timeline. Then use your timeline to help you edit your video advert.</a:t>
            </a:r>
          </a:p>
          <a:p>
            <a:endParaRPr lang="en-GB" sz="2400" dirty="0"/>
          </a:p>
          <a:p>
            <a:r>
              <a:rPr lang="en-GB" sz="2400" dirty="0"/>
              <a:t>You can depart from your plan, but if you do something different make sure you save a new version of your timeline and change your timeline to match.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336F7CE5-DC52-4BC9-AAA5-3417A2F65F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7634" y="1953027"/>
            <a:ext cx="4424648" cy="4335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2571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10694505" cy="775252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5.3: Peer assessing the video adverts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18DB44-5438-A243-AC7D-2EE0C721D2AE}"/>
              </a:ext>
            </a:extLst>
          </p:cNvPr>
          <p:cNvSpPr/>
          <p:nvPr/>
        </p:nvSpPr>
        <p:spPr>
          <a:xfrm>
            <a:off x="1570382" y="1953027"/>
            <a:ext cx="5039424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Swap computers with somebody and watch their video advert carefully. 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Is it 30 seconds or shorter?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Does it include at least five different video clips?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Does it feature Hachette Travel’s logo on screen throughout?</a:t>
            </a:r>
          </a:p>
          <a:p>
            <a:r>
              <a:rPr lang="en-GB" sz="2400" dirty="0"/>
              <a:t>Give your partner one point for each success criterion they meet and tell them which success criteria they have yet to meet.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674B41A-89A0-44F0-94F7-D11864310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7634" y="1953027"/>
            <a:ext cx="4424648" cy="4335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772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017" y="805070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Quiz 5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A67B219E-6854-42B2-B7FB-E65D33AF8E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3676" y="1900776"/>
            <a:ext cx="4424648" cy="4335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87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</TotalTime>
  <Words>684</Words>
  <Application>Microsoft Office PowerPoint</Application>
  <PresentationFormat>Widescreen</PresentationFormat>
  <Paragraphs>54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Ubuntu</vt:lpstr>
      <vt:lpstr>Office Theme</vt:lpstr>
      <vt:lpstr>Sound and video editing</vt:lpstr>
      <vt:lpstr>Objectives</vt:lpstr>
      <vt:lpstr>Video advert </vt:lpstr>
      <vt:lpstr>Hachette Travel’s video advert </vt:lpstr>
      <vt:lpstr>Video editing software </vt:lpstr>
      <vt:lpstr>Importing assets </vt:lpstr>
      <vt:lpstr>Activity 5.1: Importing assets </vt:lpstr>
      <vt:lpstr>Arranging and editing assets </vt:lpstr>
      <vt:lpstr>Arranging and editing assets </vt:lpstr>
      <vt:lpstr>Activity 5.2: Arranging and editing assets </vt:lpstr>
      <vt:lpstr>Activity 5.3: Peer assessing the video adverts </vt:lpstr>
      <vt:lpstr>Quiz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47</cp:revision>
  <dcterms:created xsi:type="dcterms:W3CDTF">2020-11-04T15:22:46Z</dcterms:created>
  <dcterms:modified xsi:type="dcterms:W3CDTF">2021-06-16T11:29:01Z</dcterms:modified>
</cp:coreProperties>
</file>