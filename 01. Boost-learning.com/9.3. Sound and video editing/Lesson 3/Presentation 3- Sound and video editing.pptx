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84" r:id="rId6"/>
    <p:sldId id="285" r:id="rId7"/>
    <p:sldId id="286" r:id="rId8"/>
    <p:sldId id="287" r:id="rId9"/>
    <p:sldId id="266" r:id="rId10"/>
    <p:sldId id="28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 autoAdjust="0"/>
    <p:restoredTop sz="94660"/>
  </p:normalViewPr>
  <p:slideViewPr>
    <p:cSldViewPr snapToGrid="0">
      <p:cViewPr varScale="1">
        <p:scale>
          <a:sx n="63" d="100"/>
          <a:sy n="63" d="100"/>
        </p:scale>
        <p:origin x="5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02/09/2022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00FF46-9591-E444-B749-96268477A679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38036" cy="1622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app=desktop&amp;v=up-N77adNp0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DB90B5B-2610-4053-8141-4BAD23D50F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47478" y="2498614"/>
            <a:ext cx="5516881" cy="1860771"/>
          </a:xfrm>
        </p:spPr>
        <p:txBody>
          <a:bodyPr>
            <a:noAutofit/>
          </a:bodyPr>
          <a:lstStyle/>
          <a:p>
            <a:pPr algn="r"/>
            <a:r>
              <a:rPr lang="en-GB" b="1" dirty="0"/>
              <a:t>Sound and video editing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168DF2-67A5-4499-A6FA-4BD8C513B315}"/>
              </a:ext>
            </a:extLst>
          </p:cNvPr>
          <p:cNvSpPr/>
          <p:nvPr/>
        </p:nvSpPr>
        <p:spPr>
          <a:xfrm>
            <a:off x="3837826" y="4359385"/>
            <a:ext cx="37265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3: Planning a video advert</a:t>
            </a:r>
            <a:endParaRPr lang="en-GB" sz="2000" b="1" dirty="0">
              <a:solidFill>
                <a:srgbClr val="FF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2529E6-2F63-490E-9974-B61197A13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1906" y="2191860"/>
            <a:ext cx="2916165" cy="363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018" y="824948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30018" y="2921168"/>
            <a:ext cx="769885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 how to: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plan a video advert.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775252"/>
            <a:ext cx="9773478" cy="83488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Video advert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8C1B8D-6296-0444-89C8-6A5A704E09AB}"/>
              </a:ext>
            </a:extLst>
          </p:cNvPr>
          <p:cNvSpPr/>
          <p:nvPr/>
        </p:nvSpPr>
        <p:spPr>
          <a:xfrm>
            <a:off x="1580322" y="2305615"/>
            <a:ext cx="812026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ea typeface="Arial" panose="020B0604020202020204" pitchFamily="34" charset="0"/>
              </a:rPr>
              <a:t>Watch </a:t>
            </a:r>
            <a:r>
              <a:rPr lang="en-GB" sz="2800" u="sng" dirty="0">
                <a:solidFill>
                  <a:srgbClr val="0563C1"/>
                </a:solidFill>
                <a:ea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</a:t>
            </a:r>
            <a:r>
              <a:rPr lang="en-GB" sz="2800" dirty="0">
                <a:ea typeface="Arial" panose="020B0604020202020204" pitchFamily="34" charset="0"/>
              </a:rPr>
              <a:t> Galaxy® Chocolate advert.</a:t>
            </a:r>
          </a:p>
          <a:p>
            <a:endParaRPr lang="en-GB" sz="2800" dirty="0"/>
          </a:p>
          <a:p>
            <a:r>
              <a:rPr lang="en-GB" sz="2800" dirty="0"/>
              <a:t>What is the purpose of the sound in the advert?</a:t>
            </a:r>
          </a:p>
          <a:p>
            <a:endParaRPr lang="en-GB" sz="2800" dirty="0"/>
          </a:p>
          <a:p>
            <a:r>
              <a:rPr lang="en-GB" sz="2800" dirty="0"/>
              <a:t>What is the purpose of the visuals in the advert?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65312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Making a video advert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8" y="1977887"/>
            <a:ext cx="9616881" cy="231979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Hachette Travel organises holidays for families abroad, including flights. It would like to sell more holiday packages and it thinks a video advert will help it get more customers. It plans to show the advert online.</a:t>
            </a:r>
          </a:p>
          <a:p>
            <a:pPr marL="0" indent="0">
              <a:buNone/>
            </a:pPr>
            <a:r>
              <a:rPr lang="en-GB" sz="2400" dirty="0"/>
              <a:t>The marketing department of Hachette Travel has contacted you and asked you to create the advert.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BB5AEE-AB1C-4F7E-A3B1-8253DDFF60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740518"/>
            <a:ext cx="5079999" cy="247101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BAD57D7-3038-4D94-920D-664EC9C188F2}"/>
              </a:ext>
            </a:extLst>
          </p:cNvPr>
          <p:cNvSpPr/>
          <p:nvPr/>
        </p:nvSpPr>
        <p:spPr>
          <a:xfrm>
            <a:off x="1620078" y="3821864"/>
            <a:ext cx="4475922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They will supply you with some audio files and a voiceover script as well as some suggestions for video clips. Over the next four lessons, you will create the timeline for the advert and edit together the files provided.</a:t>
            </a:r>
          </a:p>
        </p:txBody>
      </p:sp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65312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Making a video advert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9" y="1977887"/>
            <a:ext cx="8418444" cy="39557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The advert must: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sz="2400" dirty="0"/>
              <a:t>be no longer than 30 seconds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sz="2400" dirty="0"/>
              <a:t>include a voiceover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sz="2400" dirty="0"/>
              <a:t>include background music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sz="2400" dirty="0"/>
              <a:t>include at least three audio effects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sz="2400" dirty="0"/>
              <a:t>include at least five different video clips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sz="2400" dirty="0"/>
              <a:t>include Hachette Travel’s logo, which should be on screen throughout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sz="2400" dirty="0"/>
              <a:t>include at least three visual effects.</a:t>
            </a:r>
          </a:p>
        </p:txBody>
      </p:sp>
    </p:spTree>
    <p:extLst>
      <p:ext uri="{BB962C8B-B14F-4D97-AF65-F5344CB8AC3E}">
        <p14:creationId xmlns:p14="http://schemas.microsoft.com/office/powerpoint/2010/main" val="173420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3.1: Planning a video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773E65-4923-BE47-BCC2-AFF9A917D642}"/>
              </a:ext>
            </a:extLst>
          </p:cNvPr>
          <p:cNvSpPr/>
          <p:nvPr/>
        </p:nvSpPr>
        <p:spPr>
          <a:xfrm>
            <a:off x="8044908" y="5499892"/>
            <a:ext cx="37627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Complete Interactive 3.1</a:t>
            </a:r>
            <a:endParaRPr lang="en-US" sz="2800" dirty="0"/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35108719-E710-4BDD-9667-C40A76D4C5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078" y="1814684"/>
            <a:ext cx="4815843" cy="471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257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10621618" cy="775252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3.2: Planning a video advert (Part one)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5984822C-9BEB-4A0E-AB18-392F597B1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078" y="1814684"/>
            <a:ext cx="4815843" cy="471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695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10621618" cy="775252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3.2: Planning a video advert (Part two)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F6D0BA9-A165-4413-ACEC-391E5F59F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078" y="1814684"/>
            <a:ext cx="4815843" cy="471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783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017" y="805070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Quiz 3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4FE3652B-17F7-4857-B5C2-023DC7960D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078" y="1814684"/>
            <a:ext cx="4815843" cy="471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87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017" y="805070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Homework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BF1866-266F-9741-871D-848FC98D0E52}"/>
              </a:ext>
            </a:extLst>
          </p:cNvPr>
          <p:cNvSpPr/>
          <p:nvPr/>
        </p:nvSpPr>
        <p:spPr>
          <a:xfrm>
            <a:off x="2456621" y="2951946"/>
            <a:ext cx="727875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Make sure your timeline is ready to use to start to create your video advert in the next lesson.</a:t>
            </a:r>
            <a:endParaRPr lang="en-GB" sz="2800" dirty="0">
              <a:effectLst/>
              <a:latin typeface="Ubuntu"/>
              <a:ea typeface="Ubuntu"/>
              <a:cs typeface="Ubuntu"/>
            </a:endParaRPr>
          </a:p>
        </p:txBody>
      </p:sp>
    </p:spTree>
    <p:extLst>
      <p:ext uri="{BB962C8B-B14F-4D97-AF65-F5344CB8AC3E}">
        <p14:creationId xmlns:p14="http://schemas.microsoft.com/office/powerpoint/2010/main" val="345753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266</Words>
  <Application>Microsoft Office PowerPoint</Application>
  <PresentationFormat>Widescreen</PresentationFormat>
  <Paragraphs>31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Symbol</vt:lpstr>
      <vt:lpstr>Ubuntu</vt:lpstr>
      <vt:lpstr>Office Theme</vt:lpstr>
      <vt:lpstr>Sound and video editing</vt:lpstr>
      <vt:lpstr>Objectives</vt:lpstr>
      <vt:lpstr>Video advert </vt:lpstr>
      <vt:lpstr>Making a video advert </vt:lpstr>
      <vt:lpstr>Making a video advert </vt:lpstr>
      <vt:lpstr>Activity 3.1: Planning a video</vt:lpstr>
      <vt:lpstr>Activity 3.2: Planning a video advert (Part one)</vt:lpstr>
      <vt:lpstr>Activity 3.2: Planning a video advert (Part two)</vt:lpstr>
      <vt:lpstr>Quiz 3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44</cp:revision>
  <dcterms:created xsi:type="dcterms:W3CDTF">2020-11-04T15:22:46Z</dcterms:created>
  <dcterms:modified xsi:type="dcterms:W3CDTF">2022-09-02T10:01:33Z</dcterms:modified>
</cp:coreProperties>
</file>