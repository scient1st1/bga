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16/06/2021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24948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PowerPoint 4.1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6D3109A-5513-4C79-9740-15C8EF1E1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4" y="1739535"/>
            <a:ext cx="10192472" cy="46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4.1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33</cp:revision>
  <dcterms:created xsi:type="dcterms:W3CDTF">2020-11-04T15:22:46Z</dcterms:created>
  <dcterms:modified xsi:type="dcterms:W3CDTF">2021-06-16T11:00:49Z</dcterms:modified>
</cp:coreProperties>
</file>