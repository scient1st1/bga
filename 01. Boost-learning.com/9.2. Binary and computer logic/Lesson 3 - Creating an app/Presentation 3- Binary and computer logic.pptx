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84" r:id="rId5"/>
    <p:sldId id="285" r:id="rId6"/>
    <p:sldId id="28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a Albrechtsen" initials="LA" lastIdx="2" clrIdx="0">
    <p:extLst>
      <p:ext uri="{19B8F6BF-5375-455C-9EA6-DF929625EA0E}">
        <p15:presenceInfo xmlns:p15="http://schemas.microsoft.com/office/powerpoint/2012/main" userId="S::Lea.Albrechtsen@hoddereducation.co.uk::4df490f3-5904-4e82-a5b6-23281874b6f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62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20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F7712-1F3B-4253-AEF1-0FE171523E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14F2F-A2B8-4861-8B33-2CF08A1C25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81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60902-80CF-4DD3-B59F-8E58611CF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56315-CBCB-4124-93B3-3DEF3C56B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A47B5-60C4-46E0-B317-50F50E6D85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17/05/2021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49A0D-7474-4882-A51A-CF35E154F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5A12C-5BED-457E-A6CE-2E58C8D0D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3353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2461-8DBB-43F0-A3AC-126E64397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6A727-278D-4E57-850B-78E0D727C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1C733-75AA-40FE-8179-B58FA4EA5E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17/05/2021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C4D2E-FA87-41DA-961F-7D250DD08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20F2E-2A86-4F16-B83F-E86E73199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104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5B458-3AE6-4C21-BEBE-F7B760619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FF206-47D4-451B-80B7-578E10A3E6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2DF79-B13E-46C5-AAA1-F49C3BABA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99702-3758-423C-8C91-550D5C885D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17/05/2021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55CC31-BF31-4EB1-8B54-2DD0D6BE7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EFAF2-4586-4670-8EF7-78067B187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6154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05FA2-A60C-405C-A307-880C049CB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70388-4034-4A46-8B98-D37491E01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C39A8B-6B00-4329-AC44-AD6EBE236E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5DFF08-1C59-4E60-A964-4D4A369007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548497-A585-4527-B8A6-BB01B9FBC4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C2D4B-BCC3-48CF-B358-D817886727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17/05/2021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93C415-FAAE-444A-BBA1-9059E1C45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C512DB-E555-4910-92DC-7AB19F87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74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D8A33-5CA5-4826-9B83-0B2F6A50C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7C1E61-1B5E-44DC-BC0F-2F956B04C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17/05/2021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A212BA-9EF0-4463-A9C0-997D55720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50D64F-9F3A-43FB-A563-07763EE16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9599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739767-A677-43FB-A13E-C6E76D21E1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17/05/2021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A103BA-C2DE-41DE-842B-306DECB78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320D2-03FC-47A8-B437-7B7CEBDD6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7179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B20E6-8664-4FD7-A9B2-0B5C17E86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5017E-7CE6-4AFE-8756-092A85840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5C17A6-B2E1-42BB-9629-032C80545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1DC4D7-18F9-4992-BB61-15FA97A529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17/05/2021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B52144-EB56-46FB-8C3D-7A8702354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142B02-C27D-4AC0-9DE7-A653F338F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5581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FD8A0-DA8A-463F-AC82-9A3D896B8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B553CB-6BB8-4D69-8270-E69093C148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0E0B06-F972-42E3-B94A-6BA4824458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FCFE24-5759-425E-A7E5-6EAACD13BA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17/05/2021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58F3E-34B5-48AA-B148-66ED69F30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33722-4E46-4BF0-841D-DC92DCB48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3194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A43C2-4F61-40F8-A06C-596F42B7D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12D4A7-8F4B-484D-90BE-4A6A303F6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E0C66-2DCD-4454-98BE-EE8ADD1D79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17/05/2021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655C5-A5ED-4766-97E4-846A80536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DFEEA-B282-4D56-A557-4193031EB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1290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1B7A8B-8DD3-4239-8EA1-8739462541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21B91-126F-434B-86F2-89E6778E9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FCCA6-FBA0-4A4B-97BC-8B2465C018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17/05/2021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7EED6-4B0F-4C58-A54B-C4F0F72D7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49905-D4AB-4930-9B2A-6E8E550A0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111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hape, rectangle&#10;&#10;Description automatically generated">
            <a:extLst>
              <a:ext uri="{FF2B5EF4-FFF2-40B4-BE49-F238E27FC236}">
                <a16:creationId xmlns:a16="http://schemas.microsoft.com/office/drawing/2014/main" id="{9E872171-DDA3-8241-A182-0AFA884F91D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94"/>
            <a:ext cx="12192000" cy="1616288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B9995C-D844-455E-9E19-BF66C81EF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204189-41E9-4E09-B418-B033E7F14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D739203-7E29-BA40-9D51-8F9968799BF3}"/>
              </a:ext>
            </a:extLst>
          </p:cNvPr>
          <p:cNvSpPr txBox="1">
            <a:spLocks/>
          </p:cNvSpPr>
          <p:nvPr userDrawn="1"/>
        </p:nvSpPr>
        <p:spPr>
          <a:xfrm>
            <a:off x="7547114" y="6380197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200" dirty="0"/>
              <a:t>© Hodder &amp; Stoughton Limited 2021</a:t>
            </a:r>
          </a:p>
        </p:txBody>
      </p:sp>
    </p:spTree>
    <p:extLst>
      <p:ext uri="{BB962C8B-B14F-4D97-AF65-F5344CB8AC3E}">
        <p14:creationId xmlns:p14="http://schemas.microsoft.com/office/powerpoint/2010/main" val="2658774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scratch.mit.edu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2BFAE4B-E144-4AEB-AB17-3EC2BEDB71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6679" y="2816695"/>
            <a:ext cx="5595456" cy="1528155"/>
          </a:xfrm>
        </p:spPr>
        <p:txBody>
          <a:bodyPr>
            <a:normAutofit fontScale="90000"/>
          </a:bodyPr>
          <a:lstStyle/>
          <a:p>
            <a:pPr algn="r"/>
            <a:r>
              <a:rPr lang="en-GB" b="1" dirty="0"/>
              <a:t>Binary and computer logic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B8DACA-A53F-43BB-BC0E-8EE8FCBA445D}"/>
              </a:ext>
            </a:extLst>
          </p:cNvPr>
          <p:cNvSpPr/>
          <p:nvPr/>
        </p:nvSpPr>
        <p:spPr>
          <a:xfrm>
            <a:off x="3710445" y="4344850"/>
            <a:ext cx="28916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Lesson 3: Creating an app</a:t>
            </a:r>
            <a:endParaRPr lang="en-GB" sz="2000" b="1" dirty="0">
              <a:solidFill>
                <a:srgbClr val="0070C0"/>
              </a:solidFill>
            </a:endParaRPr>
          </a:p>
        </p:txBody>
      </p:sp>
      <p:pic>
        <p:nvPicPr>
          <p:cNvPr id="9" name="Picture 8" descr="A picture containing text, electronics, display, screenshot&#10;&#10;Description automatically generated">
            <a:extLst>
              <a:ext uri="{FF2B5EF4-FFF2-40B4-BE49-F238E27FC236}">
                <a16:creationId xmlns:a16="http://schemas.microsoft.com/office/drawing/2014/main" id="{151659B9-2699-415C-B6BF-E9C72495B2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4532" y="2816695"/>
            <a:ext cx="2937410" cy="242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316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C4667-2A3C-4536-9386-00402F3C6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79" y="795130"/>
            <a:ext cx="9634330" cy="815009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30BE0A-41D5-4110-A78D-A6ACD33DE78B}"/>
              </a:ext>
            </a:extLst>
          </p:cNvPr>
          <p:cNvSpPr/>
          <p:nvPr/>
        </p:nvSpPr>
        <p:spPr>
          <a:xfrm>
            <a:off x="1620079" y="2582614"/>
            <a:ext cx="8666921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GB" sz="3200" dirty="0">
                <a:ea typeface="Times New Roman" panose="02020603050405020304" pitchFamily="18" charset="0"/>
              </a:rPr>
              <a:t>In this lesson, you will: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consolidate your understanding of logic gates or binary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write an algorithm for an app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begin to code your app.</a:t>
            </a:r>
          </a:p>
        </p:txBody>
      </p:sp>
    </p:spTree>
    <p:extLst>
      <p:ext uri="{BB962C8B-B14F-4D97-AF65-F5344CB8AC3E}">
        <p14:creationId xmlns:p14="http://schemas.microsoft.com/office/powerpoint/2010/main" val="1699810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905C-00CB-4FC9-83B7-66A2E3C0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79" y="787237"/>
            <a:ext cx="9773478" cy="84586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Planning an app (Part 1)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0452D9-6EC4-1A47-89F8-2887EFCA5D54}"/>
              </a:ext>
            </a:extLst>
          </p:cNvPr>
          <p:cNvSpPr/>
          <p:nvPr/>
        </p:nvSpPr>
        <p:spPr>
          <a:xfrm>
            <a:off x="1620080" y="2206027"/>
            <a:ext cx="8994912" cy="3552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an </a:t>
            </a:r>
            <a:r>
              <a:rPr lang="en-GB" sz="24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that will teach students your age or slightly younger about logic gates or the binary system.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app must be programmed in Scratch.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can take the form of a game, an animation, a quiz or a combination of all three.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only have about an hour to code your app so don’t be over ambitious!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166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78" y="805071"/>
            <a:ext cx="9743660" cy="815008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Activity 3.1: Planning an app (Part 2)</a:t>
            </a:r>
          </a:p>
        </p:txBody>
      </p:sp>
      <p:pic>
        <p:nvPicPr>
          <p:cNvPr id="4" name="Picture 3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EC60E656-6C87-44D0-8CD6-C7E89BB31A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8169" y="1898933"/>
            <a:ext cx="4655661" cy="4561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540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78" y="805071"/>
            <a:ext cx="9743660" cy="815008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Activity 3.2: Coding your app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088229-B5EC-4845-8347-043516B5620D}"/>
              </a:ext>
            </a:extLst>
          </p:cNvPr>
          <p:cNvSpPr/>
          <p:nvPr/>
        </p:nvSpPr>
        <p:spPr>
          <a:xfrm>
            <a:off x="6456296" y="2009505"/>
            <a:ext cx="4434506" cy="41784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600" dirty="0"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Go to </a:t>
            </a:r>
            <a:r>
              <a:rPr lang="en-GB" sz="2600" u="sng" dirty="0">
                <a:solidFill>
                  <a:srgbClr val="0563C1"/>
                </a:solidFill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  <a:hlinkClick r:id="rId2"/>
              </a:rPr>
              <a:t>https://scratch.mit.edu/</a:t>
            </a:r>
            <a:r>
              <a:rPr lang="en-GB" sz="2600" dirty="0"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, select ‘Create’ and code the app you have planned in Scratch.</a:t>
            </a:r>
            <a:endParaRPr lang="en-GB" sz="2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GB" sz="2600" dirty="0"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Remember to save your app to your computer at the end of the lesson, by selecting ‘File’ and choosing ‘Save to your computer’.</a:t>
            </a:r>
            <a:endParaRPr lang="en-GB" sz="2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5" name="Picture 4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7021E5B0-2EE5-4A37-82BA-DC53365D97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44" y="1817952"/>
            <a:ext cx="4655661" cy="4561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342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6ADEB-C664-46CF-B153-B0A976C53A29}"/>
              </a:ext>
            </a:extLst>
          </p:cNvPr>
          <p:cNvSpPr txBox="1">
            <a:spLocks/>
          </p:cNvSpPr>
          <p:nvPr/>
        </p:nvSpPr>
        <p:spPr>
          <a:xfrm>
            <a:off x="1620078" y="805071"/>
            <a:ext cx="9743660" cy="81500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>
                <a:solidFill>
                  <a:schemeClr val="bg1"/>
                </a:solidFill>
              </a:rPr>
              <a:t>Quiz 3</a:t>
            </a:r>
          </a:p>
        </p:txBody>
      </p:sp>
      <p:pic>
        <p:nvPicPr>
          <p:cNvPr id="4" name="Picture 3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4474ED2F-2186-46FA-8543-57675AE6C1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8169" y="1898933"/>
            <a:ext cx="4655661" cy="4561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157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</TotalTime>
  <Words>180</Words>
  <Application>Microsoft Office PowerPoint</Application>
  <PresentationFormat>Widescreen</PresentationFormat>
  <Paragraphs>17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Symbol</vt:lpstr>
      <vt:lpstr>Office Theme</vt:lpstr>
      <vt:lpstr>Binary and computer logic</vt:lpstr>
      <vt:lpstr>Objectives</vt:lpstr>
      <vt:lpstr>Planning an app (Part 1) </vt:lpstr>
      <vt:lpstr>Activity 3.1: Planning an app (Part 2)</vt:lpstr>
      <vt:lpstr>Activity 3.2: Coding your app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Introducing spreadsheets</dc:title>
  <dc:creator>Lea Albrechtsen</dc:creator>
  <cp:lastModifiedBy>Lea Albrechtsen</cp:lastModifiedBy>
  <cp:revision>42</cp:revision>
  <dcterms:created xsi:type="dcterms:W3CDTF">2020-11-04T15:22:46Z</dcterms:created>
  <dcterms:modified xsi:type="dcterms:W3CDTF">2021-05-17T14:43:18Z</dcterms:modified>
</cp:coreProperties>
</file>