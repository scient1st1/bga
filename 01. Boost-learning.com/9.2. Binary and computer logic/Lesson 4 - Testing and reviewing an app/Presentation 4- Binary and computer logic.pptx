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5" r:id="rId5"/>
    <p:sldId id="266" r:id="rId6"/>
    <p:sldId id="284" r:id="rId7"/>
    <p:sldId id="285" r:id="rId8"/>
    <p:sldId id="28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2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0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17/05/2021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17/05/2021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17/05/2021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hape, rectangle&#10;&#10;Description automatically generated">
            <a:extLst>
              <a:ext uri="{FF2B5EF4-FFF2-40B4-BE49-F238E27FC236}">
                <a16:creationId xmlns:a16="http://schemas.microsoft.com/office/drawing/2014/main" id="{9E872171-DDA3-8241-A182-0AFA884F91D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94"/>
            <a:ext cx="12192000" cy="1616288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7B09E56-295F-4FAC-9672-AFEEF7F059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6679" y="2816695"/>
            <a:ext cx="5595456" cy="1528155"/>
          </a:xfrm>
        </p:spPr>
        <p:txBody>
          <a:bodyPr>
            <a:normAutofit fontScale="90000"/>
          </a:bodyPr>
          <a:lstStyle/>
          <a:p>
            <a:pPr algn="r"/>
            <a:r>
              <a:rPr lang="en-GB" b="1" dirty="0"/>
              <a:t>Binary and computer logic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EB08DF-F255-4518-98C5-F8F6B5FE77B3}"/>
              </a:ext>
            </a:extLst>
          </p:cNvPr>
          <p:cNvSpPr/>
          <p:nvPr/>
        </p:nvSpPr>
        <p:spPr>
          <a:xfrm>
            <a:off x="2310576" y="4344850"/>
            <a:ext cx="429155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4: Testing and reviewing an app</a:t>
            </a:r>
            <a:endParaRPr lang="en-GB" sz="2000" b="1" dirty="0">
              <a:solidFill>
                <a:srgbClr val="0070C0"/>
              </a:solidFill>
            </a:endParaRPr>
          </a:p>
        </p:txBody>
      </p:sp>
      <p:pic>
        <p:nvPicPr>
          <p:cNvPr id="9" name="Picture 8" descr="A picture containing text, electronics, display, screenshot&#10;&#10;Description automatically generated">
            <a:extLst>
              <a:ext uri="{FF2B5EF4-FFF2-40B4-BE49-F238E27FC236}">
                <a16:creationId xmlns:a16="http://schemas.microsoft.com/office/drawing/2014/main" id="{4832E9A5-61DA-4885-98A2-B569B549A1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4532" y="2816695"/>
            <a:ext cx="2937410" cy="242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95130"/>
            <a:ext cx="9634330" cy="81500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20079" y="2397948"/>
            <a:ext cx="8666921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finish coding your app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review at least one other student’s app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evaluate your own app in light of the review feedback you receive.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87237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Design brief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0452D9-6EC4-1A47-89F8-2887EFCA5D54}"/>
              </a:ext>
            </a:extLst>
          </p:cNvPr>
          <p:cNvSpPr/>
          <p:nvPr/>
        </p:nvSpPr>
        <p:spPr>
          <a:xfrm>
            <a:off x="1550505" y="2228671"/>
            <a:ext cx="9495183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Code an app that will teach students your age or slightly younger about </a:t>
            </a:r>
            <a:r>
              <a:rPr lang="en-GB" sz="2800" b="1" dirty="0">
                <a:solidFill>
                  <a:srgbClr val="0070C0"/>
                </a:solidFill>
              </a:rPr>
              <a:t>logic gates </a:t>
            </a:r>
            <a:r>
              <a:rPr lang="en-GB" sz="2800" dirty="0"/>
              <a:t>or the</a:t>
            </a:r>
            <a:r>
              <a:rPr lang="en-GB" sz="2800" b="1" dirty="0"/>
              <a:t> </a:t>
            </a:r>
            <a:r>
              <a:rPr lang="en-GB" sz="2800" b="1" dirty="0">
                <a:solidFill>
                  <a:srgbClr val="0070C0"/>
                </a:solidFill>
              </a:rPr>
              <a:t>binary system</a:t>
            </a:r>
            <a:r>
              <a:rPr lang="en-GB" sz="2800" dirty="0"/>
              <a:t>.</a:t>
            </a:r>
          </a:p>
          <a:p>
            <a:endParaRPr lang="en-GB" sz="2800" dirty="0"/>
          </a:p>
          <a:p>
            <a:r>
              <a:rPr lang="en-GB" sz="2800" dirty="0"/>
              <a:t>The app must be programmed in </a:t>
            </a:r>
            <a:r>
              <a:rPr lang="en-GB" sz="2800" b="1" dirty="0">
                <a:solidFill>
                  <a:srgbClr val="0070C0"/>
                </a:solidFill>
              </a:rPr>
              <a:t>Scratch</a:t>
            </a:r>
            <a:r>
              <a:rPr lang="en-GB" sz="2800" dirty="0"/>
              <a:t>.</a:t>
            </a:r>
          </a:p>
          <a:p>
            <a:endParaRPr lang="en-GB" sz="2800" dirty="0"/>
          </a:p>
          <a:p>
            <a:r>
              <a:rPr lang="en-GB" sz="2800" dirty="0"/>
              <a:t>It can take the form of a game, an animation, a quiz or a combination of all three.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87237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Debugging and testing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0B1D9B-CEB5-7C49-BF05-47A2D0A25C55}"/>
              </a:ext>
            </a:extLst>
          </p:cNvPr>
          <p:cNvSpPr/>
          <p:nvPr/>
        </p:nvSpPr>
        <p:spPr>
          <a:xfrm>
            <a:off x="1620078" y="2169129"/>
            <a:ext cx="4772333" cy="37507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An error in a computer program is known as a </a:t>
            </a:r>
            <a:r>
              <a:rPr lang="en-GB" sz="2400" b="1" dirty="0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bug</a:t>
            </a:r>
            <a:r>
              <a:rPr lang="en-GB" sz="2400" b="1" dirty="0">
                <a:solidFill>
                  <a:srgbClr val="FFC00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and </a:t>
            </a:r>
            <a:r>
              <a:rPr lang="en-GB" sz="2400" b="1" dirty="0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debugging</a:t>
            </a: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 is the activity of finding and correcting errors.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GB" sz="2400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/>
              <a:t>Once you have fixed the bugs in a program, you should test it to make sure it does exactly what you want it to do.</a:t>
            </a:r>
          </a:p>
        </p:txBody>
      </p:sp>
      <p:pic>
        <p:nvPicPr>
          <p:cNvPr id="6" name="Picture 5" descr="A picture containing text, electronics, display, computer&#10;&#10;Description automatically generated">
            <a:extLst>
              <a:ext uri="{FF2B5EF4-FFF2-40B4-BE49-F238E27FC236}">
                <a16:creationId xmlns:a16="http://schemas.microsoft.com/office/drawing/2014/main" id="{8E9CA270-FDFF-4603-AC68-B45CD79C62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271" y="2169128"/>
            <a:ext cx="4319700" cy="375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23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4.1: Debugging and testing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303D40-2AF9-2342-B2F3-9FFD5055D464}"/>
              </a:ext>
            </a:extLst>
          </p:cNvPr>
          <p:cNvSpPr/>
          <p:nvPr/>
        </p:nvSpPr>
        <p:spPr>
          <a:xfrm>
            <a:off x="6019800" y="1804997"/>
            <a:ext cx="5241235" cy="4234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Debug and test your app.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Consider the following questions when you are testing your app: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0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Do you provide instructions for the user and do you give them enough time to read the instructions?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0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Is the game play correctly sequenced? Do things happen in the right order?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0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If you planned a quiz app with five questions, does your app ask the user five questions?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GB" sz="20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Does the app increment the user’s score correctly?</a:t>
            </a:r>
            <a:endParaRPr lang="en-GB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AC88CFBB-90E4-4723-8040-AB61C71A70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1979688"/>
            <a:ext cx="4655661" cy="456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87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4.2: Peer review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5675BA-FD50-ED45-A063-B62A10A6A797}"/>
              </a:ext>
            </a:extLst>
          </p:cNvPr>
          <p:cNvSpPr/>
          <p:nvPr/>
        </p:nvSpPr>
        <p:spPr>
          <a:xfrm>
            <a:off x="5957679" y="2296489"/>
            <a:ext cx="5396120" cy="34413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Make sure your app is open on your computer.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Make sure Activity 4.2 worksheet is open on your computer.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Move around the room and look at other students’ apps, leaving feedback on Worksheet 4.2. Try to review at least one app.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03EF2DCD-2170-4727-B4A2-70DCC310EE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1979688"/>
            <a:ext cx="4655661" cy="456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450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4.3: Evaluation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5675BA-FD50-ED45-A063-B62A10A6A797}"/>
              </a:ext>
            </a:extLst>
          </p:cNvPr>
          <p:cNvSpPr/>
          <p:nvPr/>
        </p:nvSpPr>
        <p:spPr>
          <a:xfrm>
            <a:off x="5957679" y="2600473"/>
            <a:ext cx="5396120" cy="21532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Return to your computer and look at the feedback your peers have given you.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Reflect on your app in light of the review feedback and complete Activity 4.3 worksheet.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C9C1B9BD-AFED-48A6-B5AD-57F1462E41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1979688"/>
            <a:ext cx="4655661" cy="456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497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6ADEB-C664-46CF-B153-B0A976C53A29}"/>
              </a:ext>
            </a:extLst>
          </p:cNvPr>
          <p:cNvSpPr txBox="1">
            <a:spLocks/>
          </p:cNvSpPr>
          <p:nvPr/>
        </p:nvSpPr>
        <p:spPr>
          <a:xfrm>
            <a:off x="1620078" y="805071"/>
            <a:ext cx="9743660" cy="81500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>
                <a:solidFill>
                  <a:schemeClr val="bg1"/>
                </a:solidFill>
              </a:rPr>
              <a:t>Quiz 4 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4474ED2F-2186-46FA-8543-57675AE6C1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169" y="1898933"/>
            <a:ext cx="4655661" cy="456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157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321</Words>
  <Application>Microsoft Office PowerPoint</Application>
  <PresentationFormat>Widescreen</PresentationFormat>
  <Paragraphs>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Symbol</vt:lpstr>
      <vt:lpstr>Office Theme</vt:lpstr>
      <vt:lpstr>Binary and computer logic</vt:lpstr>
      <vt:lpstr>Objectives</vt:lpstr>
      <vt:lpstr>Design brief </vt:lpstr>
      <vt:lpstr>Debugging and testing </vt:lpstr>
      <vt:lpstr>Activity 4.1: Debugging and testing </vt:lpstr>
      <vt:lpstr>Activity 4.2: Peer review </vt:lpstr>
      <vt:lpstr>Activity 4.3: Evaluation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48</cp:revision>
  <dcterms:created xsi:type="dcterms:W3CDTF">2020-11-04T15:22:46Z</dcterms:created>
  <dcterms:modified xsi:type="dcterms:W3CDTF">2021-05-17T16:14:50Z</dcterms:modified>
</cp:coreProperties>
</file>